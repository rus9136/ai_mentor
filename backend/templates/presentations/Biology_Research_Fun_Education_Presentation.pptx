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8" r:id="rId11"/>
    <p:sldId id="267" r:id="rId12"/>
    <p:sldId id="266" r:id="rId13"/>
    <p:sldId id="269" r:id="rId14"/>
    <p:sldId id="270" r:id="rId15"/>
    <p:sldId id="272" r:id="rId16"/>
    <p:sldId id="273" r:id="rId17"/>
    <p:sldId id="274" r:id="rId18"/>
    <p:sldId id="271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100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F3B1B6-22E8-630A-DED1-F79B9270FD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100" y="1228725"/>
            <a:ext cx="4476750" cy="4400550"/>
          </a:xfrm>
          <a:custGeom>
            <a:avLst/>
            <a:gdLst>
              <a:gd name="connsiteX0" fmla="*/ 733440 w 4476750"/>
              <a:gd name="connsiteY0" fmla="*/ 0 h 4400550"/>
              <a:gd name="connsiteX1" fmla="*/ 3743310 w 4476750"/>
              <a:gd name="connsiteY1" fmla="*/ 0 h 4400550"/>
              <a:gd name="connsiteX2" fmla="*/ 4476750 w 4476750"/>
              <a:gd name="connsiteY2" fmla="*/ 733440 h 4400550"/>
              <a:gd name="connsiteX3" fmla="*/ 4476750 w 4476750"/>
              <a:gd name="connsiteY3" fmla="*/ 3667110 h 4400550"/>
              <a:gd name="connsiteX4" fmla="*/ 3743310 w 4476750"/>
              <a:gd name="connsiteY4" fmla="*/ 4400550 h 4400550"/>
              <a:gd name="connsiteX5" fmla="*/ 733440 w 4476750"/>
              <a:gd name="connsiteY5" fmla="*/ 4400550 h 4400550"/>
              <a:gd name="connsiteX6" fmla="*/ 0 w 4476750"/>
              <a:gd name="connsiteY6" fmla="*/ 3667110 h 4400550"/>
              <a:gd name="connsiteX7" fmla="*/ 0 w 4476750"/>
              <a:gd name="connsiteY7" fmla="*/ 733440 h 4400550"/>
              <a:gd name="connsiteX8" fmla="*/ 733440 w 4476750"/>
              <a:gd name="connsiteY8" fmla="*/ 0 h 440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76750" h="4400550">
                <a:moveTo>
                  <a:pt x="733440" y="0"/>
                </a:moveTo>
                <a:lnTo>
                  <a:pt x="3743310" y="0"/>
                </a:lnTo>
                <a:cubicBezTo>
                  <a:pt x="4148378" y="0"/>
                  <a:pt x="4476750" y="328372"/>
                  <a:pt x="4476750" y="733440"/>
                </a:cubicBezTo>
                <a:lnTo>
                  <a:pt x="4476750" y="3667110"/>
                </a:lnTo>
                <a:cubicBezTo>
                  <a:pt x="4476750" y="4072178"/>
                  <a:pt x="4148378" y="4400550"/>
                  <a:pt x="3743310" y="4400550"/>
                </a:cubicBezTo>
                <a:lnTo>
                  <a:pt x="733440" y="4400550"/>
                </a:lnTo>
                <a:cubicBezTo>
                  <a:pt x="328372" y="4400550"/>
                  <a:pt x="0" y="4072178"/>
                  <a:pt x="0" y="3667110"/>
                </a:cubicBezTo>
                <a:lnTo>
                  <a:pt x="0" y="733440"/>
                </a:lnTo>
                <a:cubicBezTo>
                  <a:pt x="0" y="328372"/>
                  <a:pt x="328372" y="0"/>
                  <a:pt x="7334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86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8BED8F5-D439-F747-D3CF-1206682C4F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9702" y="1228725"/>
            <a:ext cx="5982298" cy="4400550"/>
          </a:xfrm>
          <a:custGeom>
            <a:avLst/>
            <a:gdLst>
              <a:gd name="connsiteX0" fmla="*/ 733440 w 5982298"/>
              <a:gd name="connsiteY0" fmla="*/ 0 h 4400550"/>
              <a:gd name="connsiteX1" fmla="*/ 5982298 w 5982298"/>
              <a:gd name="connsiteY1" fmla="*/ 0 h 4400550"/>
              <a:gd name="connsiteX2" fmla="*/ 5982298 w 5982298"/>
              <a:gd name="connsiteY2" fmla="*/ 4400550 h 4400550"/>
              <a:gd name="connsiteX3" fmla="*/ 733440 w 5982298"/>
              <a:gd name="connsiteY3" fmla="*/ 4400550 h 4400550"/>
              <a:gd name="connsiteX4" fmla="*/ 0 w 5982298"/>
              <a:gd name="connsiteY4" fmla="*/ 3667110 h 4400550"/>
              <a:gd name="connsiteX5" fmla="*/ 0 w 5982298"/>
              <a:gd name="connsiteY5" fmla="*/ 733440 h 4400550"/>
              <a:gd name="connsiteX6" fmla="*/ 733440 w 5982298"/>
              <a:gd name="connsiteY6" fmla="*/ 0 h 440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82298" h="4400550">
                <a:moveTo>
                  <a:pt x="733440" y="0"/>
                </a:moveTo>
                <a:lnTo>
                  <a:pt x="5982298" y="0"/>
                </a:lnTo>
                <a:lnTo>
                  <a:pt x="5982298" y="4400550"/>
                </a:lnTo>
                <a:lnTo>
                  <a:pt x="733440" y="4400550"/>
                </a:lnTo>
                <a:cubicBezTo>
                  <a:pt x="328372" y="4400550"/>
                  <a:pt x="0" y="4072178"/>
                  <a:pt x="0" y="3667110"/>
                </a:cubicBezTo>
                <a:lnTo>
                  <a:pt x="0" y="733440"/>
                </a:lnTo>
                <a:cubicBezTo>
                  <a:pt x="0" y="328372"/>
                  <a:pt x="328372" y="0"/>
                  <a:pt x="7334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98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ED0E62-51B9-8497-77F3-A54F0C8033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63638" y="1233488"/>
            <a:ext cx="4932362" cy="2101447"/>
          </a:xfrm>
          <a:custGeom>
            <a:avLst/>
            <a:gdLst>
              <a:gd name="connsiteX0" fmla="*/ 350248 w 5040312"/>
              <a:gd name="connsiteY0" fmla="*/ 0 h 2101447"/>
              <a:gd name="connsiteX1" fmla="*/ 4690064 w 5040312"/>
              <a:gd name="connsiteY1" fmla="*/ 0 h 2101447"/>
              <a:gd name="connsiteX2" fmla="*/ 5040312 w 5040312"/>
              <a:gd name="connsiteY2" fmla="*/ 350248 h 2101447"/>
              <a:gd name="connsiteX3" fmla="*/ 5040312 w 5040312"/>
              <a:gd name="connsiteY3" fmla="*/ 1751199 h 2101447"/>
              <a:gd name="connsiteX4" fmla="*/ 4690064 w 5040312"/>
              <a:gd name="connsiteY4" fmla="*/ 2101447 h 2101447"/>
              <a:gd name="connsiteX5" fmla="*/ 350248 w 5040312"/>
              <a:gd name="connsiteY5" fmla="*/ 2101447 h 2101447"/>
              <a:gd name="connsiteX6" fmla="*/ 0 w 5040312"/>
              <a:gd name="connsiteY6" fmla="*/ 1751199 h 2101447"/>
              <a:gd name="connsiteX7" fmla="*/ 0 w 5040312"/>
              <a:gd name="connsiteY7" fmla="*/ 350248 h 2101447"/>
              <a:gd name="connsiteX8" fmla="*/ 350248 w 5040312"/>
              <a:gd name="connsiteY8" fmla="*/ 0 h 2101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0312" h="2101447">
                <a:moveTo>
                  <a:pt x="350248" y="0"/>
                </a:moveTo>
                <a:lnTo>
                  <a:pt x="4690064" y="0"/>
                </a:lnTo>
                <a:cubicBezTo>
                  <a:pt x="4883501" y="0"/>
                  <a:pt x="5040312" y="156811"/>
                  <a:pt x="5040312" y="350248"/>
                </a:cubicBezTo>
                <a:lnTo>
                  <a:pt x="5040312" y="1751199"/>
                </a:lnTo>
                <a:cubicBezTo>
                  <a:pt x="5040312" y="1944636"/>
                  <a:pt x="4883501" y="2101447"/>
                  <a:pt x="4690064" y="2101447"/>
                </a:cubicBezTo>
                <a:lnTo>
                  <a:pt x="350248" y="2101447"/>
                </a:lnTo>
                <a:cubicBezTo>
                  <a:pt x="156811" y="2101447"/>
                  <a:pt x="0" y="1944636"/>
                  <a:pt x="0" y="1751199"/>
                </a:cubicBezTo>
                <a:lnTo>
                  <a:pt x="0" y="350248"/>
                </a:lnTo>
                <a:cubicBezTo>
                  <a:pt x="0" y="156811"/>
                  <a:pt x="156811" y="0"/>
                  <a:pt x="3502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60F268-13C0-B9BF-014D-CCE6C6F25E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3638" y="3523065"/>
            <a:ext cx="4932362" cy="2103164"/>
          </a:xfrm>
          <a:custGeom>
            <a:avLst/>
            <a:gdLst>
              <a:gd name="connsiteX0" fmla="*/ 350534 w 5040312"/>
              <a:gd name="connsiteY0" fmla="*/ 0 h 2103164"/>
              <a:gd name="connsiteX1" fmla="*/ 4689778 w 5040312"/>
              <a:gd name="connsiteY1" fmla="*/ 0 h 2103164"/>
              <a:gd name="connsiteX2" fmla="*/ 5040312 w 5040312"/>
              <a:gd name="connsiteY2" fmla="*/ 350534 h 2103164"/>
              <a:gd name="connsiteX3" fmla="*/ 5040312 w 5040312"/>
              <a:gd name="connsiteY3" fmla="*/ 1752630 h 2103164"/>
              <a:gd name="connsiteX4" fmla="*/ 4689778 w 5040312"/>
              <a:gd name="connsiteY4" fmla="*/ 2103164 h 2103164"/>
              <a:gd name="connsiteX5" fmla="*/ 350534 w 5040312"/>
              <a:gd name="connsiteY5" fmla="*/ 2103164 h 2103164"/>
              <a:gd name="connsiteX6" fmla="*/ 0 w 5040312"/>
              <a:gd name="connsiteY6" fmla="*/ 1752630 h 2103164"/>
              <a:gd name="connsiteX7" fmla="*/ 0 w 5040312"/>
              <a:gd name="connsiteY7" fmla="*/ 350534 h 2103164"/>
              <a:gd name="connsiteX8" fmla="*/ 350534 w 5040312"/>
              <a:gd name="connsiteY8" fmla="*/ 0 h 210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0312" h="2103164">
                <a:moveTo>
                  <a:pt x="350534" y="0"/>
                </a:moveTo>
                <a:lnTo>
                  <a:pt x="4689778" y="0"/>
                </a:lnTo>
                <a:cubicBezTo>
                  <a:pt x="4883373" y="0"/>
                  <a:pt x="5040312" y="156939"/>
                  <a:pt x="5040312" y="350534"/>
                </a:cubicBezTo>
                <a:lnTo>
                  <a:pt x="5040312" y="1752630"/>
                </a:lnTo>
                <a:cubicBezTo>
                  <a:pt x="5040312" y="1946225"/>
                  <a:pt x="4883373" y="2103164"/>
                  <a:pt x="4689778" y="2103164"/>
                </a:cubicBezTo>
                <a:lnTo>
                  <a:pt x="350534" y="2103164"/>
                </a:lnTo>
                <a:cubicBezTo>
                  <a:pt x="156939" y="2103164"/>
                  <a:pt x="0" y="1946225"/>
                  <a:pt x="0" y="1752630"/>
                </a:cubicBezTo>
                <a:lnTo>
                  <a:pt x="0" y="350534"/>
                </a:lnTo>
                <a:cubicBezTo>
                  <a:pt x="0" y="156939"/>
                  <a:pt x="156939" y="0"/>
                  <a:pt x="3505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2602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8D9E64D7-2FB5-600C-87D0-A812C195F1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6800" y="1652410"/>
            <a:ext cx="3352800" cy="4214989"/>
          </a:xfrm>
          <a:custGeom>
            <a:avLst/>
            <a:gdLst>
              <a:gd name="connsiteX0" fmla="*/ 1676400 w 3352800"/>
              <a:gd name="connsiteY0" fmla="*/ 0 h 4214989"/>
              <a:gd name="connsiteX1" fmla="*/ 3352800 w 3352800"/>
              <a:gd name="connsiteY1" fmla="*/ 1676400 h 4214989"/>
              <a:gd name="connsiteX2" fmla="*/ 3352800 w 3352800"/>
              <a:gd name="connsiteY2" fmla="*/ 4214989 h 4214989"/>
              <a:gd name="connsiteX3" fmla="*/ 0 w 3352800"/>
              <a:gd name="connsiteY3" fmla="*/ 4214989 h 4214989"/>
              <a:gd name="connsiteX4" fmla="*/ 0 w 3352800"/>
              <a:gd name="connsiteY4" fmla="*/ 1676400 h 4214989"/>
              <a:gd name="connsiteX5" fmla="*/ 1676400 w 3352800"/>
              <a:gd name="connsiteY5" fmla="*/ 0 h 421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800" h="4214989">
                <a:moveTo>
                  <a:pt x="1676400" y="0"/>
                </a:moveTo>
                <a:cubicBezTo>
                  <a:pt x="2602250" y="0"/>
                  <a:pt x="3352800" y="750550"/>
                  <a:pt x="3352800" y="1676400"/>
                </a:cubicBezTo>
                <a:lnTo>
                  <a:pt x="3352800" y="4214989"/>
                </a:lnTo>
                <a:lnTo>
                  <a:pt x="0" y="4214989"/>
                </a:lnTo>
                <a:lnTo>
                  <a:pt x="0" y="1676400"/>
                </a:lnTo>
                <a:cubicBezTo>
                  <a:pt x="0" y="750550"/>
                  <a:pt x="750550" y="0"/>
                  <a:pt x="1676400" y="0"/>
                </a:cubicBezTo>
                <a:close/>
              </a:path>
            </a:pathLst>
          </a:custGeom>
        </p:spPr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4ACEBBF-6C81-3036-D98B-47755DFEF3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24400" y="1652410"/>
            <a:ext cx="3352800" cy="4214989"/>
          </a:xfrm>
          <a:custGeom>
            <a:avLst/>
            <a:gdLst>
              <a:gd name="connsiteX0" fmla="*/ 1676400 w 3352800"/>
              <a:gd name="connsiteY0" fmla="*/ 0 h 4214989"/>
              <a:gd name="connsiteX1" fmla="*/ 3352800 w 3352800"/>
              <a:gd name="connsiteY1" fmla="*/ 1676400 h 4214989"/>
              <a:gd name="connsiteX2" fmla="*/ 3352800 w 3352800"/>
              <a:gd name="connsiteY2" fmla="*/ 4214989 h 4214989"/>
              <a:gd name="connsiteX3" fmla="*/ 0 w 3352800"/>
              <a:gd name="connsiteY3" fmla="*/ 4214989 h 4214989"/>
              <a:gd name="connsiteX4" fmla="*/ 0 w 3352800"/>
              <a:gd name="connsiteY4" fmla="*/ 1676400 h 4214989"/>
              <a:gd name="connsiteX5" fmla="*/ 1676400 w 3352800"/>
              <a:gd name="connsiteY5" fmla="*/ 0 h 421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800" h="4214989">
                <a:moveTo>
                  <a:pt x="1676400" y="0"/>
                </a:moveTo>
                <a:cubicBezTo>
                  <a:pt x="2602250" y="0"/>
                  <a:pt x="3352800" y="750550"/>
                  <a:pt x="3352800" y="1676400"/>
                </a:cubicBezTo>
                <a:lnTo>
                  <a:pt x="3352800" y="4214989"/>
                </a:lnTo>
                <a:lnTo>
                  <a:pt x="0" y="4214989"/>
                </a:lnTo>
                <a:lnTo>
                  <a:pt x="0" y="1676400"/>
                </a:lnTo>
                <a:cubicBezTo>
                  <a:pt x="0" y="750550"/>
                  <a:pt x="750550" y="0"/>
                  <a:pt x="1676400" y="0"/>
                </a:cubicBezTo>
                <a:close/>
              </a:path>
            </a:pathLst>
          </a:custGeom>
        </p:spPr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8A4FB600-C750-E9CE-9EA7-EDA5EEA640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0" y="1652410"/>
            <a:ext cx="3352800" cy="4214989"/>
          </a:xfrm>
          <a:custGeom>
            <a:avLst/>
            <a:gdLst>
              <a:gd name="connsiteX0" fmla="*/ 1676400 w 3352800"/>
              <a:gd name="connsiteY0" fmla="*/ 0 h 4214989"/>
              <a:gd name="connsiteX1" fmla="*/ 3352800 w 3352800"/>
              <a:gd name="connsiteY1" fmla="*/ 1676400 h 4214989"/>
              <a:gd name="connsiteX2" fmla="*/ 3352800 w 3352800"/>
              <a:gd name="connsiteY2" fmla="*/ 4214989 h 4214989"/>
              <a:gd name="connsiteX3" fmla="*/ 0 w 3352800"/>
              <a:gd name="connsiteY3" fmla="*/ 4214989 h 4214989"/>
              <a:gd name="connsiteX4" fmla="*/ 0 w 3352800"/>
              <a:gd name="connsiteY4" fmla="*/ 1676400 h 4214989"/>
              <a:gd name="connsiteX5" fmla="*/ 1676400 w 3352800"/>
              <a:gd name="connsiteY5" fmla="*/ 0 h 421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800" h="4214989">
                <a:moveTo>
                  <a:pt x="1676400" y="0"/>
                </a:moveTo>
                <a:cubicBezTo>
                  <a:pt x="2602250" y="0"/>
                  <a:pt x="3352800" y="750550"/>
                  <a:pt x="3352800" y="1676400"/>
                </a:cubicBezTo>
                <a:lnTo>
                  <a:pt x="3352800" y="4214989"/>
                </a:lnTo>
                <a:lnTo>
                  <a:pt x="0" y="4214989"/>
                </a:lnTo>
                <a:lnTo>
                  <a:pt x="0" y="1676400"/>
                </a:lnTo>
                <a:cubicBezTo>
                  <a:pt x="0" y="750550"/>
                  <a:pt x="750550" y="0"/>
                  <a:pt x="1676400" y="0"/>
                </a:cubicBez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934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C4686BC-A88D-7C6B-8AC1-544AD84618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96087" y="1202968"/>
            <a:ext cx="5285316" cy="3977433"/>
          </a:xfrm>
          <a:custGeom>
            <a:avLst/>
            <a:gdLst>
              <a:gd name="connsiteX0" fmla="*/ 0 w 5285316"/>
              <a:gd name="connsiteY0" fmla="*/ 0 h 3977433"/>
              <a:gd name="connsiteX1" fmla="*/ 5285316 w 5285316"/>
              <a:gd name="connsiteY1" fmla="*/ 0 h 3977433"/>
              <a:gd name="connsiteX2" fmla="*/ 5285316 w 5285316"/>
              <a:gd name="connsiteY2" fmla="*/ 3977433 h 3977433"/>
              <a:gd name="connsiteX3" fmla="*/ 0 w 5285316"/>
              <a:gd name="connsiteY3" fmla="*/ 3977433 h 3977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5316" h="3977433">
                <a:moveTo>
                  <a:pt x="0" y="0"/>
                </a:moveTo>
                <a:lnTo>
                  <a:pt x="5285316" y="0"/>
                </a:lnTo>
                <a:lnTo>
                  <a:pt x="5285316" y="3977433"/>
                </a:lnTo>
                <a:lnTo>
                  <a:pt x="0" y="39774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800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8EEDD-731D-0F46-2D88-0183F011FB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7475" y="2232083"/>
            <a:ext cx="1924655" cy="2391314"/>
          </a:xfrm>
          <a:custGeom>
            <a:avLst/>
            <a:gdLst>
              <a:gd name="connsiteX0" fmla="*/ 0 w 1924655"/>
              <a:gd name="connsiteY0" fmla="*/ 0 h 2391314"/>
              <a:gd name="connsiteX1" fmla="*/ 1924655 w 1924655"/>
              <a:gd name="connsiteY1" fmla="*/ 0 h 2391314"/>
              <a:gd name="connsiteX2" fmla="*/ 1924655 w 1924655"/>
              <a:gd name="connsiteY2" fmla="*/ 2391314 h 2391314"/>
              <a:gd name="connsiteX3" fmla="*/ 0 w 1924655"/>
              <a:gd name="connsiteY3" fmla="*/ 2391314 h 239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655" h="2391314">
                <a:moveTo>
                  <a:pt x="0" y="0"/>
                </a:moveTo>
                <a:lnTo>
                  <a:pt x="1924655" y="0"/>
                </a:lnTo>
                <a:lnTo>
                  <a:pt x="1924655" y="2391314"/>
                </a:lnTo>
                <a:lnTo>
                  <a:pt x="0" y="23913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674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6B60612-73E3-B881-5620-14C73BAEF3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101" y="2130425"/>
            <a:ext cx="4483099" cy="3508375"/>
          </a:xfrm>
          <a:custGeom>
            <a:avLst/>
            <a:gdLst>
              <a:gd name="connsiteX0" fmla="*/ 584741 w 4483099"/>
              <a:gd name="connsiteY0" fmla="*/ 0 h 3508375"/>
              <a:gd name="connsiteX1" fmla="*/ 3898358 w 4483099"/>
              <a:gd name="connsiteY1" fmla="*/ 0 h 3508375"/>
              <a:gd name="connsiteX2" fmla="*/ 4483099 w 4483099"/>
              <a:gd name="connsiteY2" fmla="*/ 584741 h 3508375"/>
              <a:gd name="connsiteX3" fmla="*/ 4483099 w 4483099"/>
              <a:gd name="connsiteY3" fmla="*/ 2923634 h 3508375"/>
              <a:gd name="connsiteX4" fmla="*/ 3898358 w 4483099"/>
              <a:gd name="connsiteY4" fmla="*/ 3508375 h 3508375"/>
              <a:gd name="connsiteX5" fmla="*/ 584741 w 4483099"/>
              <a:gd name="connsiteY5" fmla="*/ 3508375 h 3508375"/>
              <a:gd name="connsiteX6" fmla="*/ 0 w 4483099"/>
              <a:gd name="connsiteY6" fmla="*/ 2923634 h 3508375"/>
              <a:gd name="connsiteX7" fmla="*/ 0 w 4483099"/>
              <a:gd name="connsiteY7" fmla="*/ 584741 h 3508375"/>
              <a:gd name="connsiteX8" fmla="*/ 584741 w 4483099"/>
              <a:gd name="connsiteY8" fmla="*/ 0 h 350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83099" h="3508375">
                <a:moveTo>
                  <a:pt x="584741" y="0"/>
                </a:moveTo>
                <a:lnTo>
                  <a:pt x="3898358" y="0"/>
                </a:lnTo>
                <a:cubicBezTo>
                  <a:pt x="4221302" y="0"/>
                  <a:pt x="4483099" y="261797"/>
                  <a:pt x="4483099" y="584741"/>
                </a:cubicBezTo>
                <a:lnTo>
                  <a:pt x="4483099" y="2923634"/>
                </a:lnTo>
                <a:cubicBezTo>
                  <a:pt x="4483099" y="3246578"/>
                  <a:pt x="4221302" y="3508375"/>
                  <a:pt x="3898358" y="3508375"/>
                </a:cubicBezTo>
                <a:lnTo>
                  <a:pt x="584741" y="3508375"/>
                </a:lnTo>
                <a:cubicBezTo>
                  <a:pt x="261797" y="3508375"/>
                  <a:pt x="0" y="3246578"/>
                  <a:pt x="0" y="2923634"/>
                </a:cubicBezTo>
                <a:lnTo>
                  <a:pt x="0" y="584741"/>
                </a:lnTo>
                <a:cubicBezTo>
                  <a:pt x="0" y="261797"/>
                  <a:pt x="261797" y="0"/>
                  <a:pt x="58474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626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8FC072-BBF6-F898-833E-85B9DE7AD6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200208"/>
            <a:ext cx="6096004" cy="4457584"/>
          </a:xfrm>
          <a:custGeom>
            <a:avLst/>
            <a:gdLst>
              <a:gd name="connsiteX0" fmla="*/ 742946 w 6096004"/>
              <a:gd name="connsiteY0" fmla="*/ 0 h 4457584"/>
              <a:gd name="connsiteX1" fmla="*/ 6096004 w 6096004"/>
              <a:gd name="connsiteY1" fmla="*/ 0 h 4457584"/>
              <a:gd name="connsiteX2" fmla="*/ 6096004 w 6096004"/>
              <a:gd name="connsiteY2" fmla="*/ 4457584 h 4457584"/>
              <a:gd name="connsiteX3" fmla="*/ 742946 w 6096004"/>
              <a:gd name="connsiteY3" fmla="*/ 4457584 h 4457584"/>
              <a:gd name="connsiteX4" fmla="*/ 0 w 6096004"/>
              <a:gd name="connsiteY4" fmla="*/ 3714638 h 4457584"/>
              <a:gd name="connsiteX5" fmla="*/ 0 w 6096004"/>
              <a:gd name="connsiteY5" fmla="*/ 742946 h 4457584"/>
              <a:gd name="connsiteX6" fmla="*/ 742946 w 6096004"/>
              <a:gd name="connsiteY6" fmla="*/ 0 h 445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4" h="4457584">
                <a:moveTo>
                  <a:pt x="742946" y="0"/>
                </a:moveTo>
                <a:lnTo>
                  <a:pt x="6096004" y="0"/>
                </a:lnTo>
                <a:lnTo>
                  <a:pt x="6096004" y="4457584"/>
                </a:lnTo>
                <a:lnTo>
                  <a:pt x="742946" y="4457584"/>
                </a:lnTo>
                <a:cubicBezTo>
                  <a:pt x="332628" y="4457584"/>
                  <a:pt x="0" y="4124956"/>
                  <a:pt x="0" y="3714638"/>
                </a:cubicBezTo>
                <a:lnTo>
                  <a:pt x="0" y="742946"/>
                </a:lnTo>
                <a:cubicBezTo>
                  <a:pt x="0" y="332628"/>
                  <a:pt x="332628" y="0"/>
                  <a:pt x="7429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8861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E0C8-9ADF-50AD-32F5-3E1E6401A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65A1-DB02-442C-9705-EF3BE22E172A}" type="slidenum">
              <a:rPr lang="en-US" smtClean="0"/>
              <a:t>‹#›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4EF87F-F633-85E7-D6C2-99A99E3BF6FA}"/>
              </a:ext>
            </a:extLst>
          </p:cNvPr>
          <p:cNvGrpSpPr/>
          <p:nvPr userDrawn="1"/>
        </p:nvGrpSpPr>
        <p:grpSpPr>
          <a:xfrm>
            <a:off x="0" y="372252"/>
            <a:ext cx="573613" cy="6113497"/>
            <a:chOff x="0" y="372252"/>
            <a:chExt cx="573613" cy="611349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4CF7FC-CF38-BAAF-8FDE-9D83987B1009}"/>
                </a:ext>
              </a:extLst>
            </p:cNvPr>
            <p:cNvSpPr/>
            <p:nvPr/>
          </p:nvSpPr>
          <p:spPr>
            <a:xfrm>
              <a:off x="265836" y="372252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00CE4C5-CB47-4AA6-0B2E-EB2DAE727AFA}"/>
                </a:ext>
              </a:extLst>
            </p:cNvPr>
            <p:cNvSpPr/>
            <p:nvPr/>
          </p:nvSpPr>
          <p:spPr>
            <a:xfrm>
              <a:off x="265836" y="1097967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582CF9-9E7A-4AA8-BD0D-B68435F4E97B}"/>
                </a:ext>
              </a:extLst>
            </p:cNvPr>
            <p:cNvSpPr/>
            <p:nvPr/>
          </p:nvSpPr>
          <p:spPr>
            <a:xfrm>
              <a:off x="265836" y="1823682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51A0F9F-2EA1-9C81-D546-0E80E580D2D7}"/>
                </a:ext>
              </a:extLst>
            </p:cNvPr>
            <p:cNvSpPr/>
            <p:nvPr/>
          </p:nvSpPr>
          <p:spPr>
            <a:xfrm>
              <a:off x="265836" y="2549397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E4007A-4BB1-756F-2F0D-D28CDDF7117E}"/>
                </a:ext>
              </a:extLst>
            </p:cNvPr>
            <p:cNvSpPr/>
            <p:nvPr/>
          </p:nvSpPr>
          <p:spPr>
            <a:xfrm>
              <a:off x="265836" y="3275112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23AC74D-7EE2-EC37-50F9-18074326A026}"/>
                </a:ext>
              </a:extLst>
            </p:cNvPr>
            <p:cNvSpPr/>
            <p:nvPr/>
          </p:nvSpPr>
          <p:spPr>
            <a:xfrm>
              <a:off x="265836" y="4000827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D5420B-4FB0-5BD6-F705-9486F9716CB8}"/>
                </a:ext>
              </a:extLst>
            </p:cNvPr>
            <p:cNvSpPr/>
            <p:nvPr/>
          </p:nvSpPr>
          <p:spPr>
            <a:xfrm>
              <a:off x="265836" y="4726542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25C0BC5-CD0C-604C-608C-909EA178A411}"/>
                </a:ext>
              </a:extLst>
            </p:cNvPr>
            <p:cNvSpPr/>
            <p:nvPr/>
          </p:nvSpPr>
          <p:spPr>
            <a:xfrm>
              <a:off x="265836" y="5452257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97C709E-B1DC-E93C-3A5C-CC2DF6E02439}"/>
                </a:ext>
              </a:extLst>
            </p:cNvPr>
            <p:cNvSpPr/>
            <p:nvPr/>
          </p:nvSpPr>
          <p:spPr>
            <a:xfrm>
              <a:off x="265836" y="6177972"/>
              <a:ext cx="307777" cy="307777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B5206F0-E781-D303-56A5-03498F4FC2A0}"/>
                </a:ext>
              </a:extLst>
            </p:cNvPr>
            <p:cNvCxnSpPr/>
            <p:nvPr/>
          </p:nvCxnSpPr>
          <p:spPr>
            <a:xfrm>
              <a:off x="0" y="527209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CB9C806-4F4F-870E-B014-0A78CA06A374}"/>
                </a:ext>
              </a:extLst>
            </p:cNvPr>
            <p:cNvCxnSpPr/>
            <p:nvPr/>
          </p:nvCxnSpPr>
          <p:spPr>
            <a:xfrm>
              <a:off x="0" y="1251109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4A441D-6E14-63F0-BFB4-F82E37247F5E}"/>
                </a:ext>
              </a:extLst>
            </p:cNvPr>
            <p:cNvCxnSpPr/>
            <p:nvPr/>
          </p:nvCxnSpPr>
          <p:spPr>
            <a:xfrm>
              <a:off x="0" y="1982629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8A38D55-0A53-53DC-A099-BD6FFED0D780}"/>
                </a:ext>
              </a:extLst>
            </p:cNvPr>
            <p:cNvCxnSpPr/>
            <p:nvPr/>
          </p:nvCxnSpPr>
          <p:spPr>
            <a:xfrm>
              <a:off x="0" y="2706529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7F1140-496D-C064-D7CC-A368A8B1B33D}"/>
                </a:ext>
              </a:extLst>
            </p:cNvPr>
            <p:cNvCxnSpPr/>
            <p:nvPr/>
          </p:nvCxnSpPr>
          <p:spPr>
            <a:xfrm>
              <a:off x="0" y="3429000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A690E7F-51BA-4AF1-8404-77C206016242}"/>
                </a:ext>
              </a:extLst>
            </p:cNvPr>
            <p:cNvCxnSpPr/>
            <p:nvPr/>
          </p:nvCxnSpPr>
          <p:spPr>
            <a:xfrm>
              <a:off x="0" y="4152900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603B2F-0B25-5AF0-6E69-5EFBBC679AC5}"/>
                </a:ext>
              </a:extLst>
            </p:cNvPr>
            <p:cNvCxnSpPr/>
            <p:nvPr/>
          </p:nvCxnSpPr>
          <p:spPr>
            <a:xfrm>
              <a:off x="0" y="4876800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63801D-7C03-B0AE-3845-550F4AD4E478}"/>
                </a:ext>
              </a:extLst>
            </p:cNvPr>
            <p:cNvCxnSpPr/>
            <p:nvPr/>
          </p:nvCxnSpPr>
          <p:spPr>
            <a:xfrm>
              <a:off x="0" y="5606891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0682687-3110-3019-E1D4-3993534CB867}"/>
                </a:ext>
              </a:extLst>
            </p:cNvPr>
            <p:cNvCxnSpPr/>
            <p:nvPr/>
          </p:nvCxnSpPr>
          <p:spPr>
            <a:xfrm>
              <a:off x="0" y="6330791"/>
              <a:ext cx="434340" cy="0"/>
            </a:xfrm>
            <a:prstGeom prst="line">
              <a:avLst/>
            </a:prstGeom>
            <a:ln w="82550" cap="rnd">
              <a:solidFill>
                <a:schemeClr val="bg1">
                  <a:lumMod val="2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225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raphic 52">
            <a:extLst>
              <a:ext uri="{FF2B5EF4-FFF2-40B4-BE49-F238E27FC236}">
                <a16:creationId xmlns:a16="http://schemas.microsoft.com/office/drawing/2014/main" id="{9C34EEEE-24F3-1198-732E-46DD0AC82099}"/>
              </a:ext>
            </a:extLst>
          </p:cNvPr>
          <p:cNvSpPr/>
          <p:nvPr/>
        </p:nvSpPr>
        <p:spPr>
          <a:xfrm rot="12600000">
            <a:off x="5580131" y="1267300"/>
            <a:ext cx="9001632" cy="9598860"/>
          </a:xfrm>
          <a:custGeom>
            <a:avLst/>
            <a:gdLst>
              <a:gd name="connsiteX0" fmla="*/ 1193877 w 1379993"/>
              <a:gd name="connsiteY0" fmla="*/ 150656 h 1471551"/>
              <a:gd name="connsiteX1" fmla="*/ 1366280 w 1379993"/>
              <a:gd name="connsiteY1" fmla="*/ 576423 h 1471551"/>
              <a:gd name="connsiteX2" fmla="*/ 1053860 w 1379993"/>
              <a:gd name="connsiteY2" fmla="*/ 987903 h 1471551"/>
              <a:gd name="connsiteX3" fmla="*/ 910032 w 1379993"/>
              <a:gd name="connsiteY3" fmla="*/ 1457486 h 1471551"/>
              <a:gd name="connsiteX4" fmla="*/ 529985 w 1379993"/>
              <a:gd name="connsiteY4" fmla="*/ 1286036 h 1471551"/>
              <a:gd name="connsiteX5" fmla="*/ 196610 w 1379993"/>
              <a:gd name="connsiteY5" fmla="*/ 1007906 h 1471551"/>
              <a:gd name="connsiteX6" fmla="*/ 1347 w 1379993"/>
              <a:gd name="connsiteY6" fmla="*/ 605951 h 1471551"/>
              <a:gd name="connsiteX7" fmla="*/ 183275 w 1379993"/>
              <a:gd name="connsiteY7" fmla="*/ 161133 h 1471551"/>
              <a:gd name="connsiteX8" fmla="*/ 681432 w 1379993"/>
              <a:gd name="connsiteY8" fmla="*/ 161 h 1471551"/>
              <a:gd name="connsiteX9" fmla="*/ 1193877 w 1379993"/>
              <a:gd name="connsiteY9" fmla="*/ 150656 h 147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9993" h="1471551">
                <a:moveTo>
                  <a:pt x="1193877" y="150656"/>
                </a:moveTo>
                <a:cubicBezTo>
                  <a:pt x="1330085" y="260193"/>
                  <a:pt x="1414857" y="437358"/>
                  <a:pt x="1366280" y="576423"/>
                </a:cubicBezTo>
                <a:cubicBezTo>
                  <a:pt x="1318655" y="715488"/>
                  <a:pt x="1137680" y="816453"/>
                  <a:pt x="1053860" y="987903"/>
                </a:cubicBezTo>
                <a:cubicBezTo>
                  <a:pt x="970992" y="1159353"/>
                  <a:pt x="986232" y="1401288"/>
                  <a:pt x="910032" y="1457486"/>
                </a:cubicBezTo>
                <a:cubicBezTo>
                  <a:pt x="832880" y="1514636"/>
                  <a:pt x="665240" y="1387001"/>
                  <a:pt x="529985" y="1286036"/>
                </a:cubicBezTo>
                <a:cubicBezTo>
                  <a:pt x="394730" y="1186023"/>
                  <a:pt x="291860" y="1113633"/>
                  <a:pt x="196610" y="1007906"/>
                </a:cubicBezTo>
                <a:cubicBezTo>
                  <a:pt x="100407" y="902178"/>
                  <a:pt x="11825" y="764066"/>
                  <a:pt x="1347" y="605951"/>
                </a:cubicBezTo>
                <a:cubicBezTo>
                  <a:pt x="-10083" y="448788"/>
                  <a:pt x="57545" y="272576"/>
                  <a:pt x="183275" y="161133"/>
                </a:cubicBezTo>
                <a:cubicBezTo>
                  <a:pt x="309005" y="49691"/>
                  <a:pt x="494742" y="3018"/>
                  <a:pt x="681432" y="161"/>
                </a:cubicBezTo>
                <a:cubicBezTo>
                  <a:pt x="868122" y="-1744"/>
                  <a:pt x="1057670" y="41118"/>
                  <a:pt x="1193877" y="150656"/>
                </a:cubicBezTo>
                <a:close/>
              </a:path>
            </a:pathLst>
          </a:custGeom>
          <a:solidFill>
            <a:schemeClr val="bg1">
              <a:lumMod val="90000"/>
              <a:alpha val="4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AB21E-B688-CB8C-0DE8-27BDB846E3DE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9A13E2-904B-603C-2013-B5F6D32D7BCB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</a:t>
            </a:fld>
            <a:endParaRPr lang="en-US" sz="11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F45118-D56D-ED97-130E-2DE4E4AC0D7E}"/>
              </a:ext>
            </a:extLst>
          </p:cNvPr>
          <p:cNvGrpSpPr/>
          <p:nvPr/>
        </p:nvGrpSpPr>
        <p:grpSpPr>
          <a:xfrm>
            <a:off x="7015587" y="1449088"/>
            <a:ext cx="2535990" cy="3913312"/>
            <a:chOff x="7015587" y="1449088"/>
            <a:chExt cx="2535990" cy="3913312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1577A4E-A41B-B03A-80AD-615E8E252C7D}"/>
                </a:ext>
              </a:extLst>
            </p:cNvPr>
            <p:cNvSpPr/>
            <p:nvPr/>
          </p:nvSpPr>
          <p:spPr>
            <a:xfrm rot="20700000">
              <a:off x="7015587" y="1574860"/>
              <a:ext cx="2535990" cy="3487463"/>
            </a:xfrm>
            <a:custGeom>
              <a:avLst/>
              <a:gdLst>
                <a:gd name="connsiteX0" fmla="*/ 2227737 w 2260636"/>
                <a:gd name="connsiteY0" fmla="*/ 1847486 h 3108798"/>
                <a:gd name="connsiteX1" fmla="*/ 2218973 w 2260636"/>
                <a:gd name="connsiteY1" fmla="*/ 1824071 h 3108798"/>
                <a:gd name="connsiteX2" fmla="*/ 1556688 w 2260636"/>
                <a:gd name="connsiteY2" fmla="*/ 975585 h 3108798"/>
                <a:gd name="connsiteX3" fmla="*/ 1657428 w 2260636"/>
                <a:gd name="connsiteY3" fmla="*/ 807376 h 3108798"/>
                <a:gd name="connsiteX4" fmla="*/ 1850110 w 2260636"/>
                <a:gd name="connsiteY4" fmla="*/ 486436 h 3108798"/>
                <a:gd name="connsiteX5" fmla="*/ 1819783 w 2260636"/>
                <a:gd name="connsiteY5" fmla="*/ 427137 h 3108798"/>
                <a:gd name="connsiteX6" fmla="*/ 1895652 w 2260636"/>
                <a:gd name="connsiteY6" fmla="*/ 263227 h 3108798"/>
                <a:gd name="connsiteX7" fmla="*/ 1953893 w 2260636"/>
                <a:gd name="connsiteY7" fmla="*/ 139402 h 3108798"/>
                <a:gd name="connsiteX8" fmla="*/ 1973406 w 2260636"/>
                <a:gd name="connsiteY8" fmla="*/ 86320 h 3108798"/>
                <a:gd name="connsiteX9" fmla="*/ 1919630 w 2260636"/>
                <a:gd name="connsiteY9" fmla="*/ 73786 h 3108798"/>
                <a:gd name="connsiteX10" fmla="*/ 1769942 w 2260636"/>
                <a:gd name="connsiteY10" fmla="*/ 0 h 3108798"/>
                <a:gd name="connsiteX11" fmla="*/ 1576994 w 2260636"/>
                <a:gd name="connsiteY11" fmla="*/ 304800 h 3108798"/>
                <a:gd name="connsiteX12" fmla="*/ 1457039 w 2260636"/>
                <a:gd name="connsiteY12" fmla="*/ 281087 h 3108798"/>
                <a:gd name="connsiteX13" fmla="*/ 788172 w 2260636"/>
                <a:gd name="connsiteY13" fmla="*/ 1459607 h 3108798"/>
                <a:gd name="connsiteX14" fmla="*/ 708367 w 2260636"/>
                <a:gd name="connsiteY14" fmla="*/ 1604764 h 3108798"/>
                <a:gd name="connsiteX15" fmla="*/ 689251 w 2260636"/>
                <a:gd name="connsiteY15" fmla="*/ 1733319 h 3108798"/>
                <a:gd name="connsiteX16" fmla="*/ 565856 w 2260636"/>
                <a:gd name="connsiteY16" fmla="*/ 1948921 h 3108798"/>
                <a:gd name="connsiteX17" fmla="*/ 553024 w 2260636"/>
                <a:gd name="connsiteY17" fmla="*/ 1978422 h 3108798"/>
                <a:gd name="connsiteX18" fmla="*/ 614242 w 2260636"/>
                <a:gd name="connsiteY18" fmla="*/ 2046089 h 3108798"/>
                <a:gd name="connsiteX19" fmla="*/ 553950 w 2260636"/>
                <a:gd name="connsiteY19" fmla="*/ 2167434 h 3108798"/>
                <a:gd name="connsiteX20" fmla="*/ 715809 w 2260636"/>
                <a:gd name="connsiteY20" fmla="*/ 2275549 h 3108798"/>
                <a:gd name="connsiteX21" fmla="*/ 734032 w 2260636"/>
                <a:gd name="connsiteY21" fmla="*/ 2281436 h 3108798"/>
                <a:gd name="connsiteX22" fmla="*/ 747096 w 2260636"/>
                <a:gd name="connsiteY22" fmla="*/ 2268901 h 3108798"/>
                <a:gd name="connsiteX23" fmla="*/ 801071 w 2260636"/>
                <a:gd name="connsiteY23" fmla="*/ 2163663 h 3108798"/>
                <a:gd name="connsiteX24" fmla="*/ 839138 w 2260636"/>
                <a:gd name="connsiteY24" fmla="*/ 2184268 h 3108798"/>
                <a:gd name="connsiteX25" fmla="*/ 856865 w 2260636"/>
                <a:gd name="connsiteY25" fmla="*/ 2180663 h 3108798"/>
                <a:gd name="connsiteX26" fmla="*/ 996102 w 2260636"/>
                <a:gd name="connsiteY26" fmla="*/ 1894582 h 3108798"/>
                <a:gd name="connsiteX27" fmla="*/ 1043627 w 2260636"/>
                <a:gd name="connsiteY27" fmla="*/ 1902354 h 3108798"/>
                <a:gd name="connsiteX28" fmla="*/ 1199732 w 2260636"/>
                <a:gd name="connsiteY28" fmla="*/ 1603210 h 3108798"/>
                <a:gd name="connsiteX29" fmla="*/ 1688119 w 2260636"/>
                <a:gd name="connsiteY29" fmla="*/ 1930036 h 3108798"/>
                <a:gd name="connsiteX30" fmla="*/ 1728336 w 2260636"/>
                <a:gd name="connsiteY30" fmla="*/ 2289043 h 3108798"/>
                <a:gd name="connsiteX31" fmla="*/ 1372934 w 2260636"/>
                <a:gd name="connsiteY31" fmla="*/ 2758447 h 3108798"/>
                <a:gd name="connsiteX32" fmla="*/ 1308277 w 2260636"/>
                <a:gd name="connsiteY32" fmla="*/ 2807395 h 3108798"/>
                <a:gd name="connsiteX33" fmla="*/ 1239651 w 2260636"/>
                <a:gd name="connsiteY33" fmla="*/ 2754842 h 3108798"/>
                <a:gd name="connsiteX34" fmla="*/ 1201848 w 2260636"/>
                <a:gd name="connsiteY34" fmla="*/ 2746970 h 3108798"/>
                <a:gd name="connsiteX35" fmla="*/ 1043297 w 2260636"/>
                <a:gd name="connsiteY35" fmla="*/ 2797307 h 3108798"/>
                <a:gd name="connsiteX36" fmla="*/ 1010720 w 2260636"/>
                <a:gd name="connsiteY36" fmla="*/ 2837260 h 3108798"/>
                <a:gd name="connsiteX37" fmla="*/ 895196 w 2260636"/>
                <a:gd name="connsiteY37" fmla="*/ 2760398 h 3108798"/>
                <a:gd name="connsiteX38" fmla="*/ 905184 w 2260636"/>
                <a:gd name="connsiteY38" fmla="*/ 2765458 h 3108798"/>
                <a:gd name="connsiteX39" fmla="*/ 946591 w 2260636"/>
                <a:gd name="connsiteY39" fmla="*/ 2773826 h 3108798"/>
                <a:gd name="connsiteX40" fmla="*/ 974273 w 2260636"/>
                <a:gd name="connsiteY40" fmla="*/ 2742373 h 3108798"/>
                <a:gd name="connsiteX41" fmla="*/ 1007016 w 2260636"/>
                <a:gd name="connsiteY41" fmla="*/ 2676690 h 3108798"/>
                <a:gd name="connsiteX42" fmla="*/ 186477 w 2260636"/>
                <a:gd name="connsiteY42" fmla="*/ 2206394 h 3108798"/>
                <a:gd name="connsiteX43" fmla="*/ 101281 w 2260636"/>
                <a:gd name="connsiteY43" fmla="*/ 2163366 h 3108798"/>
                <a:gd name="connsiteX44" fmla="*/ 12943 w 2260636"/>
                <a:gd name="connsiteY44" fmla="*/ 2186285 h 3108798"/>
                <a:gd name="connsiteX45" fmla="*/ 20980 w 2260636"/>
                <a:gd name="connsiteY45" fmla="*/ 2270919 h 3108798"/>
                <a:gd name="connsiteX46" fmla="*/ 756951 w 2260636"/>
                <a:gd name="connsiteY46" fmla="*/ 2690019 h 3108798"/>
                <a:gd name="connsiteX47" fmla="*/ 677378 w 2260636"/>
                <a:gd name="connsiteY47" fmla="*/ 2827569 h 3108798"/>
                <a:gd name="connsiteX48" fmla="*/ 667158 w 2260636"/>
                <a:gd name="connsiteY48" fmla="*/ 2838020 h 3108798"/>
                <a:gd name="connsiteX49" fmla="*/ 655318 w 2260636"/>
                <a:gd name="connsiteY49" fmla="*/ 2835110 h 3108798"/>
                <a:gd name="connsiteX50" fmla="*/ 121257 w 2260636"/>
                <a:gd name="connsiteY50" fmla="*/ 2526176 h 3108798"/>
                <a:gd name="connsiteX51" fmla="*/ 103894 w 2260636"/>
                <a:gd name="connsiteY51" fmla="*/ 2522538 h 3108798"/>
                <a:gd name="connsiteX52" fmla="*/ 90598 w 2260636"/>
                <a:gd name="connsiteY52" fmla="*/ 2531699 h 3108798"/>
                <a:gd name="connsiteX53" fmla="*/ 34176 w 2260636"/>
                <a:gd name="connsiteY53" fmla="*/ 2627875 h 3108798"/>
                <a:gd name="connsiteX54" fmla="*/ 328889 w 2260636"/>
                <a:gd name="connsiteY54" fmla="*/ 2808850 h 3108798"/>
                <a:gd name="connsiteX55" fmla="*/ 572636 w 2260636"/>
                <a:gd name="connsiteY55" fmla="*/ 2945838 h 3108798"/>
                <a:gd name="connsiteX56" fmla="*/ 667092 w 2260636"/>
                <a:gd name="connsiteY56" fmla="*/ 2996473 h 3108798"/>
                <a:gd name="connsiteX57" fmla="*/ 1021998 w 2260636"/>
                <a:gd name="connsiteY57" fmla="*/ 3084678 h 3108798"/>
                <a:gd name="connsiteX58" fmla="*/ 1056460 w 2260636"/>
                <a:gd name="connsiteY58" fmla="*/ 3074855 h 3108798"/>
                <a:gd name="connsiteX59" fmla="*/ 1080008 w 2260636"/>
                <a:gd name="connsiteY59" fmla="*/ 3089011 h 3108798"/>
                <a:gd name="connsiteX60" fmla="*/ 1253607 w 2260636"/>
                <a:gd name="connsiteY60" fmla="*/ 3092351 h 3108798"/>
                <a:gd name="connsiteX61" fmla="*/ 1292501 w 2260636"/>
                <a:gd name="connsiteY61" fmla="*/ 3070787 h 3108798"/>
                <a:gd name="connsiteX62" fmla="*/ 1324383 w 2260636"/>
                <a:gd name="connsiteY62" fmla="*/ 3032621 h 3108798"/>
                <a:gd name="connsiteX63" fmla="*/ 1349453 w 2260636"/>
                <a:gd name="connsiteY63" fmla="*/ 2962143 h 3108798"/>
                <a:gd name="connsiteX64" fmla="*/ 1366320 w 2260636"/>
                <a:gd name="connsiteY64" fmla="*/ 2983938 h 3108798"/>
                <a:gd name="connsiteX65" fmla="*/ 1454823 w 2260636"/>
                <a:gd name="connsiteY65" fmla="*/ 3019094 h 3108798"/>
                <a:gd name="connsiteX66" fmla="*/ 1973539 w 2260636"/>
                <a:gd name="connsiteY66" fmla="*/ 2727325 h 3108798"/>
                <a:gd name="connsiteX67" fmla="*/ 2244571 w 2260636"/>
                <a:gd name="connsiteY67" fmla="*/ 2209602 h 3108798"/>
                <a:gd name="connsiteX68" fmla="*/ 2227737 w 2260636"/>
                <a:gd name="connsiteY68" fmla="*/ 1847486 h 3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260636" h="3108798">
                  <a:moveTo>
                    <a:pt x="2227737" y="1847486"/>
                  </a:moveTo>
                  <a:cubicBezTo>
                    <a:pt x="2224926" y="1839648"/>
                    <a:pt x="2221982" y="1831843"/>
                    <a:pt x="2218973" y="1824071"/>
                  </a:cubicBezTo>
                  <a:cubicBezTo>
                    <a:pt x="2044910" y="1344315"/>
                    <a:pt x="1620088" y="1021689"/>
                    <a:pt x="1556688" y="975585"/>
                  </a:cubicBezTo>
                  <a:cubicBezTo>
                    <a:pt x="1590190" y="919460"/>
                    <a:pt x="1623793" y="863402"/>
                    <a:pt x="1657428" y="807376"/>
                  </a:cubicBezTo>
                  <a:cubicBezTo>
                    <a:pt x="1721655" y="700385"/>
                    <a:pt x="1785883" y="593427"/>
                    <a:pt x="1850110" y="486436"/>
                  </a:cubicBezTo>
                  <a:cubicBezTo>
                    <a:pt x="1832284" y="474729"/>
                    <a:pt x="1832284" y="444434"/>
                    <a:pt x="1819783" y="427137"/>
                  </a:cubicBezTo>
                  <a:cubicBezTo>
                    <a:pt x="1846175" y="371012"/>
                    <a:pt x="1869260" y="319319"/>
                    <a:pt x="1895652" y="263227"/>
                  </a:cubicBezTo>
                  <a:cubicBezTo>
                    <a:pt x="1915066" y="221952"/>
                    <a:pt x="1934479" y="180710"/>
                    <a:pt x="1953893" y="139402"/>
                  </a:cubicBezTo>
                  <a:cubicBezTo>
                    <a:pt x="1961963" y="122337"/>
                    <a:pt x="1970066" y="104973"/>
                    <a:pt x="1973406" y="86320"/>
                  </a:cubicBezTo>
                  <a:cubicBezTo>
                    <a:pt x="1950685" y="80400"/>
                    <a:pt x="1943078" y="72595"/>
                    <a:pt x="1919630" y="73786"/>
                  </a:cubicBezTo>
                  <a:cubicBezTo>
                    <a:pt x="1872236" y="44516"/>
                    <a:pt x="1822065" y="19745"/>
                    <a:pt x="1769942" y="0"/>
                  </a:cubicBezTo>
                  <a:cubicBezTo>
                    <a:pt x="1710708" y="105866"/>
                    <a:pt x="1642578" y="202704"/>
                    <a:pt x="1576994" y="304800"/>
                  </a:cubicBezTo>
                  <a:cubicBezTo>
                    <a:pt x="1535025" y="289190"/>
                    <a:pt x="1501290" y="274241"/>
                    <a:pt x="1457039" y="281087"/>
                  </a:cubicBezTo>
                  <a:cubicBezTo>
                    <a:pt x="1223478" y="667775"/>
                    <a:pt x="1005792" y="1063757"/>
                    <a:pt x="788172" y="1459607"/>
                  </a:cubicBezTo>
                  <a:cubicBezTo>
                    <a:pt x="761582" y="1507993"/>
                    <a:pt x="734958" y="1556378"/>
                    <a:pt x="708367" y="1604764"/>
                  </a:cubicBezTo>
                  <a:cubicBezTo>
                    <a:pt x="687101" y="1643459"/>
                    <a:pt x="661139" y="1699253"/>
                    <a:pt x="689251" y="1733319"/>
                  </a:cubicBezTo>
                  <a:cubicBezTo>
                    <a:pt x="653367" y="1807997"/>
                    <a:pt x="612092" y="1880129"/>
                    <a:pt x="565856" y="1948921"/>
                  </a:cubicBezTo>
                  <a:cubicBezTo>
                    <a:pt x="559837" y="1957884"/>
                    <a:pt x="555107" y="1967806"/>
                    <a:pt x="553024" y="1978422"/>
                  </a:cubicBezTo>
                  <a:cubicBezTo>
                    <a:pt x="543896" y="2024724"/>
                    <a:pt x="582988" y="2027965"/>
                    <a:pt x="614242" y="2046089"/>
                  </a:cubicBezTo>
                  <a:cubicBezTo>
                    <a:pt x="589437" y="2078997"/>
                    <a:pt x="569560" y="2129301"/>
                    <a:pt x="553950" y="2167434"/>
                  </a:cubicBezTo>
                  <a:cubicBezTo>
                    <a:pt x="607892" y="2203483"/>
                    <a:pt x="661834" y="2239500"/>
                    <a:pt x="715809" y="2275549"/>
                  </a:cubicBezTo>
                  <a:cubicBezTo>
                    <a:pt x="721266" y="2279220"/>
                    <a:pt x="727616" y="2283024"/>
                    <a:pt x="734032" y="2281436"/>
                  </a:cubicBezTo>
                  <a:cubicBezTo>
                    <a:pt x="740051" y="2279981"/>
                    <a:pt x="743888" y="2274226"/>
                    <a:pt x="747096" y="2268901"/>
                  </a:cubicBezTo>
                  <a:cubicBezTo>
                    <a:pt x="767303" y="2235002"/>
                    <a:pt x="785328" y="2199845"/>
                    <a:pt x="801071" y="2163663"/>
                  </a:cubicBezTo>
                  <a:cubicBezTo>
                    <a:pt x="815325" y="2171105"/>
                    <a:pt x="828124" y="2177323"/>
                    <a:pt x="839138" y="2184268"/>
                  </a:cubicBezTo>
                  <a:cubicBezTo>
                    <a:pt x="845058" y="2188038"/>
                    <a:pt x="852896" y="2186484"/>
                    <a:pt x="856865" y="2180663"/>
                  </a:cubicBezTo>
                  <a:cubicBezTo>
                    <a:pt x="916760" y="2092689"/>
                    <a:pt x="963822" y="1996017"/>
                    <a:pt x="996102" y="1894582"/>
                  </a:cubicBezTo>
                  <a:cubicBezTo>
                    <a:pt x="1008372" y="1895409"/>
                    <a:pt x="1031357" y="1901527"/>
                    <a:pt x="1043627" y="1902354"/>
                  </a:cubicBezTo>
                  <a:cubicBezTo>
                    <a:pt x="1094427" y="1802011"/>
                    <a:pt x="1146550" y="1702329"/>
                    <a:pt x="1199732" y="1603210"/>
                  </a:cubicBezTo>
                  <a:cubicBezTo>
                    <a:pt x="1497454" y="1637804"/>
                    <a:pt x="1651904" y="1850760"/>
                    <a:pt x="1688119" y="1930036"/>
                  </a:cubicBezTo>
                  <a:cubicBezTo>
                    <a:pt x="1734223" y="2043079"/>
                    <a:pt x="1749668" y="2168790"/>
                    <a:pt x="1728336" y="2289043"/>
                  </a:cubicBezTo>
                  <a:cubicBezTo>
                    <a:pt x="1692716" y="2489696"/>
                    <a:pt x="1555596" y="2668290"/>
                    <a:pt x="1372934" y="2758447"/>
                  </a:cubicBezTo>
                  <a:cubicBezTo>
                    <a:pt x="1328981" y="2780143"/>
                    <a:pt x="1312444" y="2794827"/>
                    <a:pt x="1308277" y="2807395"/>
                  </a:cubicBezTo>
                  <a:cubicBezTo>
                    <a:pt x="1289525" y="2783549"/>
                    <a:pt x="1265877" y="2764168"/>
                    <a:pt x="1239651" y="2754842"/>
                  </a:cubicBezTo>
                  <a:cubicBezTo>
                    <a:pt x="1227480" y="2750509"/>
                    <a:pt x="1214681" y="2748161"/>
                    <a:pt x="1201848" y="2746970"/>
                  </a:cubicBezTo>
                  <a:cubicBezTo>
                    <a:pt x="1145029" y="2741580"/>
                    <a:pt x="1085762" y="2759240"/>
                    <a:pt x="1043297" y="2797307"/>
                  </a:cubicBezTo>
                  <a:cubicBezTo>
                    <a:pt x="1030134" y="2809114"/>
                    <a:pt x="1019352" y="2822575"/>
                    <a:pt x="1010720" y="2837260"/>
                  </a:cubicBezTo>
                  <a:cubicBezTo>
                    <a:pt x="963029" y="2856045"/>
                    <a:pt x="879453" y="2816953"/>
                    <a:pt x="895196" y="2760398"/>
                  </a:cubicBezTo>
                  <a:cubicBezTo>
                    <a:pt x="898503" y="2762085"/>
                    <a:pt x="901844" y="2763805"/>
                    <a:pt x="905184" y="2765458"/>
                  </a:cubicBezTo>
                  <a:cubicBezTo>
                    <a:pt x="918149" y="2771907"/>
                    <a:pt x="932899" y="2778489"/>
                    <a:pt x="946591" y="2773826"/>
                  </a:cubicBezTo>
                  <a:cubicBezTo>
                    <a:pt x="960184" y="2769195"/>
                    <a:pt x="967857" y="2755206"/>
                    <a:pt x="974273" y="2742373"/>
                  </a:cubicBezTo>
                  <a:cubicBezTo>
                    <a:pt x="985154" y="2720512"/>
                    <a:pt x="996069" y="2698585"/>
                    <a:pt x="1007016" y="2676690"/>
                  </a:cubicBezTo>
                  <a:cubicBezTo>
                    <a:pt x="725731" y="2547375"/>
                    <a:pt x="444975" y="2376752"/>
                    <a:pt x="186477" y="2206394"/>
                  </a:cubicBezTo>
                  <a:cubicBezTo>
                    <a:pt x="159754" y="2188799"/>
                    <a:pt x="132402" y="2170642"/>
                    <a:pt x="101281" y="2163366"/>
                  </a:cubicBezTo>
                  <a:cubicBezTo>
                    <a:pt x="70093" y="2156090"/>
                    <a:pt x="33746" y="2162010"/>
                    <a:pt x="12943" y="2186285"/>
                  </a:cubicBezTo>
                  <a:cubicBezTo>
                    <a:pt x="-6438" y="2208940"/>
                    <a:pt x="-4288" y="2255143"/>
                    <a:pt x="20980" y="2270919"/>
                  </a:cubicBezTo>
                  <a:cubicBezTo>
                    <a:pt x="260527" y="2420475"/>
                    <a:pt x="506159" y="2560208"/>
                    <a:pt x="756951" y="2690019"/>
                  </a:cubicBezTo>
                  <a:cubicBezTo>
                    <a:pt x="731055" y="2736387"/>
                    <a:pt x="702646" y="2780705"/>
                    <a:pt x="677378" y="2827569"/>
                  </a:cubicBezTo>
                  <a:cubicBezTo>
                    <a:pt x="674997" y="2832001"/>
                    <a:pt x="672053" y="2836863"/>
                    <a:pt x="667158" y="2838020"/>
                  </a:cubicBezTo>
                  <a:cubicBezTo>
                    <a:pt x="663123" y="2838979"/>
                    <a:pt x="658989" y="2837028"/>
                    <a:pt x="655318" y="2835110"/>
                  </a:cubicBezTo>
                  <a:cubicBezTo>
                    <a:pt x="568270" y="2790098"/>
                    <a:pt x="201260" y="2562688"/>
                    <a:pt x="121257" y="2526176"/>
                  </a:cubicBezTo>
                  <a:cubicBezTo>
                    <a:pt x="115800" y="2523662"/>
                    <a:pt x="109780" y="2521215"/>
                    <a:pt x="103894" y="2522538"/>
                  </a:cubicBezTo>
                  <a:cubicBezTo>
                    <a:pt x="98536" y="2523695"/>
                    <a:pt x="94369" y="2527730"/>
                    <a:pt x="90598" y="2531699"/>
                  </a:cubicBezTo>
                  <a:cubicBezTo>
                    <a:pt x="64901" y="2558984"/>
                    <a:pt x="45454" y="2592123"/>
                    <a:pt x="34176" y="2627875"/>
                  </a:cubicBezTo>
                  <a:cubicBezTo>
                    <a:pt x="131741" y="2694715"/>
                    <a:pt x="225800" y="2750939"/>
                    <a:pt x="328889" y="2808850"/>
                  </a:cubicBezTo>
                  <a:cubicBezTo>
                    <a:pt x="410116" y="2854524"/>
                    <a:pt x="491409" y="2900197"/>
                    <a:pt x="572636" y="2945838"/>
                  </a:cubicBezTo>
                  <a:cubicBezTo>
                    <a:pt x="603791" y="2963333"/>
                    <a:pt x="634945" y="2980862"/>
                    <a:pt x="667092" y="2996473"/>
                  </a:cubicBezTo>
                  <a:cubicBezTo>
                    <a:pt x="777556" y="3050051"/>
                    <a:pt x="899264" y="3080279"/>
                    <a:pt x="1021998" y="3084678"/>
                  </a:cubicBezTo>
                  <a:cubicBezTo>
                    <a:pt x="1030531" y="3085009"/>
                    <a:pt x="1044057" y="3080742"/>
                    <a:pt x="1056460" y="3074855"/>
                  </a:cubicBezTo>
                  <a:cubicBezTo>
                    <a:pt x="1063934" y="3080180"/>
                    <a:pt x="1071772" y="3084976"/>
                    <a:pt x="1080008" y="3089011"/>
                  </a:cubicBezTo>
                  <a:cubicBezTo>
                    <a:pt x="1133487" y="3115337"/>
                    <a:pt x="1198210" y="3114311"/>
                    <a:pt x="1253607" y="3092351"/>
                  </a:cubicBezTo>
                  <a:cubicBezTo>
                    <a:pt x="1267465" y="3086861"/>
                    <a:pt x="1280893" y="3080114"/>
                    <a:pt x="1292501" y="3070787"/>
                  </a:cubicBezTo>
                  <a:cubicBezTo>
                    <a:pt x="1305499" y="3060336"/>
                    <a:pt x="1315884" y="3046975"/>
                    <a:pt x="1324383" y="3032621"/>
                  </a:cubicBezTo>
                  <a:cubicBezTo>
                    <a:pt x="1337150" y="3011025"/>
                    <a:pt x="1345517" y="2986914"/>
                    <a:pt x="1349453" y="2962143"/>
                  </a:cubicBezTo>
                  <a:cubicBezTo>
                    <a:pt x="1354447" y="2969849"/>
                    <a:pt x="1360069" y="2977191"/>
                    <a:pt x="1366320" y="2983938"/>
                  </a:cubicBezTo>
                  <a:cubicBezTo>
                    <a:pt x="1388909" y="3008280"/>
                    <a:pt x="1422345" y="3026007"/>
                    <a:pt x="1454823" y="3019094"/>
                  </a:cubicBezTo>
                  <a:cubicBezTo>
                    <a:pt x="1647969" y="2977786"/>
                    <a:pt x="1835591" y="2868712"/>
                    <a:pt x="1973539" y="2727325"/>
                  </a:cubicBezTo>
                  <a:cubicBezTo>
                    <a:pt x="2111552" y="2585938"/>
                    <a:pt x="2206967" y="2403607"/>
                    <a:pt x="2244571" y="2209602"/>
                  </a:cubicBezTo>
                  <a:cubicBezTo>
                    <a:pt x="2267821" y="2089547"/>
                    <a:pt x="2268781" y="1962712"/>
                    <a:pt x="2227737" y="1847486"/>
                  </a:cubicBezTo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4F461E8-6067-AE42-32BA-2780196B7663}"/>
                </a:ext>
              </a:extLst>
            </p:cNvPr>
            <p:cNvSpPr/>
            <p:nvPr/>
          </p:nvSpPr>
          <p:spPr>
            <a:xfrm rot="20700000">
              <a:off x="7527396" y="1449088"/>
              <a:ext cx="1877628" cy="3913312"/>
            </a:xfrm>
            <a:custGeom>
              <a:avLst/>
              <a:gdLst>
                <a:gd name="connsiteX0" fmla="*/ 375415 w 1673758"/>
                <a:gd name="connsiteY0" fmla="*/ 2792975 h 3488409"/>
                <a:gd name="connsiteX1" fmla="*/ 459652 w 1673758"/>
                <a:gd name="connsiteY1" fmla="*/ 2844833 h 3488409"/>
                <a:gd name="connsiteX2" fmla="*/ 462397 w 1673758"/>
                <a:gd name="connsiteY2" fmla="*/ 2835440 h 3488409"/>
                <a:gd name="connsiteX3" fmla="*/ 459751 w 1673758"/>
                <a:gd name="connsiteY3" fmla="*/ 2832695 h 3488409"/>
                <a:gd name="connsiteX4" fmla="*/ 335099 w 1673758"/>
                <a:gd name="connsiteY4" fmla="*/ 2759604 h 3488409"/>
                <a:gd name="connsiteX5" fmla="*/ 375415 w 1673758"/>
                <a:gd name="connsiteY5" fmla="*/ 2792975 h 3488409"/>
                <a:gd name="connsiteX6" fmla="*/ 183790 w 1673758"/>
                <a:gd name="connsiteY6" fmla="*/ 2120966 h 3488409"/>
                <a:gd name="connsiteX7" fmla="*/ 366155 w 1673758"/>
                <a:gd name="connsiteY7" fmla="*/ 2236060 h 3488409"/>
                <a:gd name="connsiteX8" fmla="*/ 183790 w 1673758"/>
                <a:gd name="connsiteY8" fmla="*/ 2120966 h 3488409"/>
                <a:gd name="connsiteX9" fmla="*/ 908187 w 1673758"/>
                <a:gd name="connsiteY9" fmla="*/ 2973090 h 3488409"/>
                <a:gd name="connsiteX10" fmla="*/ 804999 w 1673758"/>
                <a:gd name="connsiteY10" fmla="*/ 2838252 h 3488409"/>
                <a:gd name="connsiteX11" fmla="*/ 769479 w 1673758"/>
                <a:gd name="connsiteY11" fmla="*/ 2830876 h 3488409"/>
                <a:gd name="connsiteX12" fmla="*/ 620618 w 1673758"/>
                <a:gd name="connsiteY12" fmla="*/ 2878171 h 3488409"/>
                <a:gd name="connsiteX13" fmla="*/ 565518 w 1673758"/>
                <a:gd name="connsiteY13" fmla="*/ 3019657 h 3488409"/>
                <a:gd name="connsiteX14" fmla="*/ 655080 w 1673758"/>
                <a:gd name="connsiteY14" fmla="*/ 3152048 h 3488409"/>
                <a:gd name="connsiteX15" fmla="*/ 818096 w 1673758"/>
                <a:gd name="connsiteY15" fmla="*/ 3155189 h 3488409"/>
                <a:gd name="connsiteX16" fmla="*/ 854608 w 1673758"/>
                <a:gd name="connsiteY16" fmla="*/ 3134949 h 3488409"/>
                <a:gd name="connsiteX17" fmla="*/ 884539 w 1673758"/>
                <a:gd name="connsiteY17" fmla="*/ 3099098 h 3488409"/>
                <a:gd name="connsiteX18" fmla="*/ 908187 w 1673758"/>
                <a:gd name="connsiteY18" fmla="*/ 2973090 h 3488409"/>
                <a:gd name="connsiteX19" fmla="*/ 1673759 w 1673758"/>
                <a:gd name="connsiteY19" fmla="*/ 3480925 h 3488409"/>
                <a:gd name="connsiteX20" fmla="*/ 1145353 w 1673758"/>
                <a:gd name="connsiteY20" fmla="*/ 3469779 h 3488409"/>
                <a:gd name="connsiteX21" fmla="*/ 996 w 1673758"/>
                <a:gd name="connsiteY21" fmla="*/ 3481355 h 3488409"/>
                <a:gd name="connsiteX22" fmla="*/ 56294 w 1673758"/>
                <a:gd name="connsiteY22" fmla="*/ 3361829 h 3488409"/>
                <a:gd name="connsiteX23" fmla="*/ 181641 w 1673758"/>
                <a:gd name="connsiteY23" fmla="*/ 3315758 h 3488409"/>
                <a:gd name="connsiteX24" fmla="*/ 359209 w 1673758"/>
                <a:gd name="connsiteY24" fmla="*/ 3311624 h 3488409"/>
                <a:gd name="connsiteX25" fmla="*/ 406967 w 1673758"/>
                <a:gd name="connsiteY25" fmla="*/ 3223650 h 3488409"/>
                <a:gd name="connsiteX26" fmla="*/ 543392 w 1673758"/>
                <a:gd name="connsiteY26" fmla="*/ 2962904 h 3488409"/>
                <a:gd name="connsiteX27" fmla="*/ 612184 w 1673758"/>
                <a:gd name="connsiteY27" fmla="*/ 2863552 h 3488409"/>
                <a:gd name="connsiteX28" fmla="*/ 714875 w 1673758"/>
                <a:gd name="connsiteY28" fmla="*/ 2803393 h 3488409"/>
                <a:gd name="connsiteX29" fmla="*/ 834632 w 1673758"/>
                <a:gd name="connsiteY29" fmla="*/ 2825783 h 3488409"/>
                <a:gd name="connsiteX30" fmla="*/ 934248 w 1673758"/>
                <a:gd name="connsiteY30" fmla="*/ 2899205 h 3488409"/>
                <a:gd name="connsiteX31" fmla="*/ 1270963 w 1673758"/>
                <a:gd name="connsiteY31" fmla="*/ 3250175 h 3488409"/>
                <a:gd name="connsiteX32" fmla="*/ 1310453 w 1673758"/>
                <a:gd name="connsiteY32" fmla="*/ 3305969 h 3488409"/>
                <a:gd name="connsiteX33" fmla="*/ 1405967 w 1673758"/>
                <a:gd name="connsiteY33" fmla="*/ 3306862 h 3488409"/>
                <a:gd name="connsiteX34" fmla="*/ 1570902 w 1673758"/>
                <a:gd name="connsiteY34" fmla="*/ 3333949 h 3488409"/>
                <a:gd name="connsiteX35" fmla="*/ 1673759 w 1673758"/>
                <a:gd name="connsiteY35" fmla="*/ 3480925 h 3488409"/>
                <a:gd name="connsiteX36" fmla="*/ 1227274 w 1673758"/>
                <a:gd name="connsiteY36" fmla="*/ 1188442 h 3488409"/>
                <a:gd name="connsiteX37" fmla="*/ 866416 w 1673758"/>
                <a:gd name="connsiteY37" fmla="*/ 1074903 h 3488409"/>
                <a:gd name="connsiteX38" fmla="*/ 759127 w 1673758"/>
                <a:gd name="connsiteY38" fmla="*/ 1142339 h 3488409"/>
                <a:gd name="connsiteX39" fmla="*/ 669003 w 1673758"/>
                <a:gd name="connsiteY39" fmla="*/ 1287926 h 3488409"/>
                <a:gd name="connsiteX40" fmla="*/ 693709 w 1673758"/>
                <a:gd name="connsiteY40" fmla="*/ 1525191 h 3488409"/>
                <a:gd name="connsiteX41" fmla="*/ 915562 w 1673758"/>
                <a:gd name="connsiteY41" fmla="*/ 1654043 h 3488409"/>
                <a:gd name="connsiteX42" fmla="*/ 1164303 w 1673758"/>
                <a:gd name="connsiteY42" fmla="*/ 1571228 h 3488409"/>
                <a:gd name="connsiteX43" fmla="*/ 1227274 w 1673758"/>
                <a:gd name="connsiteY43" fmla="*/ 1188442 h 3488409"/>
                <a:gd name="connsiteX44" fmla="*/ 1320077 w 1673758"/>
                <a:gd name="connsiteY44" fmla="*/ 0 h 3488409"/>
                <a:gd name="connsiteX45" fmla="*/ 1258561 w 1673758"/>
                <a:gd name="connsiteY45" fmla="*/ 87346 h 3488409"/>
                <a:gd name="connsiteX46" fmla="*/ 1344914 w 1673758"/>
                <a:gd name="connsiteY46" fmla="*/ 129811 h 3488409"/>
                <a:gd name="connsiteX47" fmla="*/ 1548379 w 1673758"/>
                <a:gd name="connsiteY47" fmla="*/ 247187 h 3488409"/>
                <a:gd name="connsiteX48" fmla="*/ 1588463 w 1673758"/>
                <a:gd name="connsiteY48" fmla="*/ 177304 h 3488409"/>
                <a:gd name="connsiteX49" fmla="*/ 1320077 w 1673758"/>
                <a:gd name="connsiteY49" fmla="*/ 0 h 3488409"/>
                <a:gd name="connsiteX50" fmla="*/ 916488 w 1673758"/>
                <a:gd name="connsiteY50" fmla="*/ 386589 h 3488409"/>
                <a:gd name="connsiteX51" fmla="*/ 1471253 w 1673758"/>
                <a:gd name="connsiteY51" fmla="*/ 697045 h 3488409"/>
                <a:gd name="connsiteX52" fmla="*/ 1539019 w 1673758"/>
                <a:gd name="connsiteY52" fmla="*/ 552682 h 3488409"/>
                <a:gd name="connsiteX53" fmla="*/ 1011076 w 1673758"/>
                <a:gd name="connsiteY53" fmla="*/ 255885 h 3488409"/>
                <a:gd name="connsiteX54" fmla="*/ 916488 w 1673758"/>
                <a:gd name="connsiteY54" fmla="*/ 386589 h 3488409"/>
                <a:gd name="connsiteX55" fmla="*/ 743583 w 1673758"/>
                <a:gd name="connsiteY55" fmla="*/ 1966813 h 3488409"/>
                <a:gd name="connsiteX56" fmla="*/ 668044 w 1673758"/>
                <a:gd name="connsiteY56" fmla="*/ 2083726 h 3488409"/>
                <a:gd name="connsiteX57" fmla="*/ 126839 w 1673758"/>
                <a:gd name="connsiteY57" fmla="*/ 1787955 h 3488409"/>
                <a:gd name="connsiteX58" fmla="*/ 149924 w 1673758"/>
                <a:gd name="connsiteY58" fmla="*/ 1726704 h 3488409"/>
                <a:gd name="connsiteX59" fmla="*/ 181806 w 1673758"/>
                <a:gd name="connsiteY59" fmla="*/ 1668429 h 3488409"/>
                <a:gd name="connsiteX60" fmla="*/ 207669 w 1673758"/>
                <a:gd name="connsiteY60" fmla="*/ 1646668 h 3488409"/>
                <a:gd name="connsiteX61" fmla="*/ 743583 w 1673758"/>
                <a:gd name="connsiteY61" fmla="*/ 1966813 h 34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673758" h="3488409">
                  <a:moveTo>
                    <a:pt x="375415" y="2792975"/>
                  </a:moveTo>
                  <a:cubicBezTo>
                    <a:pt x="403295" y="2810603"/>
                    <a:pt x="431176" y="2828164"/>
                    <a:pt x="459652" y="2844833"/>
                  </a:cubicBezTo>
                  <a:cubicBezTo>
                    <a:pt x="458461" y="2841625"/>
                    <a:pt x="463389" y="2838649"/>
                    <a:pt x="462397" y="2835440"/>
                  </a:cubicBezTo>
                  <a:cubicBezTo>
                    <a:pt x="462033" y="2834184"/>
                    <a:pt x="460842" y="2833390"/>
                    <a:pt x="459751" y="2832695"/>
                  </a:cubicBezTo>
                  <a:cubicBezTo>
                    <a:pt x="421089" y="2807527"/>
                    <a:pt x="378425" y="2775645"/>
                    <a:pt x="335099" y="2759604"/>
                  </a:cubicBezTo>
                  <a:cubicBezTo>
                    <a:pt x="335827" y="2775049"/>
                    <a:pt x="364005" y="2785831"/>
                    <a:pt x="375415" y="2792975"/>
                  </a:cubicBezTo>
                  <a:close/>
                  <a:moveTo>
                    <a:pt x="183790" y="2120966"/>
                  </a:moveTo>
                  <a:cubicBezTo>
                    <a:pt x="242528" y="2159695"/>
                    <a:pt x="307417" y="2197332"/>
                    <a:pt x="366155" y="2236060"/>
                  </a:cubicBezTo>
                  <a:cubicBezTo>
                    <a:pt x="351173" y="2211652"/>
                    <a:pt x="204693" y="2120966"/>
                    <a:pt x="183790" y="2120966"/>
                  </a:cubicBezTo>
                  <a:close/>
                  <a:moveTo>
                    <a:pt x="908187" y="2973090"/>
                  </a:moveTo>
                  <a:cubicBezTo>
                    <a:pt x="899125" y="2918057"/>
                    <a:pt x="857486" y="2856971"/>
                    <a:pt x="804999" y="2838252"/>
                  </a:cubicBezTo>
                  <a:cubicBezTo>
                    <a:pt x="793589" y="2834184"/>
                    <a:pt x="781550" y="2832001"/>
                    <a:pt x="769479" y="2830876"/>
                  </a:cubicBezTo>
                  <a:cubicBezTo>
                    <a:pt x="716132" y="2825849"/>
                    <a:pt x="660504" y="2842419"/>
                    <a:pt x="620618" y="2878171"/>
                  </a:cubicBezTo>
                  <a:cubicBezTo>
                    <a:pt x="580732" y="2913923"/>
                    <a:pt x="563699" y="2966112"/>
                    <a:pt x="565518" y="3019657"/>
                  </a:cubicBezTo>
                  <a:cubicBezTo>
                    <a:pt x="567436" y="3075583"/>
                    <a:pt x="604875" y="3127342"/>
                    <a:pt x="655080" y="3152048"/>
                  </a:cubicBezTo>
                  <a:cubicBezTo>
                    <a:pt x="705317" y="3176753"/>
                    <a:pt x="766072" y="3175827"/>
                    <a:pt x="818096" y="3155189"/>
                  </a:cubicBezTo>
                  <a:cubicBezTo>
                    <a:pt x="831094" y="3150063"/>
                    <a:pt x="843694" y="3143680"/>
                    <a:pt x="854608" y="3134949"/>
                  </a:cubicBezTo>
                  <a:cubicBezTo>
                    <a:pt x="866812" y="3125159"/>
                    <a:pt x="876569" y="3112592"/>
                    <a:pt x="884539" y="3099098"/>
                  </a:cubicBezTo>
                  <a:cubicBezTo>
                    <a:pt x="906731" y="3061527"/>
                    <a:pt x="915264" y="3016118"/>
                    <a:pt x="908187" y="2973090"/>
                  </a:cubicBezTo>
                  <a:close/>
                  <a:moveTo>
                    <a:pt x="1673759" y="3480925"/>
                  </a:moveTo>
                  <a:cubicBezTo>
                    <a:pt x="1498670" y="3487705"/>
                    <a:pt x="1320474" y="3462999"/>
                    <a:pt x="1145353" y="3469779"/>
                  </a:cubicBezTo>
                  <a:cubicBezTo>
                    <a:pt x="765675" y="3484463"/>
                    <a:pt x="380640" y="3496634"/>
                    <a:pt x="996" y="3481355"/>
                  </a:cubicBezTo>
                  <a:cubicBezTo>
                    <a:pt x="-5453" y="3435846"/>
                    <a:pt x="20146" y="3390239"/>
                    <a:pt x="56294" y="3361829"/>
                  </a:cubicBezTo>
                  <a:cubicBezTo>
                    <a:pt x="92410" y="3333419"/>
                    <a:pt x="135669" y="3316949"/>
                    <a:pt x="181641" y="3315758"/>
                  </a:cubicBezTo>
                  <a:cubicBezTo>
                    <a:pt x="240808" y="3314204"/>
                    <a:pt x="299976" y="3312881"/>
                    <a:pt x="359209" y="3311624"/>
                  </a:cubicBezTo>
                  <a:cubicBezTo>
                    <a:pt x="371016" y="3281892"/>
                    <a:pt x="395689" y="3247496"/>
                    <a:pt x="406967" y="3223650"/>
                  </a:cubicBezTo>
                  <a:cubicBezTo>
                    <a:pt x="448969" y="3134982"/>
                    <a:pt x="494511" y="3047967"/>
                    <a:pt x="543392" y="2962904"/>
                  </a:cubicBezTo>
                  <a:cubicBezTo>
                    <a:pt x="563534" y="2927912"/>
                    <a:pt x="584469" y="2892921"/>
                    <a:pt x="612184" y="2863552"/>
                  </a:cubicBezTo>
                  <a:cubicBezTo>
                    <a:pt x="639866" y="2834184"/>
                    <a:pt x="675155" y="2810504"/>
                    <a:pt x="714875" y="2803393"/>
                  </a:cubicBezTo>
                  <a:cubicBezTo>
                    <a:pt x="755588" y="2796084"/>
                    <a:pt x="797921" y="2806766"/>
                    <a:pt x="834632" y="2825783"/>
                  </a:cubicBezTo>
                  <a:cubicBezTo>
                    <a:pt x="871376" y="2844800"/>
                    <a:pt x="903259" y="2871788"/>
                    <a:pt x="934248" y="2899205"/>
                  </a:cubicBezTo>
                  <a:cubicBezTo>
                    <a:pt x="1055824" y="3006725"/>
                    <a:pt x="1168570" y="3124266"/>
                    <a:pt x="1270963" y="3250175"/>
                  </a:cubicBezTo>
                  <a:cubicBezTo>
                    <a:pt x="1285383" y="3267902"/>
                    <a:pt x="1299638" y="3285927"/>
                    <a:pt x="1310453" y="3305969"/>
                  </a:cubicBezTo>
                  <a:cubicBezTo>
                    <a:pt x="1342302" y="3306233"/>
                    <a:pt x="1374151" y="3306498"/>
                    <a:pt x="1405967" y="3306862"/>
                  </a:cubicBezTo>
                  <a:cubicBezTo>
                    <a:pt x="1462191" y="3307523"/>
                    <a:pt x="1520598" y="3308846"/>
                    <a:pt x="1570902" y="3333949"/>
                  </a:cubicBezTo>
                  <a:cubicBezTo>
                    <a:pt x="1626696" y="3361829"/>
                    <a:pt x="1666714" y="3418979"/>
                    <a:pt x="1673759" y="3480925"/>
                  </a:cubicBezTo>
                  <a:close/>
                  <a:moveTo>
                    <a:pt x="1227274" y="1188442"/>
                  </a:moveTo>
                  <a:cubicBezTo>
                    <a:pt x="1152860" y="1073745"/>
                    <a:pt x="993085" y="1023508"/>
                    <a:pt x="866416" y="1074903"/>
                  </a:cubicBezTo>
                  <a:cubicBezTo>
                    <a:pt x="827125" y="1090844"/>
                    <a:pt x="791605" y="1115087"/>
                    <a:pt x="759127" y="1142339"/>
                  </a:cubicBezTo>
                  <a:cubicBezTo>
                    <a:pt x="716298" y="1178289"/>
                    <a:pt x="680116" y="1233091"/>
                    <a:pt x="669003" y="1287926"/>
                  </a:cubicBezTo>
                  <a:cubicBezTo>
                    <a:pt x="652831" y="1367565"/>
                    <a:pt x="653360" y="1454613"/>
                    <a:pt x="693709" y="1525191"/>
                  </a:cubicBezTo>
                  <a:cubicBezTo>
                    <a:pt x="737927" y="1602681"/>
                    <a:pt x="826496" y="1649379"/>
                    <a:pt x="915562" y="1654043"/>
                  </a:cubicBezTo>
                  <a:cubicBezTo>
                    <a:pt x="1004627" y="1658673"/>
                    <a:pt x="1092965" y="1624740"/>
                    <a:pt x="1164303" y="1571228"/>
                  </a:cubicBezTo>
                  <a:cubicBezTo>
                    <a:pt x="1273709" y="1489240"/>
                    <a:pt x="1301688" y="1303106"/>
                    <a:pt x="1227274" y="1188442"/>
                  </a:cubicBezTo>
                  <a:close/>
                  <a:moveTo>
                    <a:pt x="1320077" y="0"/>
                  </a:moveTo>
                  <a:cubicBezTo>
                    <a:pt x="1292494" y="26921"/>
                    <a:pt x="1280621" y="55728"/>
                    <a:pt x="1258561" y="87346"/>
                  </a:cubicBezTo>
                  <a:cubicBezTo>
                    <a:pt x="1289021" y="97565"/>
                    <a:pt x="1317100" y="113771"/>
                    <a:pt x="1344914" y="129811"/>
                  </a:cubicBezTo>
                  <a:cubicBezTo>
                    <a:pt x="1412747" y="168936"/>
                    <a:pt x="1480547" y="208062"/>
                    <a:pt x="1548379" y="247187"/>
                  </a:cubicBezTo>
                  <a:cubicBezTo>
                    <a:pt x="1561741" y="223904"/>
                    <a:pt x="1575102" y="200620"/>
                    <a:pt x="1588463" y="177304"/>
                  </a:cubicBezTo>
                  <a:cubicBezTo>
                    <a:pt x="1499729" y="119459"/>
                    <a:pt x="1414897" y="47261"/>
                    <a:pt x="1320077" y="0"/>
                  </a:cubicBezTo>
                  <a:close/>
                  <a:moveTo>
                    <a:pt x="916488" y="386589"/>
                  </a:moveTo>
                  <a:cubicBezTo>
                    <a:pt x="1095115" y="500823"/>
                    <a:pt x="1280455" y="604540"/>
                    <a:pt x="1471253" y="697045"/>
                  </a:cubicBezTo>
                  <a:cubicBezTo>
                    <a:pt x="1493842" y="648924"/>
                    <a:pt x="1516431" y="600803"/>
                    <a:pt x="1539019" y="552682"/>
                  </a:cubicBezTo>
                  <a:cubicBezTo>
                    <a:pt x="1361649" y="463815"/>
                    <a:pt x="1181071" y="358147"/>
                    <a:pt x="1011076" y="255885"/>
                  </a:cubicBezTo>
                  <a:cubicBezTo>
                    <a:pt x="977772" y="292728"/>
                    <a:pt x="942384" y="344190"/>
                    <a:pt x="916488" y="386589"/>
                  </a:cubicBezTo>
                  <a:close/>
                  <a:moveTo>
                    <a:pt x="743583" y="1966813"/>
                  </a:moveTo>
                  <a:cubicBezTo>
                    <a:pt x="713354" y="2016257"/>
                    <a:pt x="696189" y="2033091"/>
                    <a:pt x="668044" y="2083726"/>
                  </a:cubicBezTo>
                  <a:cubicBezTo>
                    <a:pt x="485217" y="1989700"/>
                    <a:pt x="304738" y="1891076"/>
                    <a:pt x="126839" y="1787955"/>
                  </a:cubicBezTo>
                  <a:cubicBezTo>
                    <a:pt x="122539" y="1770559"/>
                    <a:pt x="141325" y="1742447"/>
                    <a:pt x="149924" y="1726704"/>
                  </a:cubicBezTo>
                  <a:cubicBezTo>
                    <a:pt x="160573" y="1707290"/>
                    <a:pt x="171190" y="1687876"/>
                    <a:pt x="181806" y="1668429"/>
                  </a:cubicBezTo>
                  <a:cubicBezTo>
                    <a:pt x="187528" y="1657978"/>
                    <a:pt x="195763" y="1646006"/>
                    <a:pt x="207669" y="1646668"/>
                  </a:cubicBezTo>
                  <a:cubicBezTo>
                    <a:pt x="374092" y="1770559"/>
                    <a:pt x="580599" y="1838424"/>
                    <a:pt x="743583" y="1966813"/>
                  </a:cubicBezTo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7B3B3DA-2C8D-8F77-B423-7E688DE579FA}"/>
                </a:ext>
              </a:extLst>
            </p:cNvPr>
            <p:cNvSpPr/>
            <p:nvPr/>
          </p:nvSpPr>
          <p:spPr>
            <a:xfrm rot="20700000">
              <a:off x="8371294" y="2746842"/>
              <a:ext cx="519860" cy="2139136"/>
            </a:xfrm>
            <a:custGeom>
              <a:avLst/>
              <a:gdLst>
                <a:gd name="connsiteX0" fmla="*/ 160295 w 463414"/>
                <a:gd name="connsiteY0" fmla="*/ 1773779 h 1906871"/>
                <a:gd name="connsiteX1" fmla="*/ 66798 w 463414"/>
                <a:gd name="connsiteY1" fmla="*/ 1730553 h 1906871"/>
                <a:gd name="connsiteX2" fmla="*/ 7498 w 463414"/>
                <a:gd name="connsiteY2" fmla="*/ 1776855 h 1906871"/>
                <a:gd name="connsiteX3" fmla="*/ 7730 w 463414"/>
                <a:gd name="connsiteY3" fmla="*/ 1854378 h 1906871"/>
                <a:gd name="connsiteX4" fmla="*/ 32832 w 463414"/>
                <a:gd name="connsiteY4" fmla="*/ 1893007 h 1906871"/>
                <a:gd name="connsiteX5" fmla="*/ 81383 w 463414"/>
                <a:gd name="connsiteY5" fmla="*/ 1906799 h 1906871"/>
                <a:gd name="connsiteX6" fmla="*/ 142701 w 463414"/>
                <a:gd name="connsiteY6" fmla="*/ 1882788 h 1906871"/>
                <a:gd name="connsiteX7" fmla="*/ 170978 w 463414"/>
                <a:gd name="connsiteY7" fmla="*/ 1823885 h 1906871"/>
                <a:gd name="connsiteX8" fmla="*/ 160295 w 463414"/>
                <a:gd name="connsiteY8" fmla="*/ 1773779 h 1906871"/>
                <a:gd name="connsiteX9" fmla="*/ 208284 w 463414"/>
                <a:gd name="connsiteY9" fmla="*/ 48464 h 1906871"/>
                <a:gd name="connsiteX10" fmla="*/ 304559 w 463414"/>
                <a:gd name="connsiteY10" fmla="*/ 376 h 1906871"/>
                <a:gd name="connsiteX11" fmla="*/ 406622 w 463414"/>
                <a:gd name="connsiteY11" fmla="*/ 34177 h 1906871"/>
                <a:gd name="connsiteX12" fmla="*/ 463177 w 463414"/>
                <a:gd name="connsiteY12" fmla="*/ 190380 h 1906871"/>
                <a:gd name="connsiteX13" fmla="*/ 452362 w 463414"/>
                <a:gd name="connsiteY13" fmla="*/ 246406 h 1906871"/>
                <a:gd name="connsiteX14" fmla="*/ 359328 w 463414"/>
                <a:gd name="connsiteY14" fmla="*/ 326012 h 1906871"/>
                <a:gd name="connsiteX15" fmla="*/ 239604 w 463414"/>
                <a:gd name="connsiteY15" fmla="*/ 326012 h 1906871"/>
                <a:gd name="connsiteX16" fmla="*/ 208284 w 463414"/>
                <a:gd name="connsiteY16" fmla="*/ 48464 h 190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3414" h="1906871">
                  <a:moveTo>
                    <a:pt x="160295" y="1773779"/>
                  </a:moveTo>
                  <a:cubicBezTo>
                    <a:pt x="142734" y="1741401"/>
                    <a:pt x="102815" y="1722979"/>
                    <a:pt x="66798" y="1730553"/>
                  </a:cubicBezTo>
                  <a:cubicBezTo>
                    <a:pt x="41398" y="1735944"/>
                    <a:pt x="18809" y="1753473"/>
                    <a:pt x="7498" y="1776855"/>
                  </a:cubicBezTo>
                  <a:cubicBezTo>
                    <a:pt x="-3779" y="1800271"/>
                    <a:pt x="-1200" y="1830003"/>
                    <a:pt x="7730" y="1854378"/>
                  </a:cubicBezTo>
                  <a:cubicBezTo>
                    <a:pt x="13088" y="1868963"/>
                    <a:pt x="20628" y="1883350"/>
                    <a:pt x="32832" y="1893007"/>
                  </a:cubicBezTo>
                  <a:cubicBezTo>
                    <a:pt x="46293" y="1903690"/>
                    <a:pt x="64218" y="1907460"/>
                    <a:pt x="81383" y="1906799"/>
                  </a:cubicBezTo>
                  <a:cubicBezTo>
                    <a:pt x="103741" y="1905873"/>
                    <a:pt x="125999" y="1897671"/>
                    <a:pt x="142701" y="1882788"/>
                  </a:cubicBezTo>
                  <a:cubicBezTo>
                    <a:pt x="159468" y="1867938"/>
                    <a:pt x="170316" y="1846242"/>
                    <a:pt x="170978" y="1823885"/>
                  </a:cubicBezTo>
                  <a:cubicBezTo>
                    <a:pt x="171342" y="1811284"/>
                    <a:pt x="166315" y="1784826"/>
                    <a:pt x="160295" y="1773779"/>
                  </a:cubicBezTo>
                  <a:close/>
                  <a:moveTo>
                    <a:pt x="208284" y="48464"/>
                  </a:moveTo>
                  <a:cubicBezTo>
                    <a:pt x="232560" y="20849"/>
                    <a:pt x="267882" y="3088"/>
                    <a:pt x="304559" y="376"/>
                  </a:cubicBezTo>
                  <a:cubicBezTo>
                    <a:pt x="341204" y="-2369"/>
                    <a:pt x="378874" y="10001"/>
                    <a:pt x="406622" y="34177"/>
                  </a:cubicBezTo>
                  <a:cubicBezTo>
                    <a:pt x="449816" y="71781"/>
                    <a:pt x="465591" y="133131"/>
                    <a:pt x="463177" y="190380"/>
                  </a:cubicBezTo>
                  <a:cubicBezTo>
                    <a:pt x="462317" y="209496"/>
                    <a:pt x="459671" y="228745"/>
                    <a:pt x="452362" y="246406"/>
                  </a:cubicBezTo>
                  <a:cubicBezTo>
                    <a:pt x="436223" y="285233"/>
                    <a:pt x="398949" y="311989"/>
                    <a:pt x="359328" y="326012"/>
                  </a:cubicBezTo>
                  <a:cubicBezTo>
                    <a:pt x="320798" y="339638"/>
                    <a:pt x="276943" y="342648"/>
                    <a:pt x="239604" y="326012"/>
                  </a:cubicBezTo>
                  <a:cubicBezTo>
                    <a:pt x="142998" y="282885"/>
                    <a:pt x="147430" y="117785"/>
                    <a:pt x="208284" y="48464"/>
                  </a:cubicBezTo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E519E51-74B9-CAC5-8034-EC28D83C7494}"/>
                </a:ext>
              </a:extLst>
            </p:cNvPr>
            <p:cNvSpPr/>
            <p:nvPr/>
          </p:nvSpPr>
          <p:spPr>
            <a:xfrm rot="20700000">
              <a:off x="7502223" y="3946960"/>
              <a:ext cx="1742648" cy="1289831"/>
            </a:xfrm>
            <a:custGeom>
              <a:avLst/>
              <a:gdLst>
                <a:gd name="connsiteX0" fmla="*/ 1553435 w 1553434"/>
                <a:gd name="connsiteY0" fmla="*/ 1144558 h 1149783"/>
                <a:gd name="connsiteX1" fmla="*/ 681368 w 1553434"/>
                <a:gd name="connsiteY1" fmla="*/ 1149784 h 1149783"/>
                <a:gd name="connsiteX2" fmla="*/ 756675 w 1553434"/>
                <a:gd name="connsiteY2" fmla="*/ 1131990 h 1149783"/>
                <a:gd name="connsiteX3" fmla="*/ 1150276 w 1553434"/>
                <a:gd name="connsiteY3" fmla="*/ 1125442 h 1149783"/>
                <a:gd name="connsiteX4" fmla="*/ 1256870 w 1553434"/>
                <a:gd name="connsiteY4" fmla="*/ 1126037 h 1149783"/>
                <a:gd name="connsiteX5" fmla="*/ 1393594 w 1553434"/>
                <a:gd name="connsiteY5" fmla="*/ 1132486 h 1149783"/>
                <a:gd name="connsiteX6" fmla="*/ 1553435 w 1553434"/>
                <a:gd name="connsiteY6" fmla="*/ 1144558 h 1149783"/>
                <a:gd name="connsiteX7" fmla="*/ 837638 w 1553434"/>
                <a:gd name="connsiteY7" fmla="*/ 432829 h 1149783"/>
                <a:gd name="connsiteX8" fmla="*/ 815148 w 1553434"/>
                <a:gd name="connsiteY8" fmla="*/ 469937 h 1149783"/>
                <a:gd name="connsiteX9" fmla="*/ 806053 w 1553434"/>
                <a:gd name="connsiteY9" fmla="*/ 478767 h 1149783"/>
                <a:gd name="connsiteX10" fmla="*/ 793915 w 1553434"/>
                <a:gd name="connsiteY10" fmla="*/ 475824 h 1149783"/>
                <a:gd name="connsiteX11" fmla="*/ 266369 w 1553434"/>
                <a:gd name="connsiteY11" fmla="*/ 195398 h 1149783"/>
                <a:gd name="connsiteX12" fmla="*/ 0 w 1553434"/>
                <a:gd name="connsiteY12" fmla="*/ 48786 h 1149783"/>
                <a:gd name="connsiteX13" fmla="*/ 30956 w 1553434"/>
                <a:gd name="connsiteY13" fmla="*/ 8536 h 1149783"/>
                <a:gd name="connsiteX14" fmla="*/ 41639 w 1553434"/>
                <a:gd name="connsiteY14" fmla="*/ 367 h 1149783"/>
                <a:gd name="connsiteX15" fmla="*/ 58374 w 1553434"/>
                <a:gd name="connsiteY15" fmla="*/ 4998 h 1149783"/>
                <a:gd name="connsiteX16" fmla="*/ 208591 w 1553434"/>
                <a:gd name="connsiteY16" fmla="*/ 83447 h 1149783"/>
                <a:gd name="connsiteX17" fmla="*/ 292629 w 1553434"/>
                <a:gd name="connsiteY17" fmla="*/ 124192 h 1149783"/>
                <a:gd name="connsiteX18" fmla="*/ 380835 w 1553434"/>
                <a:gd name="connsiteY18" fmla="*/ 180086 h 1149783"/>
                <a:gd name="connsiteX19" fmla="*/ 837638 w 1553434"/>
                <a:gd name="connsiteY19" fmla="*/ 432829 h 1149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3434" h="1149783">
                  <a:moveTo>
                    <a:pt x="1553435" y="1144558"/>
                  </a:moveTo>
                  <a:cubicBezTo>
                    <a:pt x="1262724" y="1142541"/>
                    <a:pt x="971980" y="1144293"/>
                    <a:pt x="681368" y="1149784"/>
                  </a:cubicBezTo>
                  <a:cubicBezTo>
                    <a:pt x="701774" y="1135132"/>
                    <a:pt x="731507" y="1132420"/>
                    <a:pt x="756675" y="1131990"/>
                  </a:cubicBezTo>
                  <a:cubicBezTo>
                    <a:pt x="887842" y="1129808"/>
                    <a:pt x="1019043" y="1127625"/>
                    <a:pt x="1150276" y="1125442"/>
                  </a:cubicBezTo>
                  <a:cubicBezTo>
                    <a:pt x="1185796" y="1124847"/>
                    <a:pt x="1221383" y="1124284"/>
                    <a:pt x="1256870" y="1126037"/>
                  </a:cubicBezTo>
                  <a:cubicBezTo>
                    <a:pt x="1302478" y="1128319"/>
                    <a:pt x="1347986" y="1134504"/>
                    <a:pt x="1393594" y="1132486"/>
                  </a:cubicBezTo>
                  <a:cubicBezTo>
                    <a:pt x="1449619" y="1129973"/>
                    <a:pt x="1501510" y="1123358"/>
                    <a:pt x="1553435" y="1144558"/>
                  </a:cubicBezTo>
                  <a:close/>
                  <a:moveTo>
                    <a:pt x="837638" y="432829"/>
                  </a:moveTo>
                  <a:cubicBezTo>
                    <a:pt x="830163" y="445198"/>
                    <a:pt x="822656" y="457534"/>
                    <a:pt x="815148" y="469937"/>
                  </a:cubicBezTo>
                  <a:cubicBezTo>
                    <a:pt x="812899" y="473641"/>
                    <a:pt x="810220" y="477676"/>
                    <a:pt x="806053" y="478767"/>
                  </a:cubicBezTo>
                  <a:cubicBezTo>
                    <a:pt x="801919" y="479892"/>
                    <a:pt x="797686" y="477841"/>
                    <a:pt x="793915" y="475824"/>
                  </a:cubicBezTo>
                  <a:cubicBezTo>
                    <a:pt x="618067" y="382326"/>
                    <a:pt x="442218" y="288862"/>
                    <a:pt x="266369" y="195398"/>
                  </a:cubicBezTo>
                  <a:cubicBezTo>
                    <a:pt x="176874" y="147806"/>
                    <a:pt x="87379" y="100214"/>
                    <a:pt x="0" y="48786"/>
                  </a:cubicBezTo>
                  <a:cubicBezTo>
                    <a:pt x="11642" y="34135"/>
                    <a:pt x="18620" y="22658"/>
                    <a:pt x="30956" y="8536"/>
                  </a:cubicBezTo>
                  <a:cubicBezTo>
                    <a:pt x="33933" y="5097"/>
                    <a:pt x="37240" y="1492"/>
                    <a:pt x="41639" y="367"/>
                  </a:cubicBezTo>
                  <a:cubicBezTo>
                    <a:pt x="47427" y="-1088"/>
                    <a:pt x="53247" y="2054"/>
                    <a:pt x="58374" y="4998"/>
                  </a:cubicBezTo>
                  <a:cubicBezTo>
                    <a:pt x="107189" y="33440"/>
                    <a:pt x="157361" y="59634"/>
                    <a:pt x="208591" y="83447"/>
                  </a:cubicBezTo>
                  <a:cubicBezTo>
                    <a:pt x="236835" y="96576"/>
                    <a:pt x="265443" y="109045"/>
                    <a:pt x="292629" y="124192"/>
                  </a:cubicBezTo>
                  <a:cubicBezTo>
                    <a:pt x="323089" y="141126"/>
                    <a:pt x="351532" y="161333"/>
                    <a:pt x="380835" y="180086"/>
                  </a:cubicBezTo>
                  <a:cubicBezTo>
                    <a:pt x="524900" y="272028"/>
                    <a:pt x="692547" y="342540"/>
                    <a:pt x="837638" y="432829"/>
                  </a:cubicBezTo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4EC8F84-EB58-E03D-7379-F7BFAA4DDBC1}"/>
              </a:ext>
            </a:extLst>
          </p:cNvPr>
          <p:cNvGrpSpPr/>
          <p:nvPr/>
        </p:nvGrpSpPr>
        <p:grpSpPr>
          <a:xfrm>
            <a:off x="9761542" y="1403215"/>
            <a:ext cx="1712486" cy="1736578"/>
            <a:chOff x="9761542" y="1403215"/>
            <a:chExt cx="1712486" cy="173657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89BB1B0-5F74-0B23-AA21-69F009673AC8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F42B03A-0904-4EF5-7423-C6A3F1018B42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51369B7-3CFE-44F0-D4C9-B0FC927E8F95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F99DF4A-E6A8-A66C-81B5-046CA1C42F8E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D9A5007-C6E0-47AD-27E9-A09D7D965E89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474D5CE-55E3-02B4-562D-E9EDCB128EB3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8223BCA-074D-5AFE-E0E9-8A22A97F0710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ECF413C-8DC5-0F2F-D6E4-09494BF3F2FA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F690BFB-7CC4-4FFF-CEAD-2CDAF0725E45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AF19205-448D-62F3-4BD6-9E6822A71577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5FA97EE-7D6C-3173-9386-BEECA7D7AE59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44235D7-A396-FCE6-0867-009610E3395B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E6ADB7-7D39-2594-9D0B-15DE3DD3A90B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06E0366-76A8-5B02-33B4-5284F5101E2E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EE66E2F-702F-870F-D01C-8AA7B571F16B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5FA4A9C-1072-FA01-E0A5-A8B4618B9727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1CA56F1-E0D3-E1F6-A10A-7265624B15CF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8B9097D-FE41-661B-A1E5-56BF755FDF0F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3CDA927-774F-06D7-B4F7-B4BE198E8CF0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7311AC2-9067-7E05-243B-0711720F3598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5F23762-D0A1-5CF2-C3AA-20773A3D61AC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633DCC-6D7A-DC5B-EE5E-19A06FCD88D0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4072717-8075-E146-BFE1-D8877A07E82D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658ED70-AA9A-E104-DD4E-1F39549A5748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1EC3F33-DFBD-2683-F0A4-D814E55C50F1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0AA35E3-C692-7AC1-5092-1A29C10039D6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F61E8C-6F4E-72F3-F6E8-386CFDC92240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FD26897-511A-1357-6B27-B68EC86BDFD6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33B7104-A3B1-1398-FE36-71CC718D099D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248915A-2E23-5FE0-56B3-6F05F04AC21D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822638-8EC5-08ED-BE80-34C3BF045A62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94760FD-8C64-892E-CDCB-07E73381FBFC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5DBC264-CCE3-A720-AB8E-2AAA37A6D737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77173B5-BCF2-658E-9673-AB5DB4CA2956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41054F0-1A1B-C2DD-FA8A-89DBA9C21058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16A608B-AD74-990C-8166-6FA969A04F9A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16660F-3D2B-2EC4-AD12-76AEFD3A1FB4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AA1CC60-0C07-043D-8DF9-26073CBB8970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389F73A-1349-9DD8-92AD-FEE7F7FF27E6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0721E40-6C2E-0009-3B79-144125E42A63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7D25B3D-89FD-2755-06C9-D3D791EEC2CA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1B8662B-3862-4DFC-E5E8-0506FB3F264D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4A56524-15FC-20B8-400E-89E3EBBDFA1A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1F3EE5A-3BE1-57D4-72DD-5D6C18F068C4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EA40EA7-0EAD-F1E1-2A2E-4048E5BFC39A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E6CBD3E-BF6D-F793-301B-83CC5A7352D8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4DE4711-F8C9-78E9-D96F-70DFEFBCFC55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24B9666-577D-0093-56ED-D25989C093F3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230F0A9-2E66-2F37-D8A5-51932846F6ED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8BA4700-B0F1-D7EB-CF86-E6516F8ED037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F4392AC-76EF-F743-A0A7-D8EC328848FB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5AA2561-FF05-182F-0BDF-3777F9578337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CA69987-386F-13B3-6EBE-52BC7C7077FD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08B7C12-949E-1CAE-866F-176861CE7083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997BC84-9E04-0A71-7F14-B0F1AE836FD5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53D7A7E-EC96-26AB-A070-2D0893FD9F1F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13026EE-2A03-013A-B0F4-55439BAF6BFF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5D6BDF5-924A-20C7-3CD7-085AFC0C0E66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16E0DE3-4EDA-125C-E419-F3EB9DDFF038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48A6C1E-2AC2-1D24-4B9E-2FB1849CD00B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A67743E-A3E8-D9F3-4EF1-29BDF94A89F8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61D1000-BB4A-87BC-6272-2150DF221761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4EF9A6F-0193-98D9-0687-E98C7D12210A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D6ABDD1-8CAE-2B1E-2857-7F0DFFD2631A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CE342B6-A037-A1C2-3BA9-BCF8364A43FF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2C00B7C-49BB-14F9-27CF-D51DC6279D17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1533A4-3198-672C-7A90-D712D7C0772C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B2AB2E4-34E1-AFA8-5E99-BDF1A50ED39D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AEC7A1D-3066-3946-F57A-6F69F09C55D8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82EEEC7-D9E5-A834-5B01-ED3043805D1D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F5CDDAD1-68E9-1B49-676A-369CE20B133C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BE14F23-D185-0CFD-B921-A7144231DCAA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08A257F-DC73-0CB2-D049-6AC4A9C7E0E8}"/>
              </a:ext>
            </a:extLst>
          </p:cNvPr>
          <p:cNvGrpSpPr/>
          <p:nvPr/>
        </p:nvGrpSpPr>
        <p:grpSpPr>
          <a:xfrm>
            <a:off x="6452894" y="5331089"/>
            <a:ext cx="1200142" cy="1221256"/>
            <a:chOff x="6452894" y="5331089"/>
            <a:chExt cx="1200142" cy="1221256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4941DEF-E1BD-345D-E055-2D451458D6B1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66845E2-1C8A-14F8-6C09-C1F0B249358F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0E28ECF-E288-8FDD-26D3-61A981225E37}"/>
              </a:ext>
            </a:extLst>
          </p:cNvPr>
          <p:cNvGrpSpPr/>
          <p:nvPr/>
        </p:nvGrpSpPr>
        <p:grpSpPr>
          <a:xfrm>
            <a:off x="5936520" y="1606261"/>
            <a:ext cx="1579958" cy="1557349"/>
            <a:chOff x="10149732" y="3972565"/>
            <a:chExt cx="1579958" cy="1557349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1649F1F-E490-E89A-D2EF-130CB11B8845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2587E7E-C3A2-D6E6-3E16-30851A829FB0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9A41036-0E2E-2721-57BC-9C59DA8FFD4B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8B9AB94-A399-DEA4-40A1-33D77A0ED269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FDEF16F-4837-A00B-9747-524E8C3BC334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5EC3318-5F76-2DC5-4356-2AD9DA29B301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571A82C-606A-49DA-158D-60E29E5DF1D9}"/>
              </a:ext>
            </a:extLst>
          </p:cNvPr>
          <p:cNvGrpSpPr/>
          <p:nvPr/>
        </p:nvGrpSpPr>
        <p:grpSpPr>
          <a:xfrm>
            <a:off x="10563833" y="3754218"/>
            <a:ext cx="2002990" cy="1968361"/>
            <a:chOff x="10308334" y="3965671"/>
            <a:chExt cx="1221256" cy="1200142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C9798CF-D1B8-D808-6597-08434787A5D9}"/>
                </a:ext>
              </a:extLst>
            </p:cNvPr>
            <p:cNvSpPr/>
            <p:nvPr/>
          </p:nvSpPr>
          <p:spPr>
            <a:xfrm rot="11700000">
              <a:off x="10308334" y="3965671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1E38108-68B1-EEC2-CB3B-2A8EC5AD6402}"/>
                </a:ext>
              </a:extLst>
            </p:cNvPr>
            <p:cNvSpPr/>
            <p:nvPr/>
          </p:nvSpPr>
          <p:spPr>
            <a:xfrm rot="11700000">
              <a:off x="10824465" y="4506552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17CECF27-263F-6C06-3E4E-9ACAD665D587}"/>
              </a:ext>
            </a:extLst>
          </p:cNvPr>
          <p:cNvSpPr txBox="1"/>
          <p:nvPr/>
        </p:nvSpPr>
        <p:spPr>
          <a:xfrm>
            <a:off x="1098479" y="1748774"/>
            <a:ext cx="46744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effectLst/>
                <a:latin typeface="+mj-lt"/>
                <a:cs typeface="Prompt" pitchFamily="2" charset="-34"/>
              </a:rPr>
              <a:t>Biology </a:t>
            </a:r>
            <a:r>
              <a:rPr lang="en-US" sz="6000" b="1" dirty="0">
                <a:solidFill>
                  <a:schemeClr val="accent2"/>
                </a:solidFill>
                <a:effectLst/>
                <a:latin typeface="+mj-lt"/>
                <a:cs typeface="Prompt" pitchFamily="2" charset="-34"/>
              </a:rPr>
              <a:t>Research</a:t>
            </a:r>
            <a:endParaRPr lang="en-US" sz="6000" b="1" dirty="0">
              <a:solidFill>
                <a:schemeClr val="accent2"/>
              </a:solidFill>
              <a:latin typeface="+mj-lt"/>
              <a:ea typeface="Noto Serif" panose="02020600060500020200" pitchFamily="18" charset="0"/>
              <a:cs typeface="Prompt" pitchFamily="2" charset="-34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D272CCE-5561-27A4-03AA-EBE9B690202C}"/>
              </a:ext>
            </a:extLst>
          </p:cNvPr>
          <p:cNvSpPr txBox="1"/>
          <p:nvPr/>
        </p:nvSpPr>
        <p:spPr>
          <a:xfrm>
            <a:off x="1098479" y="3687766"/>
            <a:ext cx="457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spc="300" dirty="0">
                <a:effectLst/>
                <a:ea typeface="Roboto" panose="02000000000000000000" pitchFamily="2" charset="0"/>
              </a:rPr>
              <a:t>EDUCATION PRESENTATION</a:t>
            </a:r>
            <a:endParaRPr lang="en-US" sz="1400" spc="300" dirty="0"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B2A4EB1-C995-10C4-6221-A1C5FBEB4A24}"/>
              </a:ext>
            </a:extLst>
          </p:cNvPr>
          <p:cNvSpPr txBox="1"/>
          <p:nvPr/>
        </p:nvSpPr>
        <p:spPr>
          <a:xfrm>
            <a:off x="1098479" y="4215392"/>
            <a:ext cx="4268368" cy="89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dolor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sit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consectetur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adipiscing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sed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eiusmod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tempor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incididunt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ut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labore et dolore magna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aliqua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Ut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enim</a:t>
            </a:r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ad minim </a:t>
            </a:r>
            <a:r>
              <a:rPr lang="en-ID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veniam</a:t>
            </a:r>
            <a:endParaRPr lang="en-ID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97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CEB6-775F-B698-D11D-10F52A8E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CF2E0-7E94-51F2-2D35-28488C33F16C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A200D0-796D-F2AE-44C7-0B50692DA2B9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2</a:t>
            </a:fld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90AFF-114C-097F-3FB1-843FA41D383B}"/>
              </a:ext>
            </a:extLst>
          </p:cNvPr>
          <p:cNvSpPr txBox="1"/>
          <p:nvPr/>
        </p:nvSpPr>
        <p:spPr>
          <a:xfrm>
            <a:off x="6205486" y="1729206"/>
            <a:ext cx="48054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n w="15875">
                  <a:noFill/>
                </a:ln>
                <a:latin typeface="+mj-lt"/>
              </a:rPr>
              <a:t>Unlocking Life's</a:t>
            </a:r>
            <a:r>
              <a:rPr lang="en-US" sz="4800" b="1" dirty="0">
                <a:ln w="15875">
                  <a:noFill/>
                </a:ln>
                <a:latin typeface="+mj-lt"/>
              </a:rPr>
              <a:t> </a:t>
            </a:r>
            <a:r>
              <a:rPr lang="en-US" sz="4800" b="1" dirty="0">
                <a:ln w="15875">
                  <a:noFill/>
                </a:ln>
                <a:solidFill>
                  <a:schemeClr val="accent2"/>
                </a:solidFill>
                <a:latin typeface="+mj-lt"/>
              </a:rPr>
              <a:t>Mysteries</a:t>
            </a:r>
            <a:endParaRPr lang="en-ID" sz="4800" b="1" dirty="0">
              <a:ln w="15875">
                <a:noFill/>
              </a:ln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B6FED-9EE2-C5ED-9322-314DCDEDA45B}"/>
              </a:ext>
            </a:extLst>
          </p:cNvPr>
          <p:cNvSpPr txBox="1"/>
          <p:nvPr/>
        </p:nvSpPr>
        <p:spPr>
          <a:xfrm>
            <a:off x="6205487" y="3386809"/>
            <a:ext cx="4805413" cy="827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 vulputate dignissim. Enim </a:t>
            </a:r>
            <a:r>
              <a:rPr lang="en-US" sz="1100" dirty="0" err="1">
                <a:solidFill>
                  <a:schemeClr val="tx2"/>
                </a:solidFill>
              </a:rPr>
              <a:t>silka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milal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nec</a:t>
            </a:r>
            <a:r>
              <a:rPr lang="en-US" sz="1100" dirty="0">
                <a:solidFill>
                  <a:schemeClr val="tx2"/>
                </a:solidFill>
              </a:rPr>
              <a:t>is</a:t>
            </a:r>
            <a:r>
              <a:rPr lang="id-ID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ba</a:t>
            </a:r>
            <a:r>
              <a:rPr lang="id-ID" sz="1100" dirty="0">
                <a:solidFill>
                  <a:schemeClr val="tx2"/>
                </a:solidFill>
              </a:rPr>
              <a:t>dui nunc mattis enim ut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diano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bu</a:t>
            </a:r>
            <a:r>
              <a:rPr lang="id-ID" sz="1100" dirty="0">
                <a:solidFill>
                  <a:schemeClr val="tx2"/>
                </a:solidFill>
              </a:rPr>
              <a:t> tellus elem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4E50E-DEE4-F56F-85F5-BD0FDAC678B3}"/>
              </a:ext>
            </a:extLst>
          </p:cNvPr>
          <p:cNvSpPr txBox="1"/>
          <p:nvPr/>
        </p:nvSpPr>
        <p:spPr>
          <a:xfrm>
            <a:off x="6205487" y="4301773"/>
            <a:ext cx="4805413" cy="827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 vulputate dignissim. Enim </a:t>
            </a:r>
            <a:r>
              <a:rPr lang="en-US" sz="1100" dirty="0" err="1">
                <a:solidFill>
                  <a:schemeClr val="tx2"/>
                </a:solidFill>
              </a:rPr>
              <a:t>silka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milal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nec</a:t>
            </a:r>
            <a:r>
              <a:rPr lang="en-US" sz="1100" dirty="0">
                <a:solidFill>
                  <a:schemeClr val="tx2"/>
                </a:solidFill>
              </a:rPr>
              <a:t>is</a:t>
            </a:r>
            <a:r>
              <a:rPr lang="id-ID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ba</a:t>
            </a:r>
            <a:r>
              <a:rPr lang="id-ID" sz="1100" dirty="0">
                <a:solidFill>
                  <a:schemeClr val="tx2"/>
                </a:solidFill>
              </a:rPr>
              <a:t>dui nunc mattis enim ut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diano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bu</a:t>
            </a:r>
            <a:r>
              <a:rPr lang="id-ID" sz="1100" dirty="0">
                <a:solidFill>
                  <a:schemeClr val="tx2"/>
                </a:solidFill>
              </a:rPr>
              <a:t> tellus elem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BC1051-0185-EE9F-637E-A76462A2260E}"/>
              </a:ext>
            </a:extLst>
          </p:cNvPr>
          <p:cNvGrpSpPr/>
          <p:nvPr/>
        </p:nvGrpSpPr>
        <p:grpSpPr>
          <a:xfrm>
            <a:off x="4002458" y="4140816"/>
            <a:ext cx="2004642" cy="1975956"/>
            <a:chOff x="10149732" y="3972565"/>
            <a:chExt cx="1579958" cy="155734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A838981-7800-8EA5-B4A6-51D3F4A74ABB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FF74835-2BE3-77C7-44DB-666ABA208159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878069-0108-4D85-5868-991911FD0B55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578383-7AAB-E446-93A9-16F81D77CD89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A44407A-C8EC-89F8-0E97-DBB80E521167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9D7E65-29C4-6730-1E98-D4A4FA116991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6A3679-DD8A-29F0-016E-EDC9D43F6B03}"/>
              </a:ext>
            </a:extLst>
          </p:cNvPr>
          <p:cNvGrpSpPr/>
          <p:nvPr/>
        </p:nvGrpSpPr>
        <p:grpSpPr>
          <a:xfrm>
            <a:off x="8148344" y="178184"/>
            <a:ext cx="1200142" cy="1221256"/>
            <a:chOff x="6452894" y="5331089"/>
            <a:chExt cx="1200142" cy="122125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E973718-6C7F-4693-D774-ACE24590569E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E26003B-D40A-4381-4E5F-02CC69B6A5A7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2DDA98C-962B-4D62-A669-C1B6CF40F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89819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A33E-738A-CA71-16A1-3D00335F3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95556E-6626-47A2-9E2E-5D71401EB47A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89AD17-5301-F59E-2973-E652C7701931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3</a:t>
            </a:fld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28829A-0DB9-D8D4-8EA5-1446AA0EA898}"/>
              </a:ext>
            </a:extLst>
          </p:cNvPr>
          <p:cNvSpPr txBox="1"/>
          <p:nvPr/>
        </p:nvSpPr>
        <p:spPr>
          <a:xfrm>
            <a:off x="1103834" y="1266432"/>
            <a:ext cx="40587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n w="15875">
                  <a:noFill/>
                </a:ln>
                <a:latin typeface="+mj-lt"/>
              </a:rPr>
              <a:t>Frontiers in </a:t>
            </a:r>
            <a:r>
              <a:rPr lang="en-US" sz="4800" b="1" dirty="0">
                <a:ln w="15875">
                  <a:noFill/>
                </a:ln>
                <a:solidFill>
                  <a:schemeClr val="accent2"/>
                </a:solidFill>
                <a:latin typeface="+mj-lt"/>
              </a:rPr>
              <a:t>Biological</a:t>
            </a:r>
            <a:r>
              <a:rPr lang="en-US" sz="4800" dirty="0">
                <a:ln w="15875">
                  <a:noFill/>
                </a:ln>
                <a:latin typeface="+mj-lt"/>
              </a:rPr>
              <a:t> Research</a:t>
            </a:r>
            <a:endParaRPr lang="en-ID" sz="4800" dirty="0">
              <a:ln w="15875">
                <a:noFill/>
              </a:ln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CAC8CF-176E-E418-B192-9D8807F34874}"/>
              </a:ext>
            </a:extLst>
          </p:cNvPr>
          <p:cNvSpPr/>
          <p:nvPr/>
        </p:nvSpPr>
        <p:spPr>
          <a:xfrm>
            <a:off x="1103834" y="3821900"/>
            <a:ext cx="3028950" cy="156966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355600" dist="254000" dir="5400000" sx="98000" sy="98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CC3C65-0B02-14C2-FEB2-8E010A7FA617}"/>
              </a:ext>
            </a:extLst>
          </p:cNvPr>
          <p:cNvSpPr/>
          <p:nvPr/>
        </p:nvSpPr>
        <p:spPr>
          <a:xfrm>
            <a:off x="4361384" y="3821900"/>
            <a:ext cx="3028950" cy="156966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355600" dist="254000" dir="5400000" sx="98000" sy="98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982EB-3805-1F49-85B6-3ACB0DE37E3F}"/>
              </a:ext>
            </a:extLst>
          </p:cNvPr>
          <p:cNvSpPr txBox="1"/>
          <p:nvPr/>
        </p:nvSpPr>
        <p:spPr>
          <a:xfrm>
            <a:off x="1431026" y="4515733"/>
            <a:ext cx="2594908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100" dirty="0">
                <a:solidFill>
                  <a:schemeClr val="bg1"/>
                </a:solidFill>
                <a:ea typeface="Times New Roman" panose="02020603050405020304" pitchFamily="18" charset="0"/>
              </a:rPr>
              <a:t>Aliquet nibh </a:t>
            </a:r>
            <a:r>
              <a:rPr lang="en-US" sz="1100" dirty="0" err="1">
                <a:solidFill>
                  <a:schemeClr val="bg1"/>
                </a:solidFill>
                <a:ea typeface="Times New Roman" panose="02020603050405020304" pitchFamily="18" charset="0"/>
              </a:rPr>
              <a:t>biba</a:t>
            </a:r>
            <a:r>
              <a:rPr lang="en-US" sz="1100" dirty="0">
                <a:solidFill>
                  <a:schemeClr val="bg1"/>
                </a:solidFill>
                <a:ea typeface="Times New Roman" panose="02020603050405020304" pitchFamily="18" charset="0"/>
              </a:rPr>
              <a:t> </a:t>
            </a:r>
            <a:r>
              <a:rPr lang="id-ID" sz="1100" dirty="0">
                <a:solidFill>
                  <a:schemeClr val="bg1"/>
                </a:solidFill>
                <a:ea typeface="Times New Roman" panose="02020603050405020304" pitchFamily="18" charset="0"/>
              </a:rPr>
              <a:t>praesent tristique magna</a:t>
            </a:r>
            <a:r>
              <a:rPr lang="en-US" sz="1100" dirty="0">
                <a:solidFill>
                  <a:schemeClr val="bg1"/>
                </a:solidFill>
                <a:ea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ea typeface="Times New Roman" panose="02020603050405020304" pitchFamily="18" charset="0"/>
              </a:rPr>
              <a:t>sitaminas</a:t>
            </a:r>
            <a:r>
              <a:rPr lang="id-ID" sz="1100" dirty="0">
                <a:solidFill>
                  <a:schemeClr val="bg1"/>
                </a:solidFill>
                <a:ea typeface="Times New Roman" panose="02020603050405020304" pitchFamily="18" charset="0"/>
              </a:rPr>
              <a:t> sit amet.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6B0050-CB0A-F51D-8428-7893EA26908D}"/>
              </a:ext>
            </a:extLst>
          </p:cNvPr>
          <p:cNvSpPr txBox="1"/>
          <p:nvPr/>
        </p:nvSpPr>
        <p:spPr>
          <a:xfrm>
            <a:off x="1431025" y="4174175"/>
            <a:ext cx="2062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n w="15875">
                  <a:noFill/>
                </a:ln>
                <a:solidFill>
                  <a:schemeClr val="bg1"/>
                </a:solidFill>
                <a:latin typeface="+mj-lt"/>
              </a:rPr>
              <a:t>Advancing Biology</a:t>
            </a:r>
            <a:endParaRPr lang="en-ID" sz="1600" b="1" dirty="0">
              <a:ln w="15875">
                <a:noFill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7F2DD5-8CD6-7A07-AE04-6A1325BE6D80}"/>
              </a:ext>
            </a:extLst>
          </p:cNvPr>
          <p:cNvSpPr txBox="1"/>
          <p:nvPr/>
        </p:nvSpPr>
        <p:spPr>
          <a:xfrm>
            <a:off x="4672667" y="4515733"/>
            <a:ext cx="2594908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100" dirty="0">
                <a:solidFill>
                  <a:schemeClr val="bg1"/>
                </a:solidFill>
                <a:ea typeface="Times New Roman" panose="02020603050405020304" pitchFamily="18" charset="0"/>
              </a:rPr>
              <a:t>Aliquet nibh </a:t>
            </a:r>
            <a:r>
              <a:rPr lang="en-US" sz="1100" dirty="0" err="1">
                <a:solidFill>
                  <a:schemeClr val="bg1"/>
                </a:solidFill>
                <a:ea typeface="Times New Roman" panose="02020603050405020304" pitchFamily="18" charset="0"/>
              </a:rPr>
              <a:t>biba</a:t>
            </a:r>
            <a:r>
              <a:rPr lang="en-US" sz="1100" dirty="0">
                <a:solidFill>
                  <a:schemeClr val="bg1"/>
                </a:solidFill>
                <a:ea typeface="Times New Roman" panose="02020603050405020304" pitchFamily="18" charset="0"/>
              </a:rPr>
              <a:t> </a:t>
            </a:r>
            <a:r>
              <a:rPr lang="id-ID" sz="1100" dirty="0">
                <a:solidFill>
                  <a:schemeClr val="bg1"/>
                </a:solidFill>
                <a:ea typeface="Times New Roman" panose="02020603050405020304" pitchFamily="18" charset="0"/>
              </a:rPr>
              <a:t>praesent tristique magna</a:t>
            </a:r>
            <a:r>
              <a:rPr lang="en-US" sz="1100" dirty="0">
                <a:solidFill>
                  <a:schemeClr val="bg1"/>
                </a:solidFill>
                <a:ea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ea typeface="Times New Roman" panose="02020603050405020304" pitchFamily="18" charset="0"/>
              </a:rPr>
              <a:t>sitaminas</a:t>
            </a:r>
            <a:r>
              <a:rPr lang="id-ID" sz="1100" dirty="0">
                <a:solidFill>
                  <a:schemeClr val="bg1"/>
                </a:solidFill>
                <a:ea typeface="Times New Roman" panose="02020603050405020304" pitchFamily="18" charset="0"/>
              </a:rPr>
              <a:t> sit amet.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94DEFA-8DA7-1264-215C-78BB4CCB1F2B}"/>
              </a:ext>
            </a:extLst>
          </p:cNvPr>
          <p:cNvSpPr txBox="1"/>
          <p:nvPr/>
        </p:nvSpPr>
        <p:spPr>
          <a:xfrm>
            <a:off x="4672665" y="4174175"/>
            <a:ext cx="2215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n w="15875">
                  <a:noFill/>
                </a:ln>
                <a:solidFill>
                  <a:schemeClr val="bg1"/>
                </a:solidFill>
                <a:latin typeface="+mj-lt"/>
              </a:rPr>
              <a:t>Synthetic Biology</a:t>
            </a:r>
            <a:endParaRPr lang="en-ID" sz="1600" b="1" dirty="0">
              <a:ln w="15875">
                <a:noFill/>
              </a:ln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83DD72-636C-16E4-029C-F693D062E9F4}"/>
              </a:ext>
            </a:extLst>
          </p:cNvPr>
          <p:cNvGrpSpPr/>
          <p:nvPr/>
        </p:nvGrpSpPr>
        <p:grpSpPr>
          <a:xfrm>
            <a:off x="5307785" y="1028289"/>
            <a:ext cx="1803834" cy="1829212"/>
            <a:chOff x="9761542" y="1403215"/>
            <a:chExt cx="1712486" cy="173657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ED38426-6082-97EB-57BD-4A1B959B2B47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87972B-3603-48FD-CE62-CFC59A6B1D27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BAD496-0505-E436-A824-AA12FA449489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2C41649-3CFE-0876-2A2C-89DEF619831A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A0DDFF-C76B-A37F-90F2-9B2841CF8D0B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96AE27-70B7-E2B2-D918-6EC92E2F31FA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6EC04BC-A709-4C3C-AD78-70BAB109D38F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C049667-A7A3-B24E-E348-540B72DB4112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0825B4C-4B45-E567-439D-CD5CD0BA20A1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290FE9A-19C0-75E3-C78F-0D86C7D4E930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8083689-B32D-D4B0-FF4E-9DA9CB1B4D92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2285C63-766A-367C-5A6D-D7826EE117EA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FA93634-CB42-C2D7-3218-81C8D04BCCB5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9060FDE-DBD2-2740-E67B-C3C8CE482342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D6A1300-EC94-5B19-998A-511F3DAC7B4F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74D472F-BE2F-9E75-AD68-5E56A6E4AF1F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43547A1-BDF2-0502-83A6-C181D22D1D78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D13A3B1-541E-05F6-E104-24AAADD8A7EF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16FAA5C-910F-C44F-BD07-5A0F846F415A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E2AF1DC-AE41-5F61-F94A-786EAFDEF388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8F6FAA8-02FC-2F17-637E-156738390060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2EE175E-CC90-538C-B33D-E5D995A04442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E8F35D4-62B3-D402-D3F3-9156EB63E5E6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34A9A64-5997-D710-616F-FA16E4BC91FE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F868825-DD42-F721-8B3D-DE0E571BCDC2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2E9E1F0-21FD-120C-E6B5-A8E8E90EEE4D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72BC241-1C05-CB6E-C14B-B9BE95A48B97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DC60604-90E5-CBD3-4354-D3A71E529162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727F831-F82A-2A3F-148B-05FF19215B8E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B754E89-92CB-D4E8-C68A-0A41DBBC3809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FABD934-0F81-DF4B-C8F9-E878386E762C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50BC093-0F26-5C8C-7847-1632CF2624AC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7E6FAC0-EC0B-EBBF-B288-89AB80B5F362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86D518D-D2CC-296C-E7FA-3123348E8247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C9D6A3E-997C-A3F0-BE2B-3C006C9E74F4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453E62B-4DF3-3D06-1AB6-C583F93AC69F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36A5E61-BB2C-E2CA-9573-FFB55A3C3C7A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3BF2082-D342-EBBE-A29A-A425937112C1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C3C4B90-AB40-22AA-E1A6-4D11EE66D621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7386A67-712C-D953-361D-A9B68B341423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EA134EB-BD9A-5DC0-A49D-41293CA7B23E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9155C56-4968-B539-821E-BE014A3D8CC1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FD96236-28C6-29BE-6B5E-19FADB64B496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BE8ED86-7E67-5C48-3872-7F0246192BD9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5BAEC99-80CA-3099-2B06-7353608FCF58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6530249-AFF1-7D36-9086-2AAA1D58EC4C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16F960B-EECC-F28B-7835-365FCCAC53A2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A2B9615-1414-89FF-AFA9-8A430E5ED568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47CCC8B-BD2B-514A-DD2C-1C8BC9243CEA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A27D43D-BFAA-685B-85DC-30471311B8EA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09C202E-FCDA-B018-B0C1-DC4EDBB4DFA1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CD99CE2-299B-43D3-32E6-EEC68EB4F14B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A688001-8071-38A0-7B12-24C6D22028D8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8F2BDE9-83E3-F0ED-D71C-E7771E101186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DFBF2C2-86D5-DCE3-5F59-3C0C585392A8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8B196B5-A3BF-2D49-90E3-EF30C2F39F51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1CB6AAF-B478-D05C-3CCA-6B422897C37A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CE16E97-FF00-1B2F-01D2-B241A6F1C674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EE96CC1-F6F6-353E-C4B6-D2988B1095D7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4F96152-4764-3D78-F9F8-198611CE64A5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DA40ED0-BB57-3B6A-1946-447332D440E6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F45BDB6-2C80-6D8F-FF49-F89725BFAC51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25A1549-6A96-51B0-7FE4-18D3F16DAD96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005E14C-B652-419A-6C9D-4D64A7B9245F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C200ADF-3DBB-47E1-0761-9450089DBDA1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36E857CE-8880-8E3D-1696-4AE0C85445AB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2953028-064F-54B1-A795-45EDE6E5ABE3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1C90F4C-8631-AAFD-A9F6-B0DF0780D9A5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423F38F-DCEC-8D8F-DC06-E70DCD167B2D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8968AFA-E67B-AAF9-9FFC-4C542B4E8DFF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3C5BAAC-15AE-9655-367B-7E352E5B5B84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A29C0EB-2ED0-7AD1-21CB-D0BA167D21D4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388C7A3-9B74-87EC-5184-5662820BAF2D}"/>
              </a:ext>
            </a:extLst>
          </p:cNvPr>
          <p:cNvGrpSpPr/>
          <p:nvPr/>
        </p:nvGrpSpPr>
        <p:grpSpPr>
          <a:xfrm>
            <a:off x="1103834" y="5638704"/>
            <a:ext cx="2002990" cy="1968361"/>
            <a:chOff x="10308334" y="3965671"/>
            <a:chExt cx="1221256" cy="1200142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5A06576-4D17-EDF6-DE9E-6C0FEC2AEFE0}"/>
                </a:ext>
              </a:extLst>
            </p:cNvPr>
            <p:cNvSpPr/>
            <p:nvPr/>
          </p:nvSpPr>
          <p:spPr>
            <a:xfrm rot="11700000">
              <a:off x="10308334" y="3965671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23F2CC0-378C-3784-FBC5-3BB1C5646188}"/>
                </a:ext>
              </a:extLst>
            </p:cNvPr>
            <p:cNvSpPr/>
            <p:nvPr/>
          </p:nvSpPr>
          <p:spPr>
            <a:xfrm rot="11700000">
              <a:off x="10824465" y="4506552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18BC9E9-1558-48D2-A7B5-703CEBB7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92774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C1A0FA4-E23E-C92C-2A86-46618098695A}"/>
              </a:ext>
            </a:extLst>
          </p:cNvPr>
          <p:cNvGrpSpPr/>
          <p:nvPr/>
        </p:nvGrpSpPr>
        <p:grpSpPr>
          <a:xfrm>
            <a:off x="4471771" y="4675134"/>
            <a:ext cx="1624229" cy="1647080"/>
            <a:chOff x="9761542" y="1403215"/>
            <a:chExt cx="1712486" cy="173657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8CE751E-FE7E-14B3-6594-0F6B7D109F46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E032D43-1E01-9B40-3863-B099EC3BD51E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B86CA6-A260-9073-9179-04D1A5DCA29F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6601567-30B5-DA2E-FEF1-EB6682939750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6FDAE5B-3F75-B689-BE47-224CFD4963B2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6CD3C1C-8385-391B-216D-6FD6D3F050C9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81C6205-0E52-EDDD-1FE4-CB8E36FEBC3A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7E021EE-C5A1-613A-3AB2-0781F4D62A03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8E36DF-A2CD-C87F-0A6D-E9AD9F713195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BF90D06-1E69-2DEB-A5DC-886FAE03B7E1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2B76A8C-E3B3-7140-8837-7570914CAC15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147B6AC-278A-AA16-6CF7-8FE6305FBAA8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C3B8C7D-64B6-6F91-FBA8-20DD6BA32054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68C8EC3-D833-157B-6DC7-95214CF47D68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D8C9C99-F1CE-1082-2ACF-F22803A2A451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7F33373-A0CC-F569-BC32-88584821B9E6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C337B88-9447-986A-01D7-E33F1063F8FA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AC4B206-BE05-1746-1741-E07B0D645F8C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251ED77-1A0F-7ADE-9377-58FAD576DC22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BAE19BA-3E01-E47D-B251-5C5D759334E8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104B19C-380C-5479-A7F6-BCD6D257C714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A6C8515-0B43-BD19-3D66-938B4938F6D2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8EF86B1-B723-2D22-EB6B-037534F7E4F5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2C51900-F2B9-D67D-5C9C-58C2921DD40F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1B0DB2A-8E01-A5D3-C041-03E9B673F507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81E8256-9F78-4FA5-31CC-9317B4E41C8B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F5F3B74-D392-3F96-CC0F-8B32DFA719FD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A35EF204-5565-3CE5-5B8A-5EAB25153D03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B4C61940-9CFC-FB07-33B5-05EE634742F5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3F1773CD-BB5A-8796-16FE-36DE01AF7992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48670C95-74B3-F631-0483-AE3C054568E2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6F9AEAB2-10D2-ABD6-2CD9-8D83AE0F3988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04822F69-6F2F-4A0A-6D47-019B4438B15A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95CEEB37-AFB1-2297-D506-5F643B8787A8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B24452DA-67E7-E967-6AA5-AA1A4803A5F4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70FDE5C1-18B4-1E81-76F3-567039E0EEAA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618B9CD0-2388-3779-1378-45B916956820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8BD1F97D-3D97-93A1-4974-0BD4937CD68C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0BE41F39-1EAC-63E4-CD79-BFD18FC8876D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6131DB3E-8B7B-0B72-327C-3221531EA2F7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52436BF7-C524-8233-A8F0-43871D6DEC66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185EA755-2885-9EFC-938E-41520515E7A4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F772139A-3D12-A196-8546-B6C571F44F2B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7AEED0E7-D1F0-C5EE-78F9-964FFB84BECB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D07BDE7B-C6EF-990C-6B59-7A9A517634DA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8E2CE833-6281-15AD-96E2-1B7D343B39D7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3D29F71E-B7AC-872A-39F6-53F1211D6387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1B781BC-BBE9-AED0-DE5F-2D378AD9F2DE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A2B3F67E-E83B-CB46-25E1-2A826DC88993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942AC95D-B466-66F9-9543-FC7B33209B00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1553B674-CEF5-D52A-7240-BC9E560A6003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2988508B-7E96-1F98-21F3-1131F275C8C4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BE0B16AF-E792-9C74-961E-F43E40F048BF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F3E16264-FD04-BE64-536B-AF5FBE729CB5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DD085FF4-CA88-A3B5-65E6-12B8ABE79C4E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2EDCC2B9-EA85-3103-B2F4-B3805D792A18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1AAD5A3A-D485-6EDC-6F0E-8FB8A08B4370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70DD5787-6C8E-AF9A-47EC-F3D0311CED53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CBA00737-3421-4507-E266-A75055E2FA06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55B9D2FC-679B-0FA2-CD76-117954899744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327FFA4C-210E-BF67-4D19-5AAFF2C0B536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61933120-4122-D4B3-46AB-C3AE46FD61FB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0B87607F-E022-6144-5738-6C9A62E5C127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B48D303D-A8A2-A78B-E746-43EFB49DA835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AF136CFC-3395-8F1F-6171-6830964B0677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F6726B1E-0477-F39F-BD1B-DB2ED867D13F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54845019-A14A-091E-C39B-6A099D048234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AA067FC8-679F-4F56-D7AB-8192533C09E8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9E61E1F9-5324-1732-C320-12C23F931A05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84172D97-FE25-4002-2892-ACC0104C0158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5DA80898-EF48-C700-567B-C0AF889A80B8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0EE18DB0-A5B8-057E-38FC-1BE1DAE762BC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925CEEC-0993-0AE4-FD49-0E7146DF0C7F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1072" name="Slide Number Placeholder 5">
            <a:extLst>
              <a:ext uri="{FF2B5EF4-FFF2-40B4-BE49-F238E27FC236}">
                <a16:creationId xmlns:a16="http://schemas.microsoft.com/office/drawing/2014/main" id="{3AE0694D-1448-489A-A50F-E53ABE158594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4</a:t>
            </a:fld>
            <a:endParaRPr lang="en-US" sz="1100" dirty="0"/>
          </a:p>
        </p:txBody>
      </p: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5960253F-5855-DC43-FAA1-B49752C62179}"/>
              </a:ext>
            </a:extLst>
          </p:cNvPr>
          <p:cNvGrpSpPr/>
          <p:nvPr/>
        </p:nvGrpSpPr>
        <p:grpSpPr>
          <a:xfrm>
            <a:off x="8323532" y="-543912"/>
            <a:ext cx="1874536" cy="1907515"/>
            <a:chOff x="6452894" y="5331089"/>
            <a:chExt cx="1200142" cy="1221256"/>
          </a:xfrm>
        </p:grpSpPr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4F80BD89-B855-8FA3-E7E1-050AC29E8906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0BC5839E-2C2D-ED69-BBD1-BFC3255EF2EE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9DE9031-18C6-C9DF-8C95-5BD803674399}"/>
              </a:ext>
            </a:extLst>
          </p:cNvPr>
          <p:cNvSpPr txBox="1"/>
          <p:nvPr/>
        </p:nvSpPr>
        <p:spPr>
          <a:xfrm>
            <a:off x="6350235" y="1296194"/>
            <a:ext cx="47422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dirty="0">
                <a:latin typeface="+mj-lt"/>
              </a:rPr>
              <a:t>Research, </a:t>
            </a:r>
            <a:r>
              <a:rPr lang="en-ID" sz="4800" b="1">
                <a:solidFill>
                  <a:schemeClr val="accent2"/>
                </a:solidFill>
                <a:latin typeface="+mj-lt"/>
              </a:rPr>
              <a:t>Discoveries, </a:t>
            </a:r>
            <a:r>
              <a:rPr lang="en-ID" sz="4800">
                <a:latin typeface="+mj-lt"/>
              </a:rPr>
              <a:t>and</a:t>
            </a:r>
            <a:r>
              <a:rPr lang="en-ID" sz="4800" b="1">
                <a:solidFill>
                  <a:schemeClr val="accent2"/>
                </a:solidFill>
                <a:latin typeface="+mj-lt"/>
              </a:rPr>
              <a:t> </a:t>
            </a:r>
            <a:r>
              <a:rPr lang="en-ID" sz="4800" dirty="0">
                <a:latin typeface="+mj-lt"/>
              </a:rPr>
              <a:t>Education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27BB2E3C-C1BB-A846-5CA5-49548EB36B09}"/>
              </a:ext>
            </a:extLst>
          </p:cNvPr>
          <p:cNvSpPr txBox="1"/>
          <p:nvPr/>
        </p:nvSpPr>
        <p:spPr>
          <a:xfrm>
            <a:off x="6384795" y="3826277"/>
            <a:ext cx="5234810" cy="1080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 vulputate dignissim. Enim </a:t>
            </a:r>
            <a:r>
              <a:rPr lang="en-US" sz="1100" dirty="0" err="1">
                <a:solidFill>
                  <a:schemeClr val="tx2"/>
                </a:solidFill>
              </a:rPr>
              <a:t>silka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milal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nec</a:t>
            </a:r>
            <a:r>
              <a:rPr lang="en-US" sz="1100" dirty="0">
                <a:solidFill>
                  <a:schemeClr val="tx2"/>
                </a:solidFill>
              </a:rPr>
              <a:t>is</a:t>
            </a:r>
            <a:r>
              <a:rPr lang="id-ID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ba</a:t>
            </a:r>
            <a:r>
              <a:rPr lang="id-ID" sz="1100" dirty="0">
                <a:solidFill>
                  <a:schemeClr val="tx2"/>
                </a:solidFill>
              </a:rPr>
              <a:t>dui nunc mattis enim ut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diano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bu</a:t>
            </a:r>
            <a:r>
              <a:rPr lang="id-ID" sz="1100" dirty="0">
                <a:solidFill>
                  <a:schemeClr val="tx2"/>
                </a:solidFill>
              </a:rPr>
              <a:t> tellus elem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amet. Risus pretium quam vulputate dignissim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</a:t>
            </a:r>
          </a:p>
        </p:txBody>
      </p:sp>
      <p:sp>
        <p:nvSpPr>
          <p:cNvPr id="1095" name="Rectangle: Rounded Corners 1094">
            <a:extLst>
              <a:ext uri="{FF2B5EF4-FFF2-40B4-BE49-F238E27FC236}">
                <a16:creationId xmlns:a16="http://schemas.microsoft.com/office/drawing/2014/main" id="{E66FC59A-2A59-5BDA-D28E-48EDF6D8C757}"/>
              </a:ext>
            </a:extLst>
          </p:cNvPr>
          <p:cNvSpPr/>
          <p:nvPr/>
        </p:nvSpPr>
        <p:spPr>
          <a:xfrm>
            <a:off x="6471947" y="5226583"/>
            <a:ext cx="1356776" cy="3352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C56FA33A-F2F4-A30D-BE80-422E77A7C72E}"/>
              </a:ext>
            </a:extLst>
          </p:cNvPr>
          <p:cNvSpPr txBox="1"/>
          <p:nvPr/>
        </p:nvSpPr>
        <p:spPr>
          <a:xfrm>
            <a:off x="6350235" y="5271084"/>
            <a:ext cx="162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300" dirty="0">
                <a:solidFill>
                  <a:schemeClr val="bg1"/>
                </a:solidFill>
              </a:rPr>
              <a:t>MORE INFO</a:t>
            </a:r>
            <a:endParaRPr lang="en-ID" sz="1000" spc="300" dirty="0">
              <a:solidFill>
                <a:schemeClr val="bg1"/>
              </a:solidFill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A06AF2B-B806-4506-A963-0F561AEDB5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2553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03CE20-4936-B9A6-7A0B-2811628BA31B}"/>
              </a:ext>
            </a:extLst>
          </p:cNvPr>
          <p:cNvSpPr/>
          <p:nvPr/>
        </p:nvSpPr>
        <p:spPr>
          <a:xfrm>
            <a:off x="1174873" y="3437126"/>
            <a:ext cx="729842" cy="72984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067DCA-641A-A9B5-DB5C-F98D3D4A8D45}"/>
              </a:ext>
            </a:extLst>
          </p:cNvPr>
          <p:cNvSpPr/>
          <p:nvPr/>
        </p:nvSpPr>
        <p:spPr>
          <a:xfrm>
            <a:off x="1174873" y="4633297"/>
            <a:ext cx="729842" cy="72984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2933C-F914-881E-4597-34E3D4BA3B38}"/>
              </a:ext>
            </a:extLst>
          </p:cNvPr>
          <p:cNvSpPr txBox="1"/>
          <p:nvPr/>
        </p:nvSpPr>
        <p:spPr>
          <a:xfrm>
            <a:off x="2104647" y="3754789"/>
            <a:ext cx="3305554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</a:t>
            </a:r>
            <a:r>
              <a:rPr lang="en-US" sz="1100" dirty="0">
                <a:solidFill>
                  <a:schemeClr val="tx2"/>
                </a:solidFill>
              </a:rPr>
              <a:t>.</a:t>
            </a:r>
            <a:endParaRPr lang="id-ID" sz="11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6D073-9E1B-36CE-EC7D-353A0801B7AC}"/>
              </a:ext>
            </a:extLst>
          </p:cNvPr>
          <p:cNvSpPr txBox="1"/>
          <p:nvPr/>
        </p:nvSpPr>
        <p:spPr>
          <a:xfrm>
            <a:off x="2104647" y="3389868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Your Subtitle Here</a:t>
            </a:r>
            <a:endParaRPr lang="en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A9860-8440-FE03-C4EF-B4673021316F}"/>
              </a:ext>
            </a:extLst>
          </p:cNvPr>
          <p:cNvSpPr txBox="1"/>
          <p:nvPr/>
        </p:nvSpPr>
        <p:spPr>
          <a:xfrm>
            <a:off x="1075679" y="784094"/>
            <a:ext cx="46007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The Power of </a:t>
            </a:r>
            <a:r>
              <a:rPr lang="en-US" sz="4800" b="1">
                <a:solidFill>
                  <a:schemeClr val="accent2"/>
                </a:solidFill>
                <a:latin typeface="+mj-lt"/>
              </a:rPr>
              <a:t>Biology </a:t>
            </a:r>
            <a:r>
              <a:rPr lang="en-US" sz="4800" dirty="0">
                <a:latin typeface="+mj-lt"/>
              </a:rPr>
              <a:t>Research</a:t>
            </a:r>
            <a:endParaRPr lang="en-ID" sz="48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F49BE-953C-9CEC-F92F-819A897E0963}"/>
              </a:ext>
            </a:extLst>
          </p:cNvPr>
          <p:cNvSpPr txBox="1"/>
          <p:nvPr/>
        </p:nvSpPr>
        <p:spPr>
          <a:xfrm>
            <a:off x="2104647" y="4943973"/>
            <a:ext cx="3305554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</a:t>
            </a:r>
            <a:r>
              <a:rPr lang="en-US" sz="1100" dirty="0">
                <a:solidFill>
                  <a:schemeClr val="tx2"/>
                </a:solidFill>
              </a:rPr>
              <a:t>.</a:t>
            </a:r>
            <a:endParaRPr lang="id-ID" sz="110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103E3B-211E-5B98-597E-763796984AD5}"/>
              </a:ext>
            </a:extLst>
          </p:cNvPr>
          <p:cNvSpPr txBox="1"/>
          <p:nvPr/>
        </p:nvSpPr>
        <p:spPr>
          <a:xfrm>
            <a:off x="2104647" y="4579052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+mj-lt"/>
              </a:rPr>
              <a:t>Your Subtitle Here</a:t>
            </a:r>
            <a:endParaRPr lang="en-ID" b="1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C2F8D5C-196B-4032-03FA-18A2889E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0220" y="3604820"/>
            <a:ext cx="394455" cy="39445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CF46FA-5115-2AEA-AAFD-F85C72C366BF}"/>
              </a:ext>
            </a:extLst>
          </p:cNvPr>
          <p:cNvSpPr/>
          <p:nvPr/>
        </p:nvSpPr>
        <p:spPr>
          <a:xfrm>
            <a:off x="6745493" y="4413118"/>
            <a:ext cx="18558" cy="95067"/>
          </a:xfrm>
          <a:custGeom>
            <a:avLst/>
            <a:gdLst>
              <a:gd name="connsiteX0" fmla="*/ 9279 w 18558"/>
              <a:gd name="connsiteY0" fmla="*/ 95068 h 95067"/>
              <a:gd name="connsiteX1" fmla="*/ 18559 w 18558"/>
              <a:gd name="connsiteY1" fmla="*/ 85788 h 95067"/>
              <a:gd name="connsiteX2" fmla="*/ 18559 w 18558"/>
              <a:gd name="connsiteY2" fmla="*/ 9279 h 95067"/>
              <a:gd name="connsiteX3" fmla="*/ 9279 w 18558"/>
              <a:gd name="connsiteY3" fmla="*/ 0 h 95067"/>
              <a:gd name="connsiteX4" fmla="*/ 0 w 18558"/>
              <a:gd name="connsiteY4" fmla="*/ 9279 h 95067"/>
              <a:gd name="connsiteX5" fmla="*/ 0 w 18558"/>
              <a:gd name="connsiteY5" fmla="*/ 85788 h 95067"/>
              <a:gd name="connsiteX6" fmla="*/ 9279 w 18558"/>
              <a:gd name="connsiteY6" fmla="*/ 95068 h 9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58" h="95067">
                <a:moveTo>
                  <a:pt x="9279" y="95068"/>
                </a:moveTo>
                <a:cubicBezTo>
                  <a:pt x="14404" y="95068"/>
                  <a:pt x="18559" y="90913"/>
                  <a:pt x="18559" y="85788"/>
                </a:cubicBezTo>
                <a:lnTo>
                  <a:pt x="18559" y="9279"/>
                </a:lnTo>
                <a:cubicBezTo>
                  <a:pt x="18559" y="4154"/>
                  <a:pt x="14404" y="0"/>
                  <a:pt x="9279" y="0"/>
                </a:cubicBezTo>
                <a:cubicBezTo>
                  <a:pt x="4154" y="0"/>
                  <a:pt x="0" y="4154"/>
                  <a:pt x="0" y="9279"/>
                </a:cubicBezTo>
                <a:lnTo>
                  <a:pt x="0" y="85788"/>
                </a:lnTo>
                <a:cubicBezTo>
                  <a:pt x="0" y="90913"/>
                  <a:pt x="4154" y="95068"/>
                  <a:pt x="9279" y="95068"/>
                </a:cubicBezTo>
                <a:close/>
              </a:path>
            </a:pathLst>
          </a:custGeom>
          <a:solidFill>
            <a:schemeClr val="bg1"/>
          </a:solidFill>
          <a:ln w="91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481EF5-9329-310E-948F-6F5B7326946C}"/>
              </a:ext>
            </a:extLst>
          </p:cNvPr>
          <p:cNvSpPr/>
          <p:nvPr/>
        </p:nvSpPr>
        <p:spPr>
          <a:xfrm>
            <a:off x="1360392" y="4836897"/>
            <a:ext cx="362305" cy="312417"/>
          </a:xfrm>
          <a:custGeom>
            <a:avLst/>
            <a:gdLst>
              <a:gd name="connsiteX0" fmla="*/ 361332 w 398535"/>
              <a:gd name="connsiteY0" fmla="*/ 140492 h 378023"/>
              <a:gd name="connsiteX1" fmla="*/ 340813 w 398535"/>
              <a:gd name="connsiteY1" fmla="*/ 140492 h 378023"/>
              <a:gd name="connsiteX2" fmla="*/ 340813 w 398535"/>
              <a:gd name="connsiteY2" fmla="*/ 18525 h 378023"/>
              <a:gd name="connsiteX3" fmla="*/ 349403 w 398535"/>
              <a:gd name="connsiteY3" fmla="*/ 9279 h 378023"/>
              <a:gd name="connsiteX4" fmla="*/ 340124 w 398535"/>
              <a:gd name="connsiteY4" fmla="*/ 0 h 378023"/>
              <a:gd name="connsiteX5" fmla="*/ 273548 w 398535"/>
              <a:gd name="connsiteY5" fmla="*/ 0 h 378023"/>
              <a:gd name="connsiteX6" fmla="*/ 264268 w 398535"/>
              <a:gd name="connsiteY6" fmla="*/ 9279 h 378023"/>
              <a:gd name="connsiteX7" fmla="*/ 272858 w 398535"/>
              <a:gd name="connsiteY7" fmla="*/ 18524 h 378023"/>
              <a:gd name="connsiteX8" fmla="*/ 272858 w 398535"/>
              <a:gd name="connsiteY8" fmla="*/ 140491 h 378023"/>
              <a:gd name="connsiteX9" fmla="*/ 233246 w 398535"/>
              <a:gd name="connsiteY9" fmla="*/ 140491 h 378023"/>
              <a:gd name="connsiteX10" fmla="*/ 233246 w 398535"/>
              <a:gd name="connsiteY10" fmla="*/ 18525 h 378023"/>
              <a:gd name="connsiteX11" fmla="*/ 241837 w 398535"/>
              <a:gd name="connsiteY11" fmla="*/ 9279 h 378023"/>
              <a:gd name="connsiteX12" fmla="*/ 232558 w 398535"/>
              <a:gd name="connsiteY12" fmla="*/ 0 h 378023"/>
              <a:gd name="connsiteX13" fmla="*/ 165981 w 398535"/>
              <a:gd name="connsiteY13" fmla="*/ 0 h 378023"/>
              <a:gd name="connsiteX14" fmla="*/ 156702 w 398535"/>
              <a:gd name="connsiteY14" fmla="*/ 9279 h 378023"/>
              <a:gd name="connsiteX15" fmla="*/ 165292 w 398535"/>
              <a:gd name="connsiteY15" fmla="*/ 18524 h 378023"/>
              <a:gd name="connsiteX16" fmla="*/ 165292 w 398535"/>
              <a:gd name="connsiteY16" fmla="*/ 140491 h 378023"/>
              <a:gd name="connsiteX17" fmla="*/ 125681 w 398535"/>
              <a:gd name="connsiteY17" fmla="*/ 140491 h 378023"/>
              <a:gd name="connsiteX18" fmla="*/ 125681 w 398535"/>
              <a:gd name="connsiteY18" fmla="*/ 18525 h 378023"/>
              <a:gd name="connsiteX19" fmla="*/ 134271 w 398535"/>
              <a:gd name="connsiteY19" fmla="*/ 9280 h 378023"/>
              <a:gd name="connsiteX20" fmla="*/ 124991 w 398535"/>
              <a:gd name="connsiteY20" fmla="*/ 1 h 378023"/>
              <a:gd name="connsiteX21" fmla="*/ 58417 w 398535"/>
              <a:gd name="connsiteY21" fmla="*/ 1 h 378023"/>
              <a:gd name="connsiteX22" fmla="*/ 49137 w 398535"/>
              <a:gd name="connsiteY22" fmla="*/ 9280 h 378023"/>
              <a:gd name="connsiteX23" fmla="*/ 57727 w 398535"/>
              <a:gd name="connsiteY23" fmla="*/ 18525 h 378023"/>
              <a:gd name="connsiteX24" fmla="*/ 57727 w 398535"/>
              <a:gd name="connsiteY24" fmla="*/ 140492 h 378023"/>
              <a:gd name="connsiteX25" fmla="*/ 37201 w 398535"/>
              <a:gd name="connsiteY25" fmla="*/ 140492 h 378023"/>
              <a:gd name="connsiteX26" fmla="*/ 0 w 398535"/>
              <a:gd name="connsiteY26" fmla="*/ 177693 h 378023"/>
              <a:gd name="connsiteX27" fmla="*/ 0 w 398535"/>
              <a:gd name="connsiteY27" fmla="*/ 336363 h 378023"/>
              <a:gd name="connsiteX28" fmla="*/ 41660 w 398535"/>
              <a:gd name="connsiteY28" fmla="*/ 378024 h 378023"/>
              <a:gd name="connsiteX29" fmla="*/ 72181 w 398535"/>
              <a:gd name="connsiteY29" fmla="*/ 364711 h 378023"/>
              <a:gd name="connsiteX30" fmla="*/ 92361 w 398535"/>
              <a:gd name="connsiteY30" fmla="*/ 355754 h 378023"/>
              <a:gd name="connsiteX31" fmla="*/ 306174 w 398535"/>
              <a:gd name="connsiteY31" fmla="*/ 355754 h 378023"/>
              <a:gd name="connsiteX32" fmla="*/ 326354 w 398535"/>
              <a:gd name="connsiteY32" fmla="*/ 364711 h 378023"/>
              <a:gd name="connsiteX33" fmla="*/ 356875 w 398535"/>
              <a:gd name="connsiteY33" fmla="*/ 378024 h 378023"/>
              <a:gd name="connsiteX34" fmla="*/ 398535 w 398535"/>
              <a:gd name="connsiteY34" fmla="*/ 336363 h 378023"/>
              <a:gd name="connsiteX35" fmla="*/ 398535 w 398535"/>
              <a:gd name="connsiteY35" fmla="*/ 177693 h 378023"/>
              <a:gd name="connsiteX36" fmla="*/ 361332 w 398535"/>
              <a:gd name="connsiteY36" fmla="*/ 140492 h 378023"/>
              <a:gd name="connsiteX37" fmla="*/ 291417 w 398535"/>
              <a:gd name="connsiteY37" fmla="*/ 18559 h 378023"/>
              <a:gd name="connsiteX38" fmla="*/ 322253 w 398535"/>
              <a:gd name="connsiteY38" fmla="*/ 18559 h 378023"/>
              <a:gd name="connsiteX39" fmla="*/ 322253 w 398535"/>
              <a:gd name="connsiteY39" fmla="*/ 140492 h 378023"/>
              <a:gd name="connsiteX40" fmla="*/ 316114 w 398535"/>
              <a:gd name="connsiteY40" fmla="*/ 140492 h 378023"/>
              <a:gd name="connsiteX41" fmla="*/ 316114 w 398535"/>
              <a:gd name="connsiteY41" fmla="*/ 117844 h 378023"/>
              <a:gd name="connsiteX42" fmla="*/ 306835 w 398535"/>
              <a:gd name="connsiteY42" fmla="*/ 108565 h 378023"/>
              <a:gd name="connsiteX43" fmla="*/ 297555 w 398535"/>
              <a:gd name="connsiteY43" fmla="*/ 117844 h 378023"/>
              <a:gd name="connsiteX44" fmla="*/ 297555 w 398535"/>
              <a:gd name="connsiteY44" fmla="*/ 140492 h 378023"/>
              <a:gd name="connsiteX45" fmla="*/ 291417 w 398535"/>
              <a:gd name="connsiteY45" fmla="*/ 140492 h 378023"/>
              <a:gd name="connsiteX46" fmla="*/ 291417 w 398535"/>
              <a:gd name="connsiteY46" fmla="*/ 18559 h 378023"/>
              <a:gd name="connsiteX47" fmla="*/ 291417 w 398535"/>
              <a:gd name="connsiteY47" fmla="*/ 159051 h 378023"/>
              <a:gd name="connsiteX48" fmla="*/ 297555 w 398535"/>
              <a:gd name="connsiteY48" fmla="*/ 159051 h 378023"/>
              <a:gd name="connsiteX49" fmla="*/ 297555 w 398535"/>
              <a:gd name="connsiteY49" fmla="*/ 272297 h 378023"/>
              <a:gd name="connsiteX50" fmla="*/ 306835 w 398535"/>
              <a:gd name="connsiteY50" fmla="*/ 281576 h 378023"/>
              <a:gd name="connsiteX51" fmla="*/ 316114 w 398535"/>
              <a:gd name="connsiteY51" fmla="*/ 272297 h 378023"/>
              <a:gd name="connsiteX52" fmla="*/ 316114 w 398535"/>
              <a:gd name="connsiteY52" fmla="*/ 159051 h 378023"/>
              <a:gd name="connsiteX53" fmla="*/ 322253 w 398535"/>
              <a:gd name="connsiteY53" fmla="*/ 159051 h 378023"/>
              <a:gd name="connsiteX54" fmla="*/ 322253 w 398535"/>
              <a:gd name="connsiteY54" fmla="*/ 273435 h 378023"/>
              <a:gd name="connsiteX55" fmla="*/ 306835 w 398535"/>
              <a:gd name="connsiteY55" fmla="*/ 288853 h 378023"/>
              <a:gd name="connsiteX56" fmla="*/ 291417 w 398535"/>
              <a:gd name="connsiteY56" fmla="*/ 273435 h 378023"/>
              <a:gd name="connsiteX57" fmla="*/ 291417 w 398535"/>
              <a:gd name="connsiteY57" fmla="*/ 159051 h 378023"/>
              <a:gd name="connsiteX58" fmla="*/ 183852 w 398535"/>
              <a:gd name="connsiteY58" fmla="*/ 18559 h 378023"/>
              <a:gd name="connsiteX59" fmla="*/ 214687 w 398535"/>
              <a:gd name="connsiteY59" fmla="*/ 18559 h 378023"/>
              <a:gd name="connsiteX60" fmla="*/ 214687 w 398535"/>
              <a:gd name="connsiteY60" fmla="*/ 140492 h 378023"/>
              <a:gd name="connsiteX61" fmla="*/ 183852 w 398535"/>
              <a:gd name="connsiteY61" fmla="*/ 140492 h 378023"/>
              <a:gd name="connsiteX62" fmla="*/ 183852 w 398535"/>
              <a:gd name="connsiteY62" fmla="*/ 18559 h 378023"/>
              <a:gd name="connsiteX63" fmla="*/ 183852 w 398535"/>
              <a:gd name="connsiteY63" fmla="*/ 159051 h 378023"/>
              <a:gd name="connsiteX64" fmla="*/ 214687 w 398535"/>
              <a:gd name="connsiteY64" fmla="*/ 159051 h 378023"/>
              <a:gd name="connsiteX65" fmla="*/ 214687 w 398535"/>
              <a:gd name="connsiteY65" fmla="*/ 273435 h 378023"/>
              <a:gd name="connsiteX66" fmla="*/ 199269 w 398535"/>
              <a:gd name="connsiteY66" fmla="*/ 288853 h 378023"/>
              <a:gd name="connsiteX67" fmla="*/ 183852 w 398535"/>
              <a:gd name="connsiteY67" fmla="*/ 273435 h 378023"/>
              <a:gd name="connsiteX68" fmla="*/ 183852 w 398535"/>
              <a:gd name="connsiteY68" fmla="*/ 159051 h 378023"/>
              <a:gd name="connsiteX69" fmla="*/ 76286 w 398535"/>
              <a:gd name="connsiteY69" fmla="*/ 18559 h 378023"/>
              <a:gd name="connsiteX70" fmla="*/ 107122 w 398535"/>
              <a:gd name="connsiteY70" fmla="*/ 18559 h 378023"/>
              <a:gd name="connsiteX71" fmla="*/ 107122 w 398535"/>
              <a:gd name="connsiteY71" fmla="*/ 140492 h 378023"/>
              <a:gd name="connsiteX72" fmla="*/ 100984 w 398535"/>
              <a:gd name="connsiteY72" fmla="*/ 140492 h 378023"/>
              <a:gd name="connsiteX73" fmla="*/ 100984 w 398535"/>
              <a:gd name="connsiteY73" fmla="*/ 83047 h 378023"/>
              <a:gd name="connsiteX74" fmla="*/ 91704 w 398535"/>
              <a:gd name="connsiteY74" fmla="*/ 73768 h 378023"/>
              <a:gd name="connsiteX75" fmla="*/ 82425 w 398535"/>
              <a:gd name="connsiteY75" fmla="*/ 83047 h 378023"/>
              <a:gd name="connsiteX76" fmla="*/ 82425 w 398535"/>
              <a:gd name="connsiteY76" fmla="*/ 140492 h 378023"/>
              <a:gd name="connsiteX77" fmla="*/ 76286 w 398535"/>
              <a:gd name="connsiteY77" fmla="*/ 140492 h 378023"/>
              <a:gd name="connsiteX78" fmla="*/ 76286 w 398535"/>
              <a:gd name="connsiteY78" fmla="*/ 18559 h 378023"/>
              <a:gd name="connsiteX79" fmla="*/ 76286 w 398535"/>
              <a:gd name="connsiteY79" fmla="*/ 159051 h 378023"/>
              <a:gd name="connsiteX80" fmla="*/ 82425 w 398535"/>
              <a:gd name="connsiteY80" fmla="*/ 159051 h 378023"/>
              <a:gd name="connsiteX81" fmla="*/ 82425 w 398535"/>
              <a:gd name="connsiteY81" fmla="*/ 272297 h 378023"/>
              <a:gd name="connsiteX82" fmla="*/ 91704 w 398535"/>
              <a:gd name="connsiteY82" fmla="*/ 281576 h 378023"/>
              <a:gd name="connsiteX83" fmla="*/ 100984 w 398535"/>
              <a:gd name="connsiteY83" fmla="*/ 272297 h 378023"/>
              <a:gd name="connsiteX84" fmla="*/ 100984 w 398535"/>
              <a:gd name="connsiteY84" fmla="*/ 159051 h 378023"/>
              <a:gd name="connsiteX85" fmla="*/ 107122 w 398535"/>
              <a:gd name="connsiteY85" fmla="*/ 159051 h 378023"/>
              <a:gd name="connsiteX86" fmla="*/ 107122 w 398535"/>
              <a:gd name="connsiteY86" fmla="*/ 273435 h 378023"/>
              <a:gd name="connsiteX87" fmla="*/ 91704 w 398535"/>
              <a:gd name="connsiteY87" fmla="*/ 288853 h 378023"/>
              <a:gd name="connsiteX88" fmla="*/ 76286 w 398535"/>
              <a:gd name="connsiteY88" fmla="*/ 273435 h 378023"/>
              <a:gd name="connsiteX89" fmla="*/ 76286 w 398535"/>
              <a:gd name="connsiteY89" fmla="*/ 159051 h 378023"/>
              <a:gd name="connsiteX90" fmla="*/ 379975 w 398535"/>
              <a:gd name="connsiteY90" fmla="*/ 336363 h 378023"/>
              <a:gd name="connsiteX91" fmla="*/ 356873 w 398535"/>
              <a:gd name="connsiteY91" fmla="*/ 359465 h 378023"/>
              <a:gd name="connsiteX92" fmla="*/ 339952 w 398535"/>
              <a:gd name="connsiteY92" fmla="*/ 352082 h 378023"/>
              <a:gd name="connsiteX93" fmla="*/ 306173 w 398535"/>
              <a:gd name="connsiteY93" fmla="*/ 337195 h 378023"/>
              <a:gd name="connsiteX94" fmla="*/ 92360 w 398535"/>
              <a:gd name="connsiteY94" fmla="*/ 337195 h 378023"/>
              <a:gd name="connsiteX95" fmla="*/ 58581 w 398535"/>
              <a:gd name="connsiteY95" fmla="*/ 352082 h 378023"/>
              <a:gd name="connsiteX96" fmla="*/ 41660 w 398535"/>
              <a:gd name="connsiteY96" fmla="*/ 359465 h 378023"/>
              <a:gd name="connsiteX97" fmla="*/ 18559 w 398535"/>
              <a:gd name="connsiteY97" fmla="*/ 336363 h 378023"/>
              <a:gd name="connsiteX98" fmla="*/ 18559 w 398535"/>
              <a:gd name="connsiteY98" fmla="*/ 177693 h 378023"/>
              <a:gd name="connsiteX99" fmla="*/ 37201 w 398535"/>
              <a:gd name="connsiteY99" fmla="*/ 159051 h 378023"/>
              <a:gd name="connsiteX100" fmla="*/ 57727 w 398535"/>
              <a:gd name="connsiteY100" fmla="*/ 159051 h 378023"/>
              <a:gd name="connsiteX101" fmla="*/ 57727 w 398535"/>
              <a:gd name="connsiteY101" fmla="*/ 273435 h 378023"/>
              <a:gd name="connsiteX102" fmla="*/ 91704 w 398535"/>
              <a:gd name="connsiteY102" fmla="*/ 307412 h 378023"/>
              <a:gd name="connsiteX103" fmla="*/ 125681 w 398535"/>
              <a:gd name="connsiteY103" fmla="*/ 273435 h 378023"/>
              <a:gd name="connsiteX104" fmla="*/ 125681 w 398535"/>
              <a:gd name="connsiteY104" fmla="*/ 159051 h 378023"/>
              <a:gd name="connsiteX105" fmla="*/ 165293 w 398535"/>
              <a:gd name="connsiteY105" fmla="*/ 159051 h 378023"/>
              <a:gd name="connsiteX106" fmla="*/ 165293 w 398535"/>
              <a:gd name="connsiteY106" fmla="*/ 273435 h 378023"/>
              <a:gd name="connsiteX107" fmla="*/ 199269 w 398535"/>
              <a:gd name="connsiteY107" fmla="*/ 307412 h 378023"/>
              <a:gd name="connsiteX108" fmla="*/ 233246 w 398535"/>
              <a:gd name="connsiteY108" fmla="*/ 273435 h 378023"/>
              <a:gd name="connsiteX109" fmla="*/ 233246 w 398535"/>
              <a:gd name="connsiteY109" fmla="*/ 159051 h 378023"/>
              <a:gd name="connsiteX110" fmla="*/ 272858 w 398535"/>
              <a:gd name="connsiteY110" fmla="*/ 159051 h 378023"/>
              <a:gd name="connsiteX111" fmla="*/ 272858 w 398535"/>
              <a:gd name="connsiteY111" fmla="*/ 273435 h 378023"/>
              <a:gd name="connsiteX112" fmla="*/ 306835 w 398535"/>
              <a:gd name="connsiteY112" fmla="*/ 307412 h 378023"/>
              <a:gd name="connsiteX113" fmla="*/ 340812 w 398535"/>
              <a:gd name="connsiteY113" fmla="*/ 273435 h 378023"/>
              <a:gd name="connsiteX114" fmla="*/ 340812 w 398535"/>
              <a:gd name="connsiteY114" fmla="*/ 159051 h 378023"/>
              <a:gd name="connsiteX115" fmla="*/ 361331 w 398535"/>
              <a:gd name="connsiteY115" fmla="*/ 159051 h 378023"/>
              <a:gd name="connsiteX116" fmla="*/ 379974 w 398535"/>
              <a:gd name="connsiteY116" fmla="*/ 177693 h 378023"/>
              <a:gd name="connsiteX117" fmla="*/ 379974 w 398535"/>
              <a:gd name="connsiteY117" fmla="*/ 336363 h 37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398535" h="378023">
                <a:moveTo>
                  <a:pt x="361332" y="140492"/>
                </a:moveTo>
                <a:lnTo>
                  <a:pt x="340813" y="140492"/>
                </a:lnTo>
                <a:lnTo>
                  <a:pt x="340813" y="18525"/>
                </a:lnTo>
                <a:cubicBezTo>
                  <a:pt x="345615" y="18171"/>
                  <a:pt x="349403" y="14172"/>
                  <a:pt x="349403" y="9279"/>
                </a:cubicBezTo>
                <a:cubicBezTo>
                  <a:pt x="349403" y="4154"/>
                  <a:pt x="345249" y="0"/>
                  <a:pt x="340124" y="0"/>
                </a:cubicBezTo>
                <a:lnTo>
                  <a:pt x="273548" y="0"/>
                </a:lnTo>
                <a:cubicBezTo>
                  <a:pt x="268423" y="0"/>
                  <a:pt x="264268" y="4154"/>
                  <a:pt x="264268" y="9279"/>
                </a:cubicBezTo>
                <a:cubicBezTo>
                  <a:pt x="264268" y="14172"/>
                  <a:pt x="268057" y="18170"/>
                  <a:pt x="272858" y="18524"/>
                </a:cubicBezTo>
                <a:lnTo>
                  <a:pt x="272858" y="140491"/>
                </a:lnTo>
                <a:lnTo>
                  <a:pt x="233246" y="140491"/>
                </a:lnTo>
                <a:lnTo>
                  <a:pt x="233246" y="18525"/>
                </a:lnTo>
                <a:cubicBezTo>
                  <a:pt x="238048" y="18171"/>
                  <a:pt x="241837" y="14172"/>
                  <a:pt x="241837" y="9279"/>
                </a:cubicBezTo>
                <a:cubicBezTo>
                  <a:pt x="241837" y="4154"/>
                  <a:pt x="237683" y="0"/>
                  <a:pt x="232558" y="0"/>
                </a:cubicBezTo>
                <a:lnTo>
                  <a:pt x="165981" y="0"/>
                </a:lnTo>
                <a:cubicBezTo>
                  <a:pt x="160856" y="0"/>
                  <a:pt x="156702" y="4154"/>
                  <a:pt x="156702" y="9279"/>
                </a:cubicBezTo>
                <a:cubicBezTo>
                  <a:pt x="156702" y="14172"/>
                  <a:pt x="160491" y="18170"/>
                  <a:pt x="165292" y="18524"/>
                </a:cubicBezTo>
                <a:lnTo>
                  <a:pt x="165292" y="140491"/>
                </a:lnTo>
                <a:lnTo>
                  <a:pt x="125681" y="140491"/>
                </a:lnTo>
                <a:lnTo>
                  <a:pt x="125681" y="18525"/>
                </a:lnTo>
                <a:cubicBezTo>
                  <a:pt x="130483" y="18171"/>
                  <a:pt x="134271" y="14172"/>
                  <a:pt x="134271" y="9280"/>
                </a:cubicBezTo>
                <a:cubicBezTo>
                  <a:pt x="134271" y="4155"/>
                  <a:pt x="130116" y="1"/>
                  <a:pt x="124991" y="1"/>
                </a:cubicBezTo>
                <a:lnTo>
                  <a:pt x="58417" y="1"/>
                </a:lnTo>
                <a:cubicBezTo>
                  <a:pt x="53292" y="1"/>
                  <a:pt x="49137" y="4155"/>
                  <a:pt x="49137" y="9280"/>
                </a:cubicBezTo>
                <a:cubicBezTo>
                  <a:pt x="49137" y="14172"/>
                  <a:pt x="52926" y="18171"/>
                  <a:pt x="57727" y="18525"/>
                </a:cubicBezTo>
                <a:lnTo>
                  <a:pt x="57727" y="140492"/>
                </a:lnTo>
                <a:lnTo>
                  <a:pt x="37201" y="140492"/>
                </a:lnTo>
                <a:cubicBezTo>
                  <a:pt x="16688" y="140492"/>
                  <a:pt x="0" y="157180"/>
                  <a:pt x="0" y="177693"/>
                </a:cubicBezTo>
                <a:lnTo>
                  <a:pt x="0" y="336363"/>
                </a:lnTo>
                <a:cubicBezTo>
                  <a:pt x="0" y="359334"/>
                  <a:pt x="18689" y="378024"/>
                  <a:pt x="41660" y="378024"/>
                </a:cubicBezTo>
                <a:cubicBezTo>
                  <a:pt x="53200" y="378024"/>
                  <a:pt x="64324" y="373172"/>
                  <a:pt x="72181" y="364711"/>
                </a:cubicBezTo>
                <a:cubicBezTo>
                  <a:pt x="77468" y="359019"/>
                  <a:pt x="84822" y="355754"/>
                  <a:pt x="92361" y="355754"/>
                </a:cubicBezTo>
                <a:lnTo>
                  <a:pt x="306174" y="355754"/>
                </a:lnTo>
                <a:cubicBezTo>
                  <a:pt x="313713" y="355754"/>
                  <a:pt x="321068" y="359019"/>
                  <a:pt x="326354" y="364711"/>
                </a:cubicBezTo>
                <a:cubicBezTo>
                  <a:pt x="334210" y="373172"/>
                  <a:pt x="345335" y="378024"/>
                  <a:pt x="356875" y="378024"/>
                </a:cubicBezTo>
                <a:cubicBezTo>
                  <a:pt x="379847" y="378024"/>
                  <a:pt x="398535" y="359335"/>
                  <a:pt x="398535" y="336363"/>
                </a:cubicBezTo>
                <a:lnTo>
                  <a:pt x="398535" y="177693"/>
                </a:lnTo>
                <a:cubicBezTo>
                  <a:pt x="398533" y="157180"/>
                  <a:pt x="381845" y="140492"/>
                  <a:pt x="361332" y="140492"/>
                </a:cubicBezTo>
                <a:close/>
                <a:moveTo>
                  <a:pt x="291417" y="18559"/>
                </a:moveTo>
                <a:lnTo>
                  <a:pt x="322253" y="18559"/>
                </a:lnTo>
                <a:lnTo>
                  <a:pt x="322253" y="140492"/>
                </a:lnTo>
                <a:lnTo>
                  <a:pt x="316114" y="140492"/>
                </a:lnTo>
                <a:lnTo>
                  <a:pt x="316114" y="117844"/>
                </a:lnTo>
                <a:cubicBezTo>
                  <a:pt x="316114" y="112719"/>
                  <a:pt x="311960" y="108565"/>
                  <a:pt x="306835" y="108565"/>
                </a:cubicBezTo>
                <a:cubicBezTo>
                  <a:pt x="301710" y="108565"/>
                  <a:pt x="297555" y="112719"/>
                  <a:pt x="297555" y="117844"/>
                </a:cubicBezTo>
                <a:lnTo>
                  <a:pt x="297555" y="140492"/>
                </a:lnTo>
                <a:lnTo>
                  <a:pt x="291417" y="140492"/>
                </a:lnTo>
                <a:lnTo>
                  <a:pt x="291417" y="18559"/>
                </a:lnTo>
                <a:close/>
                <a:moveTo>
                  <a:pt x="291417" y="159051"/>
                </a:moveTo>
                <a:lnTo>
                  <a:pt x="297555" y="159051"/>
                </a:lnTo>
                <a:lnTo>
                  <a:pt x="297555" y="272297"/>
                </a:lnTo>
                <a:cubicBezTo>
                  <a:pt x="297555" y="277422"/>
                  <a:pt x="301710" y="281576"/>
                  <a:pt x="306835" y="281576"/>
                </a:cubicBezTo>
                <a:cubicBezTo>
                  <a:pt x="311960" y="281576"/>
                  <a:pt x="316114" y="277422"/>
                  <a:pt x="316114" y="272297"/>
                </a:cubicBezTo>
                <a:lnTo>
                  <a:pt x="316114" y="159051"/>
                </a:lnTo>
                <a:lnTo>
                  <a:pt x="322253" y="159051"/>
                </a:lnTo>
                <a:lnTo>
                  <a:pt x="322253" y="273435"/>
                </a:lnTo>
                <a:cubicBezTo>
                  <a:pt x="322253" y="281937"/>
                  <a:pt x="315336" y="288853"/>
                  <a:pt x="306835" y="288853"/>
                </a:cubicBezTo>
                <a:cubicBezTo>
                  <a:pt x="298334" y="288853"/>
                  <a:pt x="291417" y="281936"/>
                  <a:pt x="291417" y="273435"/>
                </a:cubicBezTo>
                <a:lnTo>
                  <a:pt x="291417" y="159051"/>
                </a:lnTo>
                <a:close/>
                <a:moveTo>
                  <a:pt x="183852" y="18559"/>
                </a:moveTo>
                <a:lnTo>
                  <a:pt x="214687" y="18559"/>
                </a:lnTo>
                <a:lnTo>
                  <a:pt x="214687" y="140492"/>
                </a:lnTo>
                <a:lnTo>
                  <a:pt x="183852" y="140492"/>
                </a:lnTo>
                <a:lnTo>
                  <a:pt x="183852" y="18559"/>
                </a:lnTo>
                <a:close/>
                <a:moveTo>
                  <a:pt x="183852" y="159051"/>
                </a:moveTo>
                <a:lnTo>
                  <a:pt x="214687" y="159051"/>
                </a:lnTo>
                <a:lnTo>
                  <a:pt x="214687" y="273435"/>
                </a:lnTo>
                <a:cubicBezTo>
                  <a:pt x="214687" y="281937"/>
                  <a:pt x="207770" y="288853"/>
                  <a:pt x="199269" y="288853"/>
                </a:cubicBezTo>
                <a:cubicBezTo>
                  <a:pt x="190769" y="288853"/>
                  <a:pt x="183852" y="281936"/>
                  <a:pt x="183852" y="273435"/>
                </a:cubicBezTo>
                <a:lnTo>
                  <a:pt x="183852" y="159051"/>
                </a:lnTo>
                <a:close/>
                <a:moveTo>
                  <a:pt x="76286" y="18559"/>
                </a:moveTo>
                <a:lnTo>
                  <a:pt x="107122" y="18559"/>
                </a:lnTo>
                <a:lnTo>
                  <a:pt x="107122" y="140492"/>
                </a:lnTo>
                <a:lnTo>
                  <a:pt x="100984" y="140492"/>
                </a:lnTo>
                <a:lnTo>
                  <a:pt x="100984" y="83047"/>
                </a:lnTo>
                <a:cubicBezTo>
                  <a:pt x="100984" y="77922"/>
                  <a:pt x="96829" y="73768"/>
                  <a:pt x="91704" y="73768"/>
                </a:cubicBezTo>
                <a:cubicBezTo>
                  <a:pt x="86579" y="73768"/>
                  <a:pt x="82425" y="77922"/>
                  <a:pt x="82425" y="83047"/>
                </a:cubicBezTo>
                <a:lnTo>
                  <a:pt x="82425" y="140492"/>
                </a:lnTo>
                <a:lnTo>
                  <a:pt x="76286" y="140492"/>
                </a:lnTo>
                <a:lnTo>
                  <a:pt x="76286" y="18559"/>
                </a:lnTo>
                <a:close/>
                <a:moveTo>
                  <a:pt x="76286" y="159051"/>
                </a:moveTo>
                <a:lnTo>
                  <a:pt x="82425" y="159051"/>
                </a:lnTo>
                <a:lnTo>
                  <a:pt x="82425" y="272297"/>
                </a:lnTo>
                <a:cubicBezTo>
                  <a:pt x="82425" y="277422"/>
                  <a:pt x="86579" y="281576"/>
                  <a:pt x="91704" y="281576"/>
                </a:cubicBezTo>
                <a:cubicBezTo>
                  <a:pt x="96829" y="281576"/>
                  <a:pt x="100984" y="277422"/>
                  <a:pt x="100984" y="272297"/>
                </a:cubicBezTo>
                <a:lnTo>
                  <a:pt x="100984" y="159051"/>
                </a:lnTo>
                <a:lnTo>
                  <a:pt x="107122" y="159051"/>
                </a:lnTo>
                <a:lnTo>
                  <a:pt x="107122" y="273435"/>
                </a:lnTo>
                <a:cubicBezTo>
                  <a:pt x="107122" y="281937"/>
                  <a:pt x="100205" y="288853"/>
                  <a:pt x="91704" y="288853"/>
                </a:cubicBezTo>
                <a:cubicBezTo>
                  <a:pt x="83203" y="288853"/>
                  <a:pt x="76286" y="281936"/>
                  <a:pt x="76286" y="273435"/>
                </a:cubicBezTo>
                <a:lnTo>
                  <a:pt x="76286" y="159051"/>
                </a:lnTo>
                <a:close/>
                <a:moveTo>
                  <a:pt x="379975" y="336363"/>
                </a:moveTo>
                <a:cubicBezTo>
                  <a:pt x="379975" y="349102"/>
                  <a:pt x="369611" y="359465"/>
                  <a:pt x="356873" y="359465"/>
                </a:cubicBezTo>
                <a:cubicBezTo>
                  <a:pt x="350382" y="359465"/>
                  <a:pt x="344373" y="356843"/>
                  <a:pt x="339952" y="352082"/>
                </a:cubicBezTo>
                <a:cubicBezTo>
                  <a:pt x="331167" y="342621"/>
                  <a:pt x="318855" y="337195"/>
                  <a:pt x="306173" y="337195"/>
                </a:cubicBezTo>
                <a:lnTo>
                  <a:pt x="92360" y="337195"/>
                </a:lnTo>
                <a:cubicBezTo>
                  <a:pt x="79679" y="337195"/>
                  <a:pt x="67367" y="342621"/>
                  <a:pt x="58581" y="352082"/>
                </a:cubicBezTo>
                <a:cubicBezTo>
                  <a:pt x="54160" y="356843"/>
                  <a:pt x="48151" y="359465"/>
                  <a:pt x="41660" y="359465"/>
                </a:cubicBezTo>
                <a:cubicBezTo>
                  <a:pt x="28922" y="359465"/>
                  <a:pt x="18559" y="349102"/>
                  <a:pt x="18559" y="336363"/>
                </a:cubicBezTo>
                <a:lnTo>
                  <a:pt x="18559" y="177693"/>
                </a:lnTo>
                <a:cubicBezTo>
                  <a:pt x="18559" y="167413"/>
                  <a:pt x="26922" y="159051"/>
                  <a:pt x="37201" y="159051"/>
                </a:cubicBezTo>
                <a:lnTo>
                  <a:pt x="57727" y="159051"/>
                </a:lnTo>
                <a:lnTo>
                  <a:pt x="57727" y="273435"/>
                </a:lnTo>
                <a:cubicBezTo>
                  <a:pt x="57727" y="292170"/>
                  <a:pt x="72970" y="307412"/>
                  <a:pt x="91704" y="307412"/>
                </a:cubicBezTo>
                <a:cubicBezTo>
                  <a:pt x="110438" y="307412"/>
                  <a:pt x="125681" y="292170"/>
                  <a:pt x="125681" y="273435"/>
                </a:cubicBezTo>
                <a:lnTo>
                  <a:pt x="125681" y="159051"/>
                </a:lnTo>
                <a:lnTo>
                  <a:pt x="165293" y="159051"/>
                </a:lnTo>
                <a:lnTo>
                  <a:pt x="165293" y="273435"/>
                </a:lnTo>
                <a:cubicBezTo>
                  <a:pt x="165293" y="292170"/>
                  <a:pt x="180535" y="307412"/>
                  <a:pt x="199269" y="307412"/>
                </a:cubicBezTo>
                <a:cubicBezTo>
                  <a:pt x="218004" y="307412"/>
                  <a:pt x="233246" y="292170"/>
                  <a:pt x="233246" y="273435"/>
                </a:cubicBezTo>
                <a:lnTo>
                  <a:pt x="233246" y="159051"/>
                </a:lnTo>
                <a:lnTo>
                  <a:pt x="272858" y="159051"/>
                </a:lnTo>
                <a:lnTo>
                  <a:pt x="272858" y="273435"/>
                </a:lnTo>
                <a:cubicBezTo>
                  <a:pt x="272858" y="292170"/>
                  <a:pt x="288101" y="307412"/>
                  <a:pt x="306835" y="307412"/>
                </a:cubicBezTo>
                <a:cubicBezTo>
                  <a:pt x="325569" y="307412"/>
                  <a:pt x="340812" y="292170"/>
                  <a:pt x="340812" y="273435"/>
                </a:cubicBezTo>
                <a:lnTo>
                  <a:pt x="340812" y="159051"/>
                </a:lnTo>
                <a:lnTo>
                  <a:pt x="361331" y="159051"/>
                </a:lnTo>
                <a:cubicBezTo>
                  <a:pt x="371611" y="159051"/>
                  <a:pt x="379974" y="167414"/>
                  <a:pt x="379974" y="177693"/>
                </a:cubicBezTo>
                <a:lnTo>
                  <a:pt x="379974" y="336363"/>
                </a:lnTo>
                <a:close/>
              </a:path>
            </a:pathLst>
          </a:custGeom>
          <a:solidFill>
            <a:schemeClr val="bg1"/>
          </a:solidFill>
          <a:ln w="91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DE7251-96BA-2849-2A07-E3EBA3C46383}"/>
              </a:ext>
            </a:extLst>
          </p:cNvPr>
          <p:cNvGrpSpPr/>
          <p:nvPr/>
        </p:nvGrpSpPr>
        <p:grpSpPr>
          <a:xfrm>
            <a:off x="5308383" y="456910"/>
            <a:ext cx="1803834" cy="1829212"/>
            <a:chOff x="9761542" y="1403215"/>
            <a:chExt cx="1712486" cy="1736578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C18F2E0-1E63-7D70-F0D3-9CC9F9C605EC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1BE546A-3D6F-D6AE-B473-F0CB7692D26E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2EBCED-248F-2F84-158C-07D6C7B045EE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66EC6D7-8D81-3FF9-F199-4797B6839222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884573E-E9F2-6DC1-BE8E-559393F49E65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1EB775-FBF6-EA07-730D-6BB3AA09D44D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74D4603-DC41-5E4F-E290-98D8CEBB7BA2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3B15045-E7BD-6142-C6A2-2936A17DA214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CA9211B-C563-12E8-F2CD-0D3873B4E50C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8BB92C7-CF3C-D853-1C0E-43D80416611F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B2D235C-4EEA-1282-EBE6-AEF3351CD009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EE80596-4E1C-72D6-05F6-944759218A2A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482FE87-8D15-BAB7-8BAF-8BE8684AB971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27545A5-8510-0DC3-4B90-2A198397945F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FD54D9D-AC4C-8093-DEF2-A0EB725832CB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F70C61-789C-7847-8652-473CBB08ECDD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68BAF5-92A7-C04C-715A-8796F5419FC6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FA78493-7C21-24B0-243B-9324B8EB6FAB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36E973D-CE08-B794-B3AE-DB3B357349DC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0C2D780-AFAF-3BE9-E369-3DCC3BF19EDC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FBE1CA0-706F-ED95-D4E8-D7597F2ECEF8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EF3180F-CE13-23CF-4C4A-D58A2B264A5C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458E9BB-9FA1-EB1D-C89B-E7697890E007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B619C40-6EDD-B62E-1019-74869E4ADDF8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386FF70-9512-A839-0B7E-284F42D3CBCE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5E8E89-78AB-51D0-4ED5-909AB7A79D25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574C38-CD08-18C9-2FD2-A22A1FF18D4F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B9C1B3E-B9E6-98EB-2D7C-6648EA44C3C6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960D2F1-5EE1-DB77-FCA5-ED7EE062C672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7541E86-4599-BEE9-6C52-D74D3B44214E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9475DBE-44E8-6864-E888-14C4EFF41370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7172C28-A9C2-8B97-789A-FD22B5266473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08EB07B-30F7-1230-126F-94DC76569E39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0F76ECE2-CD99-956C-0F3A-AB8F227CBA22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2A7845C0-9E70-E610-9747-7F6A889BE123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1" name="Freeform: Shape 2050">
              <a:extLst>
                <a:ext uri="{FF2B5EF4-FFF2-40B4-BE49-F238E27FC236}">
                  <a16:creationId xmlns:a16="http://schemas.microsoft.com/office/drawing/2014/main" id="{A4092CCB-3225-E174-42F1-F004220A4410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2" name="Freeform: Shape 2051">
              <a:extLst>
                <a:ext uri="{FF2B5EF4-FFF2-40B4-BE49-F238E27FC236}">
                  <a16:creationId xmlns:a16="http://schemas.microsoft.com/office/drawing/2014/main" id="{C80202C8-0808-A2EA-8F1B-ACE507EAB0D7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E61D61B7-75E1-7330-B904-E4FD5C2733B2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4" name="Freeform: Shape 2053">
              <a:extLst>
                <a:ext uri="{FF2B5EF4-FFF2-40B4-BE49-F238E27FC236}">
                  <a16:creationId xmlns:a16="http://schemas.microsoft.com/office/drawing/2014/main" id="{E8A582B2-1BEB-A55C-13A2-C06772A2C4D1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5" name="Freeform: Shape 2054">
              <a:extLst>
                <a:ext uri="{FF2B5EF4-FFF2-40B4-BE49-F238E27FC236}">
                  <a16:creationId xmlns:a16="http://schemas.microsoft.com/office/drawing/2014/main" id="{63B3306F-1A1A-99E6-C09A-D2E3B61DC30C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6" name="Freeform: Shape 2055">
              <a:extLst>
                <a:ext uri="{FF2B5EF4-FFF2-40B4-BE49-F238E27FC236}">
                  <a16:creationId xmlns:a16="http://schemas.microsoft.com/office/drawing/2014/main" id="{F90DBC6C-CCED-B770-8166-FD8B40BA9CE2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7" name="Freeform: Shape 2056">
              <a:extLst>
                <a:ext uri="{FF2B5EF4-FFF2-40B4-BE49-F238E27FC236}">
                  <a16:creationId xmlns:a16="http://schemas.microsoft.com/office/drawing/2014/main" id="{7CD01D7E-67C8-792B-8835-01A397468422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9362C223-1B6B-340C-DE6E-2169BFF135AE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836202E2-5CBF-2127-0767-6EC994EE1F98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E092856E-6263-EC4B-67F5-48D96432F9D1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319F3C44-A316-FDA9-AF4A-80587BF2F5BE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7C059E6B-8ED7-051A-5B8D-01CA5F3CB1A7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1DBA1810-E4A3-2456-DB7C-64B70C3525E6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ABFDE7BB-DDD4-3291-8CC3-61C37619CADD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CC6BFE0F-4A17-A5C5-179E-796974F19E11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255186D0-816B-A95B-70E8-FA9082FED9C1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088F1108-8729-3F8D-8BA6-B87A1E97CC46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6227E86C-7E16-AC8C-9474-96409FB18BEC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C8E36B8E-525F-1166-CFA8-DF978ACA62B6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11BA23CB-F527-F17D-D247-2A789BB6F499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60D2DE33-0D47-F396-AD44-3F245FF03DC2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852CDC5B-8DA7-CFDA-6AFE-B004EDCA7905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675DA7AA-E4D4-0AF1-2EBB-0098E2785944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22F536B7-5D7F-6C02-623E-8F5AEF28158A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902F3D37-4F81-9D4C-09F3-F52A8155F28A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196C3D08-1E16-0068-06E3-978D772ED12F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C5B2DC50-052C-8413-94A6-8969861383BB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B537A08D-99F0-AECF-C7A7-F66B60FB03C3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6B79EADC-403B-4096-FF24-EA82C361E9F7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50C40CAE-7E89-7FE8-08D6-B7A33FBCF0B7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B345A2A0-9ED3-DD98-9EC0-534D13034D4B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263FCAB3-B17C-EB9E-6402-B197C67739FC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2EB92504-0F82-6AD8-4ACB-A1C0F943AEE9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863C3BCC-BD3E-7F1D-F2A6-82E0D2BB14E3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B1D86477-3A2B-7EC6-AEB0-3CAB7405E768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AEEB4003-5CB7-2D33-AB32-B682F7563DF2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7" name="Freeform: Shape 2086">
              <a:extLst>
                <a:ext uri="{FF2B5EF4-FFF2-40B4-BE49-F238E27FC236}">
                  <a16:creationId xmlns:a16="http://schemas.microsoft.com/office/drawing/2014/main" id="{D7B344F5-0A85-FFC6-2FB7-28E29EBE8485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460D15CC-2688-F194-675A-E5D6191D4D22}"/>
              </a:ext>
            </a:extLst>
          </p:cNvPr>
          <p:cNvGrpSpPr/>
          <p:nvPr/>
        </p:nvGrpSpPr>
        <p:grpSpPr>
          <a:xfrm>
            <a:off x="776220" y="5728060"/>
            <a:ext cx="2002990" cy="1968361"/>
            <a:chOff x="10308334" y="3965671"/>
            <a:chExt cx="1221256" cy="1200142"/>
          </a:xfrm>
        </p:grpSpPr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F7DE60BF-7FDC-2DA9-24A3-054EEA7D6B40}"/>
                </a:ext>
              </a:extLst>
            </p:cNvPr>
            <p:cNvSpPr/>
            <p:nvPr/>
          </p:nvSpPr>
          <p:spPr>
            <a:xfrm rot="11700000">
              <a:off x="10308334" y="3965671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C3F21EA8-625E-4B57-EBB0-AA328F88D23F}"/>
                </a:ext>
              </a:extLst>
            </p:cNvPr>
            <p:cNvSpPr/>
            <p:nvPr/>
          </p:nvSpPr>
          <p:spPr>
            <a:xfrm rot="11700000">
              <a:off x="10824465" y="4506552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91" name="TextBox 2090">
            <a:extLst>
              <a:ext uri="{FF2B5EF4-FFF2-40B4-BE49-F238E27FC236}">
                <a16:creationId xmlns:a16="http://schemas.microsoft.com/office/drawing/2014/main" id="{542E322F-9039-3886-F89A-6EE307A7DA8B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2092" name="Slide Number Placeholder 5">
            <a:extLst>
              <a:ext uri="{FF2B5EF4-FFF2-40B4-BE49-F238E27FC236}">
                <a16:creationId xmlns:a16="http://schemas.microsoft.com/office/drawing/2014/main" id="{400D02D6-0F3A-A781-3BC1-33622BC831E0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5</a:t>
            </a:fld>
            <a:endParaRPr lang="en-US" sz="1100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8166764-E1DA-4EBA-8E77-1E005F741C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692481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0D8928-E8A6-A18A-F9E0-BC14ABD48C3F}"/>
              </a:ext>
            </a:extLst>
          </p:cNvPr>
          <p:cNvSpPr/>
          <p:nvPr/>
        </p:nvSpPr>
        <p:spPr>
          <a:xfrm>
            <a:off x="6728621" y="4864374"/>
            <a:ext cx="729842" cy="72984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6D530A-186C-6942-126B-176A7E663785}"/>
              </a:ext>
            </a:extLst>
          </p:cNvPr>
          <p:cNvSpPr/>
          <p:nvPr/>
        </p:nvSpPr>
        <p:spPr>
          <a:xfrm>
            <a:off x="6728621" y="3715366"/>
            <a:ext cx="729842" cy="72984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B9EEC-B74E-0683-61AB-DA4CAC8CA5FD}"/>
              </a:ext>
            </a:extLst>
          </p:cNvPr>
          <p:cNvSpPr txBox="1"/>
          <p:nvPr/>
        </p:nvSpPr>
        <p:spPr>
          <a:xfrm>
            <a:off x="7660740" y="4026042"/>
            <a:ext cx="3735045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 vulputate dignissim</a:t>
            </a:r>
            <a:r>
              <a:rPr lang="id-ID" sz="1100">
                <a:solidFill>
                  <a:schemeClr val="tx2"/>
                </a:solidFill>
              </a:rPr>
              <a:t>. </a:t>
            </a:r>
            <a:endParaRPr lang="id-ID" sz="11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37F96-4C1B-C9B1-F808-DC5016267DD4}"/>
              </a:ext>
            </a:extLst>
          </p:cNvPr>
          <p:cNvSpPr txBox="1"/>
          <p:nvPr/>
        </p:nvSpPr>
        <p:spPr>
          <a:xfrm>
            <a:off x="7660741" y="3661121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Your Subtitle Here</a:t>
            </a:r>
            <a:endParaRPr lang="en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EFF24-16F7-C489-71CE-AA8A91A0B492}"/>
              </a:ext>
            </a:extLst>
          </p:cNvPr>
          <p:cNvSpPr txBox="1"/>
          <p:nvPr/>
        </p:nvSpPr>
        <p:spPr>
          <a:xfrm>
            <a:off x="6869763" y="3880232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+mj-lt"/>
              </a:rPr>
              <a:t>01</a:t>
            </a:r>
            <a:endParaRPr lang="en-ID" sz="20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633EBD-0AA9-8BF2-8FFF-A6AA26CFB5B8}"/>
              </a:ext>
            </a:extLst>
          </p:cNvPr>
          <p:cNvSpPr txBox="1"/>
          <p:nvPr/>
        </p:nvSpPr>
        <p:spPr>
          <a:xfrm>
            <a:off x="7660740" y="5175050"/>
            <a:ext cx="3735045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 vulputate dignissim</a:t>
            </a:r>
            <a:r>
              <a:rPr lang="id-ID" sz="1100">
                <a:solidFill>
                  <a:schemeClr val="tx2"/>
                </a:solidFill>
              </a:rPr>
              <a:t>. </a:t>
            </a:r>
            <a:endParaRPr lang="id-ID" sz="110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618-7F85-E1F3-7D3F-A4192DF9AD17}"/>
              </a:ext>
            </a:extLst>
          </p:cNvPr>
          <p:cNvSpPr txBox="1"/>
          <p:nvPr/>
        </p:nvSpPr>
        <p:spPr>
          <a:xfrm>
            <a:off x="7660741" y="4810129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+mj-lt"/>
              </a:rPr>
              <a:t>Your Subtitle Here</a:t>
            </a:r>
            <a:endParaRPr lang="en-ID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956AA-EB27-67F5-99C2-8C9C99A77E90}"/>
              </a:ext>
            </a:extLst>
          </p:cNvPr>
          <p:cNvSpPr txBox="1"/>
          <p:nvPr/>
        </p:nvSpPr>
        <p:spPr>
          <a:xfrm>
            <a:off x="6844916" y="5029240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+mj-lt"/>
              </a:rPr>
              <a:t>02</a:t>
            </a:r>
            <a:endParaRPr lang="en-ID" sz="20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A8BCA-CCF7-2416-19DC-FB9AEDEE6D34}"/>
              </a:ext>
            </a:extLst>
          </p:cNvPr>
          <p:cNvSpPr txBox="1"/>
          <p:nvPr/>
        </p:nvSpPr>
        <p:spPr>
          <a:xfrm>
            <a:off x="6644892" y="1109844"/>
            <a:ext cx="49323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dirty="0">
                <a:latin typeface="+mj-lt"/>
              </a:rPr>
              <a:t>Bridging </a:t>
            </a:r>
            <a:r>
              <a:rPr lang="en-ID" sz="4800" b="1" dirty="0">
                <a:solidFill>
                  <a:schemeClr val="accent2"/>
                </a:solidFill>
                <a:latin typeface="+mj-lt"/>
              </a:rPr>
              <a:t>Knowledge And </a:t>
            </a:r>
            <a:r>
              <a:rPr lang="en-ID" sz="4800" dirty="0">
                <a:latin typeface="+mj-lt"/>
              </a:rPr>
              <a:t>Education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6E03FF-5DF9-FA96-7009-C210D3483995}"/>
              </a:ext>
            </a:extLst>
          </p:cNvPr>
          <p:cNvGrpSpPr/>
          <p:nvPr/>
        </p:nvGrpSpPr>
        <p:grpSpPr>
          <a:xfrm>
            <a:off x="4531260" y="4403011"/>
            <a:ext cx="2004642" cy="1975956"/>
            <a:chOff x="10149732" y="3972565"/>
            <a:chExt cx="1579958" cy="155734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2CF4E4E-42F4-0C25-0FB7-B20C69BEEDA2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D3183C9-7650-C295-0D15-161090A9565A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59CCE4-6E82-8800-B27F-A319EADD5526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088EC60-B2C1-2E8B-23C9-C4513381C0DD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B416170-8C86-454F-E252-7D59F9349118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E735381-E013-E9D3-1E22-5B9003D0B22A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E04082-B12D-9E11-D66A-D62D6C3B7389}"/>
              </a:ext>
            </a:extLst>
          </p:cNvPr>
          <p:cNvGrpSpPr/>
          <p:nvPr/>
        </p:nvGrpSpPr>
        <p:grpSpPr>
          <a:xfrm>
            <a:off x="9272570" y="-143759"/>
            <a:ext cx="1200142" cy="1221256"/>
            <a:chOff x="6452894" y="5331089"/>
            <a:chExt cx="1200142" cy="122125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D5ECF5B-BAE8-4E81-935A-3ABD15A2AC64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9C5C62-4235-4A21-D1D2-055B4F28EB42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C8F9457-C057-779E-7D9A-13F6FC70FEF1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C660A552-5E81-7B84-1969-386832A97CE0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6</a:t>
            </a:fld>
            <a:endParaRPr lang="en-US" sz="1100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E1A6E88-D7BC-44B6-9320-C9BD931F8B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B1D73-F255-4A72-AA86-68D31EF74C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294118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94D6C5-EF88-8B42-F5F1-DA202E50A980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2D2905-A93E-8554-74DF-6E67C47CB583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7</a:t>
            </a:fld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33C2E-30D0-3732-B9A7-4010FDB2DB72}"/>
              </a:ext>
            </a:extLst>
          </p:cNvPr>
          <p:cNvSpPr txBox="1"/>
          <p:nvPr/>
        </p:nvSpPr>
        <p:spPr>
          <a:xfrm>
            <a:off x="1055688" y="1228725"/>
            <a:ext cx="47863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dirty="0">
                <a:latin typeface="+mj-lt"/>
              </a:rPr>
              <a:t>The Most </a:t>
            </a:r>
            <a:r>
              <a:rPr lang="en-ID" sz="4800" b="1" dirty="0">
                <a:solidFill>
                  <a:schemeClr val="accent2"/>
                </a:solidFill>
                <a:latin typeface="+mj-lt"/>
              </a:rPr>
              <a:t>Experienced</a:t>
            </a:r>
            <a:r>
              <a:rPr lang="en-ID" sz="4800" dirty="0">
                <a:latin typeface="+mj-lt"/>
              </a:rPr>
              <a:t> Biology Doctor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587D1E-B3EF-D38A-5333-134D926D9490}"/>
              </a:ext>
            </a:extLst>
          </p:cNvPr>
          <p:cNvSpPr txBox="1"/>
          <p:nvPr/>
        </p:nvSpPr>
        <p:spPr>
          <a:xfrm>
            <a:off x="1169987" y="4670390"/>
            <a:ext cx="3735045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100" dirty="0">
                <a:solidFill>
                  <a:schemeClr val="tx2"/>
                </a:solidFill>
              </a:rPr>
              <a:t>Aliquet nibh </a:t>
            </a:r>
            <a:r>
              <a:rPr lang="en-US" sz="1100" dirty="0" err="1">
                <a:solidFill>
                  <a:schemeClr val="tx2"/>
                </a:solidFill>
              </a:rPr>
              <a:t>biba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id-ID" sz="1100" dirty="0">
                <a:solidFill>
                  <a:schemeClr val="tx2"/>
                </a:solidFill>
              </a:rPr>
              <a:t>praesent tristique magna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sitaminas</a:t>
            </a:r>
            <a:r>
              <a:rPr lang="id-ID" sz="1100" dirty="0">
                <a:solidFill>
                  <a:schemeClr val="tx2"/>
                </a:solidFill>
              </a:rPr>
              <a:t> sit amet. Risus pretium quam vulputate dignissim.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7E7E181-259C-B88C-2381-093FE2BFDA8D}"/>
              </a:ext>
            </a:extLst>
          </p:cNvPr>
          <p:cNvSpPr/>
          <p:nvPr/>
        </p:nvSpPr>
        <p:spPr>
          <a:xfrm>
            <a:off x="1174873" y="3792726"/>
            <a:ext cx="729842" cy="72984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900AEA-6DDC-AA24-4140-8694613F99EF}"/>
              </a:ext>
            </a:extLst>
          </p:cNvPr>
          <p:cNvSpPr txBox="1"/>
          <p:nvPr/>
        </p:nvSpPr>
        <p:spPr>
          <a:xfrm>
            <a:off x="2104647" y="4191000"/>
            <a:ext cx="3735045" cy="31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100" i="1" dirty="0">
                <a:solidFill>
                  <a:schemeClr val="tx2"/>
                </a:solidFill>
              </a:rPr>
              <a:t>Doctor Biology</a:t>
            </a:r>
            <a:endParaRPr lang="id-ID" sz="1100" i="1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15D76-8A57-2716-992A-4F382E8DC5B9}"/>
              </a:ext>
            </a:extLst>
          </p:cNvPr>
          <p:cNvSpPr txBox="1"/>
          <p:nvPr/>
        </p:nvSpPr>
        <p:spPr>
          <a:xfrm>
            <a:off x="2104647" y="3859768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Donna </a:t>
            </a:r>
            <a:r>
              <a:rPr lang="en-US" b="1" dirty="0" err="1">
                <a:solidFill>
                  <a:schemeClr val="accent1"/>
                </a:solidFill>
                <a:latin typeface="+mj-lt"/>
              </a:rPr>
              <a:t>Stroupe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B3E3991-BED4-A2E8-5FDE-695F35B50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0220" y="3960420"/>
            <a:ext cx="394455" cy="39445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44978F5-1743-4FB8-3EB6-A27C1023F91E}"/>
              </a:ext>
            </a:extLst>
          </p:cNvPr>
          <p:cNvGrpSpPr/>
          <p:nvPr/>
        </p:nvGrpSpPr>
        <p:grpSpPr>
          <a:xfrm>
            <a:off x="5649771" y="4841422"/>
            <a:ext cx="1624229" cy="1647080"/>
            <a:chOff x="9761542" y="1403215"/>
            <a:chExt cx="1712486" cy="173657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EB6977-52DB-4B2E-941D-C1A2776EF004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D8005D2-DA8E-B554-D6C8-B9CDAC3F048D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A5AE637-C59A-CFE8-F4BA-E6A2A7F333A5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AEC35F-6C02-B6AA-7AB0-014C44589824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B8F70C9-A1E6-67ED-8474-CC9E14FA4B1F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B430AF5-1880-20E2-D381-C182A3D080CB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FA238B3-69A2-DE93-A6AE-424D26892784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29872A-567D-489A-5181-C4F081B8C655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B44360-65DD-3D53-9A71-D6E05E276098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71ACBD6-259E-E8E2-0222-94A99800266E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EC390EA-78A8-3C88-832A-B045A11BFD82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479E4E-7446-4D20-34B0-41FEC4C4C7E1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1A09EE2-23CC-42F2-2A27-245FB10DBB9A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4C2406C-55FF-9299-1723-D2F6A9F6D381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923C6DE-10FA-C9D9-2D33-B11D676B9EA0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B77926-A22C-5A7C-B541-53839E7A2DAA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D28B63C-3385-CCF0-9D53-E14D3C82FE95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124775C-FD43-0B20-950E-0B5EEF22B624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3CAE78E-482E-B3B7-E564-FA488CD4BEBA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716ED5D-1698-11F7-67AA-4055D302E06A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E993E57-483F-9D47-9C06-FE3C9B6633AF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76DC8F3-5F0D-F7C4-98ED-2241578E64AF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A014A43-F0D1-1E56-B323-9740B8AD51BE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FA75203-16F2-932D-BDAA-C1746B261B9C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42A5151-9BD2-5A0D-33AC-A1FB7F5934D0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58BA49B-0891-3240-C5F8-C219DFA1E14A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94A85E4-F129-1401-D3FE-1DDD0091F57C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40861D4-D5B0-5740-754E-5F07D283ECE3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5DF4650-5FB7-0445-4F8C-DD9DF09F1424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5FA8767-AE3C-F093-2944-9E1EA45850F1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B61AC9F-C5A0-3127-D7E4-B41671E479AF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FA9713-69F5-007E-F75C-BE3CBFC72DFF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4D550AF-4608-B842-D2D0-FB3EE7839731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98940E5-5B24-C00C-876E-54BDEE72F00E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4865163-C953-3746-DD9A-68AB62D6E529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D7A41C5-C5E4-09AB-560A-14F93777FF7A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2DBB5B9-4A1F-8222-7B1B-EC7FB32BAF04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9ADC581-52FD-1E47-2734-4405C388D6CD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6AF8416-4B6F-AD6E-1384-1A1791AF52B3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6F6CDB1-26C4-7E3E-46DB-162444011C26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F776FEA-9918-4B2F-E79C-799986EF485E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D755DA1-7ACE-F8A3-FC2D-4CF67FB4C3DE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FFBC821-8629-54A1-5978-801E9C7A06BC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40C02C-3FFD-753E-CE0C-6DE088C77B36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84" name="Freeform: Shape 16383">
              <a:extLst>
                <a:ext uri="{FF2B5EF4-FFF2-40B4-BE49-F238E27FC236}">
                  <a16:creationId xmlns:a16="http://schemas.microsoft.com/office/drawing/2014/main" id="{961C3850-4163-33B5-9B80-E85D91E371DC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85" name="Freeform: Shape 16384">
              <a:extLst>
                <a:ext uri="{FF2B5EF4-FFF2-40B4-BE49-F238E27FC236}">
                  <a16:creationId xmlns:a16="http://schemas.microsoft.com/office/drawing/2014/main" id="{AE740F58-D41D-AB21-573F-2DC74BB95F11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87" name="Freeform: Shape 16386">
              <a:extLst>
                <a:ext uri="{FF2B5EF4-FFF2-40B4-BE49-F238E27FC236}">
                  <a16:creationId xmlns:a16="http://schemas.microsoft.com/office/drawing/2014/main" id="{E66E7A16-41E6-2CF3-6DB3-B30C860D9B5B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88" name="Freeform: Shape 16387">
              <a:extLst>
                <a:ext uri="{FF2B5EF4-FFF2-40B4-BE49-F238E27FC236}">
                  <a16:creationId xmlns:a16="http://schemas.microsoft.com/office/drawing/2014/main" id="{747DCF34-1C37-9407-34D8-754C82AE8263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89" name="Freeform: Shape 16388">
              <a:extLst>
                <a:ext uri="{FF2B5EF4-FFF2-40B4-BE49-F238E27FC236}">
                  <a16:creationId xmlns:a16="http://schemas.microsoft.com/office/drawing/2014/main" id="{374597DE-5CE4-E74F-ECEE-3DDAAD67FF9A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0" name="Freeform: Shape 16389">
              <a:extLst>
                <a:ext uri="{FF2B5EF4-FFF2-40B4-BE49-F238E27FC236}">
                  <a16:creationId xmlns:a16="http://schemas.microsoft.com/office/drawing/2014/main" id="{E62B4BC1-00BD-DF11-A9A5-30A3E78E96EF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1" name="Freeform: Shape 16390">
              <a:extLst>
                <a:ext uri="{FF2B5EF4-FFF2-40B4-BE49-F238E27FC236}">
                  <a16:creationId xmlns:a16="http://schemas.microsoft.com/office/drawing/2014/main" id="{C8A0BA53-217A-B40F-17D8-E2FD18C27671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2" name="Freeform: Shape 16391">
              <a:extLst>
                <a:ext uri="{FF2B5EF4-FFF2-40B4-BE49-F238E27FC236}">
                  <a16:creationId xmlns:a16="http://schemas.microsoft.com/office/drawing/2014/main" id="{A932D828-98B6-4BDD-250C-9592E2AC0622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3" name="Freeform: Shape 16392">
              <a:extLst>
                <a:ext uri="{FF2B5EF4-FFF2-40B4-BE49-F238E27FC236}">
                  <a16:creationId xmlns:a16="http://schemas.microsoft.com/office/drawing/2014/main" id="{AEFD3441-E8B6-0C69-F792-F95A5DF99AB7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4" name="Freeform: Shape 16393">
              <a:extLst>
                <a:ext uri="{FF2B5EF4-FFF2-40B4-BE49-F238E27FC236}">
                  <a16:creationId xmlns:a16="http://schemas.microsoft.com/office/drawing/2014/main" id="{34411208-B774-BBF1-D610-6F9F1E8CDBBA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5" name="Freeform: Shape 16394">
              <a:extLst>
                <a:ext uri="{FF2B5EF4-FFF2-40B4-BE49-F238E27FC236}">
                  <a16:creationId xmlns:a16="http://schemas.microsoft.com/office/drawing/2014/main" id="{E1D20395-8C22-23D1-0D25-1695E224E117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6" name="Freeform: Shape 16395">
              <a:extLst>
                <a:ext uri="{FF2B5EF4-FFF2-40B4-BE49-F238E27FC236}">
                  <a16:creationId xmlns:a16="http://schemas.microsoft.com/office/drawing/2014/main" id="{AA0F5378-369B-EC43-A30E-CB565FC031FE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7" name="Freeform: Shape 16396">
              <a:extLst>
                <a:ext uri="{FF2B5EF4-FFF2-40B4-BE49-F238E27FC236}">
                  <a16:creationId xmlns:a16="http://schemas.microsoft.com/office/drawing/2014/main" id="{2CE7844E-A387-D4C7-603B-C53159602849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8" name="Freeform: Shape 16397">
              <a:extLst>
                <a:ext uri="{FF2B5EF4-FFF2-40B4-BE49-F238E27FC236}">
                  <a16:creationId xmlns:a16="http://schemas.microsoft.com/office/drawing/2014/main" id="{09DE0ABA-F7BE-4C9A-CE18-DA47E22B1D3A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99" name="Freeform: Shape 16398">
              <a:extLst>
                <a:ext uri="{FF2B5EF4-FFF2-40B4-BE49-F238E27FC236}">
                  <a16:creationId xmlns:a16="http://schemas.microsoft.com/office/drawing/2014/main" id="{4C91A82B-9A85-E213-E8A5-5352984A46F2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0" name="Freeform: Shape 16399">
              <a:extLst>
                <a:ext uri="{FF2B5EF4-FFF2-40B4-BE49-F238E27FC236}">
                  <a16:creationId xmlns:a16="http://schemas.microsoft.com/office/drawing/2014/main" id="{C29E4B3F-EB31-6617-5B2B-D84B86834271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1" name="Freeform: Shape 16400">
              <a:extLst>
                <a:ext uri="{FF2B5EF4-FFF2-40B4-BE49-F238E27FC236}">
                  <a16:creationId xmlns:a16="http://schemas.microsoft.com/office/drawing/2014/main" id="{CD880730-3CC0-24F7-9342-7A6FEA19CAB2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2" name="Freeform: Shape 16401">
              <a:extLst>
                <a:ext uri="{FF2B5EF4-FFF2-40B4-BE49-F238E27FC236}">
                  <a16:creationId xmlns:a16="http://schemas.microsoft.com/office/drawing/2014/main" id="{D947B6A0-16F2-1DD1-736E-10B5BD91F8C7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3" name="Freeform: Shape 16402">
              <a:extLst>
                <a:ext uri="{FF2B5EF4-FFF2-40B4-BE49-F238E27FC236}">
                  <a16:creationId xmlns:a16="http://schemas.microsoft.com/office/drawing/2014/main" id="{C82E6D27-E0D1-8251-0B69-2DE2EEF2C633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4" name="Freeform: Shape 16403">
              <a:extLst>
                <a:ext uri="{FF2B5EF4-FFF2-40B4-BE49-F238E27FC236}">
                  <a16:creationId xmlns:a16="http://schemas.microsoft.com/office/drawing/2014/main" id="{6ABAF328-2B5A-675D-04E1-E45B5494CDF5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5" name="Freeform: Shape 16404">
              <a:extLst>
                <a:ext uri="{FF2B5EF4-FFF2-40B4-BE49-F238E27FC236}">
                  <a16:creationId xmlns:a16="http://schemas.microsoft.com/office/drawing/2014/main" id="{9F34FBA3-599D-38CE-8934-579084D4CD01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6" name="Freeform: Shape 16405">
              <a:extLst>
                <a:ext uri="{FF2B5EF4-FFF2-40B4-BE49-F238E27FC236}">
                  <a16:creationId xmlns:a16="http://schemas.microsoft.com/office/drawing/2014/main" id="{3DD84851-27A9-3483-CDF8-42F9C36E3BE0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7" name="Freeform: Shape 16406">
              <a:extLst>
                <a:ext uri="{FF2B5EF4-FFF2-40B4-BE49-F238E27FC236}">
                  <a16:creationId xmlns:a16="http://schemas.microsoft.com/office/drawing/2014/main" id="{7BAA8326-4F4A-40BC-E06A-FF079FD61CA6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8" name="Freeform: Shape 16407">
              <a:extLst>
                <a:ext uri="{FF2B5EF4-FFF2-40B4-BE49-F238E27FC236}">
                  <a16:creationId xmlns:a16="http://schemas.microsoft.com/office/drawing/2014/main" id="{D93D130A-BD34-19DA-383C-7236A2D8505D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09" name="Freeform: Shape 16408">
              <a:extLst>
                <a:ext uri="{FF2B5EF4-FFF2-40B4-BE49-F238E27FC236}">
                  <a16:creationId xmlns:a16="http://schemas.microsoft.com/office/drawing/2014/main" id="{F2D4DDE1-A8C5-4857-F34C-130DF78A5B52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10" name="Freeform: Shape 16409">
              <a:extLst>
                <a:ext uri="{FF2B5EF4-FFF2-40B4-BE49-F238E27FC236}">
                  <a16:creationId xmlns:a16="http://schemas.microsoft.com/office/drawing/2014/main" id="{0DAA4AC7-A16D-5248-0AC9-E3D75CA8AB3D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11" name="Freeform: Shape 16410">
              <a:extLst>
                <a:ext uri="{FF2B5EF4-FFF2-40B4-BE49-F238E27FC236}">
                  <a16:creationId xmlns:a16="http://schemas.microsoft.com/office/drawing/2014/main" id="{DD79FE4C-63A0-4FF3-7994-071A58130823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12" name="Freeform: Shape 16411">
              <a:extLst>
                <a:ext uri="{FF2B5EF4-FFF2-40B4-BE49-F238E27FC236}">
                  <a16:creationId xmlns:a16="http://schemas.microsoft.com/office/drawing/2014/main" id="{DEF2CCFD-C92B-5537-7297-2A5F20DA5B65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413" name="Group 16412">
            <a:extLst>
              <a:ext uri="{FF2B5EF4-FFF2-40B4-BE49-F238E27FC236}">
                <a16:creationId xmlns:a16="http://schemas.microsoft.com/office/drawing/2014/main" id="{80ACC02E-0D5D-8BF4-B8B5-BFCE99894DEB}"/>
              </a:ext>
            </a:extLst>
          </p:cNvPr>
          <p:cNvGrpSpPr/>
          <p:nvPr/>
        </p:nvGrpSpPr>
        <p:grpSpPr>
          <a:xfrm>
            <a:off x="8323532" y="-543912"/>
            <a:ext cx="1874536" cy="1907515"/>
            <a:chOff x="6452894" y="5331089"/>
            <a:chExt cx="1200142" cy="1221256"/>
          </a:xfrm>
        </p:grpSpPr>
        <p:sp>
          <p:nvSpPr>
            <p:cNvPr id="16414" name="Freeform: Shape 16413">
              <a:extLst>
                <a:ext uri="{FF2B5EF4-FFF2-40B4-BE49-F238E27FC236}">
                  <a16:creationId xmlns:a16="http://schemas.microsoft.com/office/drawing/2014/main" id="{0BC24DA2-9561-26FA-F406-9337EBE8D62A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15" name="Freeform: Shape 16414">
              <a:extLst>
                <a:ext uri="{FF2B5EF4-FFF2-40B4-BE49-F238E27FC236}">
                  <a16:creationId xmlns:a16="http://schemas.microsoft.com/office/drawing/2014/main" id="{2BABFF89-28DD-DD1E-CFB5-5F2DBD4AB0BE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5878F0D-082C-4D42-B4B3-E1661FA120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89677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3" name="Rectangle: Rounded Corners 17422">
            <a:extLst>
              <a:ext uri="{FF2B5EF4-FFF2-40B4-BE49-F238E27FC236}">
                <a16:creationId xmlns:a16="http://schemas.microsoft.com/office/drawing/2014/main" id="{DE2CC8B2-1B48-8283-8947-BDB320AC3E7F}"/>
              </a:ext>
            </a:extLst>
          </p:cNvPr>
          <p:cNvSpPr/>
          <p:nvPr/>
        </p:nvSpPr>
        <p:spPr>
          <a:xfrm>
            <a:off x="3669080" y="1867676"/>
            <a:ext cx="750519" cy="75051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424" name="Rectangle: Rounded Corners 17423">
            <a:extLst>
              <a:ext uri="{FF2B5EF4-FFF2-40B4-BE49-F238E27FC236}">
                <a16:creationId xmlns:a16="http://schemas.microsoft.com/office/drawing/2014/main" id="{B5B8CBE7-57DA-13A4-2284-1635AABFE962}"/>
              </a:ext>
            </a:extLst>
          </p:cNvPr>
          <p:cNvSpPr/>
          <p:nvPr/>
        </p:nvSpPr>
        <p:spPr>
          <a:xfrm>
            <a:off x="7320331" y="1867676"/>
            <a:ext cx="750519" cy="75051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425" name="Rectangle: Rounded Corners 17424">
            <a:extLst>
              <a:ext uri="{FF2B5EF4-FFF2-40B4-BE49-F238E27FC236}">
                <a16:creationId xmlns:a16="http://schemas.microsoft.com/office/drawing/2014/main" id="{B9255D96-3373-CD31-D334-3942115A501C}"/>
              </a:ext>
            </a:extLst>
          </p:cNvPr>
          <p:cNvSpPr/>
          <p:nvPr/>
        </p:nvSpPr>
        <p:spPr>
          <a:xfrm>
            <a:off x="10984277" y="1867676"/>
            <a:ext cx="750519" cy="7505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4E3761-D13D-27DC-45AF-AE1FBF086E1B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872A9A-A102-808A-CE22-66FFCD019346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8</a:t>
            </a:fld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F2559-996B-9F12-A0C3-323AA1C9700C}"/>
              </a:ext>
            </a:extLst>
          </p:cNvPr>
          <p:cNvSpPr txBox="1"/>
          <p:nvPr/>
        </p:nvSpPr>
        <p:spPr>
          <a:xfrm>
            <a:off x="762003" y="576468"/>
            <a:ext cx="10667996" cy="86421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Meet</a:t>
            </a:r>
            <a:r>
              <a:rPr lang="en-US" sz="4800" b="1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Our Team</a:t>
            </a:r>
          </a:p>
        </p:txBody>
      </p:sp>
      <p:sp>
        <p:nvSpPr>
          <p:cNvPr id="9" name="Rounded Rectangle 45">
            <a:extLst>
              <a:ext uri="{FF2B5EF4-FFF2-40B4-BE49-F238E27FC236}">
                <a16:creationId xmlns:a16="http://schemas.microsoft.com/office/drawing/2014/main" id="{55AAB4B8-EEA6-528E-E834-657CF73A4CE3}"/>
              </a:ext>
            </a:extLst>
          </p:cNvPr>
          <p:cNvSpPr/>
          <p:nvPr/>
        </p:nvSpPr>
        <p:spPr>
          <a:xfrm>
            <a:off x="4882895" y="4947852"/>
            <a:ext cx="3035808" cy="1224347"/>
          </a:xfrm>
          <a:prstGeom prst="roundRect">
            <a:avLst>
              <a:gd name="adj" fmla="val 13542"/>
            </a:avLst>
          </a:prstGeom>
          <a:solidFill>
            <a:schemeClr val="accent2"/>
          </a:solidFill>
          <a:ln>
            <a:noFill/>
          </a:ln>
          <a:effectLst>
            <a:outerShdw blurRad="571500" dist="254000" dir="5400000" algn="t" rotWithShape="0">
              <a:srgbClr val="161616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D728B3-C3B8-5302-7153-D9595E717C3C}"/>
              </a:ext>
            </a:extLst>
          </p:cNvPr>
          <p:cNvSpPr txBox="1"/>
          <p:nvPr/>
        </p:nvSpPr>
        <p:spPr>
          <a:xfrm>
            <a:off x="5181600" y="5106261"/>
            <a:ext cx="243840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b="1" spc="50" dirty="0">
                <a:solidFill>
                  <a:schemeClr val="bg1"/>
                </a:solidFill>
                <a:latin typeface="+mj-lt"/>
                <a:cs typeface="Poppins SemiBold" panose="00000700000000000000" pitchFamily="2" charset="0"/>
              </a:rPr>
              <a:t>Francisco Andrade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77740C-C3E5-3DE9-34E8-D1631E4DA0F8}"/>
              </a:ext>
            </a:extLst>
          </p:cNvPr>
          <p:cNvSpPr txBox="1"/>
          <p:nvPr/>
        </p:nvSpPr>
        <p:spPr>
          <a:xfrm>
            <a:off x="5181600" y="5371342"/>
            <a:ext cx="24384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spc="50">
                <a:solidFill>
                  <a:schemeClr val="bg1"/>
                </a:solidFill>
                <a:cs typeface="Poppins SemiBold" panose="00000700000000000000" pitchFamily="2" charset="0"/>
              </a:rPr>
              <a:t>Supporter</a:t>
            </a:r>
          </a:p>
        </p:txBody>
      </p:sp>
      <p:sp>
        <p:nvSpPr>
          <p:cNvPr id="11" name="Rounded Rectangle 55">
            <a:extLst>
              <a:ext uri="{FF2B5EF4-FFF2-40B4-BE49-F238E27FC236}">
                <a16:creationId xmlns:a16="http://schemas.microsoft.com/office/drawing/2014/main" id="{518DA026-7373-EE3E-1578-2758D29C0F94}"/>
              </a:ext>
            </a:extLst>
          </p:cNvPr>
          <p:cNvSpPr/>
          <p:nvPr/>
        </p:nvSpPr>
        <p:spPr>
          <a:xfrm>
            <a:off x="6916024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56">
            <a:extLst>
              <a:ext uri="{FF2B5EF4-FFF2-40B4-BE49-F238E27FC236}">
                <a16:creationId xmlns:a16="http://schemas.microsoft.com/office/drawing/2014/main" id="{055A1928-3411-8958-4312-DEDDCC2E9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478" y="5792904"/>
            <a:ext cx="138481" cy="139401"/>
          </a:xfrm>
          <a:custGeom>
            <a:avLst/>
            <a:gdLst>
              <a:gd name="connsiteX0" fmla="*/ 0 w 330387"/>
              <a:gd name="connsiteY0" fmla="*/ 99812 h 332580"/>
              <a:gd name="connsiteX1" fmla="*/ 72114 w 330387"/>
              <a:gd name="connsiteY1" fmla="*/ 99812 h 332580"/>
              <a:gd name="connsiteX2" fmla="*/ 72114 w 330387"/>
              <a:gd name="connsiteY2" fmla="*/ 328168 h 332580"/>
              <a:gd name="connsiteX3" fmla="*/ 0 w 330387"/>
              <a:gd name="connsiteY3" fmla="*/ 328168 h 332580"/>
              <a:gd name="connsiteX4" fmla="*/ 0 w 330387"/>
              <a:gd name="connsiteY4" fmla="*/ 99812 h 332580"/>
              <a:gd name="connsiteX5" fmla="*/ 251322 w 330387"/>
              <a:gd name="connsiteY5" fmla="*/ 97132 h 332580"/>
              <a:gd name="connsiteX6" fmla="*/ 330387 w 330387"/>
              <a:gd name="connsiteY6" fmla="*/ 197387 h 332580"/>
              <a:gd name="connsiteX7" fmla="*/ 330387 w 330387"/>
              <a:gd name="connsiteY7" fmla="*/ 332580 h 332580"/>
              <a:gd name="connsiteX8" fmla="*/ 257290 w 330387"/>
              <a:gd name="connsiteY8" fmla="*/ 332580 h 332580"/>
              <a:gd name="connsiteX9" fmla="*/ 257290 w 330387"/>
              <a:gd name="connsiteY9" fmla="*/ 204223 h 332580"/>
              <a:gd name="connsiteX10" fmla="*/ 224470 w 330387"/>
              <a:gd name="connsiteY10" fmla="*/ 157133 h 332580"/>
              <a:gd name="connsiteX11" fmla="*/ 184938 w 330387"/>
              <a:gd name="connsiteY11" fmla="*/ 184476 h 332580"/>
              <a:gd name="connsiteX12" fmla="*/ 184938 w 330387"/>
              <a:gd name="connsiteY12" fmla="*/ 197387 h 332580"/>
              <a:gd name="connsiteX13" fmla="*/ 184938 w 330387"/>
              <a:gd name="connsiteY13" fmla="*/ 332580 h 332580"/>
              <a:gd name="connsiteX14" fmla="*/ 112586 w 330387"/>
              <a:gd name="connsiteY14" fmla="*/ 332580 h 332580"/>
              <a:gd name="connsiteX15" fmla="*/ 112586 w 330387"/>
              <a:gd name="connsiteY15" fmla="*/ 177640 h 332580"/>
              <a:gd name="connsiteX16" fmla="*/ 112586 w 330387"/>
              <a:gd name="connsiteY16" fmla="*/ 103208 h 332580"/>
              <a:gd name="connsiteX17" fmla="*/ 171512 w 330387"/>
              <a:gd name="connsiteY17" fmla="*/ 103208 h 332580"/>
              <a:gd name="connsiteX18" fmla="*/ 178225 w 330387"/>
              <a:gd name="connsiteY18" fmla="*/ 130550 h 332580"/>
              <a:gd name="connsiteX19" fmla="*/ 251322 w 330387"/>
              <a:gd name="connsiteY19" fmla="*/ 97132 h 332580"/>
              <a:gd name="connsiteX20" fmla="*/ 33114 w 330387"/>
              <a:gd name="connsiteY20" fmla="*/ 0 h 332580"/>
              <a:gd name="connsiteX21" fmla="*/ 72114 w 330387"/>
              <a:gd name="connsiteY21" fmla="*/ 33270 h 332580"/>
              <a:gd name="connsiteX22" fmla="*/ 33114 w 330387"/>
              <a:gd name="connsiteY22" fmla="*/ 66541 h 332580"/>
              <a:gd name="connsiteX23" fmla="*/ 0 w 330387"/>
              <a:gd name="connsiteY23" fmla="*/ 33270 h 332580"/>
              <a:gd name="connsiteX24" fmla="*/ 33114 w 330387"/>
              <a:gd name="connsiteY24" fmla="*/ 0 h 33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30387" h="332580">
                <a:moveTo>
                  <a:pt x="0" y="99812"/>
                </a:moveTo>
                <a:cubicBezTo>
                  <a:pt x="72114" y="99812"/>
                  <a:pt x="72114" y="99812"/>
                  <a:pt x="72114" y="99812"/>
                </a:cubicBezTo>
                <a:cubicBezTo>
                  <a:pt x="72114" y="328168"/>
                  <a:pt x="72114" y="328168"/>
                  <a:pt x="72114" y="328168"/>
                </a:cubicBezTo>
                <a:lnTo>
                  <a:pt x="0" y="328168"/>
                </a:lnTo>
                <a:cubicBezTo>
                  <a:pt x="0" y="99812"/>
                  <a:pt x="0" y="99812"/>
                  <a:pt x="0" y="99812"/>
                </a:cubicBezTo>
                <a:close/>
                <a:moveTo>
                  <a:pt x="251322" y="97132"/>
                </a:moveTo>
                <a:cubicBezTo>
                  <a:pt x="297568" y="97132"/>
                  <a:pt x="330387" y="130550"/>
                  <a:pt x="330387" y="197387"/>
                </a:cubicBezTo>
                <a:cubicBezTo>
                  <a:pt x="330387" y="332580"/>
                  <a:pt x="330387" y="332580"/>
                  <a:pt x="330387" y="332580"/>
                </a:cubicBezTo>
                <a:cubicBezTo>
                  <a:pt x="257290" y="332580"/>
                  <a:pt x="257290" y="332580"/>
                  <a:pt x="257290" y="332580"/>
                </a:cubicBezTo>
                <a:cubicBezTo>
                  <a:pt x="257290" y="204223"/>
                  <a:pt x="257290" y="204223"/>
                  <a:pt x="257290" y="204223"/>
                </a:cubicBezTo>
                <a:cubicBezTo>
                  <a:pt x="257290" y="177640"/>
                  <a:pt x="251322" y="157133"/>
                  <a:pt x="224470" y="157133"/>
                </a:cubicBezTo>
                <a:cubicBezTo>
                  <a:pt x="204331" y="157133"/>
                  <a:pt x="191651" y="170804"/>
                  <a:pt x="184938" y="184476"/>
                </a:cubicBezTo>
                <a:cubicBezTo>
                  <a:pt x="184938" y="184476"/>
                  <a:pt x="184938" y="191311"/>
                  <a:pt x="184938" y="197387"/>
                </a:cubicBezTo>
                <a:cubicBezTo>
                  <a:pt x="184938" y="332580"/>
                  <a:pt x="184938" y="332580"/>
                  <a:pt x="184938" y="332580"/>
                </a:cubicBezTo>
                <a:cubicBezTo>
                  <a:pt x="112586" y="332580"/>
                  <a:pt x="112586" y="332580"/>
                  <a:pt x="112586" y="332580"/>
                </a:cubicBezTo>
                <a:lnTo>
                  <a:pt x="112586" y="177640"/>
                </a:lnTo>
                <a:cubicBezTo>
                  <a:pt x="112586" y="144222"/>
                  <a:pt x="112586" y="123715"/>
                  <a:pt x="112586" y="103208"/>
                </a:cubicBezTo>
                <a:cubicBezTo>
                  <a:pt x="171512" y="103208"/>
                  <a:pt x="171512" y="103208"/>
                  <a:pt x="171512" y="103208"/>
                </a:cubicBezTo>
                <a:cubicBezTo>
                  <a:pt x="178225" y="130550"/>
                  <a:pt x="178225" y="130550"/>
                  <a:pt x="178225" y="130550"/>
                </a:cubicBezTo>
                <a:cubicBezTo>
                  <a:pt x="184938" y="116879"/>
                  <a:pt x="211044" y="97132"/>
                  <a:pt x="251322" y="97132"/>
                </a:cubicBezTo>
                <a:close/>
                <a:moveTo>
                  <a:pt x="33114" y="0"/>
                </a:moveTo>
                <a:cubicBezTo>
                  <a:pt x="58869" y="0"/>
                  <a:pt x="72114" y="13611"/>
                  <a:pt x="72114" y="33270"/>
                </a:cubicBezTo>
                <a:cubicBezTo>
                  <a:pt x="72114" y="53686"/>
                  <a:pt x="58869" y="66541"/>
                  <a:pt x="33114" y="66541"/>
                </a:cubicBezTo>
                <a:cubicBezTo>
                  <a:pt x="12509" y="66541"/>
                  <a:pt x="0" y="53686"/>
                  <a:pt x="0" y="33270"/>
                </a:cubicBezTo>
                <a:cubicBezTo>
                  <a:pt x="0" y="13611"/>
                  <a:pt x="12509" y="0"/>
                  <a:pt x="3311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lIns="34286" tIns="17143" rIns="34286" bIns="17143" anchor="ctr">
            <a:noAutofit/>
          </a:bodyPr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13" name="Rounded Rectangle 53">
            <a:extLst>
              <a:ext uri="{FF2B5EF4-FFF2-40B4-BE49-F238E27FC236}">
                <a16:creationId xmlns:a16="http://schemas.microsoft.com/office/drawing/2014/main" id="{58BAB88A-8165-4A4A-D291-D5BF17EDEFF3}"/>
              </a:ext>
            </a:extLst>
          </p:cNvPr>
          <p:cNvSpPr/>
          <p:nvPr/>
        </p:nvSpPr>
        <p:spPr>
          <a:xfrm>
            <a:off x="6489744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9">
            <a:extLst>
              <a:ext uri="{FF2B5EF4-FFF2-40B4-BE49-F238E27FC236}">
                <a16:creationId xmlns:a16="http://schemas.microsoft.com/office/drawing/2014/main" id="{BFAB6DA3-B36C-DE61-B60E-884E340A2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551" y="5815857"/>
            <a:ext cx="162852" cy="107334"/>
          </a:xfrm>
          <a:custGeom>
            <a:avLst/>
            <a:gdLst>
              <a:gd name="T0" fmla="*/ 110347 w 514"/>
              <a:gd name="T1" fmla="*/ 77365 h 338"/>
              <a:gd name="T2" fmla="*/ 110347 w 514"/>
              <a:gd name="T3" fmla="*/ 77365 h 338"/>
              <a:gd name="T4" fmla="*/ 134264 w 514"/>
              <a:gd name="T5" fmla="*/ 48489 h 338"/>
              <a:gd name="T6" fmla="*/ 86429 w 514"/>
              <a:gd name="T7" fmla="*/ 0 h 338"/>
              <a:gd name="T8" fmla="*/ 0 w 514"/>
              <a:gd name="T9" fmla="*/ 0 h 338"/>
              <a:gd name="T10" fmla="*/ 0 w 514"/>
              <a:gd name="T11" fmla="*/ 173798 h 338"/>
              <a:gd name="T12" fmla="*/ 86429 w 514"/>
              <a:gd name="T13" fmla="*/ 173798 h 338"/>
              <a:gd name="T14" fmla="*/ 139156 w 514"/>
              <a:gd name="T15" fmla="*/ 120951 h 338"/>
              <a:gd name="T16" fmla="*/ 110347 w 514"/>
              <a:gd name="T17" fmla="*/ 77365 h 338"/>
              <a:gd name="T18" fmla="*/ 38594 w 514"/>
              <a:gd name="T19" fmla="*/ 28876 h 338"/>
              <a:gd name="T20" fmla="*/ 38594 w 514"/>
              <a:gd name="T21" fmla="*/ 28876 h 338"/>
              <a:gd name="T22" fmla="*/ 86429 w 514"/>
              <a:gd name="T23" fmla="*/ 28876 h 338"/>
              <a:gd name="T24" fmla="*/ 101106 w 514"/>
              <a:gd name="T25" fmla="*/ 48489 h 338"/>
              <a:gd name="T26" fmla="*/ 81537 w 514"/>
              <a:gd name="T27" fmla="*/ 68103 h 338"/>
              <a:gd name="T28" fmla="*/ 38594 w 514"/>
              <a:gd name="T29" fmla="*/ 68103 h 338"/>
              <a:gd name="T30" fmla="*/ 38594 w 514"/>
              <a:gd name="T31" fmla="*/ 28876 h 338"/>
              <a:gd name="T32" fmla="*/ 86429 w 514"/>
              <a:gd name="T33" fmla="*/ 144923 h 338"/>
              <a:gd name="T34" fmla="*/ 86429 w 514"/>
              <a:gd name="T35" fmla="*/ 144923 h 338"/>
              <a:gd name="T36" fmla="*/ 38594 w 514"/>
              <a:gd name="T37" fmla="*/ 144923 h 338"/>
              <a:gd name="T38" fmla="*/ 38594 w 514"/>
              <a:gd name="T39" fmla="*/ 96978 h 338"/>
              <a:gd name="T40" fmla="*/ 86429 w 514"/>
              <a:gd name="T41" fmla="*/ 96978 h 338"/>
              <a:gd name="T42" fmla="*/ 105454 w 514"/>
              <a:gd name="T43" fmla="*/ 120951 h 338"/>
              <a:gd name="T44" fmla="*/ 86429 w 514"/>
              <a:gd name="T45" fmla="*/ 144923 h 338"/>
              <a:gd name="T46" fmla="*/ 211996 w 514"/>
              <a:gd name="T47" fmla="*/ 43586 h 338"/>
              <a:gd name="T48" fmla="*/ 211996 w 514"/>
              <a:gd name="T49" fmla="*/ 43586 h 338"/>
              <a:gd name="T50" fmla="*/ 144049 w 514"/>
              <a:gd name="T51" fmla="*/ 111144 h 338"/>
              <a:gd name="T52" fmla="*/ 211996 w 514"/>
              <a:gd name="T53" fmla="*/ 178702 h 338"/>
              <a:gd name="T54" fmla="*/ 269616 w 514"/>
              <a:gd name="T55" fmla="*/ 130757 h 338"/>
              <a:gd name="T56" fmla="*/ 240806 w 514"/>
              <a:gd name="T57" fmla="*/ 130757 h 338"/>
              <a:gd name="T58" fmla="*/ 211996 w 514"/>
              <a:gd name="T59" fmla="*/ 149826 h 338"/>
              <a:gd name="T60" fmla="*/ 183186 w 514"/>
              <a:gd name="T61" fmla="*/ 120951 h 338"/>
              <a:gd name="T62" fmla="*/ 269616 w 514"/>
              <a:gd name="T63" fmla="*/ 120951 h 338"/>
              <a:gd name="T64" fmla="*/ 211996 w 514"/>
              <a:gd name="T65" fmla="*/ 43586 h 338"/>
              <a:gd name="T66" fmla="*/ 235914 w 514"/>
              <a:gd name="T67" fmla="*/ 96978 h 338"/>
              <a:gd name="T68" fmla="*/ 235914 w 514"/>
              <a:gd name="T69" fmla="*/ 96978 h 338"/>
              <a:gd name="T70" fmla="*/ 183186 w 514"/>
              <a:gd name="T71" fmla="*/ 96978 h 338"/>
              <a:gd name="T72" fmla="*/ 211996 w 514"/>
              <a:gd name="T73" fmla="*/ 68103 h 338"/>
              <a:gd name="T74" fmla="*/ 235914 w 514"/>
              <a:gd name="T75" fmla="*/ 96978 h 338"/>
              <a:gd name="T76" fmla="*/ 245698 w 514"/>
              <a:gd name="T77" fmla="*/ 9807 h 338"/>
              <a:gd name="T78" fmla="*/ 245698 w 514"/>
              <a:gd name="T79" fmla="*/ 9807 h 338"/>
              <a:gd name="T80" fmla="*/ 173402 w 514"/>
              <a:gd name="T81" fmla="*/ 9807 h 338"/>
              <a:gd name="T82" fmla="*/ 173402 w 514"/>
              <a:gd name="T83" fmla="*/ 33779 h 338"/>
              <a:gd name="T84" fmla="*/ 245698 w 514"/>
              <a:gd name="T85" fmla="*/ 33779 h 338"/>
              <a:gd name="T86" fmla="*/ 245698 w 514"/>
              <a:gd name="T87" fmla="*/ 9807 h 338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14" h="338">
                <a:moveTo>
                  <a:pt x="203" y="142"/>
                </a:moveTo>
                <a:lnTo>
                  <a:pt x="203" y="142"/>
                </a:lnTo>
                <a:cubicBezTo>
                  <a:pt x="203" y="142"/>
                  <a:pt x="247" y="142"/>
                  <a:pt x="247" y="89"/>
                </a:cubicBezTo>
                <a:cubicBezTo>
                  <a:pt x="247" y="27"/>
                  <a:pt x="212" y="0"/>
                  <a:pt x="15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19"/>
                  <a:pt x="0" y="319"/>
                  <a:pt x="0" y="319"/>
                </a:cubicBezTo>
                <a:cubicBezTo>
                  <a:pt x="159" y="319"/>
                  <a:pt x="159" y="319"/>
                  <a:pt x="159" y="319"/>
                </a:cubicBezTo>
                <a:cubicBezTo>
                  <a:pt x="159" y="319"/>
                  <a:pt x="256" y="328"/>
                  <a:pt x="256" y="222"/>
                </a:cubicBezTo>
                <a:cubicBezTo>
                  <a:pt x="256" y="222"/>
                  <a:pt x="265" y="142"/>
                  <a:pt x="203" y="142"/>
                </a:cubicBezTo>
                <a:close/>
                <a:moveTo>
                  <a:pt x="71" y="53"/>
                </a:moveTo>
                <a:lnTo>
                  <a:pt x="71" y="53"/>
                </a:lnTo>
                <a:cubicBezTo>
                  <a:pt x="159" y="53"/>
                  <a:pt x="159" y="53"/>
                  <a:pt x="159" y="53"/>
                </a:cubicBezTo>
                <a:cubicBezTo>
                  <a:pt x="159" y="53"/>
                  <a:pt x="186" y="53"/>
                  <a:pt x="186" y="89"/>
                </a:cubicBezTo>
                <a:cubicBezTo>
                  <a:pt x="186" y="125"/>
                  <a:pt x="168" y="125"/>
                  <a:pt x="150" y="125"/>
                </a:cubicBezTo>
                <a:cubicBezTo>
                  <a:pt x="71" y="125"/>
                  <a:pt x="71" y="125"/>
                  <a:pt x="71" y="125"/>
                </a:cubicBezTo>
                <a:lnTo>
                  <a:pt x="71" y="53"/>
                </a:lnTo>
                <a:close/>
                <a:moveTo>
                  <a:pt x="159" y="266"/>
                </a:moveTo>
                <a:lnTo>
                  <a:pt x="159" y="266"/>
                </a:lnTo>
                <a:cubicBezTo>
                  <a:pt x="71" y="266"/>
                  <a:pt x="71" y="266"/>
                  <a:pt x="71" y="266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59" y="178"/>
                  <a:pt x="194" y="178"/>
                  <a:pt x="194" y="222"/>
                </a:cubicBezTo>
                <a:cubicBezTo>
                  <a:pt x="194" y="257"/>
                  <a:pt x="168" y="266"/>
                  <a:pt x="159" y="266"/>
                </a:cubicBezTo>
                <a:close/>
                <a:moveTo>
                  <a:pt x="390" y="80"/>
                </a:moveTo>
                <a:lnTo>
                  <a:pt x="390" y="80"/>
                </a:lnTo>
                <a:cubicBezTo>
                  <a:pt x="265" y="80"/>
                  <a:pt x="265" y="204"/>
                  <a:pt x="265" y="204"/>
                </a:cubicBezTo>
                <a:cubicBezTo>
                  <a:pt x="265" y="204"/>
                  <a:pt x="265" y="328"/>
                  <a:pt x="390" y="328"/>
                </a:cubicBezTo>
                <a:cubicBezTo>
                  <a:pt x="390" y="328"/>
                  <a:pt x="496" y="337"/>
                  <a:pt x="496" y="240"/>
                </a:cubicBezTo>
                <a:cubicBezTo>
                  <a:pt x="443" y="240"/>
                  <a:pt x="443" y="240"/>
                  <a:pt x="443" y="240"/>
                </a:cubicBezTo>
                <a:cubicBezTo>
                  <a:pt x="443" y="240"/>
                  <a:pt x="443" y="275"/>
                  <a:pt x="390" y="275"/>
                </a:cubicBezTo>
                <a:cubicBezTo>
                  <a:pt x="390" y="275"/>
                  <a:pt x="337" y="284"/>
                  <a:pt x="337" y="22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22"/>
                  <a:pt x="513" y="80"/>
                  <a:pt x="390" y="80"/>
                </a:cubicBezTo>
                <a:close/>
                <a:moveTo>
                  <a:pt x="434" y="178"/>
                </a:moveTo>
                <a:lnTo>
                  <a:pt x="434" y="178"/>
                </a:lnTo>
                <a:cubicBezTo>
                  <a:pt x="337" y="178"/>
                  <a:pt x="337" y="178"/>
                  <a:pt x="337" y="178"/>
                </a:cubicBezTo>
                <a:cubicBezTo>
                  <a:pt x="337" y="178"/>
                  <a:pt x="345" y="125"/>
                  <a:pt x="390" y="125"/>
                </a:cubicBezTo>
                <a:cubicBezTo>
                  <a:pt x="434" y="125"/>
                  <a:pt x="434" y="178"/>
                  <a:pt x="434" y="178"/>
                </a:cubicBezTo>
                <a:close/>
                <a:moveTo>
                  <a:pt x="452" y="18"/>
                </a:moveTo>
                <a:lnTo>
                  <a:pt x="452" y="18"/>
                </a:lnTo>
                <a:cubicBezTo>
                  <a:pt x="319" y="18"/>
                  <a:pt x="319" y="18"/>
                  <a:pt x="319" y="18"/>
                </a:cubicBezTo>
                <a:cubicBezTo>
                  <a:pt x="319" y="62"/>
                  <a:pt x="319" y="62"/>
                  <a:pt x="319" y="62"/>
                </a:cubicBezTo>
                <a:cubicBezTo>
                  <a:pt x="452" y="62"/>
                  <a:pt x="452" y="62"/>
                  <a:pt x="452" y="62"/>
                </a:cubicBezTo>
                <a:lnTo>
                  <a:pt x="452" y="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15" name="Rounded Rectangle 51">
            <a:extLst>
              <a:ext uri="{FF2B5EF4-FFF2-40B4-BE49-F238E27FC236}">
                <a16:creationId xmlns:a16="http://schemas.microsoft.com/office/drawing/2014/main" id="{D50743E3-7C95-918B-3D91-4513158D7BAB}"/>
              </a:ext>
            </a:extLst>
          </p:cNvPr>
          <p:cNvSpPr/>
          <p:nvPr/>
        </p:nvSpPr>
        <p:spPr>
          <a:xfrm>
            <a:off x="5638800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75">
            <a:extLst>
              <a:ext uri="{FF2B5EF4-FFF2-40B4-BE49-F238E27FC236}">
                <a16:creationId xmlns:a16="http://schemas.microsoft.com/office/drawing/2014/main" id="{DB6F0D74-2964-CF71-A3A9-A92365630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3326" y="5797351"/>
            <a:ext cx="77725" cy="144346"/>
          </a:xfrm>
          <a:custGeom>
            <a:avLst/>
            <a:gdLst>
              <a:gd name="T0" fmla="*/ 132814 w 249"/>
              <a:gd name="T1" fmla="*/ 43735 h 453"/>
              <a:gd name="T2" fmla="*/ 132814 w 249"/>
              <a:gd name="T3" fmla="*/ 43735 h 453"/>
              <a:gd name="T4" fmla="*/ 94791 w 249"/>
              <a:gd name="T5" fmla="*/ 43735 h 453"/>
              <a:gd name="T6" fmla="*/ 85687 w 249"/>
              <a:gd name="T7" fmla="*/ 58496 h 453"/>
              <a:gd name="T8" fmla="*/ 85687 w 249"/>
              <a:gd name="T9" fmla="*/ 87470 h 453"/>
              <a:gd name="T10" fmla="*/ 132814 w 249"/>
              <a:gd name="T11" fmla="*/ 87470 h 453"/>
              <a:gd name="T12" fmla="*/ 132814 w 249"/>
              <a:gd name="T13" fmla="*/ 126285 h 453"/>
              <a:gd name="T14" fmla="*/ 85687 w 249"/>
              <a:gd name="T15" fmla="*/ 126285 h 453"/>
              <a:gd name="T16" fmla="*/ 85687 w 249"/>
              <a:gd name="T17" fmla="*/ 247103 h 453"/>
              <a:gd name="T18" fmla="*/ 42308 w 249"/>
              <a:gd name="T19" fmla="*/ 247103 h 453"/>
              <a:gd name="T20" fmla="*/ 42308 w 249"/>
              <a:gd name="T21" fmla="*/ 126285 h 453"/>
              <a:gd name="T22" fmla="*/ 0 w 249"/>
              <a:gd name="T23" fmla="*/ 126285 h 453"/>
              <a:gd name="T24" fmla="*/ 0 w 249"/>
              <a:gd name="T25" fmla="*/ 87470 h 453"/>
              <a:gd name="T26" fmla="*/ 42308 w 249"/>
              <a:gd name="T27" fmla="*/ 87470 h 453"/>
              <a:gd name="T28" fmla="*/ 42308 w 249"/>
              <a:gd name="T29" fmla="*/ 63416 h 453"/>
              <a:gd name="T30" fmla="*/ 94791 w 249"/>
              <a:gd name="T31" fmla="*/ 0 h 453"/>
              <a:gd name="T32" fmla="*/ 132814 w 249"/>
              <a:gd name="T33" fmla="*/ 0 h 453"/>
              <a:gd name="T34" fmla="*/ 132814 w 249"/>
              <a:gd name="T35" fmla="*/ 43735 h 45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9" h="453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17" name="Rounded Rectangle 49">
            <a:extLst>
              <a:ext uri="{FF2B5EF4-FFF2-40B4-BE49-F238E27FC236}">
                <a16:creationId xmlns:a16="http://schemas.microsoft.com/office/drawing/2014/main" id="{C3F7BEA4-FC5C-12CF-7A80-CC878CF40956}"/>
              </a:ext>
            </a:extLst>
          </p:cNvPr>
          <p:cNvSpPr/>
          <p:nvPr/>
        </p:nvSpPr>
        <p:spPr>
          <a:xfrm>
            <a:off x="6064541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5">
            <a:extLst>
              <a:ext uri="{FF2B5EF4-FFF2-40B4-BE49-F238E27FC236}">
                <a16:creationId xmlns:a16="http://schemas.microsoft.com/office/drawing/2014/main" id="{4583F27E-FCD5-D58C-761B-A82B3C3B3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4831" y="5810769"/>
            <a:ext cx="146197" cy="117512"/>
          </a:xfrm>
          <a:custGeom>
            <a:avLst/>
            <a:gdLst>
              <a:gd name="T0" fmla="*/ 250282 w 462"/>
              <a:gd name="T1" fmla="*/ 24258 h 374"/>
              <a:gd name="T2" fmla="*/ 250282 w 462"/>
              <a:gd name="T3" fmla="*/ 24258 h 374"/>
              <a:gd name="T4" fmla="*/ 221508 w 462"/>
              <a:gd name="T5" fmla="*/ 33962 h 374"/>
              <a:gd name="T6" fmla="*/ 240510 w 462"/>
              <a:gd name="T7" fmla="*/ 5391 h 374"/>
              <a:gd name="T8" fmla="*/ 211192 w 462"/>
              <a:gd name="T9" fmla="*/ 19407 h 374"/>
              <a:gd name="T10" fmla="*/ 173189 w 462"/>
              <a:gd name="T11" fmla="*/ 0 h 374"/>
              <a:gd name="T12" fmla="*/ 119983 w 462"/>
              <a:gd name="T13" fmla="*/ 52829 h 374"/>
              <a:gd name="T14" fmla="*/ 124870 w 462"/>
              <a:gd name="T15" fmla="*/ 62532 h 374"/>
              <a:gd name="T16" fmla="*/ 19002 w 462"/>
              <a:gd name="T17" fmla="*/ 10242 h 374"/>
              <a:gd name="T18" fmla="*/ 9229 w 462"/>
              <a:gd name="T19" fmla="*/ 38813 h 374"/>
              <a:gd name="T20" fmla="*/ 33118 w 462"/>
              <a:gd name="T21" fmla="*/ 81400 h 374"/>
              <a:gd name="T22" fmla="*/ 9229 w 462"/>
              <a:gd name="T23" fmla="*/ 72236 h 374"/>
              <a:gd name="T24" fmla="*/ 9229 w 462"/>
              <a:gd name="T25" fmla="*/ 72236 h 374"/>
              <a:gd name="T26" fmla="*/ 53205 w 462"/>
              <a:gd name="T27" fmla="*/ 124526 h 374"/>
              <a:gd name="T28" fmla="*/ 38004 w 462"/>
              <a:gd name="T29" fmla="*/ 124526 h 374"/>
              <a:gd name="T30" fmla="*/ 28774 w 462"/>
              <a:gd name="T31" fmla="*/ 124526 h 374"/>
              <a:gd name="T32" fmla="*/ 77093 w 462"/>
              <a:gd name="T33" fmla="*/ 158487 h 374"/>
              <a:gd name="T34" fmla="*/ 14116 w 462"/>
              <a:gd name="T35" fmla="*/ 182206 h 374"/>
              <a:gd name="T36" fmla="*/ 0 w 462"/>
              <a:gd name="T37" fmla="*/ 182206 h 374"/>
              <a:gd name="T38" fmla="*/ 77093 w 462"/>
              <a:gd name="T39" fmla="*/ 201074 h 374"/>
              <a:gd name="T40" fmla="*/ 221508 w 462"/>
              <a:gd name="T41" fmla="*/ 57681 h 374"/>
              <a:gd name="T42" fmla="*/ 221508 w 462"/>
              <a:gd name="T43" fmla="*/ 52829 h 374"/>
              <a:gd name="T44" fmla="*/ 250282 w 462"/>
              <a:gd name="T45" fmla="*/ 24258 h 37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462" h="374">
                <a:moveTo>
                  <a:pt x="461" y="45"/>
                </a:moveTo>
                <a:lnTo>
                  <a:pt x="461" y="45"/>
                </a:lnTo>
                <a:cubicBezTo>
                  <a:pt x="443" y="54"/>
                  <a:pt x="425" y="63"/>
                  <a:pt x="408" y="63"/>
                </a:cubicBezTo>
                <a:cubicBezTo>
                  <a:pt x="425" y="54"/>
                  <a:pt x="443" y="36"/>
                  <a:pt x="443" y="10"/>
                </a:cubicBezTo>
                <a:cubicBezTo>
                  <a:pt x="425" y="19"/>
                  <a:pt x="408" y="27"/>
                  <a:pt x="389" y="36"/>
                </a:cubicBezTo>
                <a:cubicBezTo>
                  <a:pt x="372" y="19"/>
                  <a:pt x="345" y="0"/>
                  <a:pt x="319" y="0"/>
                </a:cubicBezTo>
                <a:cubicBezTo>
                  <a:pt x="265" y="0"/>
                  <a:pt x="221" y="45"/>
                  <a:pt x="221" y="98"/>
                </a:cubicBezTo>
                <a:cubicBezTo>
                  <a:pt x="221" y="107"/>
                  <a:pt x="221" y="116"/>
                  <a:pt x="230" y="116"/>
                </a:cubicBezTo>
                <a:cubicBezTo>
                  <a:pt x="151" y="116"/>
                  <a:pt x="79" y="81"/>
                  <a:pt x="35" y="19"/>
                </a:cubicBezTo>
                <a:cubicBezTo>
                  <a:pt x="26" y="36"/>
                  <a:pt x="17" y="54"/>
                  <a:pt x="17" y="72"/>
                </a:cubicBezTo>
                <a:cubicBezTo>
                  <a:pt x="17" y="98"/>
                  <a:pt x="35" y="134"/>
                  <a:pt x="61" y="151"/>
                </a:cubicBezTo>
                <a:cubicBezTo>
                  <a:pt x="44" y="143"/>
                  <a:pt x="35" y="143"/>
                  <a:pt x="17" y="134"/>
                </a:cubicBezTo>
                <a:cubicBezTo>
                  <a:pt x="17" y="178"/>
                  <a:pt x="53" y="222"/>
                  <a:pt x="98" y="231"/>
                </a:cubicBezTo>
                <a:cubicBezTo>
                  <a:pt x="89" y="231"/>
                  <a:pt x="79" y="231"/>
                  <a:pt x="70" y="231"/>
                </a:cubicBezTo>
                <a:cubicBezTo>
                  <a:pt x="61" y="231"/>
                  <a:pt x="61" y="231"/>
                  <a:pt x="53" y="231"/>
                </a:cubicBezTo>
                <a:cubicBezTo>
                  <a:pt x="61" y="266"/>
                  <a:pt x="98" y="294"/>
                  <a:pt x="142" y="294"/>
                </a:cubicBezTo>
                <a:cubicBezTo>
                  <a:pt x="106" y="319"/>
                  <a:pt x="70" y="338"/>
                  <a:pt x="26" y="338"/>
                </a:cubicBezTo>
                <a:cubicBezTo>
                  <a:pt x="17" y="338"/>
                  <a:pt x="8" y="338"/>
                  <a:pt x="0" y="338"/>
                </a:cubicBezTo>
                <a:cubicBezTo>
                  <a:pt x="44" y="364"/>
                  <a:pt x="89" y="373"/>
                  <a:pt x="142" y="373"/>
                </a:cubicBezTo>
                <a:cubicBezTo>
                  <a:pt x="319" y="373"/>
                  <a:pt x="408" y="231"/>
                  <a:pt x="408" y="107"/>
                </a:cubicBezTo>
                <a:lnTo>
                  <a:pt x="408" y="98"/>
                </a:lnTo>
                <a:cubicBezTo>
                  <a:pt x="434" y="81"/>
                  <a:pt x="443" y="72"/>
                  <a:pt x="461" y="4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22" name="Rounded Rectangle 46">
            <a:extLst>
              <a:ext uri="{FF2B5EF4-FFF2-40B4-BE49-F238E27FC236}">
                <a16:creationId xmlns:a16="http://schemas.microsoft.com/office/drawing/2014/main" id="{7BB85770-3EBD-FCEF-60F1-AA20A6B4923F}"/>
              </a:ext>
            </a:extLst>
          </p:cNvPr>
          <p:cNvSpPr/>
          <p:nvPr/>
        </p:nvSpPr>
        <p:spPr>
          <a:xfrm>
            <a:off x="8540494" y="4947852"/>
            <a:ext cx="3035808" cy="1224347"/>
          </a:xfrm>
          <a:prstGeom prst="roundRect">
            <a:avLst>
              <a:gd name="adj" fmla="val 13542"/>
            </a:avLst>
          </a:prstGeom>
          <a:solidFill>
            <a:schemeClr val="accent1"/>
          </a:solidFill>
          <a:ln>
            <a:noFill/>
          </a:ln>
          <a:effectLst>
            <a:outerShdw blurRad="571500" dist="254000" dir="5400000" algn="t" rotWithShape="0">
              <a:srgbClr val="161616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4199BB-42D1-B13D-8293-3C21722E90EA}"/>
              </a:ext>
            </a:extLst>
          </p:cNvPr>
          <p:cNvSpPr txBox="1"/>
          <p:nvPr/>
        </p:nvSpPr>
        <p:spPr>
          <a:xfrm>
            <a:off x="8839200" y="5106261"/>
            <a:ext cx="243840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b="1" spc="50" dirty="0">
                <a:solidFill>
                  <a:schemeClr val="bg1"/>
                </a:solidFill>
                <a:latin typeface="+mj-lt"/>
                <a:cs typeface="Poppins SemiBold" panose="00000700000000000000" pitchFamily="2" charset="0"/>
              </a:rPr>
              <a:t>Greta Mae Evans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7230A6-A576-E130-0D8D-78C1317195C2}"/>
              </a:ext>
            </a:extLst>
          </p:cNvPr>
          <p:cNvSpPr txBox="1"/>
          <p:nvPr/>
        </p:nvSpPr>
        <p:spPr>
          <a:xfrm>
            <a:off x="8839200" y="5371342"/>
            <a:ext cx="24384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spc="50">
                <a:solidFill>
                  <a:schemeClr val="bg1"/>
                </a:solidFill>
                <a:cs typeface="Poppins SemiBold" panose="00000700000000000000" pitchFamily="2" charset="0"/>
              </a:rPr>
              <a:t>Supporter</a:t>
            </a:r>
          </a:p>
        </p:txBody>
      </p:sp>
      <p:sp>
        <p:nvSpPr>
          <p:cNvPr id="24" name="Rounded Rectangle 73">
            <a:extLst>
              <a:ext uri="{FF2B5EF4-FFF2-40B4-BE49-F238E27FC236}">
                <a16:creationId xmlns:a16="http://schemas.microsoft.com/office/drawing/2014/main" id="{284AE185-90E3-F38C-FB97-4154AB38FC68}"/>
              </a:ext>
            </a:extLst>
          </p:cNvPr>
          <p:cNvSpPr/>
          <p:nvPr/>
        </p:nvSpPr>
        <p:spPr>
          <a:xfrm>
            <a:off x="10573624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74">
            <a:extLst>
              <a:ext uri="{FF2B5EF4-FFF2-40B4-BE49-F238E27FC236}">
                <a16:creationId xmlns:a16="http://schemas.microsoft.com/office/drawing/2014/main" id="{90FD2E67-8D7E-F84B-07A5-F7D94AC6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0078" y="5792904"/>
            <a:ext cx="138481" cy="139401"/>
          </a:xfrm>
          <a:custGeom>
            <a:avLst/>
            <a:gdLst>
              <a:gd name="connsiteX0" fmla="*/ 0 w 330387"/>
              <a:gd name="connsiteY0" fmla="*/ 99812 h 332580"/>
              <a:gd name="connsiteX1" fmla="*/ 72114 w 330387"/>
              <a:gd name="connsiteY1" fmla="*/ 99812 h 332580"/>
              <a:gd name="connsiteX2" fmla="*/ 72114 w 330387"/>
              <a:gd name="connsiteY2" fmla="*/ 328168 h 332580"/>
              <a:gd name="connsiteX3" fmla="*/ 0 w 330387"/>
              <a:gd name="connsiteY3" fmla="*/ 328168 h 332580"/>
              <a:gd name="connsiteX4" fmla="*/ 0 w 330387"/>
              <a:gd name="connsiteY4" fmla="*/ 99812 h 332580"/>
              <a:gd name="connsiteX5" fmla="*/ 251322 w 330387"/>
              <a:gd name="connsiteY5" fmla="*/ 97132 h 332580"/>
              <a:gd name="connsiteX6" fmla="*/ 330387 w 330387"/>
              <a:gd name="connsiteY6" fmla="*/ 197387 h 332580"/>
              <a:gd name="connsiteX7" fmla="*/ 330387 w 330387"/>
              <a:gd name="connsiteY7" fmla="*/ 332580 h 332580"/>
              <a:gd name="connsiteX8" fmla="*/ 257290 w 330387"/>
              <a:gd name="connsiteY8" fmla="*/ 332580 h 332580"/>
              <a:gd name="connsiteX9" fmla="*/ 257290 w 330387"/>
              <a:gd name="connsiteY9" fmla="*/ 204223 h 332580"/>
              <a:gd name="connsiteX10" fmla="*/ 224470 w 330387"/>
              <a:gd name="connsiteY10" fmla="*/ 157133 h 332580"/>
              <a:gd name="connsiteX11" fmla="*/ 184938 w 330387"/>
              <a:gd name="connsiteY11" fmla="*/ 184476 h 332580"/>
              <a:gd name="connsiteX12" fmla="*/ 184938 w 330387"/>
              <a:gd name="connsiteY12" fmla="*/ 197387 h 332580"/>
              <a:gd name="connsiteX13" fmla="*/ 184938 w 330387"/>
              <a:gd name="connsiteY13" fmla="*/ 332580 h 332580"/>
              <a:gd name="connsiteX14" fmla="*/ 112586 w 330387"/>
              <a:gd name="connsiteY14" fmla="*/ 332580 h 332580"/>
              <a:gd name="connsiteX15" fmla="*/ 112586 w 330387"/>
              <a:gd name="connsiteY15" fmla="*/ 177640 h 332580"/>
              <a:gd name="connsiteX16" fmla="*/ 112586 w 330387"/>
              <a:gd name="connsiteY16" fmla="*/ 103208 h 332580"/>
              <a:gd name="connsiteX17" fmla="*/ 171512 w 330387"/>
              <a:gd name="connsiteY17" fmla="*/ 103208 h 332580"/>
              <a:gd name="connsiteX18" fmla="*/ 178225 w 330387"/>
              <a:gd name="connsiteY18" fmla="*/ 130550 h 332580"/>
              <a:gd name="connsiteX19" fmla="*/ 251322 w 330387"/>
              <a:gd name="connsiteY19" fmla="*/ 97132 h 332580"/>
              <a:gd name="connsiteX20" fmla="*/ 33114 w 330387"/>
              <a:gd name="connsiteY20" fmla="*/ 0 h 332580"/>
              <a:gd name="connsiteX21" fmla="*/ 72114 w 330387"/>
              <a:gd name="connsiteY21" fmla="*/ 33270 h 332580"/>
              <a:gd name="connsiteX22" fmla="*/ 33114 w 330387"/>
              <a:gd name="connsiteY22" fmla="*/ 66541 h 332580"/>
              <a:gd name="connsiteX23" fmla="*/ 0 w 330387"/>
              <a:gd name="connsiteY23" fmla="*/ 33270 h 332580"/>
              <a:gd name="connsiteX24" fmla="*/ 33114 w 330387"/>
              <a:gd name="connsiteY24" fmla="*/ 0 h 33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30387" h="332580">
                <a:moveTo>
                  <a:pt x="0" y="99812"/>
                </a:moveTo>
                <a:cubicBezTo>
                  <a:pt x="72114" y="99812"/>
                  <a:pt x="72114" y="99812"/>
                  <a:pt x="72114" y="99812"/>
                </a:cubicBezTo>
                <a:cubicBezTo>
                  <a:pt x="72114" y="328168"/>
                  <a:pt x="72114" y="328168"/>
                  <a:pt x="72114" y="328168"/>
                </a:cubicBezTo>
                <a:lnTo>
                  <a:pt x="0" y="328168"/>
                </a:lnTo>
                <a:cubicBezTo>
                  <a:pt x="0" y="99812"/>
                  <a:pt x="0" y="99812"/>
                  <a:pt x="0" y="99812"/>
                </a:cubicBezTo>
                <a:close/>
                <a:moveTo>
                  <a:pt x="251322" y="97132"/>
                </a:moveTo>
                <a:cubicBezTo>
                  <a:pt x="297568" y="97132"/>
                  <a:pt x="330387" y="130550"/>
                  <a:pt x="330387" y="197387"/>
                </a:cubicBezTo>
                <a:cubicBezTo>
                  <a:pt x="330387" y="332580"/>
                  <a:pt x="330387" y="332580"/>
                  <a:pt x="330387" y="332580"/>
                </a:cubicBezTo>
                <a:cubicBezTo>
                  <a:pt x="257290" y="332580"/>
                  <a:pt x="257290" y="332580"/>
                  <a:pt x="257290" y="332580"/>
                </a:cubicBezTo>
                <a:cubicBezTo>
                  <a:pt x="257290" y="204223"/>
                  <a:pt x="257290" y="204223"/>
                  <a:pt x="257290" y="204223"/>
                </a:cubicBezTo>
                <a:cubicBezTo>
                  <a:pt x="257290" y="177640"/>
                  <a:pt x="251322" y="157133"/>
                  <a:pt x="224470" y="157133"/>
                </a:cubicBezTo>
                <a:cubicBezTo>
                  <a:pt x="204331" y="157133"/>
                  <a:pt x="191651" y="170804"/>
                  <a:pt x="184938" y="184476"/>
                </a:cubicBezTo>
                <a:cubicBezTo>
                  <a:pt x="184938" y="184476"/>
                  <a:pt x="184938" y="191311"/>
                  <a:pt x="184938" y="197387"/>
                </a:cubicBezTo>
                <a:cubicBezTo>
                  <a:pt x="184938" y="332580"/>
                  <a:pt x="184938" y="332580"/>
                  <a:pt x="184938" y="332580"/>
                </a:cubicBezTo>
                <a:cubicBezTo>
                  <a:pt x="112586" y="332580"/>
                  <a:pt x="112586" y="332580"/>
                  <a:pt x="112586" y="332580"/>
                </a:cubicBezTo>
                <a:lnTo>
                  <a:pt x="112586" y="177640"/>
                </a:lnTo>
                <a:cubicBezTo>
                  <a:pt x="112586" y="144222"/>
                  <a:pt x="112586" y="123715"/>
                  <a:pt x="112586" y="103208"/>
                </a:cubicBezTo>
                <a:cubicBezTo>
                  <a:pt x="171512" y="103208"/>
                  <a:pt x="171512" y="103208"/>
                  <a:pt x="171512" y="103208"/>
                </a:cubicBezTo>
                <a:cubicBezTo>
                  <a:pt x="178225" y="130550"/>
                  <a:pt x="178225" y="130550"/>
                  <a:pt x="178225" y="130550"/>
                </a:cubicBezTo>
                <a:cubicBezTo>
                  <a:pt x="184938" y="116879"/>
                  <a:pt x="211044" y="97132"/>
                  <a:pt x="251322" y="97132"/>
                </a:cubicBezTo>
                <a:close/>
                <a:moveTo>
                  <a:pt x="33114" y="0"/>
                </a:moveTo>
                <a:cubicBezTo>
                  <a:pt x="58869" y="0"/>
                  <a:pt x="72114" y="13611"/>
                  <a:pt x="72114" y="33270"/>
                </a:cubicBezTo>
                <a:cubicBezTo>
                  <a:pt x="72114" y="53686"/>
                  <a:pt x="58869" y="66541"/>
                  <a:pt x="33114" y="66541"/>
                </a:cubicBezTo>
                <a:cubicBezTo>
                  <a:pt x="12509" y="66541"/>
                  <a:pt x="0" y="53686"/>
                  <a:pt x="0" y="33270"/>
                </a:cubicBezTo>
                <a:cubicBezTo>
                  <a:pt x="0" y="13611"/>
                  <a:pt x="12509" y="0"/>
                  <a:pt x="331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lIns="34286" tIns="17143" rIns="34286" bIns="17143" anchor="ctr">
            <a:noAutofit/>
          </a:bodyPr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26" name="Rounded Rectangle 71">
            <a:extLst>
              <a:ext uri="{FF2B5EF4-FFF2-40B4-BE49-F238E27FC236}">
                <a16:creationId xmlns:a16="http://schemas.microsoft.com/office/drawing/2014/main" id="{CB8FD747-7711-E9E0-9AFE-F0B9CF14F11E}"/>
              </a:ext>
            </a:extLst>
          </p:cNvPr>
          <p:cNvSpPr/>
          <p:nvPr/>
        </p:nvSpPr>
        <p:spPr>
          <a:xfrm>
            <a:off x="10144575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69">
            <a:extLst>
              <a:ext uri="{FF2B5EF4-FFF2-40B4-BE49-F238E27FC236}">
                <a16:creationId xmlns:a16="http://schemas.microsoft.com/office/drawing/2014/main" id="{6BD05E0A-B091-0301-7853-93B38BDC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3920" y="5815857"/>
            <a:ext cx="162852" cy="107334"/>
          </a:xfrm>
          <a:custGeom>
            <a:avLst/>
            <a:gdLst>
              <a:gd name="T0" fmla="*/ 110347 w 514"/>
              <a:gd name="T1" fmla="*/ 77365 h 338"/>
              <a:gd name="T2" fmla="*/ 110347 w 514"/>
              <a:gd name="T3" fmla="*/ 77365 h 338"/>
              <a:gd name="T4" fmla="*/ 134264 w 514"/>
              <a:gd name="T5" fmla="*/ 48489 h 338"/>
              <a:gd name="T6" fmla="*/ 86429 w 514"/>
              <a:gd name="T7" fmla="*/ 0 h 338"/>
              <a:gd name="T8" fmla="*/ 0 w 514"/>
              <a:gd name="T9" fmla="*/ 0 h 338"/>
              <a:gd name="T10" fmla="*/ 0 w 514"/>
              <a:gd name="T11" fmla="*/ 173798 h 338"/>
              <a:gd name="T12" fmla="*/ 86429 w 514"/>
              <a:gd name="T13" fmla="*/ 173798 h 338"/>
              <a:gd name="T14" fmla="*/ 139156 w 514"/>
              <a:gd name="T15" fmla="*/ 120951 h 338"/>
              <a:gd name="T16" fmla="*/ 110347 w 514"/>
              <a:gd name="T17" fmla="*/ 77365 h 338"/>
              <a:gd name="T18" fmla="*/ 38594 w 514"/>
              <a:gd name="T19" fmla="*/ 28876 h 338"/>
              <a:gd name="T20" fmla="*/ 38594 w 514"/>
              <a:gd name="T21" fmla="*/ 28876 h 338"/>
              <a:gd name="T22" fmla="*/ 86429 w 514"/>
              <a:gd name="T23" fmla="*/ 28876 h 338"/>
              <a:gd name="T24" fmla="*/ 101106 w 514"/>
              <a:gd name="T25" fmla="*/ 48489 h 338"/>
              <a:gd name="T26" fmla="*/ 81537 w 514"/>
              <a:gd name="T27" fmla="*/ 68103 h 338"/>
              <a:gd name="T28" fmla="*/ 38594 w 514"/>
              <a:gd name="T29" fmla="*/ 68103 h 338"/>
              <a:gd name="T30" fmla="*/ 38594 w 514"/>
              <a:gd name="T31" fmla="*/ 28876 h 338"/>
              <a:gd name="T32" fmla="*/ 86429 w 514"/>
              <a:gd name="T33" fmla="*/ 144923 h 338"/>
              <a:gd name="T34" fmla="*/ 86429 w 514"/>
              <a:gd name="T35" fmla="*/ 144923 h 338"/>
              <a:gd name="T36" fmla="*/ 38594 w 514"/>
              <a:gd name="T37" fmla="*/ 144923 h 338"/>
              <a:gd name="T38" fmla="*/ 38594 w 514"/>
              <a:gd name="T39" fmla="*/ 96978 h 338"/>
              <a:gd name="T40" fmla="*/ 86429 w 514"/>
              <a:gd name="T41" fmla="*/ 96978 h 338"/>
              <a:gd name="T42" fmla="*/ 105454 w 514"/>
              <a:gd name="T43" fmla="*/ 120951 h 338"/>
              <a:gd name="T44" fmla="*/ 86429 w 514"/>
              <a:gd name="T45" fmla="*/ 144923 h 338"/>
              <a:gd name="T46" fmla="*/ 211996 w 514"/>
              <a:gd name="T47" fmla="*/ 43586 h 338"/>
              <a:gd name="T48" fmla="*/ 211996 w 514"/>
              <a:gd name="T49" fmla="*/ 43586 h 338"/>
              <a:gd name="T50" fmla="*/ 144049 w 514"/>
              <a:gd name="T51" fmla="*/ 111144 h 338"/>
              <a:gd name="T52" fmla="*/ 211996 w 514"/>
              <a:gd name="T53" fmla="*/ 178702 h 338"/>
              <a:gd name="T54" fmla="*/ 269616 w 514"/>
              <a:gd name="T55" fmla="*/ 130757 h 338"/>
              <a:gd name="T56" fmla="*/ 240806 w 514"/>
              <a:gd name="T57" fmla="*/ 130757 h 338"/>
              <a:gd name="T58" fmla="*/ 211996 w 514"/>
              <a:gd name="T59" fmla="*/ 149826 h 338"/>
              <a:gd name="T60" fmla="*/ 183186 w 514"/>
              <a:gd name="T61" fmla="*/ 120951 h 338"/>
              <a:gd name="T62" fmla="*/ 269616 w 514"/>
              <a:gd name="T63" fmla="*/ 120951 h 338"/>
              <a:gd name="T64" fmla="*/ 211996 w 514"/>
              <a:gd name="T65" fmla="*/ 43586 h 338"/>
              <a:gd name="T66" fmla="*/ 235914 w 514"/>
              <a:gd name="T67" fmla="*/ 96978 h 338"/>
              <a:gd name="T68" fmla="*/ 235914 w 514"/>
              <a:gd name="T69" fmla="*/ 96978 h 338"/>
              <a:gd name="T70" fmla="*/ 183186 w 514"/>
              <a:gd name="T71" fmla="*/ 96978 h 338"/>
              <a:gd name="T72" fmla="*/ 211996 w 514"/>
              <a:gd name="T73" fmla="*/ 68103 h 338"/>
              <a:gd name="T74" fmla="*/ 235914 w 514"/>
              <a:gd name="T75" fmla="*/ 96978 h 338"/>
              <a:gd name="T76" fmla="*/ 245698 w 514"/>
              <a:gd name="T77" fmla="*/ 9807 h 338"/>
              <a:gd name="T78" fmla="*/ 245698 w 514"/>
              <a:gd name="T79" fmla="*/ 9807 h 338"/>
              <a:gd name="T80" fmla="*/ 173402 w 514"/>
              <a:gd name="T81" fmla="*/ 9807 h 338"/>
              <a:gd name="T82" fmla="*/ 173402 w 514"/>
              <a:gd name="T83" fmla="*/ 33779 h 338"/>
              <a:gd name="T84" fmla="*/ 245698 w 514"/>
              <a:gd name="T85" fmla="*/ 33779 h 338"/>
              <a:gd name="T86" fmla="*/ 245698 w 514"/>
              <a:gd name="T87" fmla="*/ 9807 h 338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14" h="338">
                <a:moveTo>
                  <a:pt x="203" y="142"/>
                </a:moveTo>
                <a:lnTo>
                  <a:pt x="203" y="142"/>
                </a:lnTo>
                <a:cubicBezTo>
                  <a:pt x="203" y="142"/>
                  <a:pt x="247" y="142"/>
                  <a:pt x="247" y="89"/>
                </a:cubicBezTo>
                <a:cubicBezTo>
                  <a:pt x="247" y="27"/>
                  <a:pt x="212" y="0"/>
                  <a:pt x="15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19"/>
                  <a:pt x="0" y="319"/>
                  <a:pt x="0" y="319"/>
                </a:cubicBezTo>
                <a:cubicBezTo>
                  <a:pt x="159" y="319"/>
                  <a:pt x="159" y="319"/>
                  <a:pt x="159" y="319"/>
                </a:cubicBezTo>
                <a:cubicBezTo>
                  <a:pt x="159" y="319"/>
                  <a:pt x="256" y="328"/>
                  <a:pt x="256" y="222"/>
                </a:cubicBezTo>
                <a:cubicBezTo>
                  <a:pt x="256" y="222"/>
                  <a:pt x="265" y="142"/>
                  <a:pt x="203" y="142"/>
                </a:cubicBezTo>
                <a:close/>
                <a:moveTo>
                  <a:pt x="71" y="53"/>
                </a:moveTo>
                <a:lnTo>
                  <a:pt x="71" y="53"/>
                </a:lnTo>
                <a:cubicBezTo>
                  <a:pt x="159" y="53"/>
                  <a:pt x="159" y="53"/>
                  <a:pt x="159" y="53"/>
                </a:cubicBezTo>
                <a:cubicBezTo>
                  <a:pt x="159" y="53"/>
                  <a:pt x="186" y="53"/>
                  <a:pt x="186" y="89"/>
                </a:cubicBezTo>
                <a:cubicBezTo>
                  <a:pt x="186" y="125"/>
                  <a:pt x="168" y="125"/>
                  <a:pt x="150" y="125"/>
                </a:cubicBezTo>
                <a:cubicBezTo>
                  <a:pt x="71" y="125"/>
                  <a:pt x="71" y="125"/>
                  <a:pt x="71" y="125"/>
                </a:cubicBezTo>
                <a:lnTo>
                  <a:pt x="71" y="53"/>
                </a:lnTo>
                <a:close/>
                <a:moveTo>
                  <a:pt x="159" y="266"/>
                </a:moveTo>
                <a:lnTo>
                  <a:pt x="159" y="266"/>
                </a:lnTo>
                <a:cubicBezTo>
                  <a:pt x="71" y="266"/>
                  <a:pt x="71" y="266"/>
                  <a:pt x="71" y="266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59" y="178"/>
                  <a:pt x="194" y="178"/>
                  <a:pt x="194" y="222"/>
                </a:cubicBezTo>
                <a:cubicBezTo>
                  <a:pt x="194" y="257"/>
                  <a:pt x="168" y="266"/>
                  <a:pt x="159" y="266"/>
                </a:cubicBezTo>
                <a:close/>
                <a:moveTo>
                  <a:pt x="390" y="80"/>
                </a:moveTo>
                <a:lnTo>
                  <a:pt x="390" y="80"/>
                </a:lnTo>
                <a:cubicBezTo>
                  <a:pt x="265" y="80"/>
                  <a:pt x="265" y="204"/>
                  <a:pt x="265" y="204"/>
                </a:cubicBezTo>
                <a:cubicBezTo>
                  <a:pt x="265" y="204"/>
                  <a:pt x="265" y="328"/>
                  <a:pt x="390" y="328"/>
                </a:cubicBezTo>
                <a:cubicBezTo>
                  <a:pt x="390" y="328"/>
                  <a:pt x="496" y="337"/>
                  <a:pt x="496" y="240"/>
                </a:cubicBezTo>
                <a:cubicBezTo>
                  <a:pt x="443" y="240"/>
                  <a:pt x="443" y="240"/>
                  <a:pt x="443" y="240"/>
                </a:cubicBezTo>
                <a:cubicBezTo>
                  <a:pt x="443" y="240"/>
                  <a:pt x="443" y="275"/>
                  <a:pt x="390" y="275"/>
                </a:cubicBezTo>
                <a:cubicBezTo>
                  <a:pt x="390" y="275"/>
                  <a:pt x="337" y="284"/>
                  <a:pt x="337" y="22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22"/>
                  <a:pt x="513" y="80"/>
                  <a:pt x="390" y="80"/>
                </a:cubicBezTo>
                <a:close/>
                <a:moveTo>
                  <a:pt x="434" y="178"/>
                </a:moveTo>
                <a:lnTo>
                  <a:pt x="434" y="178"/>
                </a:lnTo>
                <a:cubicBezTo>
                  <a:pt x="337" y="178"/>
                  <a:pt x="337" y="178"/>
                  <a:pt x="337" y="178"/>
                </a:cubicBezTo>
                <a:cubicBezTo>
                  <a:pt x="337" y="178"/>
                  <a:pt x="345" y="125"/>
                  <a:pt x="390" y="125"/>
                </a:cubicBezTo>
                <a:cubicBezTo>
                  <a:pt x="434" y="125"/>
                  <a:pt x="434" y="178"/>
                  <a:pt x="434" y="178"/>
                </a:cubicBezTo>
                <a:close/>
                <a:moveTo>
                  <a:pt x="452" y="18"/>
                </a:moveTo>
                <a:lnTo>
                  <a:pt x="452" y="18"/>
                </a:lnTo>
                <a:cubicBezTo>
                  <a:pt x="319" y="18"/>
                  <a:pt x="319" y="18"/>
                  <a:pt x="319" y="18"/>
                </a:cubicBezTo>
                <a:cubicBezTo>
                  <a:pt x="319" y="62"/>
                  <a:pt x="319" y="62"/>
                  <a:pt x="319" y="62"/>
                </a:cubicBezTo>
                <a:cubicBezTo>
                  <a:pt x="452" y="62"/>
                  <a:pt x="452" y="62"/>
                  <a:pt x="452" y="62"/>
                </a:cubicBezTo>
                <a:lnTo>
                  <a:pt x="452" y="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28" name="Rounded Rectangle 69">
            <a:extLst>
              <a:ext uri="{FF2B5EF4-FFF2-40B4-BE49-F238E27FC236}">
                <a16:creationId xmlns:a16="http://schemas.microsoft.com/office/drawing/2014/main" id="{70FDBE3C-DE68-3DFC-064A-4743EEB41A09}"/>
              </a:ext>
            </a:extLst>
          </p:cNvPr>
          <p:cNvSpPr/>
          <p:nvPr/>
        </p:nvSpPr>
        <p:spPr>
          <a:xfrm>
            <a:off x="9296400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75">
            <a:extLst>
              <a:ext uri="{FF2B5EF4-FFF2-40B4-BE49-F238E27FC236}">
                <a16:creationId xmlns:a16="http://schemas.microsoft.com/office/drawing/2014/main" id="{7D960546-0A35-EC9A-B3BD-3A001B6BC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0926" y="5797351"/>
            <a:ext cx="77725" cy="144346"/>
          </a:xfrm>
          <a:custGeom>
            <a:avLst/>
            <a:gdLst>
              <a:gd name="T0" fmla="*/ 132814 w 249"/>
              <a:gd name="T1" fmla="*/ 43735 h 453"/>
              <a:gd name="T2" fmla="*/ 132814 w 249"/>
              <a:gd name="T3" fmla="*/ 43735 h 453"/>
              <a:gd name="T4" fmla="*/ 94791 w 249"/>
              <a:gd name="T5" fmla="*/ 43735 h 453"/>
              <a:gd name="T6" fmla="*/ 85687 w 249"/>
              <a:gd name="T7" fmla="*/ 58496 h 453"/>
              <a:gd name="T8" fmla="*/ 85687 w 249"/>
              <a:gd name="T9" fmla="*/ 87470 h 453"/>
              <a:gd name="T10" fmla="*/ 132814 w 249"/>
              <a:gd name="T11" fmla="*/ 87470 h 453"/>
              <a:gd name="T12" fmla="*/ 132814 w 249"/>
              <a:gd name="T13" fmla="*/ 126285 h 453"/>
              <a:gd name="T14" fmla="*/ 85687 w 249"/>
              <a:gd name="T15" fmla="*/ 126285 h 453"/>
              <a:gd name="T16" fmla="*/ 85687 w 249"/>
              <a:gd name="T17" fmla="*/ 247103 h 453"/>
              <a:gd name="T18" fmla="*/ 42308 w 249"/>
              <a:gd name="T19" fmla="*/ 247103 h 453"/>
              <a:gd name="T20" fmla="*/ 42308 w 249"/>
              <a:gd name="T21" fmla="*/ 126285 h 453"/>
              <a:gd name="T22" fmla="*/ 0 w 249"/>
              <a:gd name="T23" fmla="*/ 126285 h 453"/>
              <a:gd name="T24" fmla="*/ 0 w 249"/>
              <a:gd name="T25" fmla="*/ 87470 h 453"/>
              <a:gd name="T26" fmla="*/ 42308 w 249"/>
              <a:gd name="T27" fmla="*/ 87470 h 453"/>
              <a:gd name="T28" fmla="*/ 42308 w 249"/>
              <a:gd name="T29" fmla="*/ 63416 h 453"/>
              <a:gd name="T30" fmla="*/ 94791 w 249"/>
              <a:gd name="T31" fmla="*/ 0 h 453"/>
              <a:gd name="T32" fmla="*/ 132814 w 249"/>
              <a:gd name="T33" fmla="*/ 0 h 453"/>
              <a:gd name="T34" fmla="*/ 132814 w 249"/>
              <a:gd name="T35" fmla="*/ 43735 h 45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9" h="453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30" name="Rounded Rectangle 67">
            <a:extLst>
              <a:ext uri="{FF2B5EF4-FFF2-40B4-BE49-F238E27FC236}">
                <a16:creationId xmlns:a16="http://schemas.microsoft.com/office/drawing/2014/main" id="{71658371-4D47-B5A8-231E-B412A7888737}"/>
              </a:ext>
            </a:extLst>
          </p:cNvPr>
          <p:cNvSpPr/>
          <p:nvPr/>
        </p:nvSpPr>
        <p:spPr>
          <a:xfrm>
            <a:off x="9722141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238CE9A7-D1E9-7ED2-A9C7-C4C2A2F10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431" y="5810769"/>
            <a:ext cx="146197" cy="117512"/>
          </a:xfrm>
          <a:custGeom>
            <a:avLst/>
            <a:gdLst>
              <a:gd name="T0" fmla="*/ 250282 w 462"/>
              <a:gd name="T1" fmla="*/ 24258 h 374"/>
              <a:gd name="T2" fmla="*/ 250282 w 462"/>
              <a:gd name="T3" fmla="*/ 24258 h 374"/>
              <a:gd name="T4" fmla="*/ 221508 w 462"/>
              <a:gd name="T5" fmla="*/ 33962 h 374"/>
              <a:gd name="T6" fmla="*/ 240510 w 462"/>
              <a:gd name="T7" fmla="*/ 5391 h 374"/>
              <a:gd name="T8" fmla="*/ 211192 w 462"/>
              <a:gd name="T9" fmla="*/ 19407 h 374"/>
              <a:gd name="T10" fmla="*/ 173189 w 462"/>
              <a:gd name="T11" fmla="*/ 0 h 374"/>
              <a:gd name="T12" fmla="*/ 119983 w 462"/>
              <a:gd name="T13" fmla="*/ 52829 h 374"/>
              <a:gd name="T14" fmla="*/ 124870 w 462"/>
              <a:gd name="T15" fmla="*/ 62532 h 374"/>
              <a:gd name="T16" fmla="*/ 19002 w 462"/>
              <a:gd name="T17" fmla="*/ 10242 h 374"/>
              <a:gd name="T18" fmla="*/ 9229 w 462"/>
              <a:gd name="T19" fmla="*/ 38813 h 374"/>
              <a:gd name="T20" fmla="*/ 33118 w 462"/>
              <a:gd name="T21" fmla="*/ 81400 h 374"/>
              <a:gd name="T22" fmla="*/ 9229 w 462"/>
              <a:gd name="T23" fmla="*/ 72236 h 374"/>
              <a:gd name="T24" fmla="*/ 9229 w 462"/>
              <a:gd name="T25" fmla="*/ 72236 h 374"/>
              <a:gd name="T26" fmla="*/ 53205 w 462"/>
              <a:gd name="T27" fmla="*/ 124526 h 374"/>
              <a:gd name="T28" fmla="*/ 38004 w 462"/>
              <a:gd name="T29" fmla="*/ 124526 h 374"/>
              <a:gd name="T30" fmla="*/ 28774 w 462"/>
              <a:gd name="T31" fmla="*/ 124526 h 374"/>
              <a:gd name="T32" fmla="*/ 77093 w 462"/>
              <a:gd name="T33" fmla="*/ 158487 h 374"/>
              <a:gd name="T34" fmla="*/ 14116 w 462"/>
              <a:gd name="T35" fmla="*/ 182206 h 374"/>
              <a:gd name="T36" fmla="*/ 0 w 462"/>
              <a:gd name="T37" fmla="*/ 182206 h 374"/>
              <a:gd name="T38" fmla="*/ 77093 w 462"/>
              <a:gd name="T39" fmla="*/ 201074 h 374"/>
              <a:gd name="T40" fmla="*/ 221508 w 462"/>
              <a:gd name="T41" fmla="*/ 57681 h 374"/>
              <a:gd name="T42" fmla="*/ 221508 w 462"/>
              <a:gd name="T43" fmla="*/ 52829 h 374"/>
              <a:gd name="T44" fmla="*/ 250282 w 462"/>
              <a:gd name="T45" fmla="*/ 24258 h 37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462" h="374">
                <a:moveTo>
                  <a:pt x="461" y="45"/>
                </a:moveTo>
                <a:lnTo>
                  <a:pt x="461" y="45"/>
                </a:lnTo>
                <a:cubicBezTo>
                  <a:pt x="443" y="54"/>
                  <a:pt x="425" y="63"/>
                  <a:pt x="408" y="63"/>
                </a:cubicBezTo>
                <a:cubicBezTo>
                  <a:pt x="425" y="54"/>
                  <a:pt x="443" y="36"/>
                  <a:pt x="443" y="10"/>
                </a:cubicBezTo>
                <a:cubicBezTo>
                  <a:pt x="425" y="19"/>
                  <a:pt x="408" y="27"/>
                  <a:pt x="389" y="36"/>
                </a:cubicBezTo>
                <a:cubicBezTo>
                  <a:pt x="372" y="19"/>
                  <a:pt x="345" y="0"/>
                  <a:pt x="319" y="0"/>
                </a:cubicBezTo>
                <a:cubicBezTo>
                  <a:pt x="265" y="0"/>
                  <a:pt x="221" y="45"/>
                  <a:pt x="221" y="98"/>
                </a:cubicBezTo>
                <a:cubicBezTo>
                  <a:pt x="221" y="107"/>
                  <a:pt x="221" y="116"/>
                  <a:pt x="230" y="116"/>
                </a:cubicBezTo>
                <a:cubicBezTo>
                  <a:pt x="151" y="116"/>
                  <a:pt x="79" y="81"/>
                  <a:pt x="35" y="19"/>
                </a:cubicBezTo>
                <a:cubicBezTo>
                  <a:pt x="26" y="36"/>
                  <a:pt x="17" y="54"/>
                  <a:pt x="17" y="72"/>
                </a:cubicBezTo>
                <a:cubicBezTo>
                  <a:pt x="17" y="98"/>
                  <a:pt x="35" y="134"/>
                  <a:pt x="61" y="151"/>
                </a:cubicBezTo>
                <a:cubicBezTo>
                  <a:pt x="44" y="143"/>
                  <a:pt x="35" y="143"/>
                  <a:pt x="17" y="134"/>
                </a:cubicBezTo>
                <a:cubicBezTo>
                  <a:pt x="17" y="178"/>
                  <a:pt x="53" y="222"/>
                  <a:pt x="98" y="231"/>
                </a:cubicBezTo>
                <a:cubicBezTo>
                  <a:pt x="89" y="231"/>
                  <a:pt x="79" y="231"/>
                  <a:pt x="70" y="231"/>
                </a:cubicBezTo>
                <a:cubicBezTo>
                  <a:pt x="61" y="231"/>
                  <a:pt x="61" y="231"/>
                  <a:pt x="53" y="231"/>
                </a:cubicBezTo>
                <a:cubicBezTo>
                  <a:pt x="61" y="266"/>
                  <a:pt x="98" y="294"/>
                  <a:pt x="142" y="294"/>
                </a:cubicBezTo>
                <a:cubicBezTo>
                  <a:pt x="106" y="319"/>
                  <a:pt x="70" y="338"/>
                  <a:pt x="26" y="338"/>
                </a:cubicBezTo>
                <a:cubicBezTo>
                  <a:pt x="17" y="338"/>
                  <a:pt x="8" y="338"/>
                  <a:pt x="0" y="338"/>
                </a:cubicBezTo>
                <a:cubicBezTo>
                  <a:pt x="44" y="364"/>
                  <a:pt x="89" y="373"/>
                  <a:pt x="142" y="373"/>
                </a:cubicBezTo>
                <a:cubicBezTo>
                  <a:pt x="319" y="373"/>
                  <a:pt x="408" y="231"/>
                  <a:pt x="408" y="107"/>
                </a:cubicBezTo>
                <a:lnTo>
                  <a:pt x="408" y="98"/>
                </a:lnTo>
                <a:cubicBezTo>
                  <a:pt x="434" y="81"/>
                  <a:pt x="443" y="72"/>
                  <a:pt x="461" y="4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35" name="Rounded Rectangle 44">
            <a:extLst>
              <a:ext uri="{FF2B5EF4-FFF2-40B4-BE49-F238E27FC236}">
                <a16:creationId xmlns:a16="http://schemas.microsoft.com/office/drawing/2014/main" id="{E6E05EF7-D5DC-B2E5-F006-83B3713AAEA7}"/>
              </a:ext>
            </a:extLst>
          </p:cNvPr>
          <p:cNvSpPr/>
          <p:nvPr/>
        </p:nvSpPr>
        <p:spPr>
          <a:xfrm>
            <a:off x="1225296" y="4947852"/>
            <a:ext cx="3035808" cy="1224347"/>
          </a:xfrm>
          <a:prstGeom prst="roundRect">
            <a:avLst>
              <a:gd name="adj" fmla="val 13542"/>
            </a:avLst>
          </a:prstGeom>
          <a:solidFill>
            <a:schemeClr val="accent1"/>
          </a:solidFill>
          <a:ln>
            <a:noFill/>
          </a:ln>
          <a:effectLst>
            <a:outerShdw blurRad="571500" dist="254000" dir="5400000" algn="t" rotWithShape="0">
              <a:srgbClr val="161616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97C19D-C15C-9E3E-CAF5-7BE4F140A8C1}"/>
              </a:ext>
            </a:extLst>
          </p:cNvPr>
          <p:cNvSpPr txBox="1"/>
          <p:nvPr/>
        </p:nvSpPr>
        <p:spPr>
          <a:xfrm>
            <a:off x="1524000" y="5106261"/>
            <a:ext cx="243840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b="1" spc="50" dirty="0">
                <a:solidFill>
                  <a:schemeClr val="bg1"/>
                </a:solidFill>
                <a:latin typeface="+mj-lt"/>
                <a:cs typeface="Poppins SemiBold" panose="00000700000000000000" pitchFamily="2" charset="0"/>
              </a:rPr>
              <a:t>Cia Rodriguez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084762-19CD-0196-1634-06E96DCFAC85}"/>
              </a:ext>
            </a:extLst>
          </p:cNvPr>
          <p:cNvSpPr txBox="1"/>
          <p:nvPr/>
        </p:nvSpPr>
        <p:spPr>
          <a:xfrm>
            <a:off x="1524000" y="5371342"/>
            <a:ext cx="24384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spc="50" dirty="0">
                <a:solidFill>
                  <a:schemeClr val="bg1"/>
                </a:solidFill>
                <a:cs typeface="Poppins SemiBold" panose="00000700000000000000" pitchFamily="2" charset="0"/>
              </a:rPr>
              <a:t>Marketer</a:t>
            </a:r>
          </a:p>
        </p:txBody>
      </p:sp>
      <p:sp>
        <p:nvSpPr>
          <p:cNvPr id="37" name="Rounded Rectangle 33">
            <a:extLst>
              <a:ext uri="{FF2B5EF4-FFF2-40B4-BE49-F238E27FC236}">
                <a16:creationId xmlns:a16="http://schemas.microsoft.com/office/drawing/2014/main" id="{C39F220F-E76E-49DA-B7B9-74579A71E1BD}"/>
              </a:ext>
            </a:extLst>
          </p:cNvPr>
          <p:cNvSpPr/>
          <p:nvPr/>
        </p:nvSpPr>
        <p:spPr>
          <a:xfrm>
            <a:off x="3258424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25">
            <a:extLst>
              <a:ext uri="{FF2B5EF4-FFF2-40B4-BE49-F238E27FC236}">
                <a16:creationId xmlns:a16="http://schemas.microsoft.com/office/drawing/2014/main" id="{47004026-90A1-424A-14A0-503BA8761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878" y="5792904"/>
            <a:ext cx="138481" cy="139401"/>
          </a:xfrm>
          <a:custGeom>
            <a:avLst/>
            <a:gdLst>
              <a:gd name="connsiteX0" fmla="*/ 0 w 330387"/>
              <a:gd name="connsiteY0" fmla="*/ 99812 h 332580"/>
              <a:gd name="connsiteX1" fmla="*/ 72114 w 330387"/>
              <a:gd name="connsiteY1" fmla="*/ 99812 h 332580"/>
              <a:gd name="connsiteX2" fmla="*/ 72114 w 330387"/>
              <a:gd name="connsiteY2" fmla="*/ 328168 h 332580"/>
              <a:gd name="connsiteX3" fmla="*/ 0 w 330387"/>
              <a:gd name="connsiteY3" fmla="*/ 328168 h 332580"/>
              <a:gd name="connsiteX4" fmla="*/ 0 w 330387"/>
              <a:gd name="connsiteY4" fmla="*/ 99812 h 332580"/>
              <a:gd name="connsiteX5" fmla="*/ 251322 w 330387"/>
              <a:gd name="connsiteY5" fmla="*/ 97132 h 332580"/>
              <a:gd name="connsiteX6" fmla="*/ 330387 w 330387"/>
              <a:gd name="connsiteY6" fmla="*/ 197387 h 332580"/>
              <a:gd name="connsiteX7" fmla="*/ 330387 w 330387"/>
              <a:gd name="connsiteY7" fmla="*/ 332580 h 332580"/>
              <a:gd name="connsiteX8" fmla="*/ 257290 w 330387"/>
              <a:gd name="connsiteY8" fmla="*/ 332580 h 332580"/>
              <a:gd name="connsiteX9" fmla="*/ 257290 w 330387"/>
              <a:gd name="connsiteY9" fmla="*/ 204223 h 332580"/>
              <a:gd name="connsiteX10" fmla="*/ 224470 w 330387"/>
              <a:gd name="connsiteY10" fmla="*/ 157133 h 332580"/>
              <a:gd name="connsiteX11" fmla="*/ 184938 w 330387"/>
              <a:gd name="connsiteY11" fmla="*/ 184476 h 332580"/>
              <a:gd name="connsiteX12" fmla="*/ 184938 w 330387"/>
              <a:gd name="connsiteY12" fmla="*/ 197387 h 332580"/>
              <a:gd name="connsiteX13" fmla="*/ 184938 w 330387"/>
              <a:gd name="connsiteY13" fmla="*/ 332580 h 332580"/>
              <a:gd name="connsiteX14" fmla="*/ 112586 w 330387"/>
              <a:gd name="connsiteY14" fmla="*/ 332580 h 332580"/>
              <a:gd name="connsiteX15" fmla="*/ 112586 w 330387"/>
              <a:gd name="connsiteY15" fmla="*/ 177640 h 332580"/>
              <a:gd name="connsiteX16" fmla="*/ 112586 w 330387"/>
              <a:gd name="connsiteY16" fmla="*/ 103208 h 332580"/>
              <a:gd name="connsiteX17" fmla="*/ 171512 w 330387"/>
              <a:gd name="connsiteY17" fmla="*/ 103208 h 332580"/>
              <a:gd name="connsiteX18" fmla="*/ 178225 w 330387"/>
              <a:gd name="connsiteY18" fmla="*/ 130550 h 332580"/>
              <a:gd name="connsiteX19" fmla="*/ 251322 w 330387"/>
              <a:gd name="connsiteY19" fmla="*/ 97132 h 332580"/>
              <a:gd name="connsiteX20" fmla="*/ 33114 w 330387"/>
              <a:gd name="connsiteY20" fmla="*/ 0 h 332580"/>
              <a:gd name="connsiteX21" fmla="*/ 72114 w 330387"/>
              <a:gd name="connsiteY21" fmla="*/ 33270 h 332580"/>
              <a:gd name="connsiteX22" fmla="*/ 33114 w 330387"/>
              <a:gd name="connsiteY22" fmla="*/ 66541 h 332580"/>
              <a:gd name="connsiteX23" fmla="*/ 0 w 330387"/>
              <a:gd name="connsiteY23" fmla="*/ 33270 h 332580"/>
              <a:gd name="connsiteX24" fmla="*/ 33114 w 330387"/>
              <a:gd name="connsiteY24" fmla="*/ 0 h 33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30387" h="332580">
                <a:moveTo>
                  <a:pt x="0" y="99812"/>
                </a:moveTo>
                <a:cubicBezTo>
                  <a:pt x="72114" y="99812"/>
                  <a:pt x="72114" y="99812"/>
                  <a:pt x="72114" y="99812"/>
                </a:cubicBezTo>
                <a:cubicBezTo>
                  <a:pt x="72114" y="328168"/>
                  <a:pt x="72114" y="328168"/>
                  <a:pt x="72114" y="328168"/>
                </a:cubicBezTo>
                <a:lnTo>
                  <a:pt x="0" y="328168"/>
                </a:lnTo>
                <a:cubicBezTo>
                  <a:pt x="0" y="99812"/>
                  <a:pt x="0" y="99812"/>
                  <a:pt x="0" y="99812"/>
                </a:cubicBezTo>
                <a:close/>
                <a:moveTo>
                  <a:pt x="251322" y="97132"/>
                </a:moveTo>
                <a:cubicBezTo>
                  <a:pt x="297568" y="97132"/>
                  <a:pt x="330387" y="130550"/>
                  <a:pt x="330387" y="197387"/>
                </a:cubicBezTo>
                <a:cubicBezTo>
                  <a:pt x="330387" y="332580"/>
                  <a:pt x="330387" y="332580"/>
                  <a:pt x="330387" y="332580"/>
                </a:cubicBezTo>
                <a:cubicBezTo>
                  <a:pt x="257290" y="332580"/>
                  <a:pt x="257290" y="332580"/>
                  <a:pt x="257290" y="332580"/>
                </a:cubicBezTo>
                <a:cubicBezTo>
                  <a:pt x="257290" y="204223"/>
                  <a:pt x="257290" y="204223"/>
                  <a:pt x="257290" y="204223"/>
                </a:cubicBezTo>
                <a:cubicBezTo>
                  <a:pt x="257290" y="177640"/>
                  <a:pt x="251322" y="157133"/>
                  <a:pt x="224470" y="157133"/>
                </a:cubicBezTo>
                <a:cubicBezTo>
                  <a:pt x="204331" y="157133"/>
                  <a:pt x="191651" y="170804"/>
                  <a:pt x="184938" y="184476"/>
                </a:cubicBezTo>
                <a:cubicBezTo>
                  <a:pt x="184938" y="184476"/>
                  <a:pt x="184938" y="191311"/>
                  <a:pt x="184938" y="197387"/>
                </a:cubicBezTo>
                <a:cubicBezTo>
                  <a:pt x="184938" y="332580"/>
                  <a:pt x="184938" y="332580"/>
                  <a:pt x="184938" y="332580"/>
                </a:cubicBezTo>
                <a:cubicBezTo>
                  <a:pt x="112586" y="332580"/>
                  <a:pt x="112586" y="332580"/>
                  <a:pt x="112586" y="332580"/>
                </a:cubicBezTo>
                <a:lnTo>
                  <a:pt x="112586" y="177640"/>
                </a:lnTo>
                <a:cubicBezTo>
                  <a:pt x="112586" y="144222"/>
                  <a:pt x="112586" y="123715"/>
                  <a:pt x="112586" y="103208"/>
                </a:cubicBezTo>
                <a:cubicBezTo>
                  <a:pt x="171512" y="103208"/>
                  <a:pt x="171512" y="103208"/>
                  <a:pt x="171512" y="103208"/>
                </a:cubicBezTo>
                <a:cubicBezTo>
                  <a:pt x="178225" y="130550"/>
                  <a:pt x="178225" y="130550"/>
                  <a:pt x="178225" y="130550"/>
                </a:cubicBezTo>
                <a:cubicBezTo>
                  <a:pt x="184938" y="116879"/>
                  <a:pt x="211044" y="97132"/>
                  <a:pt x="251322" y="97132"/>
                </a:cubicBezTo>
                <a:close/>
                <a:moveTo>
                  <a:pt x="33114" y="0"/>
                </a:moveTo>
                <a:cubicBezTo>
                  <a:pt x="58869" y="0"/>
                  <a:pt x="72114" y="13611"/>
                  <a:pt x="72114" y="33270"/>
                </a:cubicBezTo>
                <a:cubicBezTo>
                  <a:pt x="72114" y="53686"/>
                  <a:pt x="58869" y="66541"/>
                  <a:pt x="33114" y="66541"/>
                </a:cubicBezTo>
                <a:cubicBezTo>
                  <a:pt x="12509" y="66541"/>
                  <a:pt x="0" y="53686"/>
                  <a:pt x="0" y="33270"/>
                </a:cubicBezTo>
                <a:cubicBezTo>
                  <a:pt x="0" y="13611"/>
                  <a:pt x="12509" y="0"/>
                  <a:pt x="331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lIns="34286" tIns="17143" rIns="34286" bIns="17143" anchor="ctr">
            <a:noAutofit/>
          </a:bodyPr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39" name="Rounded Rectangle 32">
            <a:extLst>
              <a:ext uri="{FF2B5EF4-FFF2-40B4-BE49-F238E27FC236}">
                <a16:creationId xmlns:a16="http://schemas.microsoft.com/office/drawing/2014/main" id="{23C9BA24-AE75-0CFF-6B9C-E8A623A80AD2}"/>
              </a:ext>
            </a:extLst>
          </p:cNvPr>
          <p:cNvSpPr/>
          <p:nvPr/>
        </p:nvSpPr>
        <p:spPr>
          <a:xfrm>
            <a:off x="2832144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69">
            <a:extLst>
              <a:ext uri="{FF2B5EF4-FFF2-40B4-BE49-F238E27FC236}">
                <a16:creationId xmlns:a16="http://schemas.microsoft.com/office/drawing/2014/main" id="{93F30CDC-83D8-BE3F-D562-EC49EB376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951" y="5815857"/>
            <a:ext cx="162852" cy="107334"/>
          </a:xfrm>
          <a:custGeom>
            <a:avLst/>
            <a:gdLst>
              <a:gd name="T0" fmla="*/ 110347 w 514"/>
              <a:gd name="T1" fmla="*/ 77365 h 338"/>
              <a:gd name="T2" fmla="*/ 110347 w 514"/>
              <a:gd name="T3" fmla="*/ 77365 h 338"/>
              <a:gd name="T4" fmla="*/ 134264 w 514"/>
              <a:gd name="T5" fmla="*/ 48489 h 338"/>
              <a:gd name="T6" fmla="*/ 86429 w 514"/>
              <a:gd name="T7" fmla="*/ 0 h 338"/>
              <a:gd name="T8" fmla="*/ 0 w 514"/>
              <a:gd name="T9" fmla="*/ 0 h 338"/>
              <a:gd name="T10" fmla="*/ 0 w 514"/>
              <a:gd name="T11" fmla="*/ 173798 h 338"/>
              <a:gd name="T12" fmla="*/ 86429 w 514"/>
              <a:gd name="T13" fmla="*/ 173798 h 338"/>
              <a:gd name="T14" fmla="*/ 139156 w 514"/>
              <a:gd name="T15" fmla="*/ 120951 h 338"/>
              <a:gd name="T16" fmla="*/ 110347 w 514"/>
              <a:gd name="T17" fmla="*/ 77365 h 338"/>
              <a:gd name="T18" fmla="*/ 38594 w 514"/>
              <a:gd name="T19" fmla="*/ 28876 h 338"/>
              <a:gd name="T20" fmla="*/ 38594 w 514"/>
              <a:gd name="T21" fmla="*/ 28876 h 338"/>
              <a:gd name="T22" fmla="*/ 86429 w 514"/>
              <a:gd name="T23" fmla="*/ 28876 h 338"/>
              <a:gd name="T24" fmla="*/ 101106 w 514"/>
              <a:gd name="T25" fmla="*/ 48489 h 338"/>
              <a:gd name="T26" fmla="*/ 81537 w 514"/>
              <a:gd name="T27" fmla="*/ 68103 h 338"/>
              <a:gd name="T28" fmla="*/ 38594 w 514"/>
              <a:gd name="T29" fmla="*/ 68103 h 338"/>
              <a:gd name="T30" fmla="*/ 38594 w 514"/>
              <a:gd name="T31" fmla="*/ 28876 h 338"/>
              <a:gd name="T32" fmla="*/ 86429 w 514"/>
              <a:gd name="T33" fmla="*/ 144923 h 338"/>
              <a:gd name="T34" fmla="*/ 86429 w 514"/>
              <a:gd name="T35" fmla="*/ 144923 h 338"/>
              <a:gd name="T36" fmla="*/ 38594 w 514"/>
              <a:gd name="T37" fmla="*/ 144923 h 338"/>
              <a:gd name="T38" fmla="*/ 38594 w 514"/>
              <a:gd name="T39" fmla="*/ 96978 h 338"/>
              <a:gd name="T40" fmla="*/ 86429 w 514"/>
              <a:gd name="T41" fmla="*/ 96978 h 338"/>
              <a:gd name="T42" fmla="*/ 105454 w 514"/>
              <a:gd name="T43" fmla="*/ 120951 h 338"/>
              <a:gd name="T44" fmla="*/ 86429 w 514"/>
              <a:gd name="T45" fmla="*/ 144923 h 338"/>
              <a:gd name="T46" fmla="*/ 211996 w 514"/>
              <a:gd name="T47" fmla="*/ 43586 h 338"/>
              <a:gd name="T48" fmla="*/ 211996 w 514"/>
              <a:gd name="T49" fmla="*/ 43586 h 338"/>
              <a:gd name="T50" fmla="*/ 144049 w 514"/>
              <a:gd name="T51" fmla="*/ 111144 h 338"/>
              <a:gd name="T52" fmla="*/ 211996 w 514"/>
              <a:gd name="T53" fmla="*/ 178702 h 338"/>
              <a:gd name="T54" fmla="*/ 269616 w 514"/>
              <a:gd name="T55" fmla="*/ 130757 h 338"/>
              <a:gd name="T56" fmla="*/ 240806 w 514"/>
              <a:gd name="T57" fmla="*/ 130757 h 338"/>
              <a:gd name="T58" fmla="*/ 211996 w 514"/>
              <a:gd name="T59" fmla="*/ 149826 h 338"/>
              <a:gd name="T60" fmla="*/ 183186 w 514"/>
              <a:gd name="T61" fmla="*/ 120951 h 338"/>
              <a:gd name="T62" fmla="*/ 269616 w 514"/>
              <a:gd name="T63" fmla="*/ 120951 h 338"/>
              <a:gd name="T64" fmla="*/ 211996 w 514"/>
              <a:gd name="T65" fmla="*/ 43586 h 338"/>
              <a:gd name="T66" fmla="*/ 235914 w 514"/>
              <a:gd name="T67" fmla="*/ 96978 h 338"/>
              <a:gd name="T68" fmla="*/ 235914 w 514"/>
              <a:gd name="T69" fmla="*/ 96978 h 338"/>
              <a:gd name="T70" fmla="*/ 183186 w 514"/>
              <a:gd name="T71" fmla="*/ 96978 h 338"/>
              <a:gd name="T72" fmla="*/ 211996 w 514"/>
              <a:gd name="T73" fmla="*/ 68103 h 338"/>
              <a:gd name="T74" fmla="*/ 235914 w 514"/>
              <a:gd name="T75" fmla="*/ 96978 h 338"/>
              <a:gd name="T76" fmla="*/ 245698 w 514"/>
              <a:gd name="T77" fmla="*/ 9807 h 338"/>
              <a:gd name="T78" fmla="*/ 245698 w 514"/>
              <a:gd name="T79" fmla="*/ 9807 h 338"/>
              <a:gd name="T80" fmla="*/ 173402 w 514"/>
              <a:gd name="T81" fmla="*/ 9807 h 338"/>
              <a:gd name="T82" fmla="*/ 173402 w 514"/>
              <a:gd name="T83" fmla="*/ 33779 h 338"/>
              <a:gd name="T84" fmla="*/ 245698 w 514"/>
              <a:gd name="T85" fmla="*/ 33779 h 338"/>
              <a:gd name="T86" fmla="*/ 245698 w 514"/>
              <a:gd name="T87" fmla="*/ 9807 h 338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14" h="338">
                <a:moveTo>
                  <a:pt x="203" y="142"/>
                </a:moveTo>
                <a:lnTo>
                  <a:pt x="203" y="142"/>
                </a:lnTo>
                <a:cubicBezTo>
                  <a:pt x="203" y="142"/>
                  <a:pt x="247" y="142"/>
                  <a:pt x="247" y="89"/>
                </a:cubicBezTo>
                <a:cubicBezTo>
                  <a:pt x="247" y="27"/>
                  <a:pt x="212" y="0"/>
                  <a:pt x="15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19"/>
                  <a:pt x="0" y="319"/>
                  <a:pt x="0" y="319"/>
                </a:cubicBezTo>
                <a:cubicBezTo>
                  <a:pt x="159" y="319"/>
                  <a:pt x="159" y="319"/>
                  <a:pt x="159" y="319"/>
                </a:cubicBezTo>
                <a:cubicBezTo>
                  <a:pt x="159" y="319"/>
                  <a:pt x="256" y="328"/>
                  <a:pt x="256" y="222"/>
                </a:cubicBezTo>
                <a:cubicBezTo>
                  <a:pt x="256" y="222"/>
                  <a:pt x="265" y="142"/>
                  <a:pt x="203" y="142"/>
                </a:cubicBezTo>
                <a:close/>
                <a:moveTo>
                  <a:pt x="71" y="53"/>
                </a:moveTo>
                <a:lnTo>
                  <a:pt x="71" y="53"/>
                </a:lnTo>
                <a:cubicBezTo>
                  <a:pt x="159" y="53"/>
                  <a:pt x="159" y="53"/>
                  <a:pt x="159" y="53"/>
                </a:cubicBezTo>
                <a:cubicBezTo>
                  <a:pt x="159" y="53"/>
                  <a:pt x="186" y="53"/>
                  <a:pt x="186" y="89"/>
                </a:cubicBezTo>
                <a:cubicBezTo>
                  <a:pt x="186" y="125"/>
                  <a:pt x="168" y="125"/>
                  <a:pt x="150" y="125"/>
                </a:cubicBezTo>
                <a:cubicBezTo>
                  <a:pt x="71" y="125"/>
                  <a:pt x="71" y="125"/>
                  <a:pt x="71" y="125"/>
                </a:cubicBezTo>
                <a:lnTo>
                  <a:pt x="71" y="53"/>
                </a:lnTo>
                <a:close/>
                <a:moveTo>
                  <a:pt x="159" y="266"/>
                </a:moveTo>
                <a:lnTo>
                  <a:pt x="159" y="266"/>
                </a:lnTo>
                <a:cubicBezTo>
                  <a:pt x="71" y="266"/>
                  <a:pt x="71" y="266"/>
                  <a:pt x="71" y="266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59" y="178"/>
                  <a:pt x="194" y="178"/>
                  <a:pt x="194" y="222"/>
                </a:cubicBezTo>
                <a:cubicBezTo>
                  <a:pt x="194" y="257"/>
                  <a:pt x="168" y="266"/>
                  <a:pt x="159" y="266"/>
                </a:cubicBezTo>
                <a:close/>
                <a:moveTo>
                  <a:pt x="390" y="80"/>
                </a:moveTo>
                <a:lnTo>
                  <a:pt x="390" y="80"/>
                </a:lnTo>
                <a:cubicBezTo>
                  <a:pt x="265" y="80"/>
                  <a:pt x="265" y="204"/>
                  <a:pt x="265" y="204"/>
                </a:cubicBezTo>
                <a:cubicBezTo>
                  <a:pt x="265" y="204"/>
                  <a:pt x="265" y="328"/>
                  <a:pt x="390" y="328"/>
                </a:cubicBezTo>
                <a:cubicBezTo>
                  <a:pt x="390" y="328"/>
                  <a:pt x="496" y="337"/>
                  <a:pt x="496" y="240"/>
                </a:cubicBezTo>
                <a:cubicBezTo>
                  <a:pt x="443" y="240"/>
                  <a:pt x="443" y="240"/>
                  <a:pt x="443" y="240"/>
                </a:cubicBezTo>
                <a:cubicBezTo>
                  <a:pt x="443" y="240"/>
                  <a:pt x="443" y="275"/>
                  <a:pt x="390" y="275"/>
                </a:cubicBezTo>
                <a:cubicBezTo>
                  <a:pt x="390" y="275"/>
                  <a:pt x="337" y="284"/>
                  <a:pt x="337" y="22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22"/>
                  <a:pt x="513" y="80"/>
                  <a:pt x="390" y="80"/>
                </a:cubicBezTo>
                <a:close/>
                <a:moveTo>
                  <a:pt x="434" y="178"/>
                </a:moveTo>
                <a:lnTo>
                  <a:pt x="434" y="178"/>
                </a:lnTo>
                <a:cubicBezTo>
                  <a:pt x="337" y="178"/>
                  <a:pt x="337" y="178"/>
                  <a:pt x="337" y="178"/>
                </a:cubicBezTo>
                <a:cubicBezTo>
                  <a:pt x="337" y="178"/>
                  <a:pt x="345" y="125"/>
                  <a:pt x="390" y="125"/>
                </a:cubicBezTo>
                <a:cubicBezTo>
                  <a:pt x="434" y="125"/>
                  <a:pt x="434" y="178"/>
                  <a:pt x="434" y="178"/>
                </a:cubicBezTo>
                <a:close/>
                <a:moveTo>
                  <a:pt x="452" y="18"/>
                </a:moveTo>
                <a:lnTo>
                  <a:pt x="452" y="18"/>
                </a:lnTo>
                <a:cubicBezTo>
                  <a:pt x="319" y="18"/>
                  <a:pt x="319" y="18"/>
                  <a:pt x="319" y="18"/>
                </a:cubicBezTo>
                <a:cubicBezTo>
                  <a:pt x="319" y="62"/>
                  <a:pt x="319" y="62"/>
                  <a:pt x="319" y="62"/>
                </a:cubicBezTo>
                <a:cubicBezTo>
                  <a:pt x="452" y="62"/>
                  <a:pt x="452" y="62"/>
                  <a:pt x="452" y="62"/>
                </a:cubicBezTo>
                <a:lnTo>
                  <a:pt x="452" y="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41" name="Rounded Rectangle 30">
            <a:extLst>
              <a:ext uri="{FF2B5EF4-FFF2-40B4-BE49-F238E27FC236}">
                <a16:creationId xmlns:a16="http://schemas.microsoft.com/office/drawing/2014/main" id="{D1852844-5BDA-10FD-1C67-0339C9D8302F}"/>
              </a:ext>
            </a:extLst>
          </p:cNvPr>
          <p:cNvSpPr/>
          <p:nvPr/>
        </p:nvSpPr>
        <p:spPr>
          <a:xfrm>
            <a:off x="1981200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75">
            <a:extLst>
              <a:ext uri="{FF2B5EF4-FFF2-40B4-BE49-F238E27FC236}">
                <a16:creationId xmlns:a16="http://schemas.microsoft.com/office/drawing/2014/main" id="{601AF1C2-6225-4D23-EB0D-5ABE13904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726" y="5797351"/>
            <a:ext cx="77725" cy="144346"/>
          </a:xfrm>
          <a:custGeom>
            <a:avLst/>
            <a:gdLst>
              <a:gd name="T0" fmla="*/ 132814 w 249"/>
              <a:gd name="T1" fmla="*/ 43735 h 453"/>
              <a:gd name="T2" fmla="*/ 132814 w 249"/>
              <a:gd name="T3" fmla="*/ 43735 h 453"/>
              <a:gd name="T4" fmla="*/ 94791 w 249"/>
              <a:gd name="T5" fmla="*/ 43735 h 453"/>
              <a:gd name="T6" fmla="*/ 85687 w 249"/>
              <a:gd name="T7" fmla="*/ 58496 h 453"/>
              <a:gd name="T8" fmla="*/ 85687 w 249"/>
              <a:gd name="T9" fmla="*/ 87470 h 453"/>
              <a:gd name="T10" fmla="*/ 132814 w 249"/>
              <a:gd name="T11" fmla="*/ 87470 h 453"/>
              <a:gd name="T12" fmla="*/ 132814 w 249"/>
              <a:gd name="T13" fmla="*/ 126285 h 453"/>
              <a:gd name="T14" fmla="*/ 85687 w 249"/>
              <a:gd name="T15" fmla="*/ 126285 h 453"/>
              <a:gd name="T16" fmla="*/ 85687 w 249"/>
              <a:gd name="T17" fmla="*/ 247103 h 453"/>
              <a:gd name="T18" fmla="*/ 42308 w 249"/>
              <a:gd name="T19" fmla="*/ 247103 h 453"/>
              <a:gd name="T20" fmla="*/ 42308 w 249"/>
              <a:gd name="T21" fmla="*/ 126285 h 453"/>
              <a:gd name="T22" fmla="*/ 0 w 249"/>
              <a:gd name="T23" fmla="*/ 126285 h 453"/>
              <a:gd name="T24" fmla="*/ 0 w 249"/>
              <a:gd name="T25" fmla="*/ 87470 h 453"/>
              <a:gd name="T26" fmla="*/ 42308 w 249"/>
              <a:gd name="T27" fmla="*/ 87470 h 453"/>
              <a:gd name="T28" fmla="*/ 42308 w 249"/>
              <a:gd name="T29" fmla="*/ 63416 h 453"/>
              <a:gd name="T30" fmla="*/ 94791 w 249"/>
              <a:gd name="T31" fmla="*/ 0 h 453"/>
              <a:gd name="T32" fmla="*/ 132814 w 249"/>
              <a:gd name="T33" fmla="*/ 0 h 453"/>
              <a:gd name="T34" fmla="*/ 132814 w 249"/>
              <a:gd name="T35" fmla="*/ 43735 h 45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9" h="453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43" name="Rounded Rectangle 31">
            <a:extLst>
              <a:ext uri="{FF2B5EF4-FFF2-40B4-BE49-F238E27FC236}">
                <a16:creationId xmlns:a16="http://schemas.microsoft.com/office/drawing/2014/main" id="{7A17205A-D25D-01D9-87EA-C58278F301CE}"/>
              </a:ext>
            </a:extLst>
          </p:cNvPr>
          <p:cNvSpPr/>
          <p:nvPr/>
        </p:nvSpPr>
        <p:spPr>
          <a:xfrm>
            <a:off x="2406941" y="5746136"/>
            <a:ext cx="246777" cy="246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85">
            <a:extLst>
              <a:ext uri="{FF2B5EF4-FFF2-40B4-BE49-F238E27FC236}">
                <a16:creationId xmlns:a16="http://schemas.microsoft.com/office/drawing/2014/main" id="{A5DA480F-83CD-2901-AC6C-B82A80F2A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231" y="5810769"/>
            <a:ext cx="146197" cy="117512"/>
          </a:xfrm>
          <a:custGeom>
            <a:avLst/>
            <a:gdLst>
              <a:gd name="T0" fmla="*/ 250282 w 462"/>
              <a:gd name="T1" fmla="*/ 24258 h 374"/>
              <a:gd name="T2" fmla="*/ 250282 w 462"/>
              <a:gd name="T3" fmla="*/ 24258 h 374"/>
              <a:gd name="T4" fmla="*/ 221508 w 462"/>
              <a:gd name="T5" fmla="*/ 33962 h 374"/>
              <a:gd name="T6" fmla="*/ 240510 w 462"/>
              <a:gd name="T7" fmla="*/ 5391 h 374"/>
              <a:gd name="T8" fmla="*/ 211192 w 462"/>
              <a:gd name="T9" fmla="*/ 19407 h 374"/>
              <a:gd name="T10" fmla="*/ 173189 w 462"/>
              <a:gd name="T11" fmla="*/ 0 h 374"/>
              <a:gd name="T12" fmla="*/ 119983 w 462"/>
              <a:gd name="T13" fmla="*/ 52829 h 374"/>
              <a:gd name="T14" fmla="*/ 124870 w 462"/>
              <a:gd name="T15" fmla="*/ 62532 h 374"/>
              <a:gd name="T16" fmla="*/ 19002 w 462"/>
              <a:gd name="T17" fmla="*/ 10242 h 374"/>
              <a:gd name="T18" fmla="*/ 9229 w 462"/>
              <a:gd name="T19" fmla="*/ 38813 h 374"/>
              <a:gd name="T20" fmla="*/ 33118 w 462"/>
              <a:gd name="T21" fmla="*/ 81400 h 374"/>
              <a:gd name="T22" fmla="*/ 9229 w 462"/>
              <a:gd name="T23" fmla="*/ 72236 h 374"/>
              <a:gd name="T24" fmla="*/ 9229 w 462"/>
              <a:gd name="T25" fmla="*/ 72236 h 374"/>
              <a:gd name="T26" fmla="*/ 53205 w 462"/>
              <a:gd name="T27" fmla="*/ 124526 h 374"/>
              <a:gd name="T28" fmla="*/ 38004 w 462"/>
              <a:gd name="T29" fmla="*/ 124526 h 374"/>
              <a:gd name="T30" fmla="*/ 28774 w 462"/>
              <a:gd name="T31" fmla="*/ 124526 h 374"/>
              <a:gd name="T32" fmla="*/ 77093 w 462"/>
              <a:gd name="T33" fmla="*/ 158487 h 374"/>
              <a:gd name="T34" fmla="*/ 14116 w 462"/>
              <a:gd name="T35" fmla="*/ 182206 h 374"/>
              <a:gd name="T36" fmla="*/ 0 w 462"/>
              <a:gd name="T37" fmla="*/ 182206 h 374"/>
              <a:gd name="T38" fmla="*/ 77093 w 462"/>
              <a:gd name="T39" fmla="*/ 201074 h 374"/>
              <a:gd name="T40" fmla="*/ 221508 w 462"/>
              <a:gd name="T41" fmla="*/ 57681 h 374"/>
              <a:gd name="T42" fmla="*/ 221508 w 462"/>
              <a:gd name="T43" fmla="*/ 52829 h 374"/>
              <a:gd name="T44" fmla="*/ 250282 w 462"/>
              <a:gd name="T45" fmla="*/ 24258 h 37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462" h="374">
                <a:moveTo>
                  <a:pt x="461" y="45"/>
                </a:moveTo>
                <a:lnTo>
                  <a:pt x="461" y="45"/>
                </a:lnTo>
                <a:cubicBezTo>
                  <a:pt x="443" y="54"/>
                  <a:pt x="425" y="63"/>
                  <a:pt x="408" y="63"/>
                </a:cubicBezTo>
                <a:cubicBezTo>
                  <a:pt x="425" y="54"/>
                  <a:pt x="443" y="36"/>
                  <a:pt x="443" y="10"/>
                </a:cubicBezTo>
                <a:cubicBezTo>
                  <a:pt x="425" y="19"/>
                  <a:pt x="408" y="27"/>
                  <a:pt x="389" y="36"/>
                </a:cubicBezTo>
                <a:cubicBezTo>
                  <a:pt x="372" y="19"/>
                  <a:pt x="345" y="0"/>
                  <a:pt x="319" y="0"/>
                </a:cubicBezTo>
                <a:cubicBezTo>
                  <a:pt x="265" y="0"/>
                  <a:pt x="221" y="45"/>
                  <a:pt x="221" y="98"/>
                </a:cubicBezTo>
                <a:cubicBezTo>
                  <a:pt x="221" y="107"/>
                  <a:pt x="221" y="116"/>
                  <a:pt x="230" y="116"/>
                </a:cubicBezTo>
                <a:cubicBezTo>
                  <a:pt x="151" y="116"/>
                  <a:pt x="79" y="81"/>
                  <a:pt x="35" y="19"/>
                </a:cubicBezTo>
                <a:cubicBezTo>
                  <a:pt x="26" y="36"/>
                  <a:pt x="17" y="54"/>
                  <a:pt x="17" y="72"/>
                </a:cubicBezTo>
                <a:cubicBezTo>
                  <a:pt x="17" y="98"/>
                  <a:pt x="35" y="134"/>
                  <a:pt x="61" y="151"/>
                </a:cubicBezTo>
                <a:cubicBezTo>
                  <a:pt x="44" y="143"/>
                  <a:pt x="35" y="143"/>
                  <a:pt x="17" y="134"/>
                </a:cubicBezTo>
                <a:cubicBezTo>
                  <a:pt x="17" y="178"/>
                  <a:pt x="53" y="222"/>
                  <a:pt x="98" y="231"/>
                </a:cubicBezTo>
                <a:cubicBezTo>
                  <a:pt x="89" y="231"/>
                  <a:pt x="79" y="231"/>
                  <a:pt x="70" y="231"/>
                </a:cubicBezTo>
                <a:cubicBezTo>
                  <a:pt x="61" y="231"/>
                  <a:pt x="61" y="231"/>
                  <a:pt x="53" y="231"/>
                </a:cubicBezTo>
                <a:cubicBezTo>
                  <a:pt x="61" y="266"/>
                  <a:pt x="98" y="294"/>
                  <a:pt x="142" y="294"/>
                </a:cubicBezTo>
                <a:cubicBezTo>
                  <a:pt x="106" y="319"/>
                  <a:pt x="70" y="338"/>
                  <a:pt x="26" y="338"/>
                </a:cubicBezTo>
                <a:cubicBezTo>
                  <a:pt x="17" y="338"/>
                  <a:pt x="8" y="338"/>
                  <a:pt x="0" y="338"/>
                </a:cubicBezTo>
                <a:cubicBezTo>
                  <a:pt x="44" y="364"/>
                  <a:pt x="89" y="373"/>
                  <a:pt x="142" y="373"/>
                </a:cubicBezTo>
                <a:cubicBezTo>
                  <a:pt x="319" y="373"/>
                  <a:pt x="408" y="231"/>
                  <a:pt x="408" y="107"/>
                </a:cubicBezTo>
                <a:lnTo>
                  <a:pt x="408" y="98"/>
                </a:lnTo>
                <a:cubicBezTo>
                  <a:pt x="434" y="81"/>
                  <a:pt x="443" y="72"/>
                  <a:pt x="461" y="4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34286" tIns="17143" rIns="34286" bIns="17143" anchor="ctr"/>
          <a:lstStyle/>
          <a:p>
            <a:endParaRPr lang="en-US" sz="3599">
              <a:solidFill>
                <a:schemeClr val="bg1"/>
              </a:solidFill>
            </a:endParaRPr>
          </a:p>
        </p:txBody>
      </p:sp>
      <p:sp>
        <p:nvSpPr>
          <p:cNvPr id="49" name="Freeform 50">
            <a:extLst>
              <a:ext uri="{FF2B5EF4-FFF2-40B4-BE49-F238E27FC236}">
                <a16:creationId xmlns:a16="http://schemas.microsoft.com/office/drawing/2014/main" id="{73091BC0-76F4-309C-B53D-5DE1B5B9DC8C}"/>
              </a:ext>
            </a:extLst>
          </p:cNvPr>
          <p:cNvSpPr>
            <a:spLocks noEditPoints="1"/>
          </p:cNvSpPr>
          <p:nvPr/>
        </p:nvSpPr>
        <p:spPr bwMode="auto">
          <a:xfrm>
            <a:off x="11171166" y="2076433"/>
            <a:ext cx="376747" cy="333007"/>
          </a:xfrm>
          <a:custGeom>
            <a:avLst/>
            <a:gdLst>
              <a:gd name="T0" fmla="*/ 173 w 791"/>
              <a:gd name="T1" fmla="*/ 84 h 700"/>
              <a:gd name="T2" fmla="*/ 152 w 791"/>
              <a:gd name="T3" fmla="*/ 96 h 700"/>
              <a:gd name="T4" fmla="*/ 157 w 791"/>
              <a:gd name="T5" fmla="*/ 451 h 700"/>
              <a:gd name="T6" fmla="*/ 169 w 791"/>
              <a:gd name="T7" fmla="*/ 431 h 700"/>
              <a:gd name="T8" fmla="*/ 264 w 791"/>
              <a:gd name="T9" fmla="*/ 50 h 700"/>
              <a:gd name="T10" fmla="*/ 83 w 791"/>
              <a:gd name="T11" fmla="*/ 356 h 700"/>
              <a:gd name="T12" fmla="*/ 89 w 791"/>
              <a:gd name="T13" fmla="*/ 379 h 700"/>
              <a:gd name="T14" fmla="*/ 83 w 791"/>
              <a:gd name="T15" fmla="*/ 356 h 700"/>
              <a:gd name="T16" fmla="*/ 62 w 791"/>
              <a:gd name="T17" fmla="*/ 277 h 700"/>
              <a:gd name="T18" fmla="*/ 83 w 791"/>
              <a:gd name="T19" fmla="*/ 174 h 700"/>
              <a:gd name="T20" fmla="*/ 95 w 791"/>
              <a:gd name="T21" fmla="*/ 154 h 700"/>
              <a:gd name="T22" fmla="*/ 359 w 791"/>
              <a:gd name="T23" fmla="*/ 99 h 700"/>
              <a:gd name="T24" fmla="*/ 371 w 791"/>
              <a:gd name="T25" fmla="*/ 79 h 700"/>
              <a:gd name="T26" fmla="*/ 440 w 791"/>
              <a:gd name="T27" fmla="*/ 175 h 700"/>
              <a:gd name="T28" fmla="*/ 450 w 791"/>
              <a:gd name="T29" fmla="*/ 157 h 700"/>
              <a:gd name="T30" fmla="*/ 440 w 791"/>
              <a:gd name="T31" fmla="*/ 175 h 700"/>
              <a:gd name="T32" fmla="*/ 580 w 791"/>
              <a:gd name="T33" fmla="*/ 624 h 700"/>
              <a:gd name="T34" fmla="*/ 629 w 791"/>
              <a:gd name="T35" fmla="*/ 700 h 700"/>
              <a:gd name="T36" fmla="*/ 219 w 791"/>
              <a:gd name="T37" fmla="*/ 624 h 700"/>
              <a:gd name="T38" fmla="*/ 0 w 791"/>
              <a:gd name="T39" fmla="*/ 265 h 700"/>
              <a:gd name="T40" fmla="*/ 634 w 791"/>
              <a:gd name="T41" fmla="*/ 257 h 700"/>
              <a:gd name="T42" fmla="*/ 741 w 791"/>
              <a:gd name="T43" fmla="*/ 310 h 700"/>
              <a:gd name="T44" fmla="*/ 254 w 791"/>
              <a:gd name="T45" fmla="*/ 505 h 700"/>
              <a:gd name="T46" fmla="*/ 232 w 791"/>
              <a:gd name="T47" fmla="*/ 300 h 700"/>
              <a:gd name="T48" fmla="*/ 128 w 791"/>
              <a:gd name="T49" fmla="*/ 351 h 700"/>
              <a:gd name="T50" fmla="*/ 217 w 791"/>
              <a:gd name="T51" fmla="*/ 265 h 700"/>
              <a:gd name="T52" fmla="*/ 264 w 791"/>
              <a:gd name="T53" fmla="*/ 96 h 700"/>
              <a:gd name="T54" fmla="*/ 311 w 791"/>
              <a:gd name="T55" fmla="*/ 257 h 700"/>
              <a:gd name="T56" fmla="*/ 421 w 791"/>
              <a:gd name="T57" fmla="*/ 200 h 700"/>
              <a:gd name="T58" fmla="*/ 505 w 791"/>
              <a:gd name="T59" fmla="*/ 257 h 700"/>
              <a:gd name="T60" fmla="*/ 254 w 791"/>
              <a:gd name="T61" fmla="*/ 505 h 700"/>
              <a:gd name="T62" fmla="*/ 407 w 791"/>
              <a:gd name="T63" fmla="*/ 538 h 700"/>
              <a:gd name="T64" fmla="*/ 346 w 791"/>
              <a:gd name="T65" fmla="*/ 471 h 700"/>
              <a:gd name="T66" fmla="*/ 421 w 791"/>
              <a:gd name="T67" fmla="*/ 224 h 700"/>
              <a:gd name="T68" fmla="*/ 453 w 791"/>
              <a:gd name="T69" fmla="*/ 257 h 700"/>
              <a:gd name="T70" fmla="*/ 241 w 791"/>
              <a:gd name="T71" fmla="*/ 265 h 700"/>
              <a:gd name="T72" fmla="*/ 667 w 791"/>
              <a:gd name="T73" fmla="*/ 648 h 700"/>
              <a:gd name="T74" fmla="*/ 629 w 791"/>
              <a:gd name="T75" fmla="*/ 676 h 700"/>
              <a:gd name="T76" fmla="*/ 388 w 791"/>
              <a:gd name="T77" fmla="*/ 281 h 700"/>
              <a:gd name="T78" fmla="*/ 431 w 791"/>
              <a:gd name="T79" fmla="*/ 463 h 700"/>
              <a:gd name="T80" fmla="*/ 334 w 791"/>
              <a:gd name="T81" fmla="*/ 562 h 700"/>
              <a:gd name="T82" fmla="*/ 329 w 791"/>
              <a:gd name="T83" fmla="*/ 452 h 700"/>
              <a:gd name="T84" fmla="*/ 310 w 791"/>
              <a:gd name="T85" fmla="*/ 281 h 700"/>
              <a:gd name="T86" fmla="*/ 359 w 791"/>
              <a:gd name="T87" fmla="*/ 624 h 700"/>
              <a:gd name="T88" fmla="*/ 623 w 791"/>
              <a:gd name="T89" fmla="*/ 281 h 700"/>
              <a:gd name="T90" fmla="*/ 689 w 791"/>
              <a:gd name="T91" fmla="*/ 319 h 700"/>
              <a:gd name="T92" fmla="*/ 646 w 791"/>
              <a:gd name="T93" fmla="*/ 496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91" h="700">
                <a:moveTo>
                  <a:pt x="152" y="96"/>
                </a:moveTo>
                <a:cubicBezTo>
                  <a:pt x="149" y="90"/>
                  <a:pt x="151" y="83"/>
                  <a:pt x="157" y="79"/>
                </a:cubicBezTo>
                <a:cubicBezTo>
                  <a:pt x="162" y="76"/>
                  <a:pt x="169" y="78"/>
                  <a:pt x="173" y="84"/>
                </a:cubicBezTo>
                <a:cubicBezTo>
                  <a:pt x="177" y="89"/>
                  <a:pt x="174" y="97"/>
                  <a:pt x="169" y="100"/>
                </a:cubicBezTo>
                <a:cubicBezTo>
                  <a:pt x="167" y="101"/>
                  <a:pt x="164" y="102"/>
                  <a:pt x="163" y="102"/>
                </a:cubicBezTo>
                <a:cubicBezTo>
                  <a:pt x="158" y="102"/>
                  <a:pt x="155" y="100"/>
                  <a:pt x="152" y="96"/>
                </a:cubicBezTo>
                <a:close/>
                <a:moveTo>
                  <a:pt x="169" y="431"/>
                </a:moveTo>
                <a:cubicBezTo>
                  <a:pt x="164" y="427"/>
                  <a:pt x="156" y="429"/>
                  <a:pt x="153" y="435"/>
                </a:cubicBezTo>
                <a:cubicBezTo>
                  <a:pt x="150" y="441"/>
                  <a:pt x="152" y="448"/>
                  <a:pt x="157" y="451"/>
                </a:cubicBezTo>
                <a:cubicBezTo>
                  <a:pt x="159" y="452"/>
                  <a:pt x="161" y="453"/>
                  <a:pt x="163" y="453"/>
                </a:cubicBezTo>
                <a:cubicBezTo>
                  <a:pt x="167" y="453"/>
                  <a:pt x="172" y="451"/>
                  <a:pt x="174" y="447"/>
                </a:cubicBezTo>
                <a:cubicBezTo>
                  <a:pt x="177" y="441"/>
                  <a:pt x="175" y="434"/>
                  <a:pt x="169" y="431"/>
                </a:cubicBezTo>
                <a:close/>
                <a:moveTo>
                  <a:pt x="264" y="74"/>
                </a:moveTo>
                <a:cubicBezTo>
                  <a:pt x="271" y="74"/>
                  <a:pt x="276" y="69"/>
                  <a:pt x="276" y="62"/>
                </a:cubicBezTo>
                <a:cubicBezTo>
                  <a:pt x="276" y="56"/>
                  <a:pt x="271" y="50"/>
                  <a:pt x="264" y="50"/>
                </a:cubicBezTo>
                <a:cubicBezTo>
                  <a:pt x="257" y="50"/>
                  <a:pt x="252" y="56"/>
                  <a:pt x="252" y="62"/>
                </a:cubicBezTo>
                <a:cubicBezTo>
                  <a:pt x="252" y="69"/>
                  <a:pt x="257" y="74"/>
                  <a:pt x="264" y="74"/>
                </a:cubicBezTo>
                <a:close/>
                <a:moveTo>
                  <a:pt x="83" y="356"/>
                </a:moveTo>
                <a:cubicBezTo>
                  <a:pt x="77" y="360"/>
                  <a:pt x="75" y="367"/>
                  <a:pt x="79" y="373"/>
                </a:cubicBezTo>
                <a:cubicBezTo>
                  <a:pt x="79" y="373"/>
                  <a:pt x="79" y="373"/>
                  <a:pt x="79" y="373"/>
                </a:cubicBezTo>
                <a:cubicBezTo>
                  <a:pt x="81" y="377"/>
                  <a:pt x="85" y="379"/>
                  <a:pt x="89" y="379"/>
                </a:cubicBezTo>
                <a:cubicBezTo>
                  <a:pt x="91" y="379"/>
                  <a:pt x="93" y="378"/>
                  <a:pt x="95" y="377"/>
                </a:cubicBezTo>
                <a:cubicBezTo>
                  <a:pt x="101" y="374"/>
                  <a:pt x="103" y="367"/>
                  <a:pt x="99" y="361"/>
                </a:cubicBezTo>
                <a:cubicBezTo>
                  <a:pt x="96" y="355"/>
                  <a:pt x="89" y="353"/>
                  <a:pt x="83" y="356"/>
                </a:cubicBezTo>
                <a:close/>
                <a:moveTo>
                  <a:pt x="62" y="254"/>
                </a:moveTo>
                <a:cubicBezTo>
                  <a:pt x="55" y="254"/>
                  <a:pt x="50" y="259"/>
                  <a:pt x="50" y="265"/>
                </a:cubicBezTo>
                <a:cubicBezTo>
                  <a:pt x="50" y="272"/>
                  <a:pt x="55" y="277"/>
                  <a:pt x="62" y="277"/>
                </a:cubicBezTo>
                <a:cubicBezTo>
                  <a:pt x="68" y="277"/>
                  <a:pt x="74" y="272"/>
                  <a:pt x="74" y="265"/>
                </a:cubicBezTo>
                <a:cubicBezTo>
                  <a:pt x="74" y="259"/>
                  <a:pt x="68" y="254"/>
                  <a:pt x="62" y="254"/>
                </a:cubicBezTo>
                <a:close/>
                <a:moveTo>
                  <a:pt x="83" y="174"/>
                </a:moveTo>
                <a:cubicBezTo>
                  <a:pt x="84" y="175"/>
                  <a:pt x="87" y="176"/>
                  <a:pt x="89" y="176"/>
                </a:cubicBezTo>
                <a:cubicBezTo>
                  <a:pt x="93" y="176"/>
                  <a:pt x="97" y="174"/>
                  <a:pt x="99" y="170"/>
                </a:cubicBezTo>
                <a:cubicBezTo>
                  <a:pt x="102" y="164"/>
                  <a:pt x="100" y="157"/>
                  <a:pt x="95" y="154"/>
                </a:cubicBezTo>
                <a:cubicBezTo>
                  <a:pt x="89" y="151"/>
                  <a:pt x="82" y="152"/>
                  <a:pt x="78" y="158"/>
                </a:cubicBezTo>
                <a:cubicBezTo>
                  <a:pt x="75" y="164"/>
                  <a:pt x="77" y="171"/>
                  <a:pt x="83" y="174"/>
                </a:cubicBezTo>
                <a:close/>
                <a:moveTo>
                  <a:pt x="359" y="99"/>
                </a:moveTo>
                <a:cubicBezTo>
                  <a:pt x="361" y="101"/>
                  <a:pt x="363" y="101"/>
                  <a:pt x="365" y="101"/>
                </a:cubicBezTo>
                <a:cubicBezTo>
                  <a:pt x="370" y="101"/>
                  <a:pt x="373" y="99"/>
                  <a:pt x="376" y="95"/>
                </a:cubicBezTo>
                <a:cubicBezTo>
                  <a:pt x="379" y="89"/>
                  <a:pt x="377" y="82"/>
                  <a:pt x="371" y="79"/>
                </a:cubicBezTo>
                <a:cubicBezTo>
                  <a:pt x="366" y="76"/>
                  <a:pt x="358" y="77"/>
                  <a:pt x="355" y="83"/>
                </a:cubicBezTo>
                <a:cubicBezTo>
                  <a:pt x="351" y="89"/>
                  <a:pt x="354" y="96"/>
                  <a:pt x="359" y="99"/>
                </a:cubicBezTo>
                <a:close/>
                <a:moveTo>
                  <a:pt x="440" y="175"/>
                </a:moveTo>
                <a:cubicBezTo>
                  <a:pt x="442" y="175"/>
                  <a:pt x="444" y="174"/>
                  <a:pt x="446" y="173"/>
                </a:cubicBezTo>
                <a:cubicBezTo>
                  <a:pt x="451" y="170"/>
                  <a:pt x="453" y="163"/>
                  <a:pt x="450" y="157"/>
                </a:cubicBezTo>
                <a:cubicBezTo>
                  <a:pt x="450" y="157"/>
                  <a:pt x="450" y="157"/>
                  <a:pt x="450" y="157"/>
                </a:cubicBezTo>
                <a:cubicBezTo>
                  <a:pt x="447" y="151"/>
                  <a:pt x="439" y="150"/>
                  <a:pt x="434" y="153"/>
                </a:cubicBezTo>
                <a:cubicBezTo>
                  <a:pt x="428" y="156"/>
                  <a:pt x="426" y="163"/>
                  <a:pt x="429" y="169"/>
                </a:cubicBezTo>
                <a:cubicBezTo>
                  <a:pt x="432" y="173"/>
                  <a:pt x="436" y="175"/>
                  <a:pt x="440" y="175"/>
                </a:cubicBezTo>
                <a:close/>
                <a:moveTo>
                  <a:pt x="773" y="446"/>
                </a:moveTo>
                <a:cubicBezTo>
                  <a:pt x="753" y="478"/>
                  <a:pt x="682" y="508"/>
                  <a:pt x="641" y="524"/>
                </a:cubicBezTo>
                <a:cubicBezTo>
                  <a:pt x="632" y="563"/>
                  <a:pt x="610" y="598"/>
                  <a:pt x="580" y="624"/>
                </a:cubicBezTo>
                <a:cubicBezTo>
                  <a:pt x="680" y="624"/>
                  <a:pt x="680" y="624"/>
                  <a:pt x="680" y="624"/>
                </a:cubicBezTo>
                <a:cubicBezTo>
                  <a:pt x="687" y="624"/>
                  <a:pt x="692" y="629"/>
                  <a:pt x="692" y="636"/>
                </a:cubicBezTo>
                <a:cubicBezTo>
                  <a:pt x="692" y="672"/>
                  <a:pt x="664" y="700"/>
                  <a:pt x="629" y="700"/>
                </a:cubicBezTo>
                <a:cubicBezTo>
                  <a:pt x="270" y="700"/>
                  <a:pt x="270" y="700"/>
                  <a:pt x="270" y="700"/>
                </a:cubicBezTo>
                <a:cubicBezTo>
                  <a:pt x="235" y="700"/>
                  <a:pt x="207" y="672"/>
                  <a:pt x="207" y="637"/>
                </a:cubicBezTo>
                <a:cubicBezTo>
                  <a:pt x="207" y="630"/>
                  <a:pt x="212" y="624"/>
                  <a:pt x="219" y="624"/>
                </a:cubicBezTo>
                <a:cubicBezTo>
                  <a:pt x="319" y="624"/>
                  <a:pt x="319" y="624"/>
                  <a:pt x="319" y="624"/>
                </a:cubicBezTo>
                <a:cubicBezTo>
                  <a:pt x="291" y="599"/>
                  <a:pt x="269" y="567"/>
                  <a:pt x="259" y="530"/>
                </a:cubicBezTo>
                <a:cubicBezTo>
                  <a:pt x="116" y="527"/>
                  <a:pt x="0" y="409"/>
                  <a:pt x="0" y="265"/>
                </a:cubicBezTo>
                <a:cubicBezTo>
                  <a:pt x="0" y="119"/>
                  <a:pt x="118" y="0"/>
                  <a:pt x="264" y="0"/>
                </a:cubicBezTo>
                <a:cubicBezTo>
                  <a:pt x="407" y="0"/>
                  <a:pt x="524" y="115"/>
                  <a:pt x="529" y="257"/>
                </a:cubicBezTo>
                <a:cubicBezTo>
                  <a:pt x="634" y="257"/>
                  <a:pt x="634" y="257"/>
                  <a:pt x="634" y="257"/>
                </a:cubicBezTo>
                <a:cubicBezTo>
                  <a:pt x="641" y="257"/>
                  <a:pt x="646" y="262"/>
                  <a:pt x="646" y="269"/>
                </a:cubicBezTo>
                <a:cubicBezTo>
                  <a:pt x="646" y="305"/>
                  <a:pt x="646" y="305"/>
                  <a:pt x="646" y="305"/>
                </a:cubicBezTo>
                <a:cubicBezTo>
                  <a:pt x="676" y="291"/>
                  <a:pt x="711" y="292"/>
                  <a:pt x="741" y="310"/>
                </a:cubicBezTo>
                <a:cubicBezTo>
                  <a:pt x="763" y="324"/>
                  <a:pt x="779" y="346"/>
                  <a:pt x="785" y="371"/>
                </a:cubicBezTo>
                <a:cubicBezTo>
                  <a:pt x="791" y="397"/>
                  <a:pt x="786" y="423"/>
                  <a:pt x="773" y="446"/>
                </a:cubicBezTo>
                <a:close/>
                <a:moveTo>
                  <a:pt x="254" y="505"/>
                </a:moveTo>
                <a:cubicBezTo>
                  <a:pt x="253" y="497"/>
                  <a:pt x="253" y="489"/>
                  <a:pt x="253" y="480"/>
                </a:cubicBezTo>
                <a:cubicBezTo>
                  <a:pt x="253" y="311"/>
                  <a:pt x="253" y="311"/>
                  <a:pt x="253" y="311"/>
                </a:cubicBezTo>
                <a:cubicBezTo>
                  <a:pt x="245" y="309"/>
                  <a:pt x="237" y="305"/>
                  <a:pt x="232" y="300"/>
                </a:cubicBezTo>
                <a:cubicBezTo>
                  <a:pt x="144" y="355"/>
                  <a:pt x="144" y="355"/>
                  <a:pt x="144" y="355"/>
                </a:cubicBezTo>
                <a:cubicBezTo>
                  <a:pt x="142" y="356"/>
                  <a:pt x="140" y="356"/>
                  <a:pt x="138" y="356"/>
                </a:cubicBezTo>
                <a:cubicBezTo>
                  <a:pt x="134" y="356"/>
                  <a:pt x="130" y="355"/>
                  <a:pt x="128" y="351"/>
                </a:cubicBezTo>
                <a:cubicBezTo>
                  <a:pt x="124" y="345"/>
                  <a:pt x="126" y="338"/>
                  <a:pt x="131" y="334"/>
                </a:cubicBezTo>
                <a:cubicBezTo>
                  <a:pt x="219" y="280"/>
                  <a:pt x="219" y="280"/>
                  <a:pt x="219" y="280"/>
                </a:cubicBezTo>
                <a:cubicBezTo>
                  <a:pt x="218" y="275"/>
                  <a:pt x="217" y="270"/>
                  <a:pt x="217" y="265"/>
                </a:cubicBezTo>
                <a:cubicBezTo>
                  <a:pt x="217" y="243"/>
                  <a:pt x="232" y="225"/>
                  <a:pt x="253" y="219"/>
                </a:cubicBezTo>
                <a:cubicBezTo>
                  <a:pt x="253" y="108"/>
                  <a:pt x="253" y="108"/>
                  <a:pt x="253" y="108"/>
                </a:cubicBezTo>
                <a:cubicBezTo>
                  <a:pt x="253" y="102"/>
                  <a:pt x="258" y="96"/>
                  <a:pt x="264" y="96"/>
                </a:cubicBezTo>
                <a:cubicBezTo>
                  <a:pt x="271" y="96"/>
                  <a:pt x="276" y="102"/>
                  <a:pt x="276" y="108"/>
                </a:cubicBezTo>
                <a:cubicBezTo>
                  <a:pt x="276" y="219"/>
                  <a:pt x="276" y="219"/>
                  <a:pt x="276" y="219"/>
                </a:cubicBezTo>
                <a:cubicBezTo>
                  <a:pt x="294" y="224"/>
                  <a:pt x="308" y="238"/>
                  <a:pt x="311" y="257"/>
                </a:cubicBezTo>
                <a:cubicBezTo>
                  <a:pt x="365" y="257"/>
                  <a:pt x="365" y="257"/>
                  <a:pt x="365" y="257"/>
                </a:cubicBezTo>
                <a:cubicBezTo>
                  <a:pt x="365" y="257"/>
                  <a:pt x="365" y="257"/>
                  <a:pt x="365" y="256"/>
                </a:cubicBezTo>
                <a:cubicBezTo>
                  <a:pt x="365" y="225"/>
                  <a:pt x="390" y="200"/>
                  <a:pt x="421" y="200"/>
                </a:cubicBezTo>
                <a:cubicBezTo>
                  <a:pt x="452" y="200"/>
                  <a:pt x="477" y="225"/>
                  <a:pt x="477" y="256"/>
                </a:cubicBezTo>
                <a:cubicBezTo>
                  <a:pt x="477" y="257"/>
                  <a:pt x="477" y="257"/>
                  <a:pt x="477" y="257"/>
                </a:cubicBezTo>
                <a:cubicBezTo>
                  <a:pt x="505" y="257"/>
                  <a:pt x="505" y="257"/>
                  <a:pt x="505" y="257"/>
                </a:cubicBezTo>
                <a:cubicBezTo>
                  <a:pt x="500" y="128"/>
                  <a:pt x="395" y="24"/>
                  <a:pt x="264" y="24"/>
                </a:cubicBezTo>
                <a:cubicBezTo>
                  <a:pt x="132" y="24"/>
                  <a:pt x="24" y="133"/>
                  <a:pt x="24" y="265"/>
                </a:cubicBezTo>
                <a:cubicBezTo>
                  <a:pt x="24" y="394"/>
                  <a:pt x="126" y="500"/>
                  <a:pt x="254" y="505"/>
                </a:cubicBezTo>
                <a:close/>
                <a:moveTo>
                  <a:pt x="346" y="471"/>
                </a:moveTo>
                <a:cubicBezTo>
                  <a:pt x="346" y="538"/>
                  <a:pt x="346" y="538"/>
                  <a:pt x="346" y="538"/>
                </a:cubicBezTo>
                <a:cubicBezTo>
                  <a:pt x="407" y="538"/>
                  <a:pt x="407" y="538"/>
                  <a:pt x="407" y="538"/>
                </a:cubicBezTo>
                <a:cubicBezTo>
                  <a:pt x="407" y="471"/>
                  <a:pt x="407" y="471"/>
                  <a:pt x="407" y="471"/>
                </a:cubicBezTo>
                <a:cubicBezTo>
                  <a:pt x="377" y="457"/>
                  <a:pt x="377" y="457"/>
                  <a:pt x="377" y="457"/>
                </a:cubicBezTo>
                <a:lnTo>
                  <a:pt x="346" y="471"/>
                </a:lnTo>
                <a:close/>
                <a:moveTo>
                  <a:pt x="453" y="257"/>
                </a:moveTo>
                <a:cubicBezTo>
                  <a:pt x="453" y="257"/>
                  <a:pt x="453" y="257"/>
                  <a:pt x="453" y="256"/>
                </a:cubicBezTo>
                <a:cubicBezTo>
                  <a:pt x="453" y="238"/>
                  <a:pt x="439" y="224"/>
                  <a:pt x="421" y="224"/>
                </a:cubicBezTo>
                <a:cubicBezTo>
                  <a:pt x="403" y="224"/>
                  <a:pt x="388" y="238"/>
                  <a:pt x="388" y="256"/>
                </a:cubicBezTo>
                <a:cubicBezTo>
                  <a:pt x="388" y="257"/>
                  <a:pt x="388" y="257"/>
                  <a:pt x="388" y="257"/>
                </a:cubicBezTo>
                <a:lnTo>
                  <a:pt x="453" y="257"/>
                </a:lnTo>
                <a:close/>
                <a:moveTo>
                  <a:pt x="288" y="265"/>
                </a:moveTo>
                <a:cubicBezTo>
                  <a:pt x="288" y="252"/>
                  <a:pt x="278" y="241"/>
                  <a:pt x="264" y="241"/>
                </a:cubicBezTo>
                <a:cubicBezTo>
                  <a:pt x="252" y="241"/>
                  <a:pt x="241" y="252"/>
                  <a:pt x="241" y="265"/>
                </a:cubicBezTo>
                <a:cubicBezTo>
                  <a:pt x="241" y="278"/>
                  <a:pt x="252" y="289"/>
                  <a:pt x="264" y="289"/>
                </a:cubicBezTo>
                <a:cubicBezTo>
                  <a:pt x="278" y="289"/>
                  <a:pt x="288" y="278"/>
                  <a:pt x="288" y="265"/>
                </a:cubicBezTo>
                <a:close/>
                <a:moveTo>
                  <a:pt x="667" y="648"/>
                </a:moveTo>
                <a:cubicBezTo>
                  <a:pt x="232" y="648"/>
                  <a:pt x="232" y="648"/>
                  <a:pt x="232" y="648"/>
                </a:cubicBezTo>
                <a:cubicBezTo>
                  <a:pt x="237" y="664"/>
                  <a:pt x="252" y="676"/>
                  <a:pt x="270" y="676"/>
                </a:cubicBezTo>
                <a:cubicBezTo>
                  <a:pt x="629" y="676"/>
                  <a:pt x="629" y="676"/>
                  <a:pt x="629" y="676"/>
                </a:cubicBezTo>
                <a:cubicBezTo>
                  <a:pt x="647" y="676"/>
                  <a:pt x="662" y="664"/>
                  <a:pt x="667" y="648"/>
                </a:cubicBezTo>
                <a:close/>
                <a:moveTo>
                  <a:pt x="623" y="281"/>
                </a:moveTo>
                <a:cubicBezTo>
                  <a:pt x="388" y="281"/>
                  <a:pt x="388" y="281"/>
                  <a:pt x="388" y="281"/>
                </a:cubicBezTo>
                <a:cubicBezTo>
                  <a:pt x="388" y="436"/>
                  <a:pt x="388" y="436"/>
                  <a:pt x="388" y="436"/>
                </a:cubicBezTo>
                <a:cubicBezTo>
                  <a:pt x="424" y="452"/>
                  <a:pt x="424" y="452"/>
                  <a:pt x="424" y="452"/>
                </a:cubicBezTo>
                <a:cubicBezTo>
                  <a:pt x="429" y="454"/>
                  <a:pt x="431" y="458"/>
                  <a:pt x="431" y="463"/>
                </a:cubicBezTo>
                <a:cubicBezTo>
                  <a:pt x="431" y="550"/>
                  <a:pt x="431" y="550"/>
                  <a:pt x="431" y="550"/>
                </a:cubicBezTo>
                <a:cubicBezTo>
                  <a:pt x="431" y="557"/>
                  <a:pt x="426" y="562"/>
                  <a:pt x="419" y="562"/>
                </a:cubicBezTo>
                <a:cubicBezTo>
                  <a:pt x="334" y="562"/>
                  <a:pt x="334" y="562"/>
                  <a:pt x="334" y="562"/>
                </a:cubicBezTo>
                <a:cubicBezTo>
                  <a:pt x="327" y="562"/>
                  <a:pt x="322" y="557"/>
                  <a:pt x="322" y="550"/>
                </a:cubicBezTo>
                <a:cubicBezTo>
                  <a:pt x="322" y="463"/>
                  <a:pt x="322" y="463"/>
                  <a:pt x="322" y="463"/>
                </a:cubicBezTo>
                <a:cubicBezTo>
                  <a:pt x="322" y="458"/>
                  <a:pt x="325" y="454"/>
                  <a:pt x="329" y="452"/>
                </a:cubicBezTo>
                <a:cubicBezTo>
                  <a:pt x="365" y="436"/>
                  <a:pt x="365" y="436"/>
                  <a:pt x="365" y="436"/>
                </a:cubicBezTo>
                <a:cubicBezTo>
                  <a:pt x="365" y="281"/>
                  <a:pt x="365" y="281"/>
                  <a:pt x="365" y="281"/>
                </a:cubicBezTo>
                <a:cubicBezTo>
                  <a:pt x="310" y="281"/>
                  <a:pt x="310" y="281"/>
                  <a:pt x="310" y="281"/>
                </a:cubicBezTo>
                <a:cubicBezTo>
                  <a:pt x="304" y="295"/>
                  <a:pt x="292" y="307"/>
                  <a:pt x="276" y="311"/>
                </a:cubicBezTo>
                <a:cubicBezTo>
                  <a:pt x="276" y="480"/>
                  <a:pt x="276" y="480"/>
                  <a:pt x="276" y="480"/>
                </a:cubicBezTo>
                <a:cubicBezTo>
                  <a:pt x="276" y="542"/>
                  <a:pt x="310" y="595"/>
                  <a:pt x="359" y="624"/>
                </a:cubicBezTo>
                <a:cubicBezTo>
                  <a:pt x="539" y="624"/>
                  <a:pt x="539" y="624"/>
                  <a:pt x="539" y="624"/>
                </a:cubicBezTo>
                <a:cubicBezTo>
                  <a:pt x="589" y="595"/>
                  <a:pt x="623" y="542"/>
                  <a:pt x="623" y="480"/>
                </a:cubicBezTo>
                <a:lnTo>
                  <a:pt x="623" y="281"/>
                </a:lnTo>
                <a:close/>
                <a:moveTo>
                  <a:pt x="762" y="377"/>
                </a:moveTo>
                <a:cubicBezTo>
                  <a:pt x="757" y="357"/>
                  <a:pt x="745" y="341"/>
                  <a:pt x="728" y="330"/>
                </a:cubicBezTo>
                <a:cubicBezTo>
                  <a:pt x="716" y="323"/>
                  <a:pt x="702" y="319"/>
                  <a:pt x="689" y="319"/>
                </a:cubicBezTo>
                <a:cubicBezTo>
                  <a:pt x="674" y="319"/>
                  <a:pt x="659" y="324"/>
                  <a:pt x="646" y="333"/>
                </a:cubicBezTo>
                <a:cubicBezTo>
                  <a:pt x="646" y="480"/>
                  <a:pt x="646" y="480"/>
                  <a:pt x="646" y="480"/>
                </a:cubicBezTo>
                <a:cubicBezTo>
                  <a:pt x="646" y="486"/>
                  <a:pt x="646" y="491"/>
                  <a:pt x="646" y="496"/>
                </a:cubicBezTo>
                <a:cubicBezTo>
                  <a:pt x="687" y="480"/>
                  <a:pt x="739" y="455"/>
                  <a:pt x="752" y="433"/>
                </a:cubicBezTo>
                <a:cubicBezTo>
                  <a:pt x="763" y="416"/>
                  <a:pt x="766" y="396"/>
                  <a:pt x="762" y="3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22">
            <a:extLst>
              <a:ext uri="{FF2B5EF4-FFF2-40B4-BE49-F238E27FC236}">
                <a16:creationId xmlns:a16="http://schemas.microsoft.com/office/drawing/2014/main" id="{89DAE8B0-965F-6A2F-30F1-DF17D08BD133}"/>
              </a:ext>
            </a:extLst>
          </p:cNvPr>
          <p:cNvSpPr>
            <a:spLocks noEditPoints="1"/>
          </p:cNvSpPr>
          <p:nvPr/>
        </p:nvSpPr>
        <p:spPr bwMode="auto">
          <a:xfrm>
            <a:off x="7517212" y="2055437"/>
            <a:ext cx="369457" cy="374997"/>
          </a:xfrm>
          <a:custGeom>
            <a:avLst/>
            <a:gdLst>
              <a:gd name="T0" fmla="*/ 432 w 776"/>
              <a:gd name="T1" fmla="*/ 788 h 788"/>
              <a:gd name="T2" fmla="*/ 432 w 776"/>
              <a:gd name="T3" fmla="*/ 706 h 788"/>
              <a:gd name="T4" fmla="*/ 753 w 776"/>
              <a:gd name="T5" fmla="*/ 380 h 788"/>
              <a:gd name="T6" fmla="*/ 362 w 776"/>
              <a:gd name="T7" fmla="*/ 25 h 788"/>
              <a:gd name="T8" fmla="*/ 360 w 776"/>
              <a:gd name="T9" fmla="*/ 2 h 788"/>
              <a:gd name="T10" fmla="*/ 776 w 776"/>
              <a:gd name="T11" fmla="*/ 380 h 788"/>
              <a:gd name="T12" fmla="*/ 327 w 776"/>
              <a:gd name="T13" fmla="*/ 66 h 788"/>
              <a:gd name="T14" fmla="*/ 279 w 776"/>
              <a:gd name="T15" fmla="*/ 205 h 788"/>
              <a:gd name="T16" fmla="*/ 242 w 776"/>
              <a:gd name="T17" fmla="*/ 205 h 788"/>
              <a:gd name="T18" fmla="*/ 167 w 776"/>
              <a:gd name="T19" fmla="*/ 271 h 788"/>
              <a:gd name="T20" fmla="*/ 244 w 776"/>
              <a:gd name="T21" fmla="*/ 555 h 788"/>
              <a:gd name="T22" fmla="*/ 327 w 776"/>
              <a:gd name="T23" fmla="*/ 602 h 788"/>
              <a:gd name="T24" fmla="*/ 279 w 776"/>
              <a:gd name="T25" fmla="*/ 742 h 788"/>
              <a:gd name="T26" fmla="*/ 244 w 776"/>
              <a:gd name="T27" fmla="*/ 738 h 788"/>
              <a:gd name="T28" fmla="*/ 199 w 776"/>
              <a:gd name="T29" fmla="*/ 721 h 788"/>
              <a:gd name="T30" fmla="*/ 199 w 776"/>
              <a:gd name="T31" fmla="*/ 39 h 788"/>
              <a:gd name="T32" fmla="*/ 244 w 776"/>
              <a:gd name="T33" fmla="*/ 23 h 788"/>
              <a:gd name="T34" fmla="*/ 279 w 776"/>
              <a:gd name="T35" fmla="*/ 19 h 788"/>
              <a:gd name="T36" fmla="*/ 279 w 776"/>
              <a:gd name="T37" fmla="*/ 579 h 788"/>
              <a:gd name="T38" fmla="*/ 255 w 776"/>
              <a:gd name="T39" fmla="*/ 716 h 788"/>
              <a:gd name="T40" fmla="*/ 304 w 776"/>
              <a:gd name="T41" fmla="*/ 694 h 788"/>
              <a:gd name="T42" fmla="*/ 279 w 776"/>
              <a:gd name="T43" fmla="*/ 579 h 788"/>
              <a:gd name="T44" fmla="*/ 232 w 776"/>
              <a:gd name="T45" fmla="*/ 50 h 788"/>
              <a:gd name="T46" fmla="*/ 23 w 776"/>
              <a:gd name="T47" fmla="*/ 380 h 788"/>
              <a:gd name="T48" fmla="*/ 232 w 776"/>
              <a:gd name="T49" fmla="*/ 710 h 788"/>
              <a:gd name="T50" fmla="*/ 143 w 776"/>
              <a:gd name="T51" fmla="*/ 478 h 788"/>
              <a:gd name="T52" fmla="*/ 173 w 776"/>
              <a:gd name="T53" fmla="*/ 203 h 788"/>
              <a:gd name="T54" fmla="*/ 304 w 776"/>
              <a:gd name="T55" fmla="*/ 66 h 788"/>
              <a:gd name="T56" fmla="*/ 255 w 776"/>
              <a:gd name="T57" fmla="*/ 44 h 788"/>
              <a:gd name="T58" fmla="*/ 279 w 776"/>
              <a:gd name="T59" fmla="*/ 182 h 788"/>
              <a:gd name="T60" fmla="*/ 304 w 776"/>
              <a:gd name="T61" fmla="*/ 66 h 788"/>
              <a:gd name="T62" fmla="*/ 341 w 776"/>
              <a:gd name="T63" fmla="*/ 380 h 788"/>
              <a:gd name="T64" fmla="*/ 435 w 776"/>
              <a:gd name="T65" fmla="*/ 127 h 788"/>
              <a:gd name="T66" fmla="*/ 458 w 776"/>
              <a:gd name="T67" fmla="*/ 132 h 788"/>
              <a:gd name="T68" fmla="*/ 435 w 776"/>
              <a:gd name="T69" fmla="*/ 380 h 788"/>
              <a:gd name="T70" fmla="*/ 538 w 776"/>
              <a:gd name="T71" fmla="*/ 524 h 788"/>
              <a:gd name="T72" fmla="*/ 529 w 776"/>
              <a:gd name="T73" fmla="*/ 544 h 788"/>
              <a:gd name="T74" fmla="*/ 410 w 776"/>
              <a:gd name="T75" fmla="*/ 421 h 788"/>
              <a:gd name="T76" fmla="*/ 388 w 776"/>
              <a:gd name="T77" fmla="*/ 404 h 788"/>
              <a:gd name="T78" fmla="*/ 388 w 776"/>
              <a:gd name="T79" fmla="*/ 357 h 788"/>
              <a:gd name="T80" fmla="*/ 388 w 776"/>
              <a:gd name="T81" fmla="*/ 404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76" h="788">
                <a:moveTo>
                  <a:pt x="432" y="758"/>
                </a:moveTo>
                <a:cubicBezTo>
                  <a:pt x="432" y="788"/>
                  <a:pt x="432" y="788"/>
                  <a:pt x="432" y="788"/>
                </a:cubicBezTo>
                <a:cubicBezTo>
                  <a:pt x="362" y="747"/>
                  <a:pt x="362" y="747"/>
                  <a:pt x="362" y="747"/>
                </a:cubicBezTo>
                <a:cubicBezTo>
                  <a:pt x="432" y="706"/>
                  <a:pt x="432" y="706"/>
                  <a:pt x="432" y="706"/>
                </a:cubicBezTo>
                <a:cubicBezTo>
                  <a:pt x="432" y="735"/>
                  <a:pt x="432" y="735"/>
                  <a:pt x="432" y="735"/>
                </a:cubicBezTo>
                <a:cubicBezTo>
                  <a:pt x="613" y="716"/>
                  <a:pt x="753" y="563"/>
                  <a:pt x="753" y="380"/>
                </a:cubicBezTo>
                <a:cubicBezTo>
                  <a:pt x="753" y="184"/>
                  <a:pt x="593" y="24"/>
                  <a:pt x="396" y="24"/>
                </a:cubicBezTo>
                <a:cubicBezTo>
                  <a:pt x="385" y="24"/>
                  <a:pt x="374" y="24"/>
                  <a:pt x="362" y="25"/>
                </a:cubicBezTo>
                <a:cubicBezTo>
                  <a:pt x="356" y="26"/>
                  <a:pt x="350" y="21"/>
                  <a:pt x="350" y="15"/>
                </a:cubicBezTo>
                <a:cubicBezTo>
                  <a:pt x="349" y="8"/>
                  <a:pt x="354" y="2"/>
                  <a:pt x="360" y="2"/>
                </a:cubicBezTo>
                <a:cubicBezTo>
                  <a:pt x="372" y="1"/>
                  <a:pt x="384" y="0"/>
                  <a:pt x="396" y="0"/>
                </a:cubicBezTo>
                <a:cubicBezTo>
                  <a:pt x="605" y="0"/>
                  <a:pt x="776" y="171"/>
                  <a:pt x="776" y="380"/>
                </a:cubicBezTo>
                <a:cubicBezTo>
                  <a:pt x="776" y="576"/>
                  <a:pt x="626" y="740"/>
                  <a:pt x="432" y="758"/>
                </a:cubicBezTo>
                <a:close/>
                <a:moveTo>
                  <a:pt x="327" y="66"/>
                </a:moveTo>
                <a:cubicBezTo>
                  <a:pt x="327" y="158"/>
                  <a:pt x="327" y="158"/>
                  <a:pt x="327" y="158"/>
                </a:cubicBezTo>
                <a:cubicBezTo>
                  <a:pt x="327" y="184"/>
                  <a:pt x="306" y="205"/>
                  <a:pt x="279" y="205"/>
                </a:cubicBezTo>
                <a:cubicBezTo>
                  <a:pt x="244" y="205"/>
                  <a:pt x="244" y="205"/>
                  <a:pt x="244" y="205"/>
                </a:cubicBezTo>
                <a:cubicBezTo>
                  <a:pt x="243" y="205"/>
                  <a:pt x="243" y="205"/>
                  <a:pt x="242" y="205"/>
                </a:cubicBezTo>
                <a:cubicBezTo>
                  <a:pt x="222" y="203"/>
                  <a:pt x="203" y="208"/>
                  <a:pt x="189" y="220"/>
                </a:cubicBezTo>
                <a:cubicBezTo>
                  <a:pt x="175" y="233"/>
                  <a:pt x="167" y="251"/>
                  <a:pt x="167" y="271"/>
                </a:cubicBezTo>
                <a:cubicBezTo>
                  <a:pt x="167" y="478"/>
                  <a:pt x="167" y="478"/>
                  <a:pt x="167" y="478"/>
                </a:cubicBezTo>
                <a:cubicBezTo>
                  <a:pt x="167" y="521"/>
                  <a:pt x="202" y="555"/>
                  <a:pt x="244" y="555"/>
                </a:cubicBezTo>
                <a:cubicBezTo>
                  <a:pt x="279" y="555"/>
                  <a:pt x="279" y="555"/>
                  <a:pt x="279" y="555"/>
                </a:cubicBezTo>
                <a:cubicBezTo>
                  <a:pt x="306" y="555"/>
                  <a:pt x="327" y="576"/>
                  <a:pt x="327" y="602"/>
                </a:cubicBezTo>
                <a:cubicBezTo>
                  <a:pt x="327" y="694"/>
                  <a:pt x="327" y="694"/>
                  <a:pt x="327" y="694"/>
                </a:cubicBezTo>
                <a:cubicBezTo>
                  <a:pt x="327" y="721"/>
                  <a:pt x="306" y="742"/>
                  <a:pt x="279" y="742"/>
                </a:cubicBezTo>
                <a:cubicBezTo>
                  <a:pt x="267" y="742"/>
                  <a:pt x="255" y="740"/>
                  <a:pt x="244" y="738"/>
                </a:cubicBezTo>
                <a:cubicBezTo>
                  <a:pt x="244" y="738"/>
                  <a:pt x="244" y="738"/>
                  <a:pt x="244" y="738"/>
                </a:cubicBezTo>
                <a:cubicBezTo>
                  <a:pt x="243" y="738"/>
                  <a:pt x="243" y="738"/>
                  <a:pt x="243" y="738"/>
                </a:cubicBezTo>
                <a:cubicBezTo>
                  <a:pt x="228" y="734"/>
                  <a:pt x="213" y="729"/>
                  <a:pt x="199" y="721"/>
                </a:cubicBezTo>
                <a:cubicBezTo>
                  <a:pt x="76" y="652"/>
                  <a:pt x="0" y="521"/>
                  <a:pt x="0" y="380"/>
                </a:cubicBezTo>
                <a:cubicBezTo>
                  <a:pt x="0" y="239"/>
                  <a:pt x="76" y="109"/>
                  <a:pt x="199" y="39"/>
                </a:cubicBezTo>
                <a:cubicBezTo>
                  <a:pt x="213" y="31"/>
                  <a:pt x="228" y="26"/>
                  <a:pt x="243" y="23"/>
                </a:cubicBezTo>
                <a:cubicBezTo>
                  <a:pt x="243" y="23"/>
                  <a:pt x="243" y="23"/>
                  <a:pt x="244" y="23"/>
                </a:cubicBezTo>
                <a:cubicBezTo>
                  <a:pt x="244" y="23"/>
                  <a:pt x="244" y="23"/>
                  <a:pt x="244" y="23"/>
                </a:cubicBezTo>
                <a:cubicBezTo>
                  <a:pt x="255" y="20"/>
                  <a:pt x="267" y="19"/>
                  <a:pt x="279" y="19"/>
                </a:cubicBezTo>
                <a:cubicBezTo>
                  <a:pt x="306" y="19"/>
                  <a:pt x="327" y="40"/>
                  <a:pt x="327" y="66"/>
                </a:cubicBezTo>
                <a:close/>
                <a:moveTo>
                  <a:pt x="279" y="579"/>
                </a:moveTo>
                <a:cubicBezTo>
                  <a:pt x="255" y="579"/>
                  <a:pt x="255" y="579"/>
                  <a:pt x="255" y="579"/>
                </a:cubicBezTo>
                <a:cubicBezTo>
                  <a:pt x="255" y="716"/>
                  <a:pt x="255" y="716"/>
                  <a:pt x="255" y="716"/>
                </a:cubicBezTo>
                <a:cubicBezTo>
                  <a:pt x="264" y="717"/>
                  <a:pt x="272" y="718"/>
                  <a:pt x="279" y="718"/>
                </a:cubicBezTo>
                <a:cubicBezTo>
                  <a:pt x="293" y="718"/>
                  <a:pt x="304" y="708"/>
                  <a:pt x="304" y="694"/>
                </a:cubicBezTo>
                <a:cubicBezTo>
                  <a:pt x="304" y="602"/>
                  <a:pt x="304" y="602"/>
                  <a:pt x="304" y="602"/>
                </a:cubicBezTo>
                <a:cubicBezTo>
                  <a:pt x="304" y="589"/>
                  <a:pt x="293" y="579"/>
                  <a:pt x="279" y="579"/>
                </a:cubicBezTo>
                <a:close/>
                <a:moveTo>
                  <a:pt x="232" y="181"/>
                </a:moveTo>
                <a:cubicBezTo>
                  <a:pt x="232" y="50"/>
                  <a:pt x="232" y="50"/>
                  <a:pt x="232" y="50"/>
                </a:cubicBezTo>
                <a:cubicBezTo>
                  <a:pt x="225" y="53"/>
                  <a:pt x="217" y="56"/>
                  <a:pt x="211" y="60"/>
                </a:cubicBezTo>
                <a:cubicBezTo>
                  <a:pt x="95" y="125"/>
                  <a:pt x="23" y="247"/>
                  <a:pt x="23" y="380"/>
                </a:cubicBezTo>
                <a:cubicBezTo>
                  <a:pt x="23" y="513"/>
                  <a:pt x="95" y="636"/>
                  <a:pt x="211" y="701"/>
                </a:cubicBezTo>
                <a:cubicBezTo>
                  <a:pt x="217" y="704"/>
                  <a:pt x="225" y="708"/>
                  <a:pt x="232" y="710"/>
                </a:cubicBezTo>
                <a:cubicBezTo>
                  <a:pt x="232" y="578"/>
                  <a:pt x="232" y="578"/>
                  <a:pt x="232" y="578"/>
                </a:cubicBezTo>
                <a:cubicBezTo>
                  <a:pt x="182" y="572"/>
                  <a:pt x="143" y="529"/>
                  <a:pt x="143" y="478"/>
                </a:cubicBezTo>
                <a:cubicBezTo>
                  <a:pt x="143" y="271"/>
                  <a:pt x="143" y="271"/>
                  <a:pt x="143" y="271"/>
                </a:cubicBezTo>
                <a:cubicBezTo>
                  <a:pt x="143" y="244"/>
                  <a:pt x="154" y="220"/>
                  <a:pt x="173" y="203"/>
                </a:cubicBezTo>
                <a:cubicBezTo>
                  <a:pt x="190" y="188"/>
                  <a:pt x="210" y="181"/>
                  <a:pt x="232" y="181"/>
                </a:cubicBezTo>
                <a:close/>
                <a:moveTo>
                  <a:pt x="304" y="66"/>
                </a:moveTo>
                <a:cubicBezTo>
                  <a:pt x="304" y="53"/>
                  <a:pt x="293" y="42"/>
                  <a:pt x="279" y="42"/>
                </a:cubicBezTo>
                <a:cubicBezTo>
                  <a:pt x="272" y="42"/>
                  <a:pt x="264" y="43"/>
                  <a:pt x="255" y="44"/>
                </a:cubicBezTo>
                <a:cubicBezTo>
                  <a:pt x="255" y="182"/>
                  <a:pt x="255" y="182"/>
                  <a:pt x="255" y="182"/>
                </a:cubicBezTo>
                <a:cubicBezTo>
                  <a:pt x="279" y="182"/>
                  <a:pt x="279" y="182"/>
                  <a:pt x="279" y="182"/>
                </a:cubicBezTo>
                <a:cubicBezTo>
                  <a:pt x="293" y="182"/>
                  <a:pt x="304" y="171"/>
                  <a:pt x="304" y="158"/>
                </a:cubicBezTo>
                <a:lnTo>
                  <a:pt x="304" y="66"/>
                </a:lnTo>
                <a:close/>
                <a:moveTo>
                  <a:pt x="388" y="427"/>
                </a:moveTo>
                <a:cubicBezTo>
                  <a:pt x="362" y="427"/>
                  <a:pt x="341" y="406"/>
                  <a:pt x="341" y="380"/>
                </a:cubicBezTo>
                <a:cubicBezTo>
                  <a:pt x="341" y="354"/>
                  <a:pt x="361" y="334"/>
                  <a:pt x="387" y="333"/>
                </a:cubicBezTo>
                <a:cubicBezTo>
                  <a:pt x="435" y="127"/>
                  <a:pt x="435" y="127"/>
                  <a:pt x="435" y="127"/>
                </a:cubicBezTo>
                <a:cubicBezTo>
                  <a:pt x="437" y="121"/>
                  <a:pt x="443" y="117"/>
                  <a:pt x="449" y="119"/>
                </a:cubicBezTo>
                <a:cubicBezTo>
                  <a:pt x="456" y="120"/>
                  <a:pt x="459" y="126"/>
                  <a:pt x="458" y="132"/>
                </a:cubicBezTo>
                <a:cubicBezTo>
                  <a:pt x="410" y="339"/>
                  <a:pt x="410" y="339"/>
                  <a:pt x="410" y="339"/>
                </a:cubicBezTo>
                <a:cubicBezTo>
                  <a:pt x="425" y="347"/>
                  <a:pt x="435" y="362"/>
                  <a:pt x="435" y="380"/>
                </a:cubicBezTo>
                <a:cubicBezTo>
                  <a:pt x="435" y="390"/>
                  <a:pt x="432" y="398"/>
                  <a:pt x="427" y="405"/>
                </a:cubicBezTo>
                <a:cubicBezTo>
                  <a:pt x="538" y="524"/>
                  <a:pt x="538" y="524"/>
                  <a:pt x="538" y="524"/>
                </a:cubicBezTo>
                <a:cubicBezTo>
                  <a:pt x="543" y="528"/>
                  <a:pt x="542" y="536"/>
                  <a:pt x="538" y="540"/>
                </a:cubicBezTo>
                <a:cubicBezTo>
                  <a:pt x="535" y="542"/>
                  <a:pt x="532" y="544"/>
                  <a:pt x="529" y="544"/>
                </a:cubicBezTo>
                <a:cubicBezTo>
                  <a:pt x="527" y="544"/>
                  <a:pt x="523" y="542"/>
                  <a:pt x="521" y="540"/>
                </a:cubicBezTo>
                <a:cubicBezTo>
                  <a:pt x="410" y="421"/>
                  <a:pt x="410" y="421"/>
                  <a:pt x="410" y="421"/>
                </a:cubicBezTo>
                <a:cubicBezTo>
                  <a:pt x="403" y="425"/>
                  <a:pt x="396" y="427"/>
                  <a:pt x="388" y="427"/>
                </a:cubicBezTo>
                <a:close/>
                <a:moveTo>
                  <a:pt x="388" y="404"/>
                </a:moveTo>
                <a:cubicBezTo>
                  <a:pt x="401" y="404"/>
                  <a:pt x="411" y="393"/>
                  <a:pt x="411" y="380"/>
                </a:cubicBezTo>
                <a:cubicBezTo>
                  <a:pt x="411" y="367"/>
                  <a:pt x="401" y="357"/>
                  <a:pt x="388" y="357"/>
                </a:cubicBezTo>
                <a:cubicBezTo>
                  <a:pt x="375" y="357"/>
                  <a:pt x="364" y="367"/>
                  <a:pt x="364" y="380"/>
                </a:cubicBezTo>
                <a:cubicBezTo>
                  <a:pt x="364" y="393"/>
                  <a:pt x="375" y="404"/>
                  <a:pt x="388" y="4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29">
            <a:extLst>
              <a:ext uri="{FF2B5EF4-FFF2-40B4-BE49-F238E27FC236}">
                <a16:creationId xmlns:a16="http://schemas.microsoft.com/office/drawing/2014/main" id="{ECCAABBA-C2C8-041A-072C-1905E463A37F}"/>
              </a:ext>
            </a:extLst>
          </p:cNvPr>
          <p:cNvSpPr>
            <a:spLocks noEditPoints="1"/>
          </p:cNvSpPr>
          <p:nvPr/>
        </p:nvSpPr>
        <p:spPr bwMode="auto">
          <a:xfrm>
            <a:off x="3856986" y="2024351"/>
            <a:ext cx="374706" cy="375873"/>
          </a:xfrm>
          <a:custGeom>
            <a:avLst/>
            <a:gdLst>
              <a:gd name="T0" fmla="*/ 786 w 787"/>
              <a:gd name="T1" fmla="*/ 334 h 789"/>
              <a:gd name="T2" fmla="*/ 783 w 787"/>
              <a:gd name="T3" fmla="*/ 330 h 789"/>
              <a:gd name="T4" fmla="*/ 656 w 787"/>
              <a:gd name="T5" fmla="*/ 130 h 789"/>
              <a:gd name="T6" fmla="*/ 535 w 787"/>
              <a:gd name="T7" fmla="*/ 118 h 789"/>
              <a:gd name="T8" fmla="*/ 386 w 787"/>
              <a:gd name="T9" fmla="*/ 4 h 789"/>
              <a:gd name="T10" fmla="*/ 143 w 787"/>
              <a:gd name="T11" fmla="*/ 118 h 789"/>
              <a:gd name="T12" fmla="*/ 131 w 787"/>
              <a:gd name="T13" fmla="*/ 222 h 789"/>
              <a:gd name="T14" fmla="*/ 4 w 787"/>
              <a:gd name="T15" fmla="*/ 331 h 789"/>
              <a:gd name="T16" fmla="*/ 3 w 787"/>
              <a:gd name="T17" fmla="*/ 332 h 789"/>
              <a:gd name="T18" fmla="*/ 2 w 787"/>
              <a:gd name="T19" fmla="*/ 334 h 789"/>
              <a:gd name="T20" fmla="*/ 1 w 787"/>
              <a:gd name="T21" fmla="*/ 335 h 789"/>
              <a:gd name="T22" fmla="*/ 0 w 787"/>
              <a:gd name="T23" fmla="*/ 339 h 789"/>
              <a:gd name="T24" fmla="*/ 12 w 787"/>
              <a:gd name="T25" fmla="*/ 789 h 789"/>
              <a:gd name="T26" fmla="*/ 597 w 787"/>
              <a:gd name="T27" fmla="*/ 789 h 789"/>
              <a:gd name="T28" fmla="*/ 787 w 787"/>
              <a:gd name="T29" fmla="*/ 777 h 789"/>
              <a:gd name="T30" fmla="*/ 787 w 787"/>
              <a:gd name="T31" fmla="*/ 335 h 789"/>
              <a:gd name="T32" fmla="*/ 656 w 787"/>
              <a:gd name="T33" fmla="*/ 426 h 789"/>
              <a:gd name="T34" fmla="*/ 757 w 787"/>
              <a:gd name="T35" fmla="*/ 339 h 789"/>
              <a:gd name="T36" fmla="*/ 498 w 787"/>
              <a:gd name="T37" fmla="*/ 118 h 789"/>
              <a:gd name="T38" fmla="*/ 394 w 787"/>
              <a:gd name="T39" fmla="*/ 29 h 789"/>
              <a:gd name="T40" fmla="*/ 632 w 787"/>
              <a:gd name="T41" fmla="*/ 446 h 789"/>
              <a:gd name="T42" fmla="*/ 155 w 787"/>
              <a:gd name="T43" fmla="*/ 446 h 789"/>
              <a:gd name="T44" fmla="*/ 632 w 787"/>
              <a:gd name="T45" fmla="*/ 142 h 789"/>
              <a:gd name="T46" fmla="*/ 131 w 787"/>
              <a:gd name="T47" fmla="*/ 426 h 789"/>
              <a:gd name="T48" fmla="*/ 131 w 787"/>
              <a:gd name="T49" fmla="*/ 253 h 789"/>
              <a:gd name="T50" fmla="*/ 24 w 787"/>
              <a:gd name="T51" fmla="*/ 765 h 789"/>
              <a:gd name="T52" fmla="*/ 491 w 787"/>
              <a:gd name="T53" fmla="*/ 765 h 789"/>
              <a:gd name="T54" fmla="*/ 764 w 787"/>
              <a:gd name="T55" fmla="*/ 765 h 789"/>
              <a:gd name="T56" fmla="*/ 528 w 787"/>
              <a:gd name="T57" fmla="*/ 765 h 789"/>
              <a:gd name="T58" fmla="*/ 764 w 787"/>
              <a:gd name="T59" fmla="*/ 365 h 789"/>
              <a:gd name="T60" fmla="*/ 215 w 787"/>
              <a:gd name="T61" fmla="*/ 311 h 789"/>
              <a:gd name="T62" fmla="*/ 585 w 787"/>
              <a:gd name="T63" fmla="*/ 299 h 789"/>
              <a:gd name="T64" fmla="*/ 573 w 787"/>
              <a:gd name="T65" fmla="*/ 190 h 789"/>
              <a:gd name="T66" fmla="*/ 203 w 787"/>
              <a:gd name="T67" fmla="*/ 202 h 789"/>
              <a:gd name="T68" fmla="*/ 215 w 787"/>
              <a:gd name="T69" fmla="*/ 311 h 789"/>
              <a:gd name="T70" fmla="*/ 561 w 787"/>
              <a:gd name="T71" fmla="*/ 214 h 789"/>
              <a:gd name="T72" fmla="*/ 227 w 787"/>
              <a:gd name="T73" fmla="*/ 287 h 789"/>
              <a:gd name="T74" fmla="*/ 585 w 787"/>
              <a:gd name="T75" fmla="*/ 370 h 789"/>
              <a:gd name="T76" fmla="*/ 430 w 787"/>
              <a:gd name="T77" fmla="*/ 382 h 789"/>
              <a:gd name="T78" fmla="*/ 430 w 787"/>
              <a:gd name="T79" fmla="*/ 358 h 789"/>
              <a:gd name="T80" fmla="*/ 585 w 787"/>
              <a:gd name="T81" fmla="*/ 370 h 789"/>
              <a:gd name="T82" fmla="*/ 215 w 787"/>
              <a:gd name="T83" fmla="*/ 358 h 789"/>
              <a:gd name="T84" fmla="*/ 370 w 787"/>
              <a:gd name="T85" fmla="*/ 370 h 789"/>
              <a:gd name="T86" fmla="*/ 215 w 787"/>
              <a:gd name="T87" fmla="*/ 382 h 789"/>
              <a:gd name="T88" fmla="*/ 585 w 787"/>
              <a:gd name="T89" fmla="*/ 442 h 789"/>
              <a:gd name="T90" fmla="*/ 430 w 787"/>
              <a:gd name="T91" fmla="*/ 454 h 789"/>
              <a:gd name="T92" fmla="*/ 430 w 787"/>
              <a:gd name="T93" fmla="*/ 430 h 789"/>
              <a:gd name="T94" fmla="*/ 585 w 787"/>
              <a:gd name="T95" fmla="*/ 442 h 789"/>
              <a:gd name="T96" fmla="*/ 215 w 787"/>
              <a:gd name="T97" fmla="*/ 430 h 789"/>
              <a:gd name="T98" fmla="*/ 370 w 787"/>
              <a:gd name="T99" fmla="*/ 442 h 789"/>
              <a:gd name="T100" fmla="*/ 215 w 787"/>
              <a:gd name="T101" fmla="*/ 454 h 789"/>
              <a:gd name="T102" fmla="*/ 501 w 787"/>
              <a:gd name="T103" fmla="*/ 514 h 789"/>
              <a:gd name="T104" fmla="*/ 430 w 787"/>
              <a:gd name="T105" fmla="*/ 525 h 789"/>
              <a:gd name="T106" fmla="*/ 430 w 787"/>
              <a:gd name="T107" fmla="*/ 502 h 789"/>
              <a:gd name="T108" fmla="*/ 501 w 787"/>
              <a:gd name="T109" fmla="*/ 514 h 789"/>
              <a:gd name="T110" fmla="*/ 299 w 787"/>
              <a:gd name="T111" fmla="*/ 525 h 789"/>
              <a:gd name="T112" fmla="*/ 299 w 787"/>
              <a:gd name="T113" fmla="*/ 502 h 789"/>
              <a:gd name="T114" fmla="*/ 370 w 787"/>
              <a:gd name="T115" fmla="*/ 514 h 789"/>
              <a:gd name="T116" fmla="*/ 430 w 787"/>
              <a:gd name="T117" fmla="*/ 585 h 789"/>
              <a:gd name="T118" fmla="*/ 370 w 787"/>
              <a:gd name="T119" fmla="*/ 597 h 789"/>
              <a:gd name="T120" fmla="*/ 370 w 787"/>
              <a:gd name="T121" fmla="*/ 573 h 789"/>
              <a:gd name="T122" fmla="*/ 430 w 787"/>
              <a:gd name="T123" fmla="*/ 585 h 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87" h="789">
                <a:moveTo>
                  <a:pt x="787" y="335"/>
                </a:moveTo>
                <a:cubicBezTo>
                  <a:pt x="787" y="335"/>
                  <a:pt x="786" y="334"/>
                  <a:pt x="786" y="334"/>
                </a:cubicBezTo>
                <a:cubicBezTo>
                  <a:pt x="785" y="333"/>
                  <a:pt x="784" y="331"/>
                  <a:pt x="783" y="330"/>
                </a:cubicBezTo>
                <a:cubicBezTo>
                  <a:pt x="783" y="330"/>
                  <a:pt x="783" y="330"/>
                  <a:pt x="783" y="330"/>
                </a:cubicBezTo>
                <a:cubicBezTo>
                  <a:pt x="656" y="222"/>
                  <a:pt x="656" y="222"/>
                  <a:pt x="656" y="222"/>
                </a:cubicBezTo>
                <a:cubicBezTo>
                  <a:pt x="656" y="130"/>
                  <a:pt x="656" y="130"/>
                  <a:pt x="656" y="130"/>
                </a:cubicBezTo>
                <a:cubicBezTo>
                  <a:pt x="656" y="124"/>
                  <a:pt x="651" y="118"/>
                  <a:pt x="644" y="118"/>
                </a:cubicBezTo>
                <a:cubicBezTo>
                  <a:pt x="535" y="118"/>
                  <a:pt x="535" y="118"/>
                  <a:pt x="535" y="118"/>
                </a:cubicBezTo>
                <a:cubicBezTo>
                  <a:pt x="402" y="4"/>
                  <a:pt x="402" y="4"/>
                  <a:pt x="402" y="4"/>
                </a:cubicBezTo>
                <a:cubicBezTo>
                  <a:pt x="397" y="0"/>
                  <a:pt x="391" y="0"/>
                  <a:pt x="386" y="4"/>
                </a:cubicBezTo>
                <a:cubicBezTo>
                  <a:pt x="253" y="118"/>
                  <a:pt x="253" y="118"/>
                  <a:pt x="253" y="118"/>
                </a:cubicBezTo>
                <a:cubicBezTo>
                  <a:pt x="143" y="118"/>
                  <a:pt x="143" y="118"/>
                  <a:pt x="143" y="118"/>
                </a:cubicBezTo>
                <a:cubicBezTo>
                  <a:pt x="136" y="118"/>
                  <a:pt x="131" y="124"/>
                  <a:pt x="131" y="130"/>
                </a:cubicBezTo>
                <a:cubicBezTo>
                  <a:pt x="131" y="222"/>
                  <a:pt x="131" y="222"/>
                  <a:pt x="131" y="222"/>
                </a:cubicBezTo>
                <a:cubicBezTo>
                  <a:pt x="4" y="330"/>
                  <a:pt x="4" y="330"/>
                  <a:pt x="4" y="330"/>
                </a:cubicBezTo>
                <a:cubicBezTo>
                  <a:pt x="4" y="330"/>
                  <a:pt x="4" y="331"/>
                  <a:pt x="4" y="331"/>
                </a:cubicBezTo>
                <a:cubicBezTo>
                  <a:pt x="4" y="331"/>
                  <a:pt x="4" y="331"/>
                  <a:pt x="3" y="331"/>
                </a:cubicBezTo>
                <a:cubicBezTo>
                  <a:pt x="3" y="331"/>
                  <a:pt x="3" y="331"/>
                  <a:pt x="3" y="332"/>
                </a:cubicBezTo>
                <a:cubicBezTo>
                  <a:pt x="3" y="332"/>
                  <a:pt x="3" y="333"/>
                  <a:pt x="2" y="333"/>
                </a:cubicBezTo>
                <a:cubicBezTo>
                  <a:pt x="2" y="333"/>
                  <a:pt x="2" y="334"/>
                  <a:pt x="2" y="334"/>
                </a:cubicBezTo>
                <a:cubicBezTo>
                  <a:pt x="2" y="334"/>
                  <a:pt x="1" y="334"/>
                  <a:pt x="1" y="335"/>
                </a:cubicBezTo>
                <a:cubicBezTo>
                  <a:pt x="1" y="335"/>
                  <a:pt x="1" y="335"/>
                  <a:pt x="1" y="335"/>
                </a:cubicBezTo>
                <a:cubicBezTo>
                  <a:pt x="0" y="336"/>
                  <a:pt x="0" y="337"/>
                  <a:pt x="0" y="338"/>
                </a:cubicBezTo>
                <a:cubicBezTo>
                  <a:pt x="0" y="339"/>
                  <a:pt x="0" y="339"/>
                  <a:pt x="0" y="339"/>
                </a:cubicBezTo>
                <a:cubicBezTo>
                  <a:pt x="0" y="777"/>
                  <a:pt x="0" y="777"/>
                  <a:pt x="0" y="777"/>
                </a:cubicBezTo>
                <a:cubicBezTo>
                  <a:pt x="0" y="783"/>
                  <a:pt x="5" y="789"/>
                  <a:pt x="12" y="789"/>
                </a:cubicBezTo>
                <a:cubicBezTo>
                  <a:pt x="165" y="789"/>
                  <a:pt x="165" y="789"/>
                  <a:pt x="165" y="789"/>
                </a:cubicBezTo>
                <a:cubicBezTo>
                  <a:pt x="597" y="789"/>
                  <a:pt x="597" y="789"/>
                  <a:pt x="597" y="789"/>
                </a:cubicBezTo>
                <a:cubicBezTo>
                  <a:pt x="776" y="789"/>
                  <a:pt x="776" y="789"/>
                  <a:pt x="776" y="789"/>
                </a:cubicBezTo>
                <a:cubicBezTo>
                  <a:pt x="782" y="789"/>
                  <a:pt x="787" y="783"/>
                  <a:pt x="787" y="777"/>
                </a:cubicBezTo>
                <a:cubicBezTo>
                  <a:pt x="787" y="339"/>
                  <a:pt x="787" y="339"/>
                  <a:pt x="787" y="339"/>
                </a:cubicBezTo>
                <a:cubicBezTo>
                  <a:pt x="787" y="338"/>
                  <a:pt x="787" y="336"/>
                  <a:pt x="787" y="335"/>
                </a:cubicBezTo>
                <a:close/>
                <a:moveTo>
                  <a:pt x="757" y="339"/>
                </a:moveTo>
                <a:cubicBezTo>
                  <a:pt x="656" y="426"/>
                  <a:pt x="656" y="426"/>
                  <a:pt x="656" y="426"/>
                </a:cubicBezTo>
                <a:cubicBezTo>
                  <a:pt x="656" y="253"/>
                  <a:pt x="656" y="253"/>
                  <a:pt x="656" y="253"/>
                </a:cubicBezTo>
                <a:lnTo>
                  <a:pt x="757" y="339"/>
                </a:lnTo>
                <a:close/>
                <a:moveTo>
                  <a:pt x="394" y="29"/>
                </a:moveTo>
                <a:cubicBezTo>
                  <a:pt x="498" y="118"/>
                  <a:pt x="498" y="118"/>
                  <a:pt x="498" y="118"/>
                </a:cubicBezTo>
                <a:cubicBezTo>
                  <a:pt x="289" y="118"/>
                  <a:pt x="289" y="118"/>
                  <a:pt x="289" y="118"/>
                </a:cubicBezTo>
                <a:lnTo>
                  <a:pt x="394" y="29"/>
                </a:lnTo>
                <a:close/>
                <a:moveTo>
                  <a:pt x="632" y="142"/>
                </a:moveTo>
                <a:cubicBezTo>
                  <a:pt x="632" y="446"/>
                  <a:pt x="632" y="446"/>
                  <a:pt x="632" y="446"/>
                </a:cubicBezTo>
                <a:cubicBezTo>
                  <a:pt x="394" y="650"/>
                  <a:pt x="394" y="650"/>
                  <a:pt x="394" y="650"/>
                </a:cubicBezTo>
                <a:cubicBezTo>
                  <a:pt x="155" y="446"/>
                  <a:pt x="155" y="446"/>
                  <a:pt x="155" y="446"/>
                </a:cubicBezTo>
                <a:cubicBezTo>
                  <a:pt x="155" y="142"/>
                  <a:pt x="155" y="142"/>
                  <a:pt x="155" y="142"/>
                </a:cubicBezTo>
                <a:lnTo>
                  <a:pt x="632" y="142"/>
                </a:lnTo>
                <a:close/>
                <a:moveTo>
                  <a:pt x="131" y="253"/>
                </a:moveTo>
                <a:cubicBezTo>
                  <a:pt x="131" y="426"/>
                  <a:pt x="131" y="426"/>
                  <a:pt x="131" y="426"/>
                </a:cubicBezTo>
                <a:cubicBezTo>
                  <a:pt x="30" y="339"/>
                  <a:pt x="30" y="339"/>
                  <a:pt x="30" y="339"/>
                </a:cubicBezTo>
                <a:lnTo>
                  <a:pt x="131" y="253"/>
                </a:lnTo>
                <a:close/>
                <a:moveTo>
                  <a:pt x="163" y="765"/>
                </a:moveTo>
                <a:cubicBezTo>
                  <a:pt x="24" y="765"/>
                  <a:pt x="24" y="765"/>
                  <a:pt x="24" y="765"/>
                </a:cubicBezTo>
                <a:cubicBezTo>
                  <a:pt x="24" y="365"/>
                  <a:pt x="24" y="365"/>
                  <a:pt x="24" y="365"/>
                </a:cubicBezTo>
                <a:cubicBezTo>
                  <a:pt x="491" y="765"/>
                  <a:pt x="491" y="765"/>
                  <a:pt x="491" y="765"/>
                </a:cubicBezTo>
                <a:lnTo>
                  <a:pt x="163" y="765"/>
                </a:lnTo>
                <a:close/>
                <a:moveTo>
                  <a:pt x="764" y="765"/>
                </a:moveTo>
                <a:cubicBezTo>
                  <a:pt x="598" y="765"/>
                  <a:pt x="598" y="765"/>
                  <a:pt x="598" y="765"/>
                </a:cubicBezTo>
                <a:cubicBezTo>
                  <a:pt x="528" y="765"/>
                  <a:pt x="528" y="765"/>
                  <a:pt x="528" y="765"/>
                </a:cubicBezTo>
                <a:cubicBezTo>
                  <a:pt x="412" y="666"/>
                  <a:pt x="412" y="666"/>
                  <a:pt x="412" y="666"/>
                </a:cubicBezTo>
                <a:cubicBezTo>
                  <a:pt x="764" y="365"/>
                  <a:pt x="764" y="365"/>
                  <a:pt x="764" y="365"/>
                </a:cubicBezTo>
                <a:lnTo>
                  <a:pt x="764" y="765"/>
                </a:lnTo>
                <a:close/>
                <a:moveTo>
                  <a:pt x="215" y="311"/>
                </a:moveTo>
                <a:cubicBezTo>
                  <a:pt x="573" y="311"/>
                  <a:pt x="573" y="311"/>
                  <a:pt x="573" y="311"/>
                </a:cubicBezTo>
                <a:cubicBezTo>
                  <a:pt x="579" y="311"/>
                  <a:pt x="585" y="306"/>
                  <a:pt x="585" y="299"/>
                </a:cubicBezTo>
                <a:cubicBezTo>
                  <a:pt x="585" y="202"/>
                  <a:pt x="585" y="202"/>
                  <a:pt x="585" y="202"/>
                </a:cubicBezTo>
                <a:cubicBezTo>
                  <a:pt x="585" y="195"/>
                  <a:pt x="579" y="190"/>
                  <a:pt x="573" y="190"/>
                </a:cubicBezTo>
                <a:cubicBezTo>
                  <a:pt x="215" y="190"/>
                  <a:pt x="215" y="190"/>
                  <a:pt x="215" y="190"/>
                </a:cubicBezTo>
                <a:cubicBezTo>
                  <a:pt x="208" y="190"/>
                  <a:pt x="203" y="195"/>
                  <a:pt x="203" y="202"/>
                </a:cubicBezTo>
                <a:cubicBezTo>
                  <a:pt x="203" y="299"/>
                  <a:pt x="203" y="299"/>
                  <a:pt x="203" y="299"/>
                </a:cubicBezTo>
                <a:cubicBezTo>
                  <a:pt x="203" y="306"/>
                  <a:pt x="208" y="311"/>
                  <a:pt x="215" y="311"/>
                </a:cubicBezTo>
                <a:close/>
                <a:moveTo>
                  <a:pt x="227" y="214"/>
                </a:moveTo>
                <a:cubicBezTo>
                  <a:pt x="561" y="214"/>
                  <a:pt x="561" y="214"/>
                  <a:pt x="561" y="214"/>
                </a:cubicBezTo>
                <a:cubicBezTo>
                  <a:pt x="561" y="287"/>
                  <a:pt x="561" y="287"/>
                  <a:pt x="561" y="287"/>
                </a:cubicBezTo>
                <a:cubicBezTo>
                  <a:pt x="227" y="287"/>
                  <a:pt x="227" y="287"/>
                  <a:pt x="227" y="287"/>
                </a:cubicBezTo>
                <a:lnTo>
                  <a:pt x="227" y="214"/>
                </a:lnTo>
                <a:close/>
                <a:moveTo>
                  <a:pt x="585" y="370"/>
                </a:moveTo>
                <a:cubicBezTo>
                  <a:pt x="585" y="377"/>
                  <a:pt x="579" y="382"/>
                  <a:pt x="573" y="382"/>
                </a:cubicBezTo>
                <a:cubicBezTo>
                  <a:pt x="430" y="382"/>
                  <a:pt x="430" y="382"/>
                  <a:pt x="430" y="382"/>
                </a:cubicBezTo>
                <a:cubicBezTo>
                  <a:pt x="423" y="382"/>
                  <a:pt x="418" y="377"/>
                  <a:pt x="418" y="370"/>
                </a:cubicBezTo>
                <a:cubicBezTo>
                  <a:pt x="418" y="364"/>
                  <a:pt x="423" y="358"/>
                  <a:pt x="430" y="358"/>
                </a:cubicBezTo>
                <a:cubicBezTo>
                  <a:pt x="573" y="358"/>
                  <a:pt x="573" y="358"/>
                  <a:pt x="573" y="358"/>
                </a:cubicBezTo>
                <a:cubicBezTo>
                  <a:pt x="579" y="358"/>
                  <a:pt x="585" y="364"/>
                  <a:pt x="585" y="370"/>
                </a:cubicBezTo>
                <a:close/>
                <a:moveTo>
                  <a:pt x="203" y="370"/>
                </a:moveTo>
                <a:cubicBezTo>
                  <a:pt x="203" y="364"/>
                  <a:pt x="208" y="358"/>
                  <a:pt x="215" y="358"/>
                </a:cubicBezTo>
                <a:cubicBezTo>
                  <a:pt x="358" y="358"/>
                  <a:pt x="358" y="358"/>
                  <a:pt x="358" y="358"/>
                </a:cubicBezTo>
                <a:cubicBezTo>
                  <a:pt x="364" y="358"/>
                  <a:pt x="370" y="364"/>
                  <a:pt x="370" y="370"/>
                </a:cubicBezTo>
                <a:cubicBezTo>
                  <a:pt x="370" y="377"/>
                  <a:pt x="364" y="382"/>
                  <a:pt x="358" y="382"/>
                </a:cubicBezTo>
                <a:cubicBezTo>
                  <a:pt x="215" y="382"/>
                  <a:pt x="215" y="382"/>
                  <a:pt x="215" y="382"/>
                </a:cubicBezTo>
                <a:cubicBezTo>
                  <a:pt x="208" y="382"/>
                  <a:pt x="203" y="377"/>
                  <a:pt x="203" y="370"/>
                </a:cubicBezTo>
                <a:close/>
                <a:moveTo>
                  <a:pt x="585" y="442"/>
                </a:moveTo>
                <a:cubicBezTo>
                  <a:pt x="585" y="449"/>
                  <a:pt x="579" y="454"/>
                  <a:pt x="573" y="454"/>
                </a:cubicBezTo>
                <a:cubicBezTo>
                  <a:pt x="430" y="454"/>
                  <a:pt x="430" y="454"/>
                  <a:pt x="430" y="454"/>
                </a:cubicBezTo>
                <a:cubicBezTo>
                  <a:pt x="423" y="454"/>
                  <a:pt x="418" y="449"/>
                  <a:pt x="418" y="442"/>
                </a:cubicBezTo>
                <a:cubicBezTo>
                  <a:pt x="418" y="436"/>
                  <a:pt x="423" y="430"/>
                  <a:pt x="430" y="430"/>
                </a:cubicBezTo>
                <a:cubicBezTo>
                  <a:pt x="573" y="430"/>
                  <a:pt x="573" y="430"/>
                  <a:pt x="573" y="430"/>
                </a:cubicBezTo>
                <a:cubicBezTo>
                  <a:pt x="579" y="430"/>
                  <a:pt x="585" y="436"/>
                  <a:pt x="585" y="442"/>
                </a:cubicBezTo>
                <a:close/>
                <a:moveTo>
                  <a:pt x="203" y="442"/>
                </a:moveTo>
                <a:cubicBezTo>
                  <a:pt x="203" y="436"/>
                  <a:pt x="208" y="430"/>
                  <a:pt x="215" y="430"/>
                </a:cubicBezTo>
                <a:cubicBezTo>
                  <a:pt x="358" y="430"/>
                  <a:pt x="358" y="430"/>
                  <a:pt x="358" y="430"/>
                </a:cubicBezTo>
                <a:cubicBezTo>
                  <a:pt x="364" y="430"/>
                  <a:pt x="370" y="436"/>
                  <a:pt x="370" y="442"/>
                </a:cubicBezTo>
                <a:cubicBezTo>
                  <a:pt x="370" y="449"/>
                  <a:pt x="364" y="454"/>
                  <a:pt x="358" y="454"/>
                </a:cubicBezTo>
                <a:cubicBezTo>
                  <a:pt x="215" y="454"/>
                  <a:pt x="215" y="454"/>
                  <a:pt x="215" y="454"/>
                </a:cubicBezTo>
                <a:cubicBezTo>
                  <a:pt x="208" y="454"/>
                  <a:pt x="203" y="449"/>
                  <a:pt x="203" y="442"/>
                </a:cubicBezTo>
                <a:close/>
                <a:moveTo>
                  <a:pt x="501" y="514"/>
                </a:moveTo>
                <a:cubicBezTo>
                  <a:pt x="501" y="520"/>
                  <a:pt x="496" y="525"/>
                  <a:pt x="489" y="525"/>
                </a:cubicBezTo>
                <a:cubicBezTo>
                  <a:pt x="430" y="525"/>
                  <a:pt x="430" y="525"/>
                  <a:pt x="430" y="525"/>
                </a:cubicBezTo>
                <a:cubicBezTo>
                  <a:pt x="423" y="525"/>
                  <a:pt x="418" y="520"/>
                  <a:pt x="418" y="514"/>
                </a:cubicBezTo>
                <a:cubicBezTo>
                  <a:pt x="418" y="507"/>
                  <a:pt x="423" y="502"/>
                  <a:pt x="430" y="502"/>
                </a:cubicBezTo>
                <a:cubicBezTo>
                  <a:pt x="489" y="502"/>
                  <a:pt x="489" y="502"/>
                  <a:pt x="489" y="502"/>
                </a:cubicBezTo>
                <a:cubicBezTo>
                  <a:pt x="496" y="502"/>
                  <a:pt x="501" y="507"/>
                  <a:pt x="501" y="514"/>
                </a:cubicBezTo>
                <a:close/>
                <a:moveTo>
                  <a:pt x="358" y="525"/>
                </a:moveTo>
                <a:cubicBezTo>
                  <a:pt x="299" y="525"/>
                  <a:pt x="299" y="525"/>
                  <a:pt x="299" y="525"/>
                </a:cubicBezTo>
                <a:cubicBezTo>
                  <a:pt x="292" y="525"/>
                  <a:pt x="287" y="520"/>
                  <a:pt x="287" y="514"/>
                </a:cubicBezTo>
                <a:cubicBezTo>
                  <a:pt x="287" y="507"/>
                  <a:pt x="292" y="502"/>
                  <a:pt x="299" y="502"/>
                </a:cubicBezTo>
                <a:cubicBezTo>
                  <a:pt x="358" y="502"/>
                  <a:pt x="358" y="502"/>
                  <a:pt x="358" y="502"/>
                </a:cubicBezTo>
                <a:cubicBezTo>
                  <a:pt x="364" y="502"/>
                  <a:pt x="370" y="507"/>
                  <a:pt x="370" y="514"/>
                </a:cubicBezTo>
                <a:cubicBezTo>
                  <a:pt x="370" y="520"/>
                  <a:pt x="364" y="525"/>
                  <a:pt x="358" y="525"/>
                </a:cubicBezTo>
                <a:close/>
                <a:moveTo>
                  <a:pt x="430" y="585"/>
                </a:moveTo>
                <a:cubicBezTo>
                  <a:pt x="430" y="592"/>
                  <a:pt x="424" y="597"/>
                  <a:pt x="418" y="597"/>
                </a:cubicBezTo>
                <a:cubicBezTo>
                  <a:pt x="370" y="597"/>
                  <a:pt x="370" y="597"/>
                  <a:pt x="370" y="597"/>
                </a:cubicBezTo>
                <a:cubicBezTo>
                  <a:pt x="363" y="597"/>
                  <a:pt x="358" y="592"/>
                  <a:pt x="358" y="585"/>
                </a:cubicBezTo>
                <a:cubicBezTo>
                  <a:pt x="358" y="579"/>
                  <a:pt x="363" y="573"/>
                  <a:pt x="370" y="573"/>
                </a:cubicBezTo>
                <a:cubicBezTo>
                  <a:pt x="418" y="573"/>
                  <a:pt x="418" y="573"/>
                  <a:pt x="418" y="573"/>
                </a:cubicBezTo>
                <a:cubicBezTo>
                  <a:pt x="424" y="573"/>
                  <a:pt x="430" y="579"/>
                  <a:pt x="430" y="5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1F8372-0A35-462C-AF5D-DF26E4D0BF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F285634-FCF1-439F-90D1-96F8341111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E3E870E-1D4B-4E9E-9CB6-DE06EF8216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53403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CB1D8-B54E-F607-E2DC-775D17B9EAFC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CEFE83-0D91-AC8A-7CF4-542E8CAFB2C7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9</a:t>
            </a:fld>
            <a:endParaRPr lang="en-US" sz="1100" dirty="0"/>
          </a:p>
        </p:txBody>
      </p:sp>
      <p:sp>
        <p:nvSpPr>
          <p:cNvPr id="5" name="Graphic 52">
            <a:extLst>
              <a:ext uri="{FF2B5EF4-FFF2-40B4-BE49-F238E27FC236}">
                <a16:creationId xmlns:a16="http://schemas.microsoft.com/office/drawing/2014/main" id="{6D3A9449-1B0F-48AF-4CCB-66069E0C1EC5}"/>
              </a:ext>
            </a:extLst>
          </p:cNvPr>
          <p:cNvSpPr/>
          <p:nvPr/>
        </p:nvSpPr>
        <p:spPr>
          <a:xfrm rot="12600000">
            <a:off x="5580131" y="1267300"/>
            <a:ext cx="9001632" cy="9598860"/>
          </a:xfrm>
          <a:custGeom>
            <a:avLst/>
            <a:gdLst>
              <a:gd name="connsiteX0" fmla="*/ 1193877 w 1379993"/>
              <a:gd name="connsiteY0" fmla="*/ 150656 h 1471551"/>
              <a:gd name="connsiteX1" fmla="*/ 1366280 w 1379993"/>
              <a:gd name="connsiteY1" fmla="*/ 576423 h 1471551"/>
              <a:gd name="connsiteX2" fmla="*/ 1053860 w 1379993"/>
              <a:gd name="connsiteY2" fmla="*/ 987903 h 1471551"/>
              <a:gd name="connsiteX3" fmla="*/ 910032 w 1379993"/>
              <a:gd name="connsiteY3" fmla="*/ 1457486 h 1471551"/>
              <a:gd name="connsiteX4" fmla="*/ 529985 w 1379993"/>
              <a:gd name="connsiteY4" fmla="*/ 1286036 h 1471551"/>
              <a:gd name="connsiteX5" fmla="*/ 196610 w 1379993"/>
              <a:gd name="connsiteY5" fmla="*/ 1007906 h 1471551"/>
              <a:gd name="connsiteX6" fmla="*/ 1347 w 1379993"/>
              <a:gd name="connsiteY6" fmla="*/ 605951 h 1471551"/>
              <a:gd name="connsiteX7" fmla="*/ 183275 w 1379993"/>
              <a:gd name="connsiteY7" fmla="*/ 161133 h 1471551"/>
              <a:gd name="connsiteX8" fmla="*/ 681432 w 1379993"/>
              <a:gd name="connsiteY8" fmla="*/ 161 h 1471551"/>
              <a:gd name="connsiteX9" fmla="*/ 1193877 w 1379993"/>
              <a:gd name="connsiteY9" fmla="*/ 150656 h 147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9993" h="1471551">
                <a:moveTo>
                  <a:pt x="1193877" y="150656"/>
                </a:moveTo>
                <a:cubicBezTo>
                  <a:pt x="1330085" y="260193"/>
                  <a:pt x="1414857" y="437358"/>
                  <a:pt x="1366280" y="576423"/>
                </a:cubicBezTo>
                <a:cubicBezTo>
                  <a:pt x="1318655" y="715488"/>
                  <a:pt x="1137680" y="816453"/>
                  <a:pt x="1053860" y="987903"/>
                </a:cubicBezTo>
                <a:cubicBezTo>
                  <a:pt x="970992" y="1159353"/>
                  <a:pt x="986232" y="1401288"/>
                  <a:pt x="910032" y="1457486"/>
                </a:cubicBezTo>
                <a:cubicBezTo>
                  <a:pt x="832880" y="1514636"/>
                  <a:pt x="665240" y="1387001"/>
                  <a:pt x="529985" y="1286036"/>
                </a:cubicBezTo>
                <a:cubicBezTo>
                  <a:pt x="394730" y="1186023"/>
                  <a:pt x="291860" y="1113633"/>
                  <a:pt x="196610" y="1007906"/>
                </a:cubicBezTo>
                <a:cubicBezTo>
                  <a:pt x="100407" y="902178"/>
                  <a:pt x="11825" y="764066"/>
                  <a:pt x="1347" y="605951"/>
                </a:cubicBezTo>
                <a:cubicBezTo>
                  <a:pt x="-10083" y="448788"/>
                  <a:pt x="57545" y="272576"/>
                  <a:pt x="183275" y="161133"/>
                </a:cubicBezTo>
                <a:cubicBezTo>
                  <a:pt x="309005" y="49691"/>
                  <a:pt x="494742" y="3018"/>
                  <a:pt x="681432" y="161"/>
                </a:cubicBezTo>
                <a:cubicBezTo>
                  <a:pt x="868122" y="-1744"/>
                  <a:pt x="1057670" y="41118"/>
                  <a:pt x="1193877" y="150656"/>
                </a:cubicBezTo>
                <a:close/>
              </a:path>
            </a:pathLst>
          </a:custGeom>
          <a:solidFill>
            <a:schemeClr val="bg1">
              <a:lumMod val="90000"/>
              <a:alpha val="4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C84792-46ED-0C22-DF7F-5AA23569A9D1}"/>
              </a:ext>
            </a:extLst>
          </p:cNvPr>
          <p:cNvGrpSpPr/>
          <p:nvPr/>
        </p:nvGrpSpPr>
        <p:grpSpPr>
          <a:xfrm>
            <a:off x="7015587" y="1449088"/>
            <a:ext cx="2535990" cy="3913312"/>
            <a:chOff x="7015587" y="1449088"/>
            <a:chExt cx="2535990" cy="391331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16C31CC-7926-0B79-E8DC-4338028076ED}"/>
                </a:ext>
              </a:extLst>
            </p:cNvPr>
            <p:cNvSpPr/>
            <p:nvPr/>
          </p:nvSpPr>
          <p:spPr>
            <a:xfrm rot="20700000">
              <a:off x="7015587" y="1574860"/>
              <a:ext cx="2535990" cy="3487463"/>
            </a:xfrm>
            <a:custGeom>
              <a:avLst/>
              <a:gdLst>
                <a:gd name="connsiteX0" fmla="*/ 2227737 w 2260636"/>
                <a:gd name="connsiteY0" fmla="*/ 1847486 h 3108798"/>
                <a:gd name="connsiteX1" fmla="*/ 2218973 w 2260636"/>
                <a:gd name="connsiteY1" fmla="*/ 1824071 h 3108798"/>
                <a:gd name="connsiteX2" fmla="*/ 1556688 w 2260636"/>
                <a:gd name="connsiteY2" fmla="*/ 975585 h 3108798"/>
                <a:gd name="connsiteX3" fmla="*/ 1657428 w 2260636"/>
                <a:gd name="connsiteY3" fmla="*/ 807376 h 3108798"/>
                <a:gd name="connsiteX4" fmla="*/ 1850110 w 2260636"/>
                <a:gd name="connsiteY4" fmla="*/ 486436 h 3108798"/>
                <a:gd name="connsiteX5" fmla="*/ 1819783 w 2260636"/>
                <a:gd name="connsiteY5" fmla="*/ 427137 h 3108798"/>
                <a:gd name="connsiteX6" fmla="*/ 1895652 w 2260636"/>
                <a:gd name="connsiteY6" fmla="*/ 263227 h 3108798"/>
                <a:gd name="connsiteX7" fmla="*/ 1953893 w 2260636"/>
                <a:gd name="connsiteY7" fmla="*/ 139402 h 3108798"/>
                <a:gd name="connsiteX8" fmla="*/ 1973406 w 2260636"/>
                <a:gd name="connsiteY8" fmla="*/ 86320 h 3108798"/>
                <a:gd name="connsiteX9" fmla="*/ 1919630 w 2260636"/>
                <a:gd name="connsiteY9" fmla="*/ 73786 h 3108798"/>
                <a:gd name="connsiteX10" fmla="*/ 1769942 w 2260636"/>
                <a:gd name="connsiteY10" fmla="*/ 0 h 3108798"/>
                <a:gd name="connsiteX11" fmla="*/ 1576994 w 2260636"/>
                <a:gd name="connsiteY11" fmla="*/ 304800 h 3108798"/>
                <a:gd name="connsiteX12" fmla="*/ 1457039 w 2260636"/>
                <a:gd name="connsiteY12" fmla="*/ 281087 h 3108798"/>
                <a:gd name="connsiteX13" fmla="*/ 788172 w 2260636"/>
                <a:gd name="connsiteY13" fmla="*/ 1459607 h 3108798"/>
                <a:gd name="connsiteX14" fmla="*/ 708367 w 2260636"/>
                <a:gd name="connsiteY14" fmla="*/ 1604764 h 3108798"/>
                <a:gd name="connsiteX15" fmla="*/ 689251 w 2260636"/>
                <a:gd name="connsiteY15" fmla="*/ 1733319 h 3108798"/>
                <a:gd name="connsiteX16" fmla="*/ 565856 w 2260636"/>
                <a:gd name="connsiteY16" fmla="*/ 1948921 h 3108798"/>
                <a:gd name="connsiteX17" fmla="*/ 553024 w 2260636"/>
                <a:gd name="connsiteY17" fmla="*/ 1978422 h 3108798"/>
                <a:gd name="connsiteX18" fmla="*/ 614242 w 2260636"/>
                <a:gd name="connsiteY18" fmla="*/ 2046089 h 3108798"/>
                <a:gd name="connsiteX19" fmla="*/ 553950 w 2260636"/>
                <a:gd name="connsiteY19" fmla="*/ 2167434 h 3108798"/>
                <a:gd name="connsiteX20" fmla="*/ 715809 w 2260636"/>
                <a:gd name="connsiteY20" fmla="*/ 2275549 h 3108798"/>
                <a:gd name="connsiteX21" fmla="*/ 734032 w 2260636"/>
                <a:gd name="connsiteY21" fmla="*/ 2281436 h 3108798"/>
                <a:gd name="connsiteX22" fmla="*/ 747096 w 2260636"/>
                <a:gd name="connsiteY22" fmla="*/ 2268901 h 3108798"/>
                <a:gd name="connsiteX23" fmla="*/ 801071 w 2260636"/>
                <a:gd name="connsiteY23" fmla="*/ 2163663 h 3108798"/>
                <a:gd name="connsiteX24" fmla="*/ 839138 w 2260636"/>
                <a:gd name="connsiteY24" fmla="*/ 2184268 h 3108798"/>
                <a:gd name="connsiteX25" fmla="*/ 856865 w 2260636"/>
                <a:gd name="connsiteY25" fmla="*/ 2180663 h 3108798"/>
                <a:gd name="connsiteX26" fmla="*/ 996102 w 2260636"/>
                <a:gd name="connsiteY26" fmla="*/ 1894582 h 3108798"/>
                <a:gd name="connsiteX27" fmla="*/ 1043627 w 2260636"/>
                <a:gd name="connsiteY27" fmla="*/ 1902354 h 3108798"/>
                <a:gd name="connsiteX28" fmla="*/ 1199732 w 2260636"/>
                <a:gd name="connsiteY28" fmla="*/ 1603210 h 3108798"/>
                <a:gd name="connsiteX29" fmla="*/ 1688119 w 2260636"/>
                <a:gd name="connsiteY29" fmla="*/ 1930036 h 3108798"/>
                <a:gd name="connsiteX30" fmla="*/ 1728336 w 2260636"/>
                <a:gd name="connsiteY30" fmla="*/ 2289043 h 3108798"/>
                <a:gd name="connsiteX31" fmla="*/ 1372934 w 2260636"/>
                <a:gd name="connsiteY31" fmla="*/ 2758447 h 3108798"/>
                <a:gd name="connsiteX32" fmla="*/ 1308277 w 2260636"/>
                <a:gd name="connsiteY32" fmla="*/ 2807395 h 3108798"/>
                <a:gd name="connsiteX33" fmla="*/ 1239651 w 2260636"/>
                <a:gd name="connsiteY33" fmla="*/ 2754842 h 3108798"/>
                <a:gd name="connsiteX34" fmla="*/ 1201848 w 2260636"/>
                <a:gd name="connsiteY34" fmla="*/ 2746970 h 3108798"/>
                <a:gd name="connsiteX35" fmla="*/ 1043297 w 2260636"/>
                <a:gd name="connsiteY35" fmla="*/ 2797307 h 3108798"/>
                <a:gd name="connsiteX36" fmla="*/ 1010720 w 2260636"/>
                <a:gd name="connsiteY36" fmla="*/ 2837260 h 3108798"/>
                <a:gd name="connsiteX37" fmla="*/ 895196 w 2260636"/>
                <a:gd name="connsiteY37" fmla="*/ 2760398 h 3108798"/>
                <a:gd name="connsiteX38" fmla="*/ 905184 w 2260636"/>
                <a:gd name="connsiteY38" fmla="*/ 2765458 h 3108798"/>
                <a:gd name="connsiteX39" fmla="*/ 946591 w 2260636"/>
                <a:gd name="connsiteY39" fmla="*/ 2773826 h 3108798"/>
                <a:gd name="connsiteX40" fmla="*/ 974273 w 2260636"/>
                <a:gd name="connsiteY40" fmla="*/ 2742373 h 3108798"/>
                <a:gd name="connsiteX41" fmla="*/ 1007016 w 2260636"/>
                <a:gd name="connsiteY41" fmla="*/ 2676690 h 3108798"/>
                <a:gd name="connsiteX42" fmla="*/ 186477 w 2260636"/>
                <a:gd name="connsiteY42" fmla="*/ 2206394 h 3108798"/>
                <a:gd name="connsiteX43" fmla="*/ 101281 w 2260636"/>
                <a:gd name="connsiteY43" fmla="*/ 2163366 h 3108798"/>
                <a:gd name="connsiteX44" fmla="*/ 12943 w 2260636"/>
                <a:gd name="connsiteY44" fmla="*/ 2186285 h 3108798"/>
                <a:gd name="connsiteX45" fmla="*/ 20980 w 2260636"/>
                <a:gd name="connsiteY45" fmla="*/ 2270919 h 3108798"/>
                <a:gd name="connsiteX46" fmla="*/ 756951 w 2260636"/>
                <a:gd name="connsiteY46" fmla="*/ 2690019 h 3108798"/>
                <a:gd name="connsiteX47" fmla="*/ 677378 w 2260636"/>
                <a:gd name="connsiteY47" fmla="*/ 2827569 h 3108798"/>
                <a:gd name="connsiteX48" fmla="*/ 667158 w 2260636"/>
                <a:gd name="connsiteY48" fmla="*/ 2838020 h 3108798"/>
                <a:gd name="connsiteX49" fmla="*/ 655318 w 2260636"/>
                <a:gd name="connsiteY49" fmla="*/ 2835110 h 3108798"/>
                <a:gd name="connsiteX50" fmla="*/ 121257 w 2260636"/>
                <a:gd name="connsiteY50" fmla="*/ 2526176 h 3108798"/>
                <a:gd name="connsiteX51" fmla="*/ 103894 w 2260636"/>
                <a:gd name="connsiteY51" fmla="*/ 2522538 h 3108798"/>
                <a:gd name="connsiteX52" fmla="*/ 90598 w 2260636"/>
                <a:gd name="connsiteY52" fmla="*/ 2531699 h 3108798"/>
                <a:gd name="connsiteX53" fmla="*/ 34176 w 2260636"/>
                <a:gd name="connsiteY53" fmla="*/ 2627875 h 3108798"/>
                <a:gd name="connsiteX54" fmla="*/ 328889 w 2260636"/>
                <a:gd name="connsiteY54" fmla="*/ 2808850 h 3108798"/>
                <a:gd name="connsiteX55" fmla="*/ 572636 w 2260636"/>
                <a:gd name="connsiteY55" fmla="*/ 2945838 h 3108798"/>
                <a:gd name="connsiteX56" fmla="*/ 667092 w 2260636"/>
                <a:gd name="connsiteY56" fmla="*/ 2996473 h 3108798"/>
                <a:gd name="connsiteX57" fmla="*/ 1021998 w 2260636"/>
                <a:gd name="connsiteY57" fmla="*/ 3084678 h 3108798"/>
                <a:gd name="connsiteX58" fmla="*/ 1056460 w 2260636"/>
                <a:gd name="connsiteY58" fmla="*/ 3074855 h 3108798"/>
                <a:gd name="connsiteX59" fmla="*/ 1080008 w 2260636"/>
                <a:gd name="connsiteY59" fmla="*/ 3089011 h 3108798"/>
                <a:gd name="connsiteX60" fmla="*/ 1253607 w 2260636"/>
                <a:gd name="connsiteY60" fmla="*/ 3092351 h 3108798"/>
                <a:gd name="connsiteX61" fmla="*/ 1292501 w 2260636"/>
                <a:gd name="connsiteY61" fmla="*/ 3070787 h 3108798"/>
                <a:gd name="connsiteX62" fmla="*/ 1324383 w 2260636"/>
                <a:gd name="connsiteY62" fmla="*/ 3032621 h 3108798"/>
                <a:gd name="connsiteX63" fmla="*/ 1349453 w 2260636"/>
                <a:gd name="connsiteY63" fmla="*/ 2962143 h 3108798"/>
                <a:gd name="connsiteX64" fmla="*/ 1366320 w 2260636"/>
                <a:gd name="connsiteY64" fmla="*/ 2983938 h 3108798"/>
                <a:gd name="connsiteX65" fmla="*/ 1454823 w 2260636"/>
                <a:gd name="connsiteY65" fmla="*/ 3019094 h 3108798"/>
                <a:gd name="connsiteX66" fmla="*/ 1973539 w 2260636"/>
                <a:gd name="connsiteY66" fmla="*/ 2727325 h 3108798"/>
                <a:gd name="connsiteX67" fmla="*/ 2244571 w 2260636"/>
                <a:gd name="connsiteY67" fmla="*/ 2209602 h 3108798"/>
                <a:gd name="connsiteX68" fmla="*/ 2227737 w 2260636"/>
                <a:gd name="connsiteY68" fmla="*/ 1847486 h 3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260636" h="3108798">
                  <a:moveTo>
                    <a:pt x="2227737" y="1847486"/>
                  </a:moveTo>
                  <a:cubicBezTo>
                    <a:pt x="2224926" y="1839648"/>
                    <a:pt x="2221982" y="1831843"/>
                    <a:pt x="2218973" y="1824071"/>
                  </a:cubicBezTo>
                  <a:cubicBezTo>
                    <a:pt x="2044910" y="1344315"/>
                    <a:pt x="1620088" y="1021689"/>
                    <a:pt x="1556688" y="975585"/>
                  </a:cubicBezTo>
                  <a:cubicBezTo>
                    <a:pt x="1590190" y="919460"/>
                    <a:pt x="1623793" y="863402"/>
                    <a:pt x="1657428" y="807376"/>
                  </a:cubicBezTo>
                  <a:cubicBezTo>
                    <a:pt x="1721655" y="700385"/>
                    <a:pt x="1785883" y="593427"/>
                    <a:pt x="1850110" y="486436"/>
                  </a:cubicBezTo>
                  <a:cubicBezTo>
                    <a:pt x="1832284" y="474729"/>
                    <a:pt x="1832284" y="444434"/>
                    <a:pt x="1819783" y="427137"/>
                  </a:cubicBezTo>
                  <a:cubicBezTo>
                    <a:pt x="1846175" y="371012"/>
                    <a:pt x="1869260" y="319319"/>
                    <a:pt x="1895652" y="263227"/>
                  </a:cubicBezTo>
                  <a:cubicBezTo>
                    <a:pt x="1915066" y="221952"/>
                    <a:pt x="1934479" y="180710"/>
                    <a:pt x="1953893" y="139402"/>
                  </a:cubicBezTo>
                  <a:cubicBezTo>
                    <a:pt x="1961963" y="122337"/>
                    <a:pt x="1970066" y="104973"/>
                    <a:pt x="1973406" y="86320"/>
                  </a:cubicBezTo>
                  <a:cubicBezTo>
                    <a:pt x="1950685" y="80400"/>
                    <a:pt x="1943078" y="72595"/>
                    <a:pt x="1919630" y="73786"/>
                  </a:cubicBezTo>
                  <a:cubicBezTo>
                    <a:pt x="1872236" y="44516"/>
                    <a:pt x="1822065" y="19745"/>
                    <a:pt x="1769942" y="0"/>
                  </a:cubicBezTo>
                  <a:cubicBezTo>
                    <a:pt x="1710708" y="105866"/>
                    <a:pt x="1642578" y="202704"/>
                    <a:pt x="1576994" y="304800"/>
                  </a:cubicBezTo>
                  <a:cubicBezTo>
                    <a:pt x="1535025" y="289190"/>
                    <a:pt x="1501290" y="274241"/>
                    <a:pt x="1457039" y="281087"/>
                  </a:cubicBezTo>
                  <a:cubicBezTo>
                    <a:pt x="1223478" y="667775"/>
                    <a:pt x="1005792" y="1063757"/>
                    <a:pt x="788172" y="1459607"/>
                  </a:cubicBezTo>
                  <a:cubicBezTo>
                    <a:pt x="761582" y="1507993"/>
                    <a:pt x="734958" y="1556378"/>
                    <a:pt x="708367" y="1604764"/>
                  </a:cubicBezTo>
                  <a:cubicBezTo>
                    <a:pt x="687101" y="1643459"/>
                    <a:pt x="661139" y="1699253"/>
                    <a:pt x="689251" y="1733319"/>
                  </a:cubicBezTo>
                  <a:cubicBezTo>
                    <a:pt x="653367" y="1807997"/>
                    <a:pt x="612092" y="1880129"/>
                    <a:pt x="565856" y="1948921"/>
                  </a:cubicBezTo>
                  <a:cubicBezTo>
                    <a:pt x="559837" y="1957884"/>
                    <a:pt x="555107" y="1967806"/>
                    <a:pt x="553024" y="1978422"/>
                  </a:cubicBezTo>
                  <a:cubicBezTo>
                    <a:pt x="543896" y="2024724"/>
                    <a:pt x="582988" y="2027965"/>
                    <a:pt x="614242" y="2046089"/>
                  </a:cubicBezTo>
                  <a:cubicBezTo>
                    <a:pt x="589437" y="2078997"/>
                    <a:pt x="569560" y="2129301"/>
                    <a:pt x="553950" y="2167434"/>
                  </a:cubicBezTo>
                  <a:cubicBezTo>
                    <a:pt x="607892" y="2203483"/>
                    <a:pt x="661834" y="2239500"/>
                    <a:pt x="715809" y="2275549"/>
                  </a:cubicBezTo>
                  <a:cubicBezTo>
                    <a:pt x="721266" y="2279220"/>
                    <a:pt x="727616" y="2283024"/>
                    <a:pt x="734032" y="2281436"/>
                  </a:cubicBezTo>
                  <a:cubicBezTo>
                    <a:pt x="740051" y="2279981"/>
                    <a:pt x="743888" y="2274226"/>
                    <a:pt x="747096" y="2268901"/>
                  </a:cubicBezTo>
                  <a:cubicBezTo>
                    <a:pt x="767303" y="2235002"/>
                    <a:pt x="785328" y="2199845"/>
                    <a:pt x="801071" y="2163663"/>
                  </a:cubicBezTo>
                  <a:cubicBezTo>
                    <a:pt x="815325" y="2171105"/>
                    <a:pt x="828124" y="2177323"/>
                    <a:pt x="839138" y="2184268"/>
                  </a:cubicBezTo>
                  <a:cubicBezTo>
                    <a:pt x="845058" y="2188038"/>
                    <a:pt x="852896" y="2186484"/>
                    <a:pt x="856865" y="2180663"/>
                  </a:cubicBezTo>
                  <a:cubicBezTo>
                    <a:pt x="916760" y="2092689"/>
                    <a:pt x="963822" y="1996017"/>
                    <a:pt x="996102" y="1894582"/>
                  </a:cubicBezTo>
                  <a:cubicBezTo>
                    <a:pt x="1008372" y="1895409"/>
                    <a:pt x="1031357" y="1901527"/>
                    <a:pt x="1043627" y="1902354"/>
                  </a:cubicBezTo>
                  <a:cubicBezTo>
                    <a:pt x="1094427" y="1802011"/>
                    <a:pt x="1146550" y="1702329"/>
                    <a:pt x="1199732" y="1603210"/>
                  </a:cubicBezTo>
                  <a:cubicBezTo>
                    <a:pt x="1497454" y="1637804"/>
                    <a:pt x="1651904" y="1850760"/>
                    <a:pt x="1688119" y="1930036"/>
                  </a:cubicBezTo>
                  <a:cubicBezTo>
                    <a:pt x="1734223" y="2043079"/>
                    <a:pt x="1749668" y="2168790"/>
                    <a:pt x="1728336" y="2289043"/>
                  </a:cubicBezTo>
                  <a:cubicBezTo>
                    <a:pt x="1692716" y="2489696"/>
                    <a:pt x="1555596" y="2668290"/>
                    <a:pt x="1372934" y="2758447"/>
                  </a:cubicBezTo>
                  <a:cubicBezTo>
                    <a:pt x="1328981" y="2780143"/>
                    <a:pt x="1312444" y="2794827"/>
                    <a:pt x="1308277" y="2807395"/>
                  </a:cubicBezTo>
                  <a:cubicBezTo>
                    <a:pt x="1289525" y="2783549"/>
                    <a:pt x="1265877" y="2764168"/>
                    <a:pt x="1239651" y="2754842"/>
                  </a:cubicBezTo>
                  <a:cubicBezTo>
                    <a:pt x="1227480" y="2750509"/>
                    <a:pt x="1214681" y="2748161"/>
                    <a:pt x="1201848" y="2746970"/>
                  </a:cubicBezTo>
                  <a:cubicBezTo>
                    <a:pt x="1145029" y="2741580"/>
                    <a:pt x="1085762" y="2759240"/>
                    <a:pt x="1043297" y="2797307"/>
                  </a:cubicBezTo>
                  <a:cubicBezTo>
                    <a:pt x="1030134" y="2809114"/>
                    <a:pt x="1019352" y="2822575"/>
                    <a:pt x="1010720" y="2837260"/>
                  </a:cubicBezTo>
                  <a:cubicBezTo>
                    <a:pt x="963029" y="2856045"/>
                    <a:pt x="879453" y="2816953"/>
                    <a:pt x="895196" y="2760398"/>
                  </a:cubicBezTo>
                  <a:cubicBezTo>
                    <a:pt x="898503" y="2762085"/>
                    <a:pt x="901844" y="2763805"/>
                    <a:pt x="905184" y="2765458"/>
                  </a:cubicBezTo>
                  <a:cubicBezTo>
                    <a:pt x="918149" y="2771907"/>
                    <a:pt x="932899" y="2778489"/>
                    <a:pt x="946591" y="2773826"/>
                  </a:cubicBezTo>
                  <a:cubicBezTo>
                    <a:pt x="960184" y="2769195"/>
                    <a:pt x="967857" y="2755206"/>
                    <a:pt x="974273" y="2742373"/>
                  </a:cubicBezTo>
                  <a:cubicBezTo>
                    <a:pt x="985154" y="2720512"/>
                    <a:pt x="996069" y="2698585"/>
                    <a:pt x="1007016" y="2676690"/>
                  </a:cubicBezTo>
                  <a:cubicBezTo>
                    <a:pt x="725731" y="2547375"/>
                    <a:pt x="444975" y="2376752"/>
                    <a:pt x="186477" y="2206394"/>
                  </a:cubicBezTo>
                  <a:cubicBezTo>
                    <a:pt x="159754" y="2188799"/>
                    <a:pt x="132402" y="2170642"/>
                    <a:pt x="101281" y="2163366"/>
                  </a:cubicBezTo>
                  <a:cubicBezTo>
                    <a:pt x="70093" y="2156090"/>
                    <a:pt x="33746" y="2162010"/>
                    <a:pt x="12943" y="2186285"/>
                  </a:cubicBezTo>
                  <a:cubicBezTo>
                    <a:pt x="-6438" y="2208940"/>
                    <a:pt x="-4288" y="2255143"/>
                    <a:pt x="20980" y="2270919"/>
                  </a:cubicBezTo>
                  <a:cubicBezTo>
                    <a:pt x="260527" y="2420475"/>
                    <a:pt x="506159" y="2560208"/>
                    <a:pt x="756951" y="2690019"/>
                  </a:cubicBezTo>
                  <a:cubicBezTo>
                    <a:pt x="731055" y="2736387"/>
                    <a:pt x="702646" y="2780705"/>
                    <a:pt x="677378" y="2827569"/>
                  </a:cubicBezTo>
                  <a:cubicBezTo>
                    <a:pt x="674997" y="2832001"/>
                    <a:pt x="672053" y="2836863"/>
                    <a:pt x="667158" y="2838020"/>
                  </a:cubicBezTo>
                  <a:cubicBezTo>
                    <a:pt x="663123" y="2838979"/>
                    <a:pt x="658989" y="2837028"/>
                    <a:pt x="655318" y="2835110"/>
                  </a:cubicBezTo>
                  <a:cubicBezTo>
                    <a:pt x="568270" y="2790098"/>
                    <a:pt x="201260" y="2562688"/>
                    <a:pt x="121257" y="2526176"/>
                  </a:cubicBezTo>
                  <a:cubicBezTo>
                    <a:pt x="115800" y="2523662"/>
                    <a:pt x="109780" y="2521215"/>
                    <a:pt x="103894" y="2522538"/>
                  </a:cubicBezTo>
                  <a:cubicBezTo>
                    <a:pt x="98536" y="2523695"/>
                    <a:pt x="94369" y="2527730"/>
                    <a:pt x="90598" y="2531699"/>
                  </a:cubicBezTo>
                  <a:cubicBezTo>
                    <a:pt x="64901" y="2558984"/>
                    <a:pt x="45454" y="2592123"/>
                    <a:pt x="34176" y="2627875"/>
                  </a:cubicBezTo>
                  <a:cubicBezTo>
                    <a:pt x="131741" y="2694715"/>
                    <a:pt x="225800" y="2750939"/>
                    <a:pt x="328889" y="2808850"/>
                  </a:cubicBezTo>
                  <a:cubicBezTo>
                    <a:pt x="410116" y="2854524"/>
                    <a:pt x="491409" y="2900197"/>
                    <a:pt x="572636" y="2945838"/>
                  </a:cubicBezTo>
                  <a:cubicBezTo>
                    <a:pt x="603791" y="2963333"/>
                    <a:pt x="634945" y="2980862"/>
                    <a:pt x="667092" y="2996473"/>
                  </a:cubicBezTo>
                  <a:cubicBezTo>
                    <a:pt x="777556" y="3050051"/>
                    <a:pt x="899264" y="3080279"/>
                    <a:pt x="1021998" y="3084678"/>
                  </a:cubicBezTo>
                  <a:cubicBezTo>
                    <a:pt x="1030531" y="3085009"/>
                    <a:pt x="1044057" y="3080742"/>
                    <a:pt x="1056460" y="3074855"/>
                  </a:cubicBezTo>
                  <a:cubicBezTo>
                    <a:pt x="1063934" y="3080180"/>
                    <a:pt x="1071772" y="3084976"/>
                    <a:pt x="1080008" y="3089011"/>
                  </a:cubicBezTo>
                  <a:cubicBezTo>
                    <a:pt x="1133487" y="3115337"/>
                    <a:pt x="1198210" y="3114311"/>
                    <a:pt x="1253607" y="3092351"/>
                  </a:cubicBezTo>
                  <a:cubicBezTo>
                    <a:pt x="1267465" y="3086861"/>
                    <a:pt x="1280893" y="3080114"/>
                    <a:pt x="1292501" y="3070787"/>
                  </a:cubicBezTo>
                  <a:cubicBezTo>
                    <a:pt x="1305499" y="3060336"/>
                    <a:pt x="1315884" y="3046975"/>
                    <a:pt x="1324383" y="3032621"/>
                  </a:cubicBezTo>
                  <a:cubicBezTo>
                    <a:pt x="1337150" y="3011025"/>
                    <a:pt x="1345517" y="2986914"/>
                    <a:pt x="1349453" y="2962143"/>
                  </a:cubicBezTo>
                  <a:cubicBezTo>
                    <a:pt x="1354447" y="2969849"/>
                    <a:pt x="1360069" y="2977191"/>
                    <a:pt x="1366320" y="2983938"/>
                  </a:cubicBezTo>
                  <a:cubicBezTo>
                    <a:pt x="1388909" y="3008280"/>
                    <a:pt x="1422345" y="3026007"/>
                    <a:pt x="1454823" y="3019094"/>
                  </a:cubicBezTo>
                  <a:cubicBezTo>
                    <a:pt x="1647969" y="2977786"/>
                    <a:pt x="1835591" y="2868712"/>
                    <a:pt x="1973539" y="2727325"/>
                  </a:cubicBezTo>
                  <a:cubicBezTo>
                    <a:pt x="2111552" y="2585938"/>
                    <a:pt x="2206967" y="2403607"/>
                    <a:pt x="2244571" y="2209602"/>
                  </a:cubicBezTo>
                  <a:cubicBezTo>
                    <a:pt x="2267821" y="2089547"/>
                    <a:pt x="2268781" y="1962712"/>
                    <a:pt x="2227737" y="1847486"/>
                  </a:cubicBezTo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40E737E-282B-EEA5-E638-B3FBB3172B4D}"/>
                </a:ext>
              </a:extLst>
            </p:cNvPr>
            <p:cNvSpPr/>
            <p:nvPr/>
          </p:nvSpPr>
          <p:spPr>
            <a:xfrm rot="20700000">
              <a:off x="7527396" y="1449088"/>
              <a:ext cx="1877628" cy="3913312"/>
            </a:xfrm>
            <a:custGeom>
              <a:avLst/>
              <a:gdLst>
                <a:gd name="connsiteX0" fmla="*/ 375415 w 1673758"/>
                <a:gd name="connsiteY0" fmla="*/ 2792975 h 3488409"/>
                <a:gd name="connsiteX1" fmla="*/ 459652 w 1673758"/>
                <a:gd name="connsiteY1" fmla="*/ 2844833 h 3488409"/>
                <a:gd name="connsiteX2" fmla="*/ 462397 w 1673758"/>
                <a:gd name="connsiteY2" fmla="*/ 2835440 h 3488409"/>
                <a:gd name="connsiteX3" fmla="*/ 459751 w 1673758"/>
                <a:gd name="connsiteY3" fmla="*/ 2832695 h 3488409"/>
                <a:gd name="connsiteX4" fmla="*/ 335099 w 1673758"/>
                <a:gd name="connsiteY4" fmla="*/ 2759604 h 3488409"/>
                <a:gd name="connsiteX5" fmla="*/ 375415 w 1673758"/>
                <a:gd name="connsiteY5" fmla="*/ 2792975 h 3488409"/>
                <a:gd name="connsiteX6" fmla="*/ 183790 w 1673758"/>
                <a:gd name="connsiteY6" fmla="*/ 2120966 h 3488409"/>
                <a:gd name="connsiteX7" fmla="*/ 366155 w 1673758"/>
                <a:gd name="connsiteY7" fmla="*/ 2236060 h 3488409"/>
                <a:gd name="connsiteX8" fmla="*/ 183790 w 1673758"/>
                <a:gd name="connsiteY8" fmla="*/ 2120966 h 3488409"/>
                <a:gd name="connsiteX9" fmla="*/ 908187 w 1673758"/>
                <a:gd name="connsiteY9" fmla="*/ 2973090 h 3488409"/>
                <a:gd name="connsiteX10" fmla="*/ 804999 w 1673758"/>
                <a:gd name="connsiteY10" fmla="*/ 2838252 h 3488409"/>
                <a:gd name="connsiteX11" fmla="*/ 769479 w 1673758"/>
                <a:gd name="connsiteY11" fmla="*/ 2830876 h 3488409"/>
                <a:gd name="connsiteX12" fmla="*/ 620618 w 1673758"/>
                <a:gd name="connsiteY12" fmla="*/ 2878171 h 3488409"/>
                <a:gd name="connsiteX13" fmla="*/ 565518 w 1673758"/>
                <a:gd name="connsiteY13" fmla="*/ 3019657 h 3488409"/>
                <a:gd name="connsiteX14" fmla="*/ 655080 w 1673758"/>
                <a:gd name="connsiteY14" fmla="*/ 3152048 h 3488409"/>
                <a:gd name="connsiteX15" fmla="*/ 818096 w 1673758"/>
                <a:gd name="connsiteY15" fmla="*/ 3155189 h 3488409"/>
                <a:gd name="connsiteX16" fmla="*/ 854608 w 1673758"/>
                <a:gd name="connsiteY16" fmla="*/ 3134949 h 3488409"/>
                <a:gd name="connsiteX17" fmla="*/ 884539 w 1673758"/>
                <a:gd name="connsiteY17" fmla="*/ 3099098 h 3488409"/>
                <a:gd name="connsiteX18" fmla="*/ 908187 w 1673758"/>
                <a:gd name="connsiteY18" fmla="*/ 2973090 h 3488409"/>
                <a:gd name="connsiteX19" fmla="*/ 1673759 w 1673758"/>
                <a:gd name="connsiteY19" fmla="*/ 3480925 h 3488409"/>
                <a:gd name="connsiteX20" fmla="*/ 1145353 w 1673758"/>
                <a:gd name="connsiteY20" fmla="*/ 3469779 h 3488409"/>
                <a:gd name="connsiteX21" fmla="*/ 996 w 1673758"/>
                <a:gd name="connsiteY21" fmla="*/ 3481355 h 3488409"/>
                <a:gd name="connsiteX22" fmla="*/ 56294 w 1673758"/>
                <a:gd name="connsiteY22" fmla="*/ 3361829 h 3488409"/>
                <a:gd name="connsiteX23" fmla="*/ 181641 w 1673758"/>
                <a:gd name="connsiteY23" fmla="*/ 3315758 h 3488409"/>
                <a:gd name="connsiteX24" fmla="*/ 359209 w 1673758"/>
                <a:gd name="connsiteY24" fmla="*/ 3311624 h 3488409"/>
                <a:gd name="connsiteX25" fmla="*/ 406967 w 1673758"/>
                <a:gd name="connsiteY25" fmla="*/ 3223650 h 3488409"/>
                <a:gd name="connsiteX26" fmla="*/ 543392 w 1673758"/>
                <a:gd name="connsiteY26" fmla="*/ 2962904 h 3488409"/>
                <a:gd name="connsiteX27" fmla="*/ 612184 w 1673758"/>
                <a:gd name="connsiteY27" fmla="*/ 2863552 h 3488409"/>
                <a:gd name="connsiteX28" fmla="*/ 714875 w 1673758"/>
                <a:gd name="connsiteY28" fmla="*/ 2803393 h 3488409"/>
                <a:gd name="connsiteX29" fmla="*/ 834632 w 1673758"/>
                <a:gd name="connsiteY29" fmla="*/ 2825783 h 3488409"/>
                <a:gd name="connsiteX30" fmla="*/ 934248 w 1673758"/>
                <a:gd name="connsiteY30" fmla="*/ 2899205 h 3488409"/>
                <a:gd name="connsiteX31" fmla="*/ 1270963 w 1673758"/>
                <a:gd name="connsiteY31" fmla="*/ 3250175 h 3488409"/>
                <a:gd name="connsiteX32" fmla="*/ 1310453 w 1673758"/>
                <a:gd name="connsiteY32" fmla="*/ 3305969 h 3488409"/>
                <a:gd name="connsiteX33" fmla="*/ 1405967 w 1673758"/>
                <a:gd name="connsiteY33" fmla="*/ 3306862 h 3488409"/>
                <a:gd name="connsiteX34" fmla="*/ 1570902 w 1673758"/>
                <a:gd name="connsiteY34" fmla="*/ 3333949 h 3488409"/>
                <a:gd name="connsiteX35" fmla="*/ 1673759 w 1673758"/>
                <a:gd name="connsiteY35" fmla="*/ 3480925 h 3488409"/>
                <a:gd name="connsiteX36" fmla="*/ 1227274 w 1673758"/>
                <a:gd name="connsiteY36" fmla="*/ 1188442 h 3488409"/>
                <a:gd name="connsiteX37" fmla="*/ 866416 w 1673758"/>
                <a:gd name="connsiteY37" fmla="*/ 1074903 h 3488409"/>
                <a:gd name="connsiteX38" fmla="*/ 759127 w 1673758"/>
                <a:gd name="connsiteY38" fmla="*/ 1142339 h 3488409"/>
                <a:gd name="connsiteX39" fmla="*/ 669003 w 1673758"/>
                <a:gd name="connsiteY39" fmla="*/ 1287926 h 3488409"/>
                <a:gd name="connsiteX40" fmla="*/ 693709 w 1673758"/>
                <a:gd name="connsiteY40" fmla="*/ 1525191 h 3488409"/>
                <a:gd name="connsiteX41" fmla="*/ 915562 w 1673758"/>
                <a:gd name="connsiteY41" fmla="*/ 1654043 h 3488409"/>
                <a:gd name="connsiteX42" fmla="*/ 1164303 w 1673758"/>
                <a:gd name="connsiteY42" fmla="*/ 1571228 h 3488409"/>
                <a:gd name="connsiteX43" fmla="*/ 1227274 w 1673758"/>
                <a:gd name="connsiteY43" fmla="*/ 1188442 h 3488409"/>
                <a:gd name="connsiteX44" fmla="*/ 1320077 w 1673758"/>
                <a:gd name="connsiteY44" fmla="*/ 0 h 3488409"/>
                <a:gd name="connsiteX45" fmla="*/ 1258561 w 1673758"/>
                <a:gd name="connsiteY45" fmla="*/ 87346 h 3488409"/>
                <a:gd name="connsiteX46" fmla="*/ 1344914 w 1673758"/>
                <a:gd name="connsiteY46" fmla="*/ 129811 h 3488409"/>
                <a:gd name="connsiteX47" fmla="*/ 1548379 w 1673758"/>
                <a:gd name="connsiteY47" fmla="*/ 247187 h 3488409"/>
                <a:gd name="connsiteX48" fmla="*/ 1588463 w 1673758"/>
                <a:gd name="connsiteY48" fmla="*/ 177304 h 3488409"/>
                <a:gd name="connsiteX49" fmla="*/ 1320077 w 1673758"/>
                <a:gd name="connsiteY49" fmla="*/ 0 h 3488409"/>
                <a:gd name="connsiteX50" fmla="*/ 916488 w 1673758"/>
                <a:gd name="connsiteY50" fmla="*/ 386589 h 3488409"/>
                <a:gd name="connsiteX51" fmla="*/ 1471253 w 1673758"/>
                <a:gd name="connsiteY51" fmla="*/ 697045 h 3488409"/>
                <a:gd name="connsiteX52" fmla="*/ 1539019 w 1673758"/>
                <a:gd name="connsiteY52" fmla="*/ 552682 h 3488409"/>
                <a:gd name="connsiteX53" fmla="*/ 1011076 w 1673758"/>
                <a:gd name="connsiteY53" fmla="*/ 255885 h 3488409"/>
                <a:gd name="connsiteX54" fmla="*/ 916488 w 1673758"/>
                <a:gd name="connsiteY54" fmla="*/ 386589 h 3488409"/>
                <a:gd name="connsiteX55" fmla="*/ 743583 w 1673758"/>
                <a:gd name="connsiteY55" fmla="*/ 1966813 h 3488409"/>
                <a:gd name="connsiteX56" fmla="*/ 668044 w 1673758"/>
                <a:gd name="connsiteY56" fmla="*/ 2083726 h 3488409"/>
                <a:gd name="connsiteX57" fmla="*/ 126839 w 1673758"/>
                <a:gd name="connsiteY57" fmla="*/ 1787955 h 3488409"/>
                <a:gd name="connsiteX58" fmla="*/ 149924 w 1673758"/>
                <a:gd name="connsiteY58" fmla="*/ 1726704 h 3488409"/>
                <a:gd name="connsiteX59" fmla="*/ 181806 w 1673758"/>
                <a:gd name="connsiteY59" fmla="*/ 1668429 h 3488409"/>
                <a:gd name="connsiteX60" fmla="*/ 207669 w 1673758"/>
                <a:gd name="connsiteY60" fmla="*/ 1646668 h 3488409"/>
                <a:gd name="connsiteX61" fmla="*/ 743583 w 1673758"/>
                <a:gd name="connsiteY61" fmla="*/ 1966813 h 3488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673758" h="3488409">
                  <a:moveTo>
                    <a:pt x="375415" y="2792975"/>
                  </a:moveTo>
                  <a:cubicBezTo>
                    <a:pt x="403295" y="2810603"/>
                    <a:pt x="431176" y="2828164"/>
                    <a:pt x="459652" y="2844833"/>
                  </a:cubicBezTo>
                  <a:cubicBezTo>
                    <a:pt x="458461" y="2841625"/>
                    <a:pt x="463389" y="2838649"/>
                    <a:pt x="462397" y="2835440"/>
                  </a:cubicBezTo>
                  <a:cubicBezTo>
                    <a:pt x="462033" y="2834184"/>
                    <a:pt x="460842" y="2833390"/>
                    <a:pt x="459751" y="2832695"/>
                  </a:cubicBezTo>
                  <a:cubicBezTo>
                    <a:pt x="421089" y="2807527"/>
                    <a:pt x="378425" y="2775645"/>
                    <a:pt x="335099" y="2759604"/>
                  </a:cubicBezTo>
                  <a:cubicBezTo>
                    <a:pt x="335827" y="2775049"/>
                    <a:pt x="364005" y="2785831"/>
                    <a:pt x="375415" y="2792975"/>
                  </a:cubicBezTo>
                  <a:close/>
                  <a:moveTo>
                    <a:pt x="183790" y="2120966"/>
                  </a:moveTo>
                  <a:cubicBezTo>
                    <a:pt x="242528" y="2159695"/>
                    <a:pt x="307417" y="2197332"/>
                    <a:pt x="366155" y="2236060"/>
                  </a:cubicBezTo>
                  <a:cubicBezTo>
                    <a:pt x="351173" y="2211652"/>
                    <a:pt x="204693" y="2120966"/>
                    <a:pt x="183790" y="2120966"/>
                  </a:cubicBezTo>
                  <a:close/>
                  <a:moveTo>
                    <a:pt x="908187" y="2973090"/>
                  </a:moveTo>
                  <a:cubicBezTo>
                    <a:pt x="899125" y="2918057"/>
                    <a:pt x="857486" y="2856971"/>
                    <a:pt x="804999" y="2838252"/>
                  </a:cubicBezTo>
                  <a:cubicBezTo>
                    <a:pt x="793589" y="2834184"/>
                    <a:pt x="781550" y="2832001"/>
                    <a:pt x="769479" y="2830876"/>
                  </a:cubicBezTo>
                  <a:cubicBezTo>
                    <a:pt x="716132" y="2825849"/>
                    <a:pt x="660504" y="2842419"/>
                    <a:pt x="620618" y="2878171"/>
                  </a:cubicBezTo>
                  <a:cubicBezTo>
                    <a:pt x="580732" y="2913923"/>
                    <a:pt x="563699" y="2966112"/>
                    <a:pt x="565518" y="3019657"/>
                  </a:cubicBezTo>
                  <a:cubicBezTo>
                    <a:pt x="567436" y="3075583"/>
                    <a:pt x="604875" y="3127342"/>
                    <a:pt x="655080" y="3152048"/>
                  </a:cubicBezTo>
                  <a:cubicBezTo>
                    <a:pt x="705317" y="3176753"/>
                    <a:pt x="766072" y="3175827"/>
                    <a:pt x="818096" y="3155189"/>
                  </a:cubicBezTo>
                  <a:cubicBezTo>
                    <a:pt x="831094" y="3150063"/>
                    <a:pt x="843694" y="3143680"/>
                    <a:pt x="854608" y="3134949"/>
                  </a:cubicBezTo>
                  <a:cubicBezTo>
                    <a:pt x="866812" y="3125159"/>
                    <a:pt x="876569" y="3112592"/>
                    <a:pt x="884539" y="3099098"/>
                  </a:cubicBezTo>
                  <a:cubicBezTo>
                    <a:pt x="906731" y="3061527"/>
                    <a:pt x="915264" y="3016118"/>
                    <a:pt x="908187" y="2973090"/>
                  </a:cubicBezTo>
                  <a:close/>
                  <a:moveTo>
                    <a:pt x="1673759" y="3480925"/>
                  </a:moveTo>
                  <a:cubicBezTo>
                    <a:pt x="1498670" y="3487705"/>
                    <a:pt x="1320474" y="3462999"/>
                    <a:pt x="1145353" y="3469779"/>
                  </a:cubicBezTo>
                  <a:cubicBezTo>
                    <a:pt x="765675" y="3484463"/>
                    <a:pt x="380640" y="3496634"/>
                    <a:pt x="996" y="3481355"/>
                  </a:cubicBezTo>
                  <a:cubicBezTo>
                    <a:pt x="-5453" y="3435846"/>
                    <a:pt x="20146" y="3390239"/>
                    <a:pt x="56294" y="3361829"/>
                  </a:cubicBezTo>
                  <a:cubicBezTo>
                    <a:pt x="92410" y="3333419"/>
                    <a:pt x="135669" y="3316949"/>
                    <a:pt x="181641" y="3315758"/>
                  </a:cubicBezTo>
                  <a:cubicBezTo>
                    <a:pt x="240808" y="3314204"/>
                    <a:pt x="299976" y="3312881"/>
                    <a:pt x="359209" y="3311624"/>
                  </a:cubicBezTo>
                  <a:cubicBezTo>
                    <a:pt x="371016" y="3281892"/>
                    <a:pt x="395689" y="3247496"/>
                    <a:pt x="406967" y="3223650"/>
                  </a:cubicBezTo>
                  <a:cubicBezTo>
                    <a:pt x="448969" y="3134982"/>
                    <a:pt x="494511" y="3047967"/>
                    <a:pt x="543392" y="2962904"/>
                  </a:cubicBezTo>
                  <a:cubicBezTo>
                    <a:pt x="563534" y="2927912"/>
                    <a:pt x="584469" y="2892921"/>
                    <a:pt x="612184" y="2863552"/>
                  </a:cubicBezTo>
                  <a:cubicBezTo>
                    <a:pt x="639866" y="2834184"/>
                    <a:pt x="675155" y="2810504"/>
                    <a:pt x="714875" y="2803393"/>
                  </a:cubicBezTo>
                  <a:cubicBezTo>
                    <a:pt x="755588" y="2796084"/>
                    <a:pt x="797921" y="2806766"/>
                    <a:pt x="834632" y="2825783"/>
                  </a:cubicBezTo>
                  <a:cubicBezTo>
                    <a:pt x="871376" y="2844800"/>
                    <a:pt x="903259" y="2871788"/>
                    <a:pt x="934248" y="2899205"/>
                  </a:cubicBezTo>
                  <a:cubicBezTo>
                    <a:pt x="1055824" y="3006725"/>
                    <a:pt x="1168570" y="3124266"/>
                    <a:pt x="1270963" y="3250175"/>
                  </a:cubicBezTo>
                  <a:cubicBezTo>
                    <a:pt x="1285383" y="3267902"/>
                    <a:pt x="1299638" y="3285927"/>
                    <a:pt x="1310453" y="3305969"/>
                  </a:cubicBezTo>
                  <a:cubicBezTo>
                    <a:pt x="1342302" y="3306233"/>
                    <a:pt x="1374151" y="3306498"/>
                    <a:pt x="1405967" y="3306862"/>
                  </a:cubicBezTo>
                  <a:cubicBezTo>
                    <a:pt x="1462191" y="3307523"/>
                    <a:pt x="1520598" y="3308846"/>
                    <a:pt x="1570902" y="3333949"/>
                  </a:cubicBezTo>
                  <a:cubicBezTo>
                    <a:pt x="1626696" y="3361829"/>
                    <a:pt x="1666714" y="3418979"/>
                    <a:pt x="1673759" y="3480925"/>
                  </a:cubicBezTo>
                  <a:close/>
                  <a:moveTo>
                    <a:pt x="1227274" y="1188442"/>
                  </a:moveTo>
                  <a:cubicBezTo>
                    <a:pt x="1152860" y="1073745"/>
                    <a:pt x="993085" y="1023508"/>
                    <a:pt x="866416" y="1074903"/>
                  </a:cubicBezTo>
                  <a:cubicBezTo>
                    <a:pt x="827125" y="1090844"/>
                    <a:pt x="791605" y="1115087"/>
                    <a:pt x="759127" y="1142339"/>
                  </a:cubicBezTo>
                  <a:cubicBezTo>
                    <a:pt x="716298" y="1178289"/>
                    <a:pt x="680116" y="1233091"/>
                    <a:pt x="669003" y="1287926"/>
                  </a:cubicBezTo>
                  <a:cubicBezTo>
                    <a:pt x="652831" y="1367565"/>
                    <a:pt x="653360" y="1454613"/>
                    <a:pt x="693709" y="1525191"/>
                  </a:cubicBezTo>
                  <a:cubicBezTo>
                    <a:pt x="737927" y="1602681"/>
                    <a:pt x="826496" y="1649379"/>
                    <a:pt x="915562" y="1654043"/>
                  </a:cubicBezTo>
                  <a:cubicBezTo>
                    <a:pt x="1004627" y="1658673"/>
                    <a:pt x="1092965" y="1624740"/>
                    <a:pt x="1164303" y="1571228"/>
                  </a:cubicBezTo>
                  <a:cubicBezTo>
                    <a:pt x="1273709" y="1489240"/>
                    <a:pt x="1301688" y="1303106"/>
                    <a:pt x="1227274" y="1188442"/>
                  </a:cubicBezTo>
                  <a:close/>
                  <a:moveTo>
                    <a:pt x="1320077" y="0"/>
                  </a:moveTo>
                  <a:cubicBezTo>
                    <a:pt x="1292494" y="26921"/>
                    <a:pt x="1280621" y="55728"/>
                    <a:pt x="1258561" y="87346"/>
                  </a:cubicBezTo>
                  <a:cubicBezTo>
                    <a:pt x="1289021" y="97565"/>
                    <a:pt x="1317100" y="113771"/>
                    <a:pt x="1344914" y="129811"/>
                  </a:cubicBezTo>
                  <a:cubicBezTo>
                    <a:pt x="1412747" y="168936"/>
                    <a:pt x="1480547" y="208062"/>
                    <a:pt x="1548379" y="247187"/>
                  </a:cubicBezTo>
                  <a:cubicBezTo>
                    <a:pt x="1561741" y="223904"/>
                    <a:pt x="1575102" y="200620"/>
                    <a:pt x="1588463" y="177304"/>
                  </a:cubicBezTo>
                  <a:cubicBezTo>
                    <a:pt x="1499729" y="119459"/>
                    <a:pt x="1414897" y="47261"/>
                    <a:pt x="1320077" y="0"/>
                  </a:cubicBezTo>
                  <a:close/>
                  <a:moveTo>
                    <a:pt x="916488" y="386589"/>
                  </a:moveTo>
                  <a:cubicBezTo>
                    <a:pt x="1095115" y="500823"/>
                    <a:pt x="1280455" y="604540"/>
                    <a:pt x="1471253" y="697045"/>
                  </a:cubicBezTo>
                  <a:cubicBezTo>
                    <a:pt x="1493842" y="648924"/>
                    <a:pt x="1516431" y="600803"/>
                    <a:pt x="1539019" y="552682"/>
                  </a:cubicBezTo>
                  <a:cubicBezTo>
                    <a:pt x="1361649" y="463815"/>
                    <a:pt x="1181071" y="358147"/>
                    <a:pt x="1011076" y="255885"/>
                  </a:cubicBezTo>
                  <a:cubicBezTo>
                    <a:pt x="977772" y="292728"/>
                    <a:pt x="942384" y="344190"/>
                    <a:pt x="916488" y="386589"/>
                  </a:cubicBezTo>
                  <a:close/>
                  <a:moveTo>
                    <a:pt x="743583" y="1966813"/>
                  </a:moveTo>
                  <a:cubicBezTo>
                    <a:pt x="713354" y="2016257"/>
                    <a:pt x="696189" y="2033091"/>
                    <a:pt x="668044" y="2083726"/>
                  </a:cubicBezTo>
                  <a:cubicBezTo>
                    <a:pt x="485217" y="1989700"/>
                    <a:pt x="304738" y="1891076"/>
                    <a:pt x="126839" y="1787955"/>
                  </a:cubicBezTo>
                  <a:cubicBezTo>
                    <a:pt x="122539" y="1770559"/>
                    <a:pt x="141325" y="1742447"/>
                    <a:pt x="149924" y="1726704"/>
                  </a:cubicBezTo>
                  <a:cubicBezTo>
                    <a:pt x="160573" y="1707290"/>
                    <a:pt x="171190" y="1687876"/>
                    <a:pt x="181806" y="1668429"/>
                  </a:cubicBezTo>
                  <a:cubicBezTo>
                    <a:pt x="187528" y="1657978"/>
                    <a:pt x="195763" y="1646006"/>
                    <a:pt x="207669" y="1646668"/>
                  </a:cubicBezTo>
                  <a:cubicBezTo>
                    <a:pt x="374092" y="1770559"/>
                    <a:pt x="580599" y="1838424"/>
                    <a:pt x="743583" y="1966813"/>
                  </a:cubicBezTo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7B140D4-B214-1ABB-7CD2-719CC0E962B8}"/>
                </a:ext>
              </a:extLst>
            </p:cNvPr>
            <p:cNvSpPr/>
            <p:nvPr/>
          </p:nvSpPr>
          <p:spPr>
            <a:xfrm rot="20700000">
              <a:off x="8371294" y="2746842"/>
              <a:ext cx="519860" cy="2139136"/>
            </a:xfrm>
            <a:custGeom>
              <a:avLst/>
              <a:gdLst>
                <a:gd name="connsiteX0" fmla="*/ 160295 w 463414"/>
                <a:gd name="connsiteY0" fmla="*/ 1773779 h 1906871"/>
                <a:gd name="connsiteX1" fmla="*/ 66798 w 463414"/>
                <a:gd name="connsiteY1" fmla="*/ 1730553 h 1906871"/>
                <a:gd name="connsiteX2" fmla="*/ 7498 w 463414"/>
                <a:gd name="connsiteY2" fmla="*/ 1776855 h 1906871"/>
                <a:gd name="connsiteX3" fmla="*/ 7730 w 463414"/>
                <a:gd name="connsiteY3" fmla="*/ 1854378 h 1906871"/>
                <a:gd name="connsiteX4" fmla="*/ 32832 w 463414"/>
                <a:gd name="connsiteY4" fmla="*/ 1893007 h 1906871"/>
                <a:gd name="connsiteX5" fmla="*/ 81383 w 463414"/>
                <a:gd name="connsiteY5" fmla="*/ 1906799 h 1906871"/>
                <a:gd name="connsiteX6" fmla="*/ 142701 w 463414"/>
                <a:gd name="connsiteY6" fmla="*/ 1882788 h 1906871"/>
                <a:gd name="connsiteX7" fmla="*/ 170978 w 463414"/>
                <a:gd name="connsiteY7" fmla="*/ 1823885 h 1906871"/>
                <a:gd name="connsiteX8" fmla="*/ 160295 w 463414"/>
                <a:gd name="connsiteY8" fmla="*/ 1773779 h 1906871"/>
                <a:gd name="connsiteX9" fmla="*/ 208284 w 463414"/>
                <a:gd name="connsiteY9" fmla="*/ 48464 h 1906871"/>
                <a:gd name="connsiteX10" fmla="*/ 304559 w 463414"/>
                <a:gd name="connsiteY10" fmla="*/ 376 h 1906871"/>
                <a:gd name="connsiteX11" fmla="*/ 406622 w 463414"/>
                <a:gd name="connsiteY11" fmla="*/ 34177 h 1906871"/>
                <a:gd name="connsiteX12" fmla="*/ 463177 w 463414"/>
                <a:gd name="connsiteY12" fmla="*/ 190380 h 1906871"/>
                <a:gd name="connsiteX13" fmla="*/ 452362 w 463414"/>
                <a:gd name="connsiteY13" fmla="*/ 246406 h 1906871"/>
                <a:gd name="connsiteX14" fmla="*/ 359328 w 463414"/>
                <a:gd name="connsiteY14" fmla="*/ 326012 h 1906871"/>
                <a:gd name="connsiteX15" fmla="*/ 239604 w 463414"/>
                <a:gd name="connsiteY15" fmla="*/ 326012 h 1906871"/>
                <a:gd name="connsiteX16" fmla="*/ 208284 w 463414"/>
                <a:gd name="connsiteY16" fmla="*/ 48464 h 190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3414" h="1906871">
                  <a:moveTo>
                    <a:pt x="160295" y="1773779"/>
                  </a:moveTo>
                  <a:cubicBezTo>
                    <a:pt x="142734" y="1741401"/>
                    <a:pt x="102815" y="1722979"/>
                    <a:pt x="66798" y="1730553"/>
                  </a:cubicBezTo>
                  <a:cubicBezTo>
                    <a:pt x="41398" y="1735944"/>
                    <a:pt x="18809" y="1753473"/>
                    <a:pt x="7498" y="1776855"/>
                  </a:cubicBezTo>
                  <a:cubicBezTo>
                    <a:pt x="-3779" y="1800271"/>
                    <a:pt x="-1200" y="1830003"/>
                    <a:pt x="7730" y="1854378"/>
                  </a:cubicBezTo>
                  <a:cubicBezTo>
                    <a:pt x="13088" y="1868963"/>
                    <a:pt x="20628" y="1883350"/>
                    <a:pt x="32832" y="1893007"/>
                  </a:cubicBezTo>
                  <a:cubicBezTo>
                    <a:pt x="46293" y="1903690"/>
                    <a:pt x="64218" y="1907460"/>
                    <a:pt x="81383" y="1906799"/>
                  </a:cubicBezTo>
                  <a:cubicBezTo>
                    <a:pt x="103741" y="1905873"/>
                    <a:pt x="125999" y="1897671"/>
                    <a:pt x="142701" y="1882788"/>
                  </a:cubicBezTo>
                  <a:cubicBezTo>
                    <a:pt x="159468" y="1867938"/>
                    <a:pt x="170316" y="1846242"/>
                    <a:pt x="170978" y="1823885"/>
                  </a:cubicBezTo>
                  <a:cubicBezTo>
                    <a:pt x="171342" y="1811284"/>
                    <a:pt x="166315" y="1784826"/>
                    <a:pt x="160295" y="1773779"/>
                  </a:cubicBezTo>
                  <a:close/>
                  <a:moveTo>
                    <a:pt x="208284" y="48464"/>
                  </a:moveTo>
                  <a:cubicBezTo>
                    <a:pt x="232560" y="20849"/>
                    <a:pt x="267882" y="3088"/>
                    <a:pt x="304559" y="376"/>
                  </a:cubicBezTo>
                  <a:cubicBezTo>
                    <a:pt x="341204" y="-2369"/>
                    <a:pt x="378874" y="10001"/>
                    <a:pt x="406622" y="34177"/>
                  </a:cubicBezTo>
                  <a:cubicBezTo>
                    <a:pt x="449816" y="71781"/>
                    <a:pt x="465591" y="133131"/>
                    <a:pt x="463177" y="190380"/>
                  </a:cubicBezTo>
                  <a:cubicBezTo>
                    <a:pt x="462317" y="209496"/>
                    <a:pt x="459671" y="228745"/>
                    <a:pt x="452362" y="246406"/>
                  </a:cubicBezTo>
                  <a:cubicBezTo>
                    <a:pt x="436223" y="285233"/>
                    <a:pt x="398949" y="311989"/>
                    <a:pt x="359328" y="326012"/>
                  </a:cubicBezTo>
                  <a:cubicBezTo>
                    <a:pt x="320798" y="339638"/>
                    <a:pt x="276943" y="342648"/>
                    <a:pt x="239604" y="326012"/>
                  </a:cubicBezTo>
                  <a:cubicBezTo>
                    <a:pt x="142998" y="282885"/>
                    <a:pt x="147430" y="117785"/>
                    <a:pt x="208284" y="48464"/>
                  </a:cubicBezTo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E2DCAB6-2F2D-0CE1-7C36-25F7DF6AB4D7}"/>
                </a:ext>
              </a:extLst>
            </p:cNvPr>
            <p:cNvSpPr/>
            <p:nvPr/>
          </p:nvSpPr>
          <p:spPr>
            <a:xfrm rot="20700000">
              <a:off x="7502223" y="3946960"/>
              <a:ext cx="1742648" cy="1289831"/>
            </a:xfrm>
            <a:custGeom>
              <a:avLst/>
              <a:gdLst>
                <a:gd name="connsiteX0" fmla="*/ 1553435 w 1553434"/>
                <a:gd name="connsiteY0" fmla="*/ 1144558 h 1149783"/>
                <a:gd name="connsiteX1" fmla="*/ 681368 w 1553434"/>
                <a:gd name="connsiteY1" fmla="*/ 1149784 h 1149783"/>
                <a:gd name="connsiteX2" fmla="*/ 756675 w 1553434"/>
                <a:gd name="connsiteY2" fmla="*/ 1131990 h 1149783"/>
                <a:gd name="connsiteX3" fmla="*/ 1150276 w 1553434"/>
                <a:gd name="connsiteY3" fmla="*/ 1125442 h 1149783"/>
                <a:gd name="connsiteX4" fmla="*/ 1256870 w 1553434"/>
                <a:gd name="connsiteY4" fmla="*/ 1126037 h 1149783"/>
                <a:gd name="connsiteX5" fmla="*/ 1393594 w 1553434"/>
                <a:gd name="connsiteY5" fmla="*/ 1132486 h 1149783"/>
                <a:gd name="connsiteX6" fmla="*/ 1553435 w 1553434"/>
                <a:gd name="connsiteY6" fmla="*/ 1144558 h 1149783"/>
                <a:gd name="connsiteX7" fmla="*/ 837638 w 1553434"/>
                <a:gd name="connsiteY7" fmla="*/ 432829 h 1149783"/>
                <a:gd name="connsiteX8" fmla="*/ 815148 w 1553434"/>
                <a:gd name="connsiteY8" fmla="*/ 469937 h 1149783"/>
                <a:gd name="connsiteX9" fmla="*/ 806053 w 1553434"/>
                <a:gd name="connsiteY9" fmla="*/ 478767 h 1149783"/>
                <a:gd name="connsiteX10" fmla="*/ 793915 w 1553434"/>
                <a:gd name="connsiteY10" fmla="*/ 475824 h 1149783"/>
                <a:gd name="connsiteX11" fmla="*/ 266369 w 1553434"/>
                <a:gd name="connsiteY11" fmla="*/ 195398 h 1149783"/>
                <a:gd name="connsiteX12" fmla="*/ 0 w 1553434"/>
                <a:gd name="connsiteY12" fmla="*/ 48786 h 1149783"/>
                <a:gd name="connsiteX13" fmla="*/ 30956 w 1553434"/>
                <a:gd name="connsiteY13" fmla="*/ 8536 h 1149783"/>
                <a:gd name="connsiteX14" fmla="*/ 41639 w 1553434"/>
                <a:gd name="connsiteY14" fmla="*/ 367 h 1149783"/>
                <a:gd name="connsiteX15" fmla="*/ 58374 w 1553434"/>
                <a:gd name="connsiteY15" fmla="*/ 4998 h 1149783"/>
                <a:gd name="connsiteX16" fmla="*/ 208591 w 1553434"/>
                <a:gd name="connsiteY16" fmla="*/ 83447 h 1149783"/>
                <a:gd name="connsiteX17" fmla="*/ 292629 w 1553434"/>
                <a:gd name="connsiteY17" fmla="*/ 124192 h 1149783"/>
                <a:gd name="connsiteX18" fmla="*/ 380835 w 1553434"/>
                <a:gd name="connsiteY18" fmla="*/ 180086 h 1149783"/>
                <a:gd name="connsiteX19" fmla="*/ 837638 w 1553434"/>
                <a:gd name="connsiteY19" fmla="*/ 432829 h 1149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3434" h="1149783">
                  <a:moveTo>
                    <a:pt x="1553435" y="1144558"/>
                  </a:moveTo>
                  <a:cubicBezTo>
                    <a:pt x="1262724" y="1142541"/>
                    <a:pt x="971980" y="1144293"/>
                    <a:pt x="681368" y="1149784"/>
                  </a:cubicBezTo>
                  <a:cubicBezTo>
                    <a:pt x="701774" y="1135132"/>
                    <a:pt x="731507" y="1132420"/>
                    <a:pt x="756675" y="1131990"/>
                  </a:cubicBezTo>
                  <a:cubicBezTo>
                    <a:pt x="887842" y="1129808"/>
                    <a:pt x="1019043" y="1127625"/>
                    <a:pt x="1150276" y="1125442"/>
                  </a:cubicBezTo>
                  <a:cubicBezTo>
                    <a:pt x="1185796" y="1124847"/>
                    <a:pt x="1221383" y="1124284"/>
                    <a:pt x="1256870" y="1126037"/>
                  </a:cubicBezTo>
                  <a:cubicBezTo>
                    <a:pt x="1302478" y="1128319"/>
                    <a:pt x="1347986" y="1134504"/>
                    <a:pt x="1393594" y="1132486"/>
                  </a:cubicBezTo>
                  <a:cubicBezTo>
                    <a:pt x="1449619" y="1129973"/>
                    <a:pt x="1501510" y="1123358"/>
                    <a:pt x="1553435" y="1144558"/>
                  </a:cubicBezTo>
                  <a:close/>
                  <a:moveTo>
                    <a:pt x="837638" y="432829"/>
                  </a:moveTo>
                  <a:cubicBezTo>
                    <a:pt x="830163" y="445198"/>
                    <a:pt x="822656" y="457534"/>
                    <a:pt x="815148" y="469937"/>
                  </a:cubicBezTo>
                  <a:cubicBezTo>
                    <a:pt x="812899" y="473641"/>
                    <a:pt x="810220" y="477676"/>
                    <a:pt x="806053" y="478767"/>
                  </a:cubicBezTo>
                  <a:cubicBezTo>
                    <a:pt x="801919" y="479892"/>
                    <a:pt x="797686" y="477841"/>
                    <a:pt x="793915" y="475824"/>
                  </a:cubicBezTo>
                  <a:cubicBezTo>
                    <a:pt x="618067" y="382326"/>
                    <a:pt x="442218" y="288862"/>
                    <a:pt x="266369" y="195398"/>
                  </a:cubicBezTo>
                  <a:cubicBezTo>
                    <a:pt x="176874" y="147806"/>
                    <a:pt x="87379" y="100214"/>
                    <a:pt x="0" y="48786"/>
                  </a:cubicBezTo>
                  <a:cubicBezTo>
                    <a:pt x="11642" y="34135"/>
                    <a:pt x="18620" y="22658"/>
                    <a:pt x="30956" y="8536"/>
                  </a:cubicBezTo>
                  <a:cubicBezTo>
                    <a:pt x="33933" y="5097"/>
                    <a:pt x="37240" y="1492"/>
                    <a:pt x="41639" y="367"/>
                  </a:cubicBezTo>
                  <a:cubicBezTo>
                    <a:pt x="47427" y="-1088"/>
                    <a:pt x="53247" y="2054"/>
                    <a:pt x="58374" y="4998"/>
                  </a:cubicBezTo>
                  <a:cubicBezTo>
                    <a:pt x="107189" y="33440"/>
                    <a:pt x="157361" y="59634"/>
                    <a:pt x="208591" y="83447"/>
                  </a:cubicBezTo>
                  <a:cubicBezTo>
                    <a:pt x="236835" y="96576"/>
                    <a:pt x="265443" y="109045"/>
                    <a:pt x="292629" y="124192"/>
                  </a:cubicBezTo>
                  <a:cubicBezTo>
                    <a:pt x="323089" y="141126"/>
                    <a:pt x="351532" y="161333"/>
                    <a:pt x="380835" y="180086"/>
                  </a:cubicBezTo>
                  <a:cubicBezTo>
                    <a:pt x="524900" y="272028"/>
                    <a:pt x="692547" y="342540"/>
                    <a:pt x="837638" y="432829"/>
                  </a:cubicBezTo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01DD0B-35EE-0A13-9AE3-61BB23F7F48F}"/>
              </a:ext>
            </a:extLst>
          </p:cNvPr>
          <p:cNvGrpSpPr/>
          <p:nvPr/>
        </p:nvGrpSpPr>
        <p:grpSpPr>
          <a:xfrm>
            <a:off x="9761542" y="1403215"/>
            <a:ext cx="1712486" cy="1736578"/>
            <a:chOff x="9761542" y="1403215"/>
            <a:chExt cx="1712486" cy="173657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014545-4699-036F-A9B7-D98E2F43217F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767A75F-2BD3-AE0E-3B00-27D4FBA7C0C5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2B9560-8809-AF05-A4B4-6177A0498753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9A23F5-F096-06E5-8321-7B9C33C7A492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8D9A30-B15E-0C8B-D4BB-7E4A941C71F6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E152E3-BF1D-A3B5-851E-9B1ACD7836C0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296FB-9E04-B050-EAFB-BA747574DA48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0761562-944F-1680-DFBB-2CFAEF58D121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B09E7E3-067D-EBBC-2090-CC16B7090934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4358E9-FB7A-C0C4-D045-07CD18960BA7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63A61EF-8B86-ED23-6277-27CDAFF9730F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30B8CC7-6F64-EC3F-5C64-28775277AB2A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3E42CBF-A4FD-F0D3-90F3-699821855C39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7FFEFE-1B49-E0E8-EC3F-04930628A6FE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22BB0B8-728F-1296-01F1-97C929E47548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32548A-ABB5-5B1A-DD5D-0750FE6DCDB4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6426ACF-02A2-AB2D-0AF1-1B06C57DEFF9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4FEF75F-29C9-C89A-339B-C597A2450E0B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5AE2118-6840-B554-70D7-3731A0EEFEB0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70B3180-5A17-0133-0B73-98B4E376C9C6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09FB4D-A43E-7571-86A0-CC96C034D0C2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F3ACB-D31C-3AC3-B0B6-0445352E7216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27CAA0B-566C-CC64-81EA-8B1C54A3D3DD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F253A99-9D32-C392-8C0F-644D198FC455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6BE00D5-77A6-C21E-942F-6BE824159C5B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164BAD8-C6A0-9988-A8C5-50B2E70055D1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6CEA9B4-9827-38A9-2531-A6BFCEAD4469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40AD3DD-3937-7358-F362-086FD6994A5D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1F5E504-DBFC-3242-44CA-6C0D60039B99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02E8E85-61EB-C97B-9B74-8FC68323A89D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660A942-C82D-EC44-094E-B64EC1E2A1F1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6C5F03E-CE84-F943-E725-4FAE0D5C180D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F1B3166-DED8-65AA-4E88-4A9A28D3FD74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C26CB84-0811-83DE-5673-F41EBF7D30DA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3EAD92A-1A5F-9BA4-6676-A372C7615FED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F373D1F-0205-3BD4-13AA-6C9201D4816F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3C6778A-1ECE-8B36-5357-72ED6D6F3D77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509C377-8C5B-2785-1E69-BD5BA805E1E9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4E7BE13-C49F-5983-0D1A-D74091DA373D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736D69E-D6D2-2EB3-0E38-EC26C6D8C5DA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AE7719A-5328-0BFA-D407-ACAF7B5CC926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793D05-0DF2-3436-E895-7E77F5CDF7C8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127799B-CA23-79EC-2244-49F1318ADEEE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15B695A-DE00-9D16-4CB6-1279FBD52D73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D5C842B-786F-858D-7429-AA45C6969291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2554037-90A3-883E-896D-63789DAA0043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B69A4DE-1F73-04D8-8A85-738BD264083D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3E03DF6-2F7C-38A7-AB88-10BD7BB62A2A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AD1D976-4D35-1747-E07D-51A5DEF85BD9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4A1DE18-0B97-7FDA-92EC-ACAB4725A736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640BC01-14F1-235D-DE11-DDEFBD5522EF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453FCFB-D7A8-2B15-BD37-7A216A28ED36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DE9F892-02FE-D9BE-E1F0-793EF0B086B6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A7FAB36-3027-354B-8A9B-2D532A1AEC53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8913B23-86A9-CC5D-5076-F2F43BDCC8EE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EB04085-4EC8-63A9-D93A-ADAA58C90ABC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954776F-B166-ED4A-1FF4-3A049B71530D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44F88-0373-9154-A0B1-C32BBF1890A8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D3F6895-E1B5-48D8-0C48-AB54F0381398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7E1D9AF-05F6-B5A0-A292-6902C145D5CF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5E113A0-82D2-B114-1EEE-2C049AEC90CB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87ECD04-8533-782C-66B3-3B3C8C823913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4DDF248-E9CD-6F6B-E9E6-45635E832C6A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502036F-B88E-7DD8-D7AC-E420A21A2869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B99327-C2EB-A61D-6116-EC580134FEDE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5C479C9-AD08-61E7-2321-A8A53B899FB6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8FAF92-EF80-2580-047F-A5765DF9C4D5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9C92ED0-ABD2-390E-F7C3-FD60B20009C9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9BE7F77-843B-BD1D-E4B8-F5907E9B1F59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1EBEB36-D078-71F3-5685-0A42A390672E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F02F131-AFBB-CF68-569D-6221B6945160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0F92BC9-3695-15D1-6552-BCCCCC29E6FF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D4E2746B-EBC2-079B-1F1E-2AE00DB75D40}"/>
              </a:ext>
            </a:extLst>
          </p:cNvPr>
          <p:cNvSpPr/>
          <p:nvPr/>
        </p:nvSpPr>
        <p:spPr>
          <a:xfrm rot="5400000">
            <a:off x="6442337" y="5341646"/>
            <a:ext cx="1221256" cy="1200142"/>
          </a:xfrm>
          <a:custGeom>
            <a:avLst/>
            <a:gdLst>
              <a:gd name="connsiteX0" fmla="*/ 2783765 w 2783882"/>
              <a:gd name="connsiteY0" fmla="*/ 1727760 h 2735755"/>
              <a:gd name="connsiteX1" fmla="*/ 2403658 w 2783882"/>
              <a:gd name="connsiteY1" fmla="*/ 1504716 h 2735755"/>
              <a:gd name="connsiteX2" fmla="*/ 2286249 w 2783882"/>
              <a:gd name="connsiteY2" fmla="*/ 1475083 h 2735755"/>
              <a:gd name="connsiteX3" fmla="*/ 1642286 w 2783882"/>
              <a:gd name="connsiteY3" fmla="*/ 1648583 h 2735755"/>
              <a:gd name="connsiteX4" fmla="*/ 1538834 w 2783882"/>
              <a:gd name="connsiteY4" fmla="*/ 2250179 h 2735755"/>
              <a:gd name="connsiteX5" fmla="*/ 1580176 w 2783882"/>
              <a:gd name="connsiteY5" fmla="*/ 2359717 h 2735755"/>
              <a:gd name="connsiteX6" fmla="*/ 1858286 w 2783882"/>
              <a:gd name="connsiteY6" fmla="*/ 2706817 h 2735755"/>
              <a:gd name="connsiteX7" fmla="*/ 1596282 w 2783882"/>
              <a:gd name="connsiteY7" fmla="*/ 2503716 h 2735755"/>
              <a:gd name="connsiteX8" fmla="*/ 1557785 w 2783882"/>
              <a:gd name="connsiteY8" fmla="*/ 2525148 h 2735755"/>
              <a:gd name="connsiteX9" fmla="*/ 1559406 w 2783882"/>
              <a:gd name="connsiteY9" fmla="*/ 2735624 h 2735755"/>
              <a:gd name="connsiteX10" fmla="*/ 1476591 w 2783882"/>
              <a:gd name="connsiteY10" fmla="*/ 2502096 h 2735755"/>
              <a:gd name="connsiteX11" fmla="*/ 1436904 w 2783882"/>
              <a:gd name="connsiteY11" fmla="*/ 2490190 h 2735755"/>
              <a:gd name="connsiteX12" fmla="*/ 1181316 w 2783882"/>
              <a:gd name="connsiteY12" fmla="*/ 2735756 h 2735755"/>
              <a:gd name="connsiteX13" fmla="*/ 1399730 w 2783882"/>
              <a:gd name="connsiteY13" fmla="*/ 2403208 h 2735755"/>
              <a:gd name="connsiteX14" fmla="*/ 1413753 w 2783882"/>
              <a:gd name="connsiteY14" fmla="*/ 2241845 h 2735755"/>
              <a:gd name="connsiteX15" fmla="*/ 1141695 w 2783882"/>
              <a:gd name="connsiteY15" fmla="*/ 1886146 h 2735755"/>
              <a:gd name="connsiteX16" fmla="*/ 793668 w 2783882"/>
              <a:gd name="connsiteY16" fmla="*/ 2071023 h 2735755"/>
              <a:gd name="connsiteX17" fmla="*/ 735460 w 2783882"/>
              <a:gd name="connsiteY17" fmla="*/ 2189061 h 2735755"/>
              <a:gd name="connsiteX18" fmla="*/ 659161 w 2783882"/>
              <a:gd name="connsiteY18" fmla="*/ 2616826 h 2735755"/>
              <a:gd name="connsiteX19" fmla="*/ 619374 w 2783882"/>
              <a:gd name="connsiteY19" fmla="*/ 2306403 h 2735755"/>
              <a:gd name="connsiteX20" fmla="*/ 578926 w 2783882"/>
              <a:gd name="connsiteY20" fmla="*/ 2290098 h 2735755"/>
              <a:gd name="connsiteX21" fmla="*/ 331474 w 2783882"/>
              <a:gd name="connsiteY21" fmla="*/ 2508843 h 2735755"/>
              <a:gd name="connsiteX22" fmla="*/ 547242 w 2783882"/>
              <a:gd name="connsiteY22" fmla="*/ 2210062 h 2735755"/>
              <a:gd name="connsiteX23" fmla="*/ 528556 w 2783882"/>
              <a:gd name="connsiteY23" fmla="*/ 2171499 h 2735755"/>
              <a:gd name="connsiteX24" fmla="*/ 173022 w 2783882"/>
              <a:gd name="connsiteY24" fmla="*/ 2159725 h 2735755"/>
              <a:gd name="connsiteX25" fmla="*/ 602441 w 2783882"/>
              <a:gd name="connsiteY25" fmla="*/ 2064475 h 2735755"/>
              <a:gd name="connsiteX26" fmla="*/ 717303 w 2783882"/>
              <a:gd name="connsiteY26" fmla="*/ 1994393 h 2735755"/>
              <a:gd name="connsiteX27" fmla="*/ 911243 w 2783882"/>
              <a:gd name="connsiteY27" fmla="*/ 1573011 h 2735755"/>
              <a:gd name="connsiteX28" fmla="*/ 648875 w 2783882"/>
              <a:gd name="connsiteY28" fmla="*/ 1415452 h 2735755"/>
              <a:gd name="connsiteX29" fmla="*/ 391237 w 2783882"/>
              <a:gd name="connsiteY29" fmla="*/ 1464962 h 2735755"/>
              <a:gd name="connsiteX30" fmla="*/ 111837 w 2783882"/>
              <a:gd name="connsiteY30" fmla="*/ 1659365 h 2735755"/>
              <a:gd name="connsiteX31" fmla="*/ 326844 w 2783882"/>
              <a:gd name="connsiteY31" fmla="*/ 1409300 h 2735755"/>
              <a:gd name="connsiteX32" fmla="*/ 311399 w 2783882"/>
              <a:gd name="connsiteY32" fmla="*/ 1368885 h 2735755"/>
              <a:gd name="connsiteX33" fmla="*/ 216 w 2783882"/>
              <a:gd name="connsiteY33" fmla="*/ 1331844 h 2735755"/>
              <a:gd name="connsiteX34" fmla="*/ 317584 w 2783882"/>
              <a:gd name="connsiteY34" fmla="*/ 1277108 h 2735755"/>
              <a:gd name="connsiteX35" fmla="*/ 329391 w 2783882"/>
              <a:gd name="connsiteY35" fmla="*/ 1234874 h 2735755"/>
              <a:gd name="connsiteX36" fmla="*/ 68611 w 2783882"/>
              <a:gd name="connsiteY36" fmla="*/ 993475 h 2735755"/>
              <a:gd name="connsiteX37" fmla="*/ 432777 w 2783882"/>
              <a:gd name="connsiteY37" fmla="*/ 1235899 h 2735755"/>
              <a:gd name="connsiteX38" fmla="*/ 611503 w 2783882"/>
              <a:gd name="connsiteY38" fmla="*/ 1298638 h 2735755"/>
              <a:gd name="connsiteX39" fmla="*/ 1008477 w 2783882"/>
              <a:gd name="connsiteY39" fmla="*/ 1195054 h 2735755"/>
              <a:gd name="connsiteX40" fmla="*/ 1230264 w 2783882"/>
              <a:gd name="connsiteY40" fmla="*/ 567264 h 2735755"/>
              <a:gd name="connsiteX41" fmla="*/ 1185020 w 2783882"/>
              <a:gd name="connsiteY41" fmla="*/ 447705 h 2735755"/>
              <a:gd name="connsiteX42" fmla="*/ 893251 w 2783882"/>
              <a:gd name="connsiteY42" fmla="*/ 61215 h 2735755"/>
              <a:gd name="connsiteX43" fmla="*/ 1167095 w 2783882"/>
              <a:gd name="connsiteY43" fmla="*/ 305955 h 2735755"/>
              <a:gd name="connsiteX44" fmla="*/ 1206882 w 2783882"/>
              <a:gd name="connsiteY44" fmla="*/ 288095 h 2735755"/>
              <a:gd name="connsiteX45" fmla="*/ 1210123 w 2783882"/>
              <a:gd name="connsiteY45" fmla="*/ 30 h 2735755"/>
              <a:gd name="connsiteX46" fmla="*/ 1281527 w 2783882"/>
              <a:gd name="connsiteY46" fmla="*/ 263555 h 2735755"/>
              <a:gd name="connsiteX47" fmla="*/ 1322471 w 2783882"/>
              <a:gd name="connsiteY47" fmla="*/ 274304 h 2735755"/>
              <a:gd name="connsiteX48" fmla="*/ 1563044 w 2783882"/>
              <a:gd name="connsiteY48" fmla="*/ 32409 h 2735755"/>
              <a:gd name="connsiteX49" fmla="*/ 1365598 w 2783882"/>
              <a:gd name="connsiteY49" fmla="*/ 367834 h 2735755"/>
              <a:gd name="connsiteX50" fmla="*/ 1335072 w 2783882"/>
              <a:gd name="connsiteY50" fmla="*/ 517026 h 2735755"/>
              <a:gd name="connsiteX51" fmla="*/ 1530632 w 2783882"/>
              <a:gd name="connsiteY51" fmla="*/ 842298 h 2735755"/>
              <a:gd name="connsiteX52" fmla="*/ 1959886 w 2783882"/>
              <a:gd name="connsiteY52" fmla="*/ 611879 h 2735755"/>
              <a:gd name="connsiteX53" fmla="*/ 2029173 w 2783882"/>
              <a:gd name="connsiteY53" fmla="*/ 493114 h 2735755"/>
              <a:gd name="connsiteX54" fmla="*/ 2068332 w 2783882"/>
              <a:gd name="connsiteY54" fmla="*/ 83672 h 2735755"/>
              <a:gd name="connsiteX55" fmla="*/ 2097072 w 2783882"/>
              <a:gd name="connsiteY55" fmla="*/ 430078 h 2735755"/>
              <a:gd name="connsiteX56" fmla="*/ 2135106 w 2783882"/>
              <a:gd name="connsiteY56" fmla="*/ 448367 h 2735755"/>
              <a:gd name="connsiteX57" fmla="*/ 2348559 w 2783882"/>
              <a:gd name="connsiteY57" fmla="*/ 306319 h 2735755"/>
              <a:gd name="connsiteX58" fmla="*/ 2220137 w 2783882"/>
              <a:gd name="connsiteY58" fmla="*/ 499299 h 2735755"/>
              <a:gd name="connsiteX59" fmla="*/ 2242494 w 2783882"/>
              <a:gd name="connsiteY59" fmla="*/ 536969 h 2735755"/>
              <a:gd name="connsiteX60" fmla="*/ 2574579 w 2783882"/>
              <a:gd name="connsiteY60" fmla="*/ 497116 h 2735755"/>
              <a:gd name="connsiteX61" fmla="*/ 2171916 w 2783882"/>
              <a:gd name="connsiteY61" fmla="*/ 623157 h 2735755"/>
              <a:gd name="connsiteX62" fmla="*/ 2053251 w 2783882"/>
              <a:gd name="connsiteY62" fmla="*/ 716588 h 2735755"/>
              <a:gd name="connsiteX63" fmla="*/ 1894335 w 2783882"/>
              <a:gd name="connsiteY63" fmla="*/ 1130231 h 2735755"/>
              <a:gd name="connsiteX64" fmla="*/ 2351668 w 2783882"/>
              <a:gd name="connsiteY64" fmla="*/ 1364222 h 2735755"/>
              <a:gd name="connsiteX65" fmla="*/ 2733362 w 2783882"/>
              <a:gd name="connsiteY65" fmla="*/ 1076256 h 2735755"/>
              <a:gd name="connsiteX66" fmla="*/ 2502546 w 2783882"/>
              <a:gd name="connsiteY66" fmla="*/ 1336242 h 2735755"/>
              <a:gd name="connsiteX67" fmla="*/ 2515577 w 2783882"/>
              <a:gd name="connsiteY67" fmla="*/ 1376360 h 2735755"/>
              <a:gd name="connsiteX68" fmla="*/ 2765774 w 2783882"/>
              <a:gd name="connsiteY68" fmla="*/ 1432584 h 2735755"/>
              <a:gd name="connsiteX69" fmla="*/ 2537471 w 2783882"/>
              <a:gd name="connsiteY69" fmla="*/ 1472999 h 2735755"/>
              <a:gd name="connsiteX70" fmla="*/ 2525631 w 2783882"/>
              <a:gd name="connsiteY70" fmla="*/ 1515167 h 2735755"/>
              <a:gd name="connsiteX71" fmla="*/ 2783765 w 2783882"/>
              <a:gd name="connsiteY71" fmla="*/ 1727760 h 2735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783882" h="2735755">
                <a:moveTo>
                  <a:pt x="2783765" y="1727760"/>
                </a:moveTo>
                <a:cubicBezTo>
                  <a:pt x="2778143" y="1758716"/>
                  <a:pt x="2517297" y="1582933"/>
                  <a:pt x="2403658" y="1504716"/>
                </a:cubicBezTo>
                <a:cubicBezTo>
                  <a:pt x="2369328" y="1481069"/>
                  <a:pt x="2327690" y="1470585"/>
                  <a:pt x="2286249" y="1475083"/>
                </a:cubicBezTo>
                <a:cubicBezTo>
                  <a:pt x="2126937" y="1492313"/>
                  <a:pt x="1725597" y="1545263"/>
                  <a:pt x="1642286" y="1648583"/>
                </a:cubicBezTo>
                <a:cubicBezTo>
                  <a:pt x="1560166" y="1750481"/>
                  <a:pt x="1542605" y="2103766"/>
                  <a:pt x="1538834" y="2250179"/>
                </a:cubicBezTo>
                <a:cubicBezTo>
                  <a:pt x="1537809" y="2290694"/>
                  <a:pt x="1552593" y="2330017"/>
                  <a:pt x="1580176" y="2359717"/>
                </a:cubicBezTo>
                <a:cubicBezTo>
                  <a:pt x="1669803" y="2456224"/>
                  <a:pt x="1869497" y="2676059"/>
                  <a:pt x="1858286" y="2706817"/>
                </a:cubicBezTo>
                <a:cubicBezTo>
                  <a:pt x="1847802" y="2735690"/>
                  <a:pt x="1684157" y="2586630"/>
                  <a:pt x="1596282" y="2503716"/>
                </a:cubicBezTo>
                <a:cubicBezTo>
                  <a:pt x="1579878" y="2488271"/>
                  <a:pt x="1553320" y="2503055"/>
                  <a:pt x="1557785" y="2525148"/>
                </a:cubicBezTo>
                <a:cubicBezTo>
                  <a:pt x="1575182" y="2611005"/>
                  <a:pt x="1595621" y="2740452"/>
                  <a:pt x="1559406" y="2735624"/>
                </a:cubicBezTo>
                <a:cubicBezTo>
                  <a:pt x="1519652" y="2730332"/>
                  <a:pt x="1489655" y="2580677"/>
                  <a:pt x="1476591" y="2502096"/>
                </a:cubicBezTo>
                <a:cubicBezTo>
                  <a:pt x="1473449" y="2483178"/>
                  <a:pt x="1449934" y="2476134"/>
                  <a:pt x="1436904" y="2490190"/>
                </a:cubicBezTo>
                <a:cubicBezTo>
                  <a:pt x="1366988" y="2565662"/>
                  <a:pt x="1206518" y="2735855"/>
                  <a:pt x="1181316" y="2735756"/>
                </a:cubicBezTo>
                <a:cubicBezTo>
                  <a:pt x="1157735" y="2735657"/>
                  <a:pt x="1313178" y="2520584"/>
                  <a:pt x="1399730" y="2403208"/>
                </a:cubicBezTo>
                <a:cubicBezTo>
                  <a:pt x="1434324" y="2356277"/>
                  <a:pt x="1439715" y="2294034"/>
                  <a:pt x="1413753" y="2241845"/>
                </a:cubicBezTo>
                <a:cubicBezTo>
                  <a:pt x="1352105" y="2118020"/>
                  <a:pt x="1233406" y="1903972"/>
                  <a:pt x="1141695" y="1886146"/>
                </a:cubicBezTo>
                <a:cubicBezTo>
                  <a:pt x="1048396" y="1868022"/>
                  <a:pt x="880485" y="1997205"/>
                  <a:pt x="793668" y="2071023"/>
                </a:cubicBezTo>
                <a:cubicBezTo>
                  <a:pt x="758810" y="2100657"/>
                  <a:pt x="737775" y="2143387"/>
                  <a:pt x="735460" y="2189061"/>
                </a:cubicBezTo>
                <a:cubicBezTo>
                  <a:pt x="728713" y="2322907"/>
                  <a:pt x="708605" y="2605879"/>
                  <a:pt x="659161" y="2616826"/>
                </a:cubicBezTo>
                <a:cubicBezTo>
                  <a:pt x="611503" y="2627442"/>
                  <a:pt x="614479" y="2417958"/>
                  <a:pt x="619374" y="2306403"/>
                </a:cubicBezTo>
                <a:cubicBezTo>
                  <a:pt x="620333" y="2284608"/>
                  <a:pt x="593346" y="2273727"/>
                  <a:pt x="578926" y="2290098"/>
                </a:cubicBezTo>
                <a:cubicBezTo>
                  <a:pt x="506133" y="2372715"/>
                  <a:pt x="365738" y="2524652"/>
                  <a:pt x="331474" y="2508843"/>
                </a:cubicBezTo>
                <a:cubicBezTo>
                  <a:pt x="295425" y="2492207"/>
                  <a:pt x="466710" y="2298234"/>
                  <a:pt x="547242" y="2210062"/>
                </a:cubicBezTo>
                <a:cubicBezTo>
                  <a:pt x="561298" y="2194650"/>
                  <a:pt x="549359" y="2170011"/>
                  <a:pt x="528556" y="2171499"/>
                </a:cubicBezTo>
                <a:cubicBezTo>
                  <a:pt x="415645" y="2179569"/>
                  <a:pt x="178512" y="2192599"/>
                  <a:pt x="173022" y="2159725"/>
                </a:cubicBezTo>
                <a:cubicBezTo>
                  <a:pt x="167532" y="2126685"/>
                  <a:pt x="462972" y="2083161"/>
                  <a:pt x="602441" y="2064475"/>
                </a:cubicBezTo>
                <a:cubicBezTo>
                  <a:pt x="648875" y="2058257"/>
                  <a:pt x="690514" y="2032824"/>
                  <a:pt x="717303" y="1994393"/>
                </a:cubicBezTo>
                <a:cubicBezTo>
                  <a:pt x="794429" y="1883765"/>
                  <a:pt x="943588" y="1653809"/>
                  <a:pt x="911243" y="1573011"/>
                </a:cubicBezTo>
                <a:cubicBezTo>
                  <a:pt x="886736" y="1511727"/>
                  <a:pt x="756759" y="1453982"/>
                  <a:pt x="648875" y="1415452"/>
                </a:cubicBezTo>
                <a:cubicBezTo>
                  <a:pt x="560339" y="1383834"/>
                  <a:pt x="461517" y="1402554"/>
                  <a:pt x="391237" y="1464962"/>
                </a:cubicBezTo>
                <a:cubicBezTo>
                  <a:pt x="290927" y="1554028"/>
                  <a:pt x="150070" y="1670610"/>
                  <a:pt x="111837" y="1659365"/>
                </a:cubicBezTo>
                <a:cubicBezTo>
                  <a:pt x="65601" y="1645805"/>
                  <a:pt x="239102" y="1486460"/>
                  <a:pt x="326844" y="1409300"/>
                </a:cubicBezTo>
                <a:cubicBezTo>
                  <a:pt x="342885" y="1395178"/>
                  <a:pt x="332797" y="1368720"/>
                  <a:pt x="311399" y="1368885"/>
                </a:cubicBezTo>
                <a:cubicBezTo>
                  <a:pt x="206723" y="1369547"/>
                  <a:pt x="8121" y="1366206"/>
                  <a:pt x="216" y="1331844"/>
                </a:cubicBezTo>
                <a:cubicBezTo>
                  <a:pt x="-7688" y="1297679"/>
                  <a:pt x="203152" y="1282697"/>
                  <a:pt x="317584" y="1277108"/>
                </a:cubicBezTo>
                <a:cubicBezTo>
                  <a:pt x="339776" y="1276017"/>
                  <a:pt x="347812" y="1247309"/>
                  <a:pt x="329391" y="1234874"/>
                </a:cubicBezTo>
                <a:cubicBezTo>
                  <a:pt x="227427" y="1166148"/>
                  <a:pt x="33851" y="1028234"/>
                  <a:pt x="68611" y="993475"/>
                </a:cubicBezTo>
                <a:cubicBezTo>
                  <a:pt x="103007" y="959112"/>
                  <a:pt x="319965" y="1138301"/>
                  <a:pt x="432777" y="1235899"/>
                </a:cubicBezTo>
                <a:cubicBezTo>
                  <a:pt x="482254" y="1278729"/>
                  <a:pt x="546118" y="1301152"/>
                  <a:pt x="611503" y="1298638"/>
                </a:cubicBezTo>
                <a:cubicBezTo>
                  <a:pt x="707216" y="1294967"/>
                  <a:pt x="854027" y="1274396"/>
                  <a:pt x="1008477" y="1195054"/>
                </a:cubicBezTo>
                <a:cubicBezTo>
                  <a:pt x="1211115" y="1090941"/>
                  <a:pt x="1231190" y="723037"/>
                  <a:pt x="1230264" y="567264"/>
                </a:cubicBezTo>
                <a:cubicBezTo>
                  <a:pt x="1230033" y="523244"/>
                  <a:pt x="1213959" y="480878"/>
                  <a:pt x="1185020" y="447705"/>
                </a:cubicBezTo>
                <a:cubicBezTo>
                  <a:pt x="1087753" y="336217"/>
                  <a:pt x="862063" y="72559"/>
                  <a:pt x="893251" y="61215"/>
                </a:cubicBezTo>
                <a:cubicBezTo>
                  <a:pt x="922686" y="50500"/>
                  <a:pt x="1085504" y="218874"/>
                  <a:pt x="1167095" y="305955"/>
                </a:cubicBezTo>
                <a:cubicBezTo>
                  <a:pt x="1182110" y="321995"/>
                  <a:pt x="1208899" y="309957"/>
                  <a:pt x="1206882" y="288095"/>
                </a:cubicBezTo>
                <a:cubicBezTo>
                  <a:pt x="1197423" y="185371"/>
                  <a:pt x="1184260" y="2610"/>
                  <a:pt x="1210123" y="30"/>
                </a:cubicBezTo>
                <a:cubicBezTo>
                  <a:pt x="1236813" y="-2649"/>
                  <a:pt x="1267471" y="172638"/>
                  <a:pt x="1281527" y="263555"/>
                </a:cubicBezTo>
                <a:cubicBezTo>
                  <a:pt x="1284636" y="283465"/>
                  <a:pt x="1309970" y="290113"/>
                  <a:pt x="1322471" y="274304"/>
                </a:cubicBezTo>
                <a:cubicBezTo>
                  <a:pt x="1387857" y="191721"/>
                  <a:pt x="1530037" y="18683"/>
                  <a:pt x="1563044" y="32409"/>
                </a:cubicBezTo>
                <a:cubicBezTo>
                  <a:pt x="1595025" y="45737"/>
                  <a:pt x="1445436" y="258330"/>
                  <a:pt x="1365598" y="367834"/>
                </a:cubicBezTo>
                <a:cubicBezTo>
                  <a:pt x="1334245" y="410829"/>
                  <a:pt x="1323001" y="465267"/>
                  <a:pt x="1335072" y="517026"/>
                </a:cubicBezTo>
                <a:cubicBezTo>
                  <a:pt x="1361927" y="632021"/>
                  <a:pt x="1422616" y="824737"/>
                  <a:pt x="1530632" y="842298"/>
                </a:cubicBezTo>
                <a:cubicBezTo>
                  <a:pt x="1612488" y="855627"/>
                  <a:pt x="1800640" y="731703"/>
                  <a:pt x="1959886" y="611879"/>
                </a:cubicBezTo>
                <a:cubicBezTo>
                  <a:pt x="1997986" y="583205"/>
                  <a:pt x="2022989" y="540409"/>
                  <a:pt x="2029173" y="493114"/>
                </a:cubicBezTo>
                <a:cubicBezTo>
                  <a:pt x="2048554" y="345378"/>
                  <a:pt x="2031191" y="105467"/>
                  <a:pt x="2068332" y="83672"/>
                </a:cubicBezTo>
                <a:cubicBezTo>
                  <a:pt x="2103588" y="63001"/>
                  <a:pt x="2100247" y="317133"/>
                  <a:pt x="2097072" y="430078"/>
                </a:cubicBezTo>
                <a:cubicBezTo>
                  <a:pt x="2096510" y="450054"/>
                  <a:pt x="2119826" y="461265"/>
                  <a:pt x="2135106" y="448367"/>
                </a:cubicBezTo>
                <a:cubicBezTo>
                  <a:pt x="2201020" y="392606"/>
                  <a:pt x="2327624" y="289981"/>
                  <a:pt x="2348559" y="306319"/>
                </a:cubicBezTo>
                <a:cubicBezTo>
                  <a:pt x="2368138" y="321598"/>
                  <a:pt x="2278411" y="431698"/>
                  <a:pt x="2220137" y="499299"/>
                </a:cubicBezTo>
                <a:cubicBezTo>
                  <a:pt x="2205684" y="516067"/>
                  <a:pt x="2220831" y="541599"/>
                  <a:pt x="2242494" y="536969"/>
                </a:cubicBezTo>
                <a:cubicBezTo>
                  <a:pt x="2352594" y="513454"/>
                  <a:pt x="2557348" y="473436"/>
                  <a:pt x="2574579" y="497116"/>
                </a:cubicBezTo>
                <a:cubicBezTo>
                  <a:pt x="2592273" y="521458"/>
                  <a:pt x="2313799" y="590051"/>
                  <a:pt x="2171916" y="623157"/>
                </a:cubicBezTo>
                <a:cubicBezTo>
                  <a:pt x="2120455" y="635163"/>
                  <a:pt x="2076997" y="669393"/>
                  <a:pt x="2053251" y="716588"/>
                </a:cubicBezTo>
                <a:cubicBezTo>
                  <a:pt x="1967592" y="886848"/>
                  <a:pt x="1883355" y="1073610"/>
                  <a:pt x="1894335" y="1130231"/>
                </a:cubicBezTo>
                <a:cubicBezTo>
                  <a:pt x="1915932" y="1241819"/>
                  <a:pt x="2236408" y="1407415"/>
                  <a:pt x="2351668" y="1364222"/>
                </a:cubicBezTo>
                <a:cubicBezTo>
                  <a:pt x="2466894" y="1321029"/>
                  <a:pt x="2682959" y="1061836"/>
                  <a:pt x="2733362" y="1076256"/>
                </a:cubicBezTo>
                <a:cubicBezTo>
                  <a:pt x="2772686" y="1087468"/>
                  <a:pt x="2586485" y="1260538"/>
                  <a:pt x="2502546" y="1336242"/>
                </a:cubicBezTo>
                <a:cubicBezTo>
                  <a:pt x="2487696" y="1349637"/>
                  <a:pt x="2495700" y="1374210"/>
                  <a:pt x="2515577" y="1376360"/>
                </a:cubicBezTo>
                <a:cubicBezTo>
                  <a:pt x="2601434" y="1385488"/>
                  <a:pt x="2763128" y="1406192"/>
                  <a:pt x="2765774" y="1432584"/>
                </a:cubicBezTo>
                <a:cubicBezTo>
                  <a:pt x="2768254" y="1457289"/>
                  <a:pt x="2626603" y="1468435"/>
                  <a:pt x="2537471" y="1472999"/>
                </a:cubicBezTo>
                <a:cubicBezTo>
                  <a:pt x="2515345" y="1474123"/>
                  <a:pt x="2507309" y="1502698"/>
                  <a:pt x="2525631" y="1515167"/>
                </a:cubicBezTo>
                <a:cubicBezTo>
                  <a:pt x="2618665" y="1578568"/>
                  <a:pt x="2788991" y="1698953"/>
                  <a:pt x="2783765" y="172776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98F5C36A-E95D-9DA7-14C2-27C21BE15C68}"/>
              </a:ext>
            </a:extLst>
          </p:cNvPr>
          <p:cNvSpPr/>
          <p:nvPr/>
        </p:nvSpPr>
        <p:spPr>
          <a:xfrm rot="5400000">
            <a:off x="6993269" y="5889169"/>
            <a:ext cx="149096" cy="138442"/>
          </a:xfrm>
          <a:custGeom>
            <a:avLst/>
            <a:gdLst>
              <a:gd name="connsiteX0" fmla="*/ 29617 w 339868"/>
              <a:gd name="connsiteY0" fmla="*/ 262273 h 315582"/>
              <a:gd name="connsiteX1" fmla="*/ 348 w 339868"/>
              <a:gd name="connsiteY1" fmla="*/ 189348 h 315582"/>
              <a:gd name="connsiteX2" fmla="*/ 58556 w 339868"/>
              <a:gd name="connsiteY2" fmla="*/ 53815 h 315582"/>
              <a:gd name="connsiteX3" fmla="*/ 318807 w 339868"/>
              <a:gd name="connsiteY3" fmla="*/ 53815 h 315582"/>
              <a:gd name="connsiteX4" fmla="*/ 272340 w 339868"/>
              <a:gd name="connsiteY4" fmla="*/ 270575 h 315582"/>
              <a:gd name="connsiteX5" fmla="*/ 29617 w 339868"/>
              <a:gd name="connsiteY5" fmla="*/ 262273 h 31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868" h="315582">
                <a:moveTo>
                  <a:pt x="29617" y="262273"/>
                </a:moveTo>
                <a:cubicBezTo>
                  <a:pt x="12750" y="241504"/>
                  <a:pt x="2134" y="216004"/>
                  <a:pt x="348" y="189348"/>
                </a:cubicBezTo>
                <a:cubicBezTo>
                  <a:pt x="-1967" y="154522"/>
                  <a:pt x="6169" y="102597"/>
                  <a:pt x="58556" y="53815"/>
                </a:cubicBezTo>
                <a:cubicBezTo>
                  <a:pt x="148415" y="-29793"/>
                  <a:pt x="278524" y="-5022"/>
                  <a:pt x="318807" y="53815"/>
                </a:cubicBezTo>
                <a:cubicBezTo>
                  <a:pt x="359090" y="112652"/>
                  <a:pt x="340503" y="217956"/>
                  <a:pt x="272340" y="270575"/>
                </a:cubicBezTo>
                <a:cubicBezTo>
                  <a:pt x="211022" y="317968"/>
                  <a:pt x="96987" y="345286"/>
                  <a:pt x="29617" y="262273"/>
                </a:cubicBezTo>
                <a:close/>
              </a:path>
            </a:pathLst>
          </a:custGeom>
          <a:solidFill>
            <a:schemeClr val="accent3"/>
          </a:soli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7C575CF-CDD7-4F18-CF3B-5F35F041B986}"/>
              </a:ext>
            </a:extLst>
          </p:cNvPr>
          <p:cNvGrpSpPr/>
          <p:nvPr/>
        </p:nvGrpSpPr>
        <p:grpSpPr>
          <a:xfrm>
            <a:off x="5936520" y="1606261"/>
            <a:ext cx="1579958" cy="1557349"/>
            <a:chOff x="10149732" y="3972565"/>
            <a:chExt cx="1579958" cy="1557349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AB4B264-5522-719F-5C2E-E799590833FE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200BBD1-101F-0A5B-10E8-9F49878998FB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5DBC795-9A2D-1922-401E-AD70AC7AA336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176E4FB-E581-55E8-A1AC-A60427213858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D8AC56F-F21C-8E4F-57A8-4466937ED06B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D6B6848-B076-733B-F4F7-9A3B841AD86F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505C2F6-FF36-BB24-2B81-3166BE84F0FE}"/>
              </a:ext>
            </a:extLst>
          </p:cNvPr>
          <p:cNvGrpSpPr/>
          <p:nvPr/>
        </p:nvGrpSpPr>
        <p:grpSpPr>
          <a:xfrm>
            <a:off x="10563833" y="3754218"/>
            <a:ext cx="2002990" cy="1968361"/>
            <a:chOff x="10308334" y="3965671"/>
            <a:chExt cx="1221256" cy="1200142"/>
          </a:xfrm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D828760-34D1-9924-8799-10E2B8893140}"/>
                </a:ext>
              </a:extLst>
            </p:cNvPr>
            <p:cNvSpPr/>
            <p:nvPr/>
          </p:nvSpPr>
          <p:spPr>
            <a:xfrm rot="11700000">
              <a:off x="10308334" y="3965671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B5440EA-6EA4-16F1-E175-F6DB441F41BF}"/>
                </a:ext>
              </a:extLst>
            </p:cNvPr>
            <p:cNvSpPr/>
            <p:nvPr/>
          </p:nvSpPr>
          <p:spPr>
            <a:xfrm rot="11700000">
              <a:off x="10824465" y="4506552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375E2492-2E4C-CC8E-8DD1-22358E20E5C5}"/>
              </a:ext>
            </a:extLst>
          </p:cNvPr>
          <p:cNvSpPr txBox="1"/>
          <p:nvPr/>
        </p:nvSpPr>
        <p:spPr>
          <a:xfrm>
            <a:off x="1098479" y="1613119"/>
            <a:ext cx="467442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effectLst/>
                <a:latin typeface="+mj-lt"/>
                <a:cs typeface="Prompt" pitchFamily="2" charset="-34"/>
              </a:rPr>
              <a:t>Break </a:t>
            </a:r>
            <a:r>
              <a:rPr lang="en-US" sz="11500" b="1" dirty="0">
                <a:solidFill>
                  <a:schemeClr val="accent2"/>
                </a:solidFill>
                <a:effectLst/>
                <a:latin typeface="+mj-lt"/>
                <a:cs typeface="Prompt" pitchFamily="2" charset="-34"/>
              </a:rPr>
              <a:t>Time</a:t>
            </a:r>
            <a:endParaRPr lang="en-US" sz="11500" b="1" dirty="0">
              <a:solidFill>
                <a:schemeClr val="accent2"/>
              </a:solidFill>
              <a:latin typeface="+mj-lt"/>
              <a:ea typeface="Noto Serif" panose="02020600060500020200" pitchFamily="18" charset="0"/>
              <a:cs typeface="Prompt" pitchFamily="2" charset="-34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5348105-5467-A9A1-7494-0E351058FD78}"/>
              </a:ext>
            </a:extLst>
          </p:cNvPr>
          <p:cNvSpPr txBox="1"/>
          <p:nvPr/>
        </p:nvSpPr>
        <p:spPr>
          <a:xfrm>
            <a:off x="1098479" y="3275112"/>
            <a:ext cx="457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spc="300" dirty="0">
                <a:effectLst/>
                <a:ea typeface="Roboto" panose="02000000000000000000" pitchFamily="2" charset="0"/>
              </a:rPr>
              <a:t>10 - Minutes</a:t>
            </a:r>
            <a:endParaRPr lang="en-US" sz="1400" spc="300" dirty="0"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721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27" name="Group 12326">
            <a:extLst>
              <a:ext uri="{FF2B5EF4-FFF2-40B4-BE49-F238E27FC236}">
                <a16:creationId xmlns:a16="http://schemas.microsoft.com/office/drawing/2014/main" id="{F9AFB429-1194-8BFA-6E57-FAFCC1959D5E}"/>
              </a:ext>
            </a:extLst>
          </p:cNvPr>
          <p:cNvGrpSpPr/>
          <p:nvPr/>
        </p:nvGrpSpPr>
        <p:grpSpPr>
          <a:xfrm rot="18966730">
            <a:off x="6476266" y="3616249"/>
            <a:ext cx="1579958" cy="1557349"/>
            <a:chOff x="10149732" y="3972565"/>
            <a:chExt cx="1579958" cy="1557349"/>
          </a:xfrm>
        </p:grpSpPr>
        <p:sp>
          <p:nvSpPr>
            <p:cNvPr id="12328" name="Freeform: Shape 12327">
              <a:extLst>
                <a:ext uri="{FF2B5EF4-FFF2-40B4-BE49-F238E27FC236}">
                  <a16:creationId xmlns:a16="http://schemas.microsoft.com/office/drawing/2014/main" id="{DAA13995-0E41-A9E2-E080-8F347948194C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9" name="Freeform: Shape 12328">
              <a:extLst>
                <a:ext uri="{FF2B5EF4-FFF2-40B4-BE49-F238E27FC236}">
                  <a16:creationId xmlns:a16="http://schemas.microsoft.com/office/drawing/2014/main" id="{155A15C5-6B40-07B0-299D-6FDD6B0EB386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30" name="Freeform: Shape 12329">
              <a:extLst>
                <a:ext uri="{FF2B5EF4-FFF2-40B4-BE49-F238E27FC236}">
                  <a16:creationId xmlns:a16="http://schemas.microsoft.com/office/drawing/2014/main" id="{C41C67ED-6924-6552-D34A-336876A06277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31" name="Freeform: Shape 12330">
              <a:extLst>
                <a:ext uri="{FF2B5EF4-FFF2-40B4-BE49-F238E27FC236}">
                  <a16:creationId xmlns:a16="http://schemas.microsoft.com/office/drawing/2014/main" id="{2BB0D062-3F44-9EC5-6083-125BE367464A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32" name="Freeform: Shape 12331">
              <a:extLst>
                <a:ext uri="{FF2B5EF4-FFF2-40B4-BE49-F238E27FC236}">
                  <a16:creationId xmlns:a16="http://schemas.microsoft.com/office/drawing/2014/main" id="{46940045-60DB-7E93-0050-E4958ACED0F8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33" name="Freeform: Shape 12332">
              <a:extLst>
                <a:ext uri="{FF2B5EF4-FFF2-40B4-BE49-F238E27FC236}">
                  <a16:creationId xmlns:a16="http://schemas.microsoft.com/office/drawing/2014/main" id="{743CC648-A352-250C-9A35-97DB76F7A358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8D3AC2C-E2CC-3D28-3BA4-3F8681482D01}"/>
              </a:ext>
            </a:extLst>
          </p:cNvPr>
          <p:cNvGrpSpPr/>
          <p:nvPr/>
        </p:nvGrpSpPr>
        <p:grpSpPr>
          <a:xfrm>
            <a:off x="9314796" y="1054908"/>
            <a:ext cx="2451100" cy="2485583"/>
            <a:chOff x="9761542" y="1403215"/>
            <a:chExt cx="1712486" cy="173657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49F830E-F3B9-A55E-D395-7574293B5B9D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44CDA68-C9AB-6DE3-45DC-0EDF1809BE5C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F0E6087-AF9C-561A-36AA-1D2182165766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7B739B-ADC4-6358-165D-00D512DE05D3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FE76792-F3DD-B1E3-2C77-DFB8CAE29FE5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5FC2E9C-FC13-054B-0065-572BBD469544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5B6619E-2F18-D039-5B36-A627EDBB279C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A42A611-6BA2-2845-C6F5-3A733247CB72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CA46849-C600-4F26-93D9-B1B2DF936C77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0E09A25-0A26-0573-3F67-473859F1611A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D45832-C32E-2D4E-5FAC-0CD77533112E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2F4A372-1B27-5C65-6065-5CAB3C6D79A7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175CAF4-959A-72B2-A0A5-E9B77EBC95B9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98935AF-3418-C097-320F-04D04965125B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452D690-D49B-1BF3-FDF9-A4EFE4086A5B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893BF28-E2AA-3322-2A4D-7D4482D338DA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2483B90-E50E-7731-D7AC-C91B85F6F41F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2BCB2B2-274D-6751-A421-27FF17EA689F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4E13E80-2034-CA1F-96B4-82747E56107B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5D1E683-72C5-5A0F-F992-86C8273E1410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895B6C8-5995-A26E-DE9C-0AB01B3B3C21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301A77E-C8F8-138D-B210-AC42ADD33B5F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9E3C579-6990-2287-5FFC-A700690501C2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FBAFF80-8F72-3298-E4BB-9C9CC63C2895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52CAC13-A87A-ECD8-20F0-DBC9140459AC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8F417E3-5980-98BB-8A88-429C34841AD8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19B74D3-FE4D-EFE3-B4E8-B59DCE050103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665D90D-C82E-2B48-DA54-82E195045049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AF6DB67-DF9B-16EF-E498-726A76C7369E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E5FD759-7CF1-14AE-9965-433D0D6D94CD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03B8BE9-C6F6-D1A0-F059-98CC18174484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BA05BEF-0321-502E-E110-0E83207D529B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093CFB5-C868-403B-66F3-A819AB9E43F5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7EB6941-4120-2553-EA16-AED5B9E558A0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FA7FECA-9C1D-7B79-43C6-DB0EF2602FA4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747D8A9-1CDF-9A8C-77BC-2ED1492B92DC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4B1F562-6914-D306-7FFA-5F2D539D28FF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88" name="Freeform: Shape 12287">
              <a:extLst>
                <a:ext uri="{FF2B5EF4-FFF2-40B4-BE49-F238E27FC236}">
                  <a16:creationId xmlns:a16="http://schemas.microsoft.com/office/drawing/2014/main" id="{CD42FDFF-5915-F3B8-E4B6-F32F0519CFF0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89" name="Freeform: Shape 12288">
              <a:extLst>
                <a:ext uri="{FF2B5EF4-FFF2-40B4-BE49-F238E27FC236}">
                  <a16:creationId xmlns:a16="http://schemas.microsoft.com/office/drawing/2014/main" id="{ECB521B8-A0E7-6EDF-0162-D5B64D861C92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1" name="Freeform: Shape 12290">
              <a:extLst>
                <a:ext uri="{FF2B5EF4-FFF2-40B4-BE49-F238E27FC236}">
                  <a16:creationId xmlns:a16="http://schemas.microsoft.com/office/drawing/2014/main" id="{0B3E8729-7AE4-75E1-600F-A1A4B5973B91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2" name="Freeform: Shape 12291">
              <a:extLst>
                <a:ext uri="{FF2B5EF4-FFF2-40B4-BE49-F238E27FC236}">
                  <a16:creationId xmlns:a16="http://schemas.microsoft.com/office/drawing/2014/main" id="{6B8B1678-97B8-489C-8B17-DC5CCA1AF3C1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3" name="Freeform: Shape 12292">
              <a:extLst>
                <a:ext uri="{FF2B5EF4-FFF2-40B4-BE49-F238E27FC236}">
                  <a16:creationId xmlns:a16="http://schemas.microsoft.com/office/drawing/2014/main" id="{0AF8784E-ADFE-76D9-D0EA-2C06569AB87E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4" name="Freeform: Shape 12293">
              <a:extLst>
                <a:ext uri="{FF2B5EF4-FFF2-40B4-BE49-F238E27FC236}">
                  <a16:creationId xmlns:a16="http://schemas.microsoft.com/office/drawing/2014/main" id="{CD4CE80E-C806-0F50-3C41-A87B37136701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5" name="Freeform: Shape 12294">
              <a:extLst>
                <a:ext uri="{FF2B5EF4-FFF2-40B4-BE49-F238E27FC236}">
                  <a16:creationId xmlns:a16="http://schemas.microsoft.com/office/drawing/2014/main" id="{CD3E6FD8-A64D-3A37-493D-A5668DBF28D1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6" name="Freeform: Shape 12295">
              <a:extLst>
                <a:ext uri="{FF2B5EF4-FFF2-40B4-BE49-F238E27FC236}">
                  <a16:creationId xmlns:a16="http://schemas.microsoft.com/office/drawing/2014/main" id="{77DCA4C3-7B5F-68F1-07D4-419BC83CC4AA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7" name="Freeform: Shape 12296">
              <a:extLst>
                <a:ext uri="{FF2B5EF4-FFF2-40B4-BE49-F238E27FC236}">
                  <a16:creationId xmlns:a16="http://schemas.microsoft.com/office/drawing/2014/main" id="{ABAD9AEF-329B-A55C-E981-4FA29D563373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8" name="Freeform: Shape 12297">
              <a:extLst>
                <a:ext uri="{FF2B5EF4-FFF2-40B4-BE49-F238E27FC236}">
                  <a16:creationId xmlns:a16="http://schemas.microsoft.com/office/drawing/2014/main" id="{E9F49EC3-43F4-D169-C07C-8D1907EC2ACB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9" name="Freeform: Shape 12298">
              <a:extLst>
                <a:ext uri="{FF2B5EF4-FFF2-40B4-BE49-F238E27FC236}">
                  <a16:creationId xmlns:a16="http://schemas.microsoft.com/office/drawing/2014/main" id="{F7ACAEF5-7189-DDBA-1FD4-BE3C60B6522C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0" name="Freeform: Shape 12299">
              <a:extLst>
                <a:ext uri="{FF2B5EF4-FFF2-40B4-BE49-F238E27FC236}">
                  <a16:creationId xmlns:a16="http://schemas.microsoft.com/office/drawing/2014/main" id="{CAADB26D-C3D4-1048-AA67-CAE91EA01DAD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1" name="Freeform: Shape 12300">
              <a:extLst>
                <a:ext uri="{FF2B5EF4-FFF2-40B4-BE49-F238E27FC236}">
                  <a16:creationId xmlns:a16="http://schemas.microsoft.com/office/drawing/2014/main" id="{1891C53D-410C-3A68-6FBD-CB5F614D3871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2" name="Freeform: Shape 12301">
              <a:extLst>
                <a:ext uri="{FF2B5EF4-FFF2-40B4-BE49-F238E27FC236}">
                  <a16:creationId xmlns:a16="http://schemas.microsoft.com/office/drawing/2014/main" id="{DE388B6E-05DB-419F-0301-05EC7529706D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3" name="Freeform: Shape 12302">
              <a:extLst>
                <a:ext uri="{FF2B5EF4-FFF2-40B4-BE49-F238E27FC236}">
                  <a16:creationId xmlns:a16="http://schemas.microsoft.com/office/drawing/2014/main" id="{F7CBE703-ECDC-CAA2-7628-371AE1E055D5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4" name="Freeform: Shape 12303">
              <a:extLst>
                <a:ext uri="{FF2B5EF4-FFF2-40B4-BE49-F238E27FC236}">
                  <a16:creationId xmlns:a16="http://schemas.microsoft.com/office/drawing/2014/main" id="{B6B68A32-21CD-08FF-94CF-FE8BC0764133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5" name="Freeform: Shape 12304">
              <a:extLst>
                <a:ext uri="{FF2B5EF4-FFF2-40B4-BE49-F238E27FC236}">
                  <a16:creationId xmlns:a16="http://schemas.microsoft.com/office/drawing/2014/main" id="{94B2720D-6C48-9D80-1ECB-086EC83ECA3D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6" name="Freeform: Shape 12305">
              <a:extLst>
                <a:ext uri="{FF2B5EF4-FFF2-40B4-BE49-F238E27FC236}">
                  <a16:creationId xmlns:a16="http://schemas.microsoft.com/office/drawing/2014/main" id="{5B1D40A0-2D0E-F29D-57F7-7DE7D0FB69F9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7" name="Freeform: Shape 12306">
              <a:extLst>
                <a:ext uri="{FF2B5EF4-FFF2-40B4-BE49-F238E27FC236}">
                  <a16:creationId xmlns:a16="http://schemas.microsoft.com/office/drawing/2014/main" id="{A77C35D3-04A0-9878-333F-8F8473D29FF6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8" name="Freeform: Shape 12307">
              <a:extLst>
                <a:ext uri="{FF2B5EF4-FFF2-40B4-BE49-F238E27FC236}">
                  <a16:creationId xmlns:a16="http://schemas.microsoft.com/office/drawing/2014/main" id="{C0B9B8DB-5DFE-37B1-C742-D6EF5869C745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9" name="Freeform: Shape 12308">
              <a:extLst>
                <a:ext uri="{FF2B5EF4-FFF2-40B4-BE49-F238E27FC236}">
                  <a16:creationId xmlns:a16="http://schemas.microsoft.com/office/drawing/2014/main" id="{601C2356-0073-4CEE-32CB-3771CC6561E2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0" name="Freeform: Shape 12309">
              <a:extLst>
                <a:ext uri="{FF2B5EF4-FFF2-40B4-BE49-F238E27FC236}">
                  <a16:creationId xmlns:a16="http://schemas.microsoft.com/office/drawing/2014/main" id="{0812A7AC-910F-9C54-6885-D1EB02832E16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1" name="Freeform: Shape 12310">
              <a:extLst>
                <a:ext uri="{FF2B5EF4-FFF2-40B4-BE49-F238E27FC236}">
                  <a16:creationId xmlns:a16="http://schemas.microsoft.com/office/drawing/2014/main" id="{5AA16A70-B8EF-6ECE-A964-384E5B20589E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2" name="Freeform: Shape 12311">
              <a:extLst>
                <a:ext uri="{FF2B5EF4-FFF2-40B4-BE49-F238E27FC236}">
                  <a16:creationId xmlns:a16="http://schemas.microsoft.com/office/drawing/2014/main" id="{71D840FF-59FB-18FE-98B4-3C1B7F8AEAAE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3" name="Freeform: Shape 12312">
              <a:extLst>
                <a:ext uri="{FF2B5EF4-FFF2-40B4-BE49-F238E27FC236}">
                  <a16:creationId xmlns:a16="http://schemas.microsoft.com/office/drawing/2014/main" id="{4C6B3648-42F4-92B5-41DC-B8D113918F35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4" name="Freeform: Shape 12313">
              <a:extLst>
                <a:ext uri="{FF2B5EF4-FFF2-40B4-BE49-F238E27FC236}">
                  <a16:creationId xmlns:a16="http://schemas.microsoft.com/office/drawing/2014/main" id="{BA78A01B-B69A-7B29-2608-22D38781F40A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5" name="Freeform: Shape 12314">
              <a:extLst>
                <a:ext uri="{FF2B5EF4-FFF2-40B4-BE49-F238E27FC236}">
                  <a16:creationId xmlns:a16="http://schemas.microsoft.com/office/drawing/2014/main" id="{AF6FCF4A-4CA2-4666-1DB2-3C5276B31C4D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6" name="Freeform: Shape 12315">
              <a:extLst>
                <a:ext uri="{FF2B5EF4-FFF2-40B4-BE49-F238E27FC236}">
                  <a16:creationId xmlns:a16="http://schemas.microsoft.com/office/drawing/2014/main" id="{50FDEDA0-54DC-D468-5F95-8A28B46A724E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7" name="Freeform: Shape 12316">
              <a:extLst>
                <a:ext uri="{FF2B5EF4-FFF2-40B4-BE49-F238E27FC236}">
                  <a16:creationId xmlns:a16="http://schemas.microsoft.com/office/drawing/2014/main" id="{5C23BD74-8BF1-074D-1ACC-3F402D28D707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8" name="Freeform: Shape 12317">
              <a:extLst>
                <a:ext uri="{FF2B5EF4-FFF2-40B4-BE49-F238E27FC236}">
                  <a16:creationId xmlns:a16="http://schemas.microsoft.com/office/drawing/2014/main" id="{0B893689-9D84-E658-E28C-6C83D7FB674F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9" name="Freeform: Shape 12318">
              <a:extLst>
                <a:ext uri="{FF2B5EF4-FFF2-40B4-BE49-F238E27FC236}">
                  <a16:creationId xmlns:a16="http://schemas.microsoft.com/office/drawing/2014/main" id="{6E8A6E7F-7D85-1E16-F9F5-F2808275B112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0" name="Freeform: Shape 12319">
              <a:extLst>
                <a:ext uri="{FF2B5EF4-FFF2-40B4-BE49-F238E27FC236}">
                  <a16:creationId xmlns:a16="http://schemas.microsoft.com/office/drawing/2014/main" id="{BB0659B9-75B4-485A-B4A7-8362DB709A48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1" name="Freeform: Shape 12320">
              <a:extLst>
                <a:ext uri="{FF2B5EF4-FFF2-40B4-BE49-F238E27FC236}">
                  <a16:creationId xmlns:a16="http://schemas.microsoft.com/office/drawing/2014/main" id="{5F82F899-A7DC-736A-259C-E782037633E5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2" name="Freeform: Shape 12321">
              <a:extLst>
                <a:ext uri="{FF2B5EF4-FFF2-40B4-BE49-F238E27FC236}">
                  <a16:creationId xmlns:a16="http://schemas.microsoft.com/office/drawing/2014/main" id="{A3F33188-531C-64FD-24A0-4C2101CB7C68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3" name="Freeform: Shape 12322">
              <a:extLst>
                <a:ext uri="{FF2B5EF4-FFF2-40B4-BE49-F238E27FC236}">
                  <a16:creationId xmlns:a16="http://schemas.microsoft.com/office/drawing/2014/main" id="{66C61B0A-A884-E490-CC62-FA6AAAAE7210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97AC1B6-03B4-753D-1F59-EC3DAACDE3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716" y="685801"/>
            <a:ext cx="3055630" cy="5486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97B2E9-B4EF-41D8-AAA5-22B30BBC9B6C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484B8C-8201-E8A0-0FAB-AE372B1F1C9F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10</a:t>
            </a:fld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FEA86-C395-E218-1AF8-4E5650818446}"/>
              </a:ext>
            </a:extLst>
          </p:cNvPr>
          <p:cNvSpPr txBox="1"/>
          <p:nvPr/>
        </p:nvSpPr>
        <p:spPr>
          <a:xfrm>
            <a:off x="2105684" y="3773090"/>
            <a:ext cx="3735045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1100" dirty="0"/>
              <a:t>Aliquet nibh </a:t>
            </a:r>
            <a:r>
              <a:rPr lang="en-US" sz="1100" dirty="0" err="1"/>
              <a:t>biba</a:t>
            </a:r>
            <a:r>
              <a:rPr lang="en-US" sz="1100" dirty="0"/>
              <a:t> </a:t>
            </a:r>
            <a:r>
              <a:rPr lang="id-ID" sz="1100" dirty="0"/>
              <a:t>praesent tristique magna</a:t>
            </a:r>
            <a:r>
              <a:rPr lang="en-US" sz="1100" dirty="0"/>
              <a:t> </a:t>
            </a:r>
            <a:r>
              <a:rPr lang="en-US" sz="1100" dirty="0" err="1"/>
              <a:t>sitaminas</a:t>
            </a:r>
            <a:r>
              <a:rPr lang="id-ID" sz="1100" dirty="0"/>
              <a:t> sit amet. Risus pretium quam vulputate dignissim.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D55B08-F73B-3839-0980-75A044AA9FC3}"/>
              </a:ext>
            </a:extLst>
          </p:cNvPr>
          <p:cNvSpPr txBox="1"/>
          <p:nvPr/>
        </p:nvSpPr>
        <p:spPr>
          <a:xfrm>
            <a:off x="2105685" y="3408169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Your Subtitle Here</a:t>
            </a:r>
            <a:endParaRPr lang="en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A12006-B73A-785A-1366-1614E144DB84}"/>
              </a:ext>
            </a:extLst>
          </p:cNvPr>
          <p:cNvSpPr txBox="1"/>
          <p:nvPr/>
        </p:nvSpPr>
        <p:spPr>
          <a:xfrm>
            <a:off x="1140337" y="1322621"/>
            <a:ext cx="54629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n w="22225">
                  <a:noFill/>
                </a:ln>
                <a:latin typeface="+mj-lt"/>
              </a:rPr>
              <a:t>Device Mockup </a:t>
            </a:r>
            <a:r>
              <a:rPr lang="en-US" sz="4800" b="1" dirty="0">
                <a:ln w="22225">
                  <a:noFill/>
                </a:ln>
                <a:solidFill>
                  <a:schemeClr val="accent2"/>
                </a:solidFill>
                <a:latin typeface="+mj-lt"/>
              </a:rPr>
              <a:t>Biology</a:t>
            </a:r>
            <a:endParaRPr lang="en-ID" sz="4800" b="1" dirty="0">
              <a:ln w="15875">
                <a:noFill/>
              </a:ln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D61FA6-03DA-A43B-78DA-DFAE01C5D6CF}"/>
              </a:ext>
            </a:extLst>
          </p:cNvPr>
          <p:cNvSpPr txBox="1"/>
          <p:nvPr/>
        </p:nvSpPr>
        <p:spPr>
          <a:xfrm>
            <a:off x="2105684" y="4962274"/>
            <a:ext cx="3735045" cy="57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1100" dirty="0"/>
              <a:t>Aliquet nibh </a:t>
            </a:r>
            <a:r>
              <a:rPr lang="en-US" sz="1100" dirty="0" err="1"/>
              <a:t>biba</a:t>
            </a:r>
            <a:r>
              <a:rPr lang="en-US" sz="1100" dirty="0"/>
              <a:t> </a:t>
            </a:r>
            <a:r>
              <a:rPr lang="id-ID" sz="1100" dirty="0"/>
              <a:t>praesent tristique magna</a:t>
            </a:r>
            <a:r>
              <a:rPr lang="en-US" sz="1100" dirty="0"/>
              <a:t> </a:t>
            </a:r>
            <a:r>
              <a:rPr lang="en-US" sz="1100" dirty="0" err="1"/>
              <a:t>sitaminas</a:t>
            </a:r>
            <a:r>
              <a:rPr lang="id-ID" sz="1100" dirty="0"/>
              <a:t> sit amet. Risus pretium quam vulputate dignissim</a:t>
            </a:r>
            <a:r>
              <a:rPr lang="id-ID" sz="1100"/>
              <a:t>. </a:t>
            </a:r>
            <a:endParaRPr lang="id-ID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E4B77E-F185-87F9-0C04-850C6F015EAF}"/>
              </a:ext>
            </a:extLst>
          </p:cNvPr>
          <p:cNvSpPr txBox="1"/>
          <p:nvPr/>
        </p:nvSpPr>
        <p:spPr>
          <a:xfrm>
            <a:off x="2105685" y="4597353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+mj-lt"/>
              </a:rPr>
              <a:t>Your Subtitle Here</a:t>
            </a:r>
            <a:endParaRPr lang="en-ID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AFF2EB-CAD9-6E4A-A860-6851EDA48580}"/>
              </a:ext>
            </a:extLst>
          </p:cNvPr>
          <p:cNvSpPr/>
          <p:nvPr/>
        </p:nvSpPr>
        <p:spPr>
          <a:xfrm>
            <a:off x="1279004" y="3437126"/>
            <a:ext cx="729842" cy="72984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F6B082-10BC-223E-EA07-AD594FA1C2A6}"/>
              </a:ext>
            </a:extLst>
          </p:cNvPr>
          <p:cNvSpPr/>
          <p:nvPr/>
        </p:nvSpPr>
        <p:spPr>
          <a:xfrm>
            <a:off x="1279004" y="4633297"/>
            <a:ext cx="729842" cy="72984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47F0EE4-BB69-6F89-4595-D4A715E46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4351" y="3604820"/>
            <a:ext cx="394455" cy="394455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03DFD2F-6D1B-7241-B489-184F34F06520}"/>
              </a:ext>
            </a:extLst>
          </p:cNvPr>
          <p:cNvSpPr/>
          <p:nvPr/>
        </p:nvSpPr>
        <p:spPr>
          <a:xfrm>
            <a:off x="1464523" y="4836897"/>
            <a:ext cx="362305" cy="312417"/>
          </a:xfrm>
          <a:custGeom>
            <a:avLst/>
            <a:gdLst>
              <a:gd name="connsiteX0" fmla="*/ 361332 w 398535"/>
              <a:gd name="connsiteY0" fmla="*/ 140492 h 378023"/>
              <a:gd name="connsiteX1" fmla="*/ 340813 w 398535"/>
              <a:gd name="connsiteY1" fmla="*/ 140492 h 378023"/>
              <a:gd name="connsiteX2" fmla="*/ 340813 w 398535"/>
              <a:gd name="connsiteY2" fmla="*/ 18525 h 378023"/>
              <a:gd name="connsiteX3" fmla="*/ 349403 w 398535"/>
              <a:gd name="connsiteY3" fmla="*/ 9279 h 378023"/>
              <a:gd name="connsiteX4" fmla="*/ 340124 w 398535"/>
              <a:gd name="connsiteY4" fmla="*/ 0 h 378023"/>
              <a:gd name="connsiteX5" fmla="*/ 273548 w 398535"/>
              <a:gd name="connsiteY5" fmla="*/ 0 h 378023"/>
              <a:gd name="connsiteX6" fmla="*/ 264268 w 398535"/>
              <a:gd name="connsiteY6" fmla="*/ 9279 h 378023"/>
              <a:gd name="connsiteX7" fmla="*/ 272858 w 398535"/>
              <a:gd name="connsiteY7" fmla="*/ 18524 h 378023"/>
              <a:gd name="connsiteX8" fmla="*/ 272858 w 398535"/>
              <a:gd name="connsiteY8" fmla="*/ 140491 h 378023"/>
              <a:gd name="connsiteX9" fmla="*/ 233246 w 398535"/>
              <a:gd name="connsiteY9" fmla="*/ 140491 h 378023"/>
              <a:gd name="connsiteX10" fmla="*/ 233246 w 398535"/>
              <a:gd name="connsiteY10" fmla="*/ 18525 h 378023"/>
              <a:gd name="connsiteX11" fmla="*/ 241837 w 398535"/>
              <a:gd name="connsiteY11" fmla="*/ 9279 h 378023"/>
              <a:gd name="connsiteX12" fmla="*/ 232558 w 398535"/>
              <a:gd name="connsiteY12" fmla="*/ 0 h 378023"/>
              <a:gd name="connsiteX13" fmla="*/ 165981 w 398535"/>
              <a:gd name="connsiteY13" fmla="*/ 0 h 378023"/>
              <a:gd name="connsiteX14" fmla="*/ 156702 w 398535"/>
              <a:gd name="connsiteY14" fmla="*/ 9279 h 378023"/>
              <a:gd name="connsiteX15" fmla="*/ 165292 w 398535"/>
              <a:gd name="connsiteY15" fmla="*/ 18524 h 378023"/>
              <a:gd name="connsiteX16" fmla="*/ 165292 w 398535"/>
              <a:gd name="connsiteY16" fmla="*/ 140491 h 378023"/>
              <a:gd name="connsiteX17" fmla="*/ 125681 w 398535"/>
              <a:gd name="connsiteY17" fmla="*/ 140491 h 378023"/>
              <a:gd name="connsiteX18" fmla="*/ 125681 w 398535"/>
              <a:gd name="connsiteY18" fmla="*/ 18525 h 378023"/>
              <a:gd name="connsiteX19" fmla="*/ 134271 w 398535"/>
              <a:gd name="connsiteY19" fmla="*/ 9280 h 378023"/>
              <a:gd name="connsiteX20" fmla="*/ 124991 w 398535"/>
              <a:gd name="connsiteY20" fmla="*/ 1 h 378023"/>
              <a:gd name="connsiteX21" fmla="*/ 58417 w 398535"/>
              <a:gd name="connsiteY21" fmla="*/ 1 h 378023"/>
              <a:gd name="connsiteX22" fmla="*/ 49137 w 398535"/>
              <a:gd name="connsiteY22" fmla="*/ 9280 h 378023"/>
              <a:gd name="connsiteX23" fmla="*/ 57727 w 398535"/>
              <a:gd name="connsiteY23" fmla="*/ 18525 h 378023"/>
              <a:gd name="connsiteX24" fmla="*/ 57727 w 398535"/>
              <a:gd name="connsiteY24" fmla="*/ 140492 h 378023"/>
              <a:gd name="connsiteX25" fmla="*/ 37201 w 398535"/>
              <a:gd name="connsiteY25" fmla="*/ 140492 h 378023"/>
              <a:gd name="connsiteX26" fmla="*/ 0 w 398535"/>
              <a:gd name="connsiteY26" fmla="*/ 177693 h 378023"/>
              <a:gd name="connsiteX27" fmla="*/ 0 w 398535"/>
              <a:gd name="connsiteY27" fmla="*/ 336363 h 378023"/>
              <a:gd name="connsiteX28" fmla="*/ 41660 w 398535"/>
              <a:gd name="connsiteY28" fmla="*/ 378024 h 378023"/>
              <a:gd name="connsiteX29" fmla="*/ 72181 w 398535"/>
              <a:gd name="connsiteY29" fmla="*/ 364711 h 378023"/>
              <a:gd name="connsiteX30" fmla="*/ 92361 w 398535"/>
              <a:gd name="connsiteY30" fmla="*/ 355754 h 378023"/>
              <a:gd name="connsiteX31" fmla="*/ 306174 w 398535"/>
              <a:gd name="connsiteY31" fmla="*/ 355754 h 378023"/>
              <a:gd name="connsiteX32" fmla="*/ 326354 w 398535"/>
              <a:gd name="connsiteY32" fmla="*/ 364711 h 378023"/>
              <a:gd name="connsiteX33" fmla="*/ 356875 w 398535"/>
              <a:gd name="connsiteY33" fmla="*/ 378024 h 378023"/>
              <a:gd name="connsiteX34" fmla="*/ 398535 w 398535"/>
              <a:gd name="connsiteY34" fmla="*/ 336363 h 378023"/>
              <a:gd name="connsiteX35" fmla="*/ 398535 w 398535"/>
              <a:gd name="connsiteY35" fmla="*/ 177693 h 378023"/>
              <a:gd name="connsiteX36" fmla="*/ 361332 w 398535"/>
              <a:gd name="connsiteY36" fmla="*/ 140492 h 378023"/>
              <a:gd name="connsiteX37" fmla="*/ 291417 w 398535"/>
              <a:gd name="connsiteY37" fmla="*/ 18559 h 378023"/>
              <a:gd name="connsiteX38" fmla="*/ 322253 w 398535"/>
              <a:gd name="connsiteY38" fmla="*/ 18559 h 378023"/>
              <a:gd name="connsiteX39" fmla="*/ 322253 w 398535"/>
              <a:gd name="connsiteY39" fmla="*/ 140492 h 378023"/>
              <a:gd name="connsiteX40" fmla="*/ 316114 w 398535"/>
              <a:gd name="connsiteY40" fmla="*/ 140492 h 378023"/>
              <a:gd name="connsiteX41" fmla="*/ 316114 w 398535"/>
              <a:gd name="connsiteY41" fmla="*/ 117844 h 378023"/>
              <a:gd name="connsiteX42" fmla="*/ 306835 w 398535"/>
              <a:gd name="connsiteY42" fmla="*/ 108565 h 378023"/>
              <a:gd name="connsiteX43" fmla="*/ 297555 w 398535"/>
              <a:gd name="connsiteY43" fmla="*/ 117844 h 378023"/>
              <a:gd name="connsiteX44" fmla="*/ 297555 w 398535"/>
              <a:gd name="connsiteY44" fmla="*/ 140492 h 378023"/>
              <a:gd name="connsiteX45" fmla="*/ 291417 w 398535"/>
              <a:gd name="connsiteY45" fmla="*/ 140492 h 378023"/>
              <a:gd name="connsiteX46" fmla="*/ 291417 w 398535"/>
              <a:gd name="connsiteY46" fmla="*/ 18559 h 378023"/>
              <a:gd name="connsiteX47" fmla="*/ 291417 w 398535"/>
              <a:gd name="connsiteY47" fmla="*/ 159051 h 378023"/>
              <a:gd name="connsiteX48" fmla="*/ 297555 w 398535"/>
              <a:gd name="connsiteY48" fmla="*/ 159051 h 378023"/>
              <a:gd name="connsiteX49" fmla="*/ 297555 w 398535"/>
              <a:gd name="connsiteY49" fmla="*/ 272297 h 378023"/>
              <a:gd name="connsiteX50" fmla="*/ 306835 w 398535"/>
              <a:gd name="connsiteY50" fmla="*/ 281576 h 378023"/>
              <a:gd name="connsiteX51" fmla="*/ 316114 w 398535"/>
              <a:gd name="connsiteY51" fmla="*/ 272297 h 378023"/>
              <a:gd name="connsiteX52" fmla="*/ 316114 w 398535"/>
              <a:gd name="connsiteY52" fmla="*/ 159051 h 378023"/>
              <a:gd name="connsiteX53" fmla="*/ 322253 w 398535"/>
              <a:gd name="connsiteY53" fmla="*/ 159051 h 378023"/>
              <a:gd name="connsiteX54" fmla="*/ 322253 w 398535"/>
              <a:gd name="connsiteY54" fmla="*/ 273435 h 378023"/>
              <a:gd name="connsiteX55" fmla="*/ 306835 w 398535"/>
              <a:gd name="connsiteY55" fmla="*/ 288853 h 378023"/>
              <a:gd name="connsiteX56" fmla="*/ 291417 w 398535"/>
              <a:gd name="connsiteY56" fmla="*/ 273435 h 378023"/>
              <a:gd name="connsiteX57" fmla="*/ 291417 w 398535"/>
              <a:gd name="connsiteY57" fmla="*/ 159051 h 378023"/>
              <a:gd name="connsiteX58" fmla="*/ 183852 w 398535"/>
              <a:gd name="connsiteY58" fmla="*/ 18559 h 378023"/>
              <a:gd name="connsiteX59" fmla="*/ 214687 w 398535"/>
              <a:gd name="connsiteY59" fmla="*/ 18559 h 378023"/>
              <a:gd name="connsiteX60" fmla="*/ 214687 w 398535"/>
              <a:gd name="connsiteY60" fmla="*/ 140492 h 378023"/>
              <a:gd name="connsiteX61" fmla="*/ 183852 w 398535"/>
              <a:gd name="connsiteY61" fmla="*/ 140492 h 378023"/>
              <a:gd name="connsiteX62" fmla="*/ 183852 w 398535"/>
              <a:gd name="connsiteY62" fmla="*/ 18559 h 378023"/>
              <a:gd name="connsiteX63" fmla="*/ 183852 w 398535"/>
              <a:gd name="connsiteY63" fmla="*/ 159051 h 378023"/>
              <a:gd name="connsiteX64" fmla="*/ 214687 w 398535"/>
              <a:gd name="connsiteY64" fmla="*/ 159051 h 378023"/>
              <a:gd name="connsiteX65" fmla="*/ 214687 w 398535"/>
              <a:gd name="connsiteY65" fmla="*/ 273435 h 378023"/>
              <a:gd name="connsiteX66" fmla="*/ 199269 w 398535"/>
              <a:gd name="connsiteY66" fmla="*/ 288853 h 378023"/>
              <a:gd name="connsiteX67" fmla="*/ 183852 w 398535"/>
              <a:gd name="connsiteY67" fmla="*/ 273435 h 378023"/>
              <a:gd name="connsiteX68" fmla="*/ 183852 w 398535"/>
              <a:gd name="connsiteY68" fmla="*/ 159051 h 378023"/>
              <a:gd name="connsiteX69" fmla="*/ 76286 w 398535"/>
              <a:gd name="connsiteY69" fmla="*/ 18559 h 378023"/>
              <a:gd name="connsiteX70" fmla="*/ 107122 w 398535"/>
              <a:gd name="connsiteY70" fmla="*/ 18559 h 378023"/>
              <a:gd name="connsiteX71" fmla="*/ 107122 w 398535"/>
              <a:gd name="connsiteY71" fmla="*/ 140492 h 378023"/>
              <a:gd name="connsiteX72" fmla="*/ 100984 w 398535"/>
              <a:gd name="connsiteY72" fmla="*/ 140492 h 378023"/>
              <a:gd name="connsiteX73" fmla="*/ 100984 w 398535"/>
              <a:gd name="connsiteY73" fmla="*/ 83047 h 378023"/>
              <a:gd name="connsiteX74" fmla="*/ 91704 w 398535"/>
              <a:gd name="connsiteY74" fmla="*/ 73768 h 378023"/>
              <a:gd name="connsiteX75" fmla="*/ 82425 w 398535"/>
              <a:gd name="connsiteY75" fmla="*/ 83047 h 378023"/>
              <a:gd name="connsiteX76" fmla="*/ 82425 w 398535"/>
              <a:gd name="connsiteY76" fmla="*/ 140492 h 378023"/>
              <a:gd name="connsiteX77" fmla="*/ 76286 w 398535"/>
              <a:gd name="connsiteY77" fmla="*/ 140492 h 378023"/>
              <a:gd name="connsiteX78" fmla="*/ 76286 w 398535"/>
              <a:gd name="connsiteY78" fmla="*/ 18559 h 378023"/>
              <a:gd name="connsiteX79" fmla="*/ 76286 w 398535"/>
              <a:gd name="connsiteY79" fmla="*/ 159051 h 378023"/>
              <a:gd name="connsiteX80" fmla="*/ 82425 w 398535"/>
              <a:gd name="connsiteY80" fmla="*/ 159051 h 378023"/>
              <a:gd name="connsiteX81" fmla="*/ 82425 w 398535"/>
              <a:gd name="connsiteY81" fmla="*/ 272297 h 378023"/>
              <a:gd name="connsiteX82" fmla="*/ 91704 w 398535"/>
              <a:gd name="connsiteY82" fmla="*/ 281576 h 378023"/>
              <a:gd name="connsiteX83" fmla="*/ 100984 w 398535"/>
              <a:gd name="connsiteY83" fmla="*/ 272297 h 378023"/>
              <a:gd name="connsiteX84" fmla="*/ 100984 w 398535"/>
              <a:gd name="connsiteY84" fmla="*/ 159051 h 378023"/>
              <a:gd name="connsiteX85" fmla="*/ 107122 w 398535"/>
              <a:gd name="connsiteY85" fmla="*/ 159051 h 378023"/>
              <a:gd name="connsiteX86" fmla="*/ 107122 w 398535"/>
              <a:gd name="connsiteY86" fmla="*/ 273435 h 378023"/>
              <a:gd name="connsiteX87" fmla="*/ 91704 w 398535"/>
              <a:gd name="connsiteY87" fmla="*/ 288853 h 378023"/>
              <a:gd name="connsiteX88" fmla="*/ 76286 w 398535"/>
              <a:gd name="connsiteY88" fmla="*/ 273435 h 378023"/>
              <a:gd name="connsiteX89" fmla="*/ 76286 w 398535"/>
              <a:gd name="connsiteY89" fmla="*/ 159051 h 378023"/>
              <a:gd name="connsiteX90" fmla="*/ 379975 w 398535"/>
              <a:gd name="connsiteY90" fmla="*/ 336363 h 378023"/>
              <a:gd name="connsiteX91" fmla="*/ 356873 w 398535"/>
              <a:gd name="connsiteY91" fmla="*/ 359465 h 378023"/>
              <a:gd name="connsiteX92" fmla="*/ 339952 w 398535"/>
              <a:gd name="connsiteY92" fmla="*/ 352082 h 378023"/>
              <a:gd name="connsiteX93" fmla="*/ 306173 w 398535"/>
              <a:gd name="connsiteY93" fmla="*/ 337195 h 378023"/>
              <a:gd name="connsiteX94" fmla="*/ 92360 w 398535"/>
              <a:gd name="connsiteY94" fmla="*/ 337195 h 378023"/>
              <a:gd name="connsiteX95" fmla="*/ 58581 w 398535"/>
              <a:gd name="connsiteY95" fmla="*/ 352082 h 378023"/>
              <a:gd name="connsiteX96" fmla="*/ 41660 w 398535"/>
              <a:gd name="connsiteY96" fmla="*/ 359465 h 378023"/>
              <a:gd name="connsiteX97" fmla="*/ 18559 w 398535"/>
              <a:gd name="connsiteY97" fmla="*/ 336363 h 378023"/>
              <a:gd name="connsiteX98" fmla="*/ 18559 w 398535"/>
              <a:gd name="connsiteY98" fmla="*/ 177693 h 378023"/>
              <a:gd name="connsiteX99" fmla="*/ 37201 w 398535"/>
              <a:gd name="connsiteY99" fmla="*/ 159051 h 378023"/>
              <a:gd name="connsiteX100" fmla="*/ 57727 w 398535"/>
              <a:gd name="connsiteY100" fmla="*/ 159051 h 378023"/>
              <a:gd name="connsiteX101" fmla="*/ 57727 w 398535"/>
              <a:gd name="connsiteY101" fmla="*/ 273435 h 378023"/>
              <a:gd name="connsiteX102" fmla="*/ 91704 w 398535"/>
              <a:gd name="connsiteY102" fmla="*/ 307412 h 378023"/>
              <a:gd name="connsiteX103" fmla="*/ 125681 w 398535"/>
              <a:gd name="connsiteY103" fmla="*/ 273435 h 378023"/>
              <a:gd name="connsiteX104" fmla="*/ 125681 w 398535"/>
              <a:gd name="connsiteY104" fmla="*/ 159051 h 378023"/>
              <a:gd name="connsiteX105" fmla="*/ 165293 w 398535"/>
              <a:gd name="connsiteY105" fmla="*/ 159051 h 378023"/>
              <a:gd name="connsiteX106" fmla="*/ 165293 w 398535"/>
              <a:gd name="connsiteY106" fmla="*/ 273435 h 378023"/>
              <a:gd name="connsiteX107" fmla="*/ 199269 w 398535"/>
              <a:gd name="connsiteY107" fmla="*/ 307412 h 378023"/>
              <a:gd name="connsiteX108" fmla="*/ 233246 w 398535"/>
              <a:gd name="connsiteY108" fmla="*/ 273435 h 378023"/>
              <a:gd name="connsiteX109" fmla="*/ 233246 w 398535"/>
              <a:gd name="connsiteY109" fmla="*/ 159051 h 378023"/>
              <a:gd name="connsiteX110" fmla="*/ 272858 w 398535"/>
              <a:gd name="connsiteY110" fmla="*/ 159051 h 378023"/>
              <a:gd name="connsiteX111" fmla="*/ 272858 w 398535"/>
              <a:gd name="connsiteY111" fmla="*/ 273435 h 378023"/>
              <a:gd name="connsiteX112" fmla="*/ 306835 w 398535"/>
              <a:gd name="connsiteY112" fmla="*/ 307412 h 378023"/>
              <a:gd name="connsiteX113" fmla="*/ 340812 w 398535"/>
              <a:gd name="connsiteY113" fmla="*/ 273435 h 378023"/>
              <a:gd name="connsiteX114" fmla="*/ 340812 w 398535"/>
              <a:gd name="connsiteY114" fmla="*/ 159051 h 378023"/>
              <a:gd name="connsiteX115" fmla="*/ 361331 w 398535"/>
              <a:gd name="connsiteY115" fmla="*/ 159051 h 378023"/>
              <a:gd name="connsiteX116" fmla="*/ 379974 w 398535"/>
              <a:gd name="connsiteY116" fmla="*/ 177693 h 378023"/>
              <a:gd name="connsiteX117" fmla="*/ 379974 w 398535"/>
              <a:gd name="connsiteY117" fmla="*/ 336363 h 37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398535" h="378023">
                <a:moveTo>
                  <a:pt x="361332" y="140492"/>
                </a:moveTo>
                <a:lnTo>
                  <a:pt x="340813" y="140492"/>
                </a:lnTo>
                <a:lnTo>
                  <a:pt x="340813" y="18525"/>
                </a:lnTo>
                <a:cubicBezTo>
                  <a:pt x="345615" y="18171"/>
                  <a:pt x="349403" y="14172"/>
                  <a:pt x="349403" y="9279"/>
                </a:cubicBezTo>
                <a:cubicBezTo>
                  <a:pt x="349403" y="4154"/>
                  <a:pt x="345249" y="0"/>
                  <a:pt x="340124" y="0"/>
                </a:cubicBezTo>
                <a:lnTo>
                  <a:pt x="273548" y="0"/>
                </a:lnTo>
                <a:cubicBezTo>
                  <a:pt x="268423" y="0"/>
                  <a:pt x="264268" y="4154"/>
                  <a:pt x="264268" y="9279"/>
                </a:cubicBezTo>
                <a:cubicBezTo>
                  <a:pt x="264268" y="14172"/>
                  <a:pt x="268057" y="18170"/>
                  <a:pt x="272858" y="18524"/>
                </a:cubicBezTo>
                <a:lnTo>
                  <a:pt x="272858" y="140491"/>
                </a:lnTo>
                <a:lnTo>
                  <a:pt x="233246" y="140491"/>
                </a:lnTo>
                <a:lnTo>
                  <a:pt x="233246" y="18525"/>
                </a:lnTo>
                <a:cubicBezTo>
                  <a:pt x="238048" y="18171"/>
                  <a:pt x="241837" y="14172"/>
                  <a:pt x="241837" y="9279"/>
                </a:cubicBezTo>
                <a:cubicBezTo>
                  <a:pt x="241837" y="4154"/>
                  <a:pt x="237683" y="0"/>
                  <a:pt x="232558" y="0"/>
                </a:cubicBezTo>
                <a:lnTo>
                  <a:pt x="165981" y="0"/>
                </a:lnTo>
                <a:cubicBezTo>
                  <a:pt x="160856" y="0"/>
                  <a:pt x="156702" y="4154"/>
                  <a:pt x="156702" y="9279"/>
                </a:cubicBezTo>
                <a:cubicBezTo>
                  <a:pt x="156702" y="14172"/>
                  <a:pt x="160491" y="18170"/>
                  <a:pt x="165292" y="18524"/>
                </a:cubicBezTo>
                <a:lnTo>
                  <a:pt x="165292" y="140491"/>
                </a:lnTo>
                <a:lnTo>
                  <a:pt x="125681" y="140491"/>
                </a:lnTo>
                <a:lnTo>
                  <a:pt x="125681" y="18525"/>
                </a:lnTo>
                <a:cubicBezTo>
                  <a:pt x="130483" y="18171"/>
                  <a:pt x="134271" y="14172"/>
                  <a:pt x="134271" y="9280"/>
                </a:cubicBezTo>
                <a:cubicBezTo>
                  <a:pt x="134271" y="4155"/>
                  <a:pt x="130116" y="1"/>
                  <a:pt x="124991" y="1"/>
                </a:cubicBezTo>
                <a:lnTo>
                  <a:pt x="58417" y="1"/>
                </a:lnTo>
                <a:cubicBezTo>
                  <a:pt x="53292" y="1"/>
                  <a:pt x="49137" y="4155"/>
                  <a:pt x="49137" y="9280"/>
                </a:cubicBezTo>
                <a:cubicBezTo>
                  <a:pt x="49137" y="14172"/>
                  <a:pt x="52926" y="18171"/>
                  <a:pt x="57727" y="18525"/>
                </a:cubicBezTo>
                <a:lnTo>
                  <a:pt x="57727" y="140492"/>
                </a:lnTo>
                <a:lnTo>
                  <a:pt x="37201" y="140492"/>
                </a:lnTo>
                <a:cubicBezTo>
                  <a:pt x="16688" y="140492"/>
                  <a:pt x="0" y="157180"/>
                  <a:pt x="0" y="177693"/>
                </a:cubicBezTo>
                <a:lnTo>
                  <a:pt x="0" y="336363"/>
                </a:lnTo>
                <a:cubicBezTo>
                  <a:pt x="0" y="359334"/>
                  <a:pt x="18689" y="378024"/>
                  <a:pt x="41660" y="378024"/>
                </a:cubicBezTo>
                <a:cubicBezTo>
                  <a:pt x="53200" y="378024"/>
                  <a:pt x="64324" y="373172"/>
                  <a:pt x="72181" y="364711"/>
                </a:cubicBezTo>
                <a:cubicBezTo>
                  <a:pt x="77468" y="359019"/>
                  <a:pt x="84822" y="355754"/>
                  <a:pt x="92361" y="355754"/>
                </a:cubicBezTo>
                <a:lnTo>
                  <a:pt x="306174" y="355754"/>
                </a:lnTo>
                <a:cubicBezTo>
                  <a:pt x="313713" y="355754"/>
                  <a:pt x="321068" y="359019"/>
                  <a:pt x="326354" y="364711"/>
                </a:cubicBezTo>
                <a:cubicBezTo>
                  <a:pt x="334210" y="373172"/>
                  <a:pt x="345335" y="378024"/>
                  <a:pt x="356875" y="378024"/>
                </a:cubicBezTo>
                <a:cubicBezTo>
                  <a:pt x="379847" y="378024"/>
                  <a:pt x="398535" y="359335"/>
                  <a:pt x="398535" y="336363"/>
                </a:cubicBezTo>
                <a:lnTo>
                  <a:pt x="398535" y="177693"/>
                </a:lnTo>
                <a:cubicBezTo>
                  <a:pt x="398533" y="157180"/>
                  <a:pt x="381845" y="140492"/>
                  <a:pt x="361332" y="140492"/>
                </a:cubicBezTo>
                <a:close/>
                <a:moveTo>
                  <a:pt x="291417" y="18559"/>
                </a:moveTo>
                <a:lnTo>
                  <a:pt x="322253" y="18559"/>
                </a:lnTo>
                <a:lnTo>
                  <a:pt x="322253" y="140492"/>
                </a:lnTo>
                <a:lnTo>
                  <a:pt x="316114" y="140492"/>
                </a:lnTo>
                <a:lnTo>
                  <a:pt x="316114" y="117844"/>
                </a:lnTo>
                <a:cubicBezTo>
                  <a:pt x="316114" y="112719"/>
                  <a:pt x="311960" y="108565"/>
                  <a:pt x="306835" y="108565"/>
                </a:cubicBezTo>
                <a:cubicBezTo>
                  <a:pt x="301710" y="108565"/>
                  <a:pt x="297555" y="112719"/>
                  <a:pt x="297555" y="117844"/>
                </a:cubicBezTo>
                <a:lnTo>
                  <a:pt x="297555" y="140492"/>
                </a:lnTo>
                <a:lnTo>
                  <a:pt x="291417" y="140492"/>
                </a:lnTo>
                <a:lnTo>
                  <a:pt x="291417" y="18559"/>
                </a:lnTo>
                <a:close/>
                <a:moveTo>
                  <a:pt x="291417" y="159051"/>
                </a:moveTo>
                <a:lnTo>
                  <a:pt x="297555" y="159051"/>
                </a:lnTo>
                <a:lnTo>
                  <a:pt x="297555" y="272297"/>
                </a:lnTo>
                <a:cubicBezTo>
                  <a:pt x="297555" y="277422"/>
                  <a:pt x="301710" y="281576"/>
                  <a:pt x="306835" y="281576"/>
                </a:cubicBezTo>
                <a:cubicBezTo>
                  <a:pt x="311960" y="281576"/>
                  <a:pt x="316114" y="277422"/>
                  <a:pt x="316114" y="272297"/>
                </a:cubicBezTo>
                <a:lnTo>
                  <a:pt x="316114" y="159051"/>
                </a:lnTo>
                <a:lnTo>
                  <a:pt x="322253" y="159051"/>
                </a:lnTo>
                <a:lnTo>
                  <a:pt x="322253" y="273435"/>
                </a:lnTo>
                <a:cubicBezTo>
                  <a:pt x="322253" y="281937"/>
                  <a:pt x="315336" y="288853"/>
                  <a:pt x="306835" y="288853"/>
                </a:cubicBezTo>
                <a:cubicBezTo>
                  <a:pt x="298334" y="288853"/>
                  <a:pt x="291417" y="281936"/>
                  <a:pt x="291417" y="273435"/>
                </a:cubicBezTo>
                <a:lnTo>
                  <a:pt x="291417" y="159051"/>
                </a:lnTo>
                <a:close/>
                <a:moveTo>
                  <a:pt x="183852" y="18559"/>
                </a:moveTo>
                <a:lnTo>
                  <a:pt x="214687" y="18559"/>
                </a:lnTo>
                <a:lnTo>
                  <a:pt x="214687" y="140492"/>
                </a:lnTo>
                <a:lnTo>
                  <a:pt x="183852" y="140492"/>
                </a:lnTo>
                <a:lnTo>
                  <a:pt x="183852" y="18559"/>
                </a:lnTo>
                <a:close/>
                <a:moveTo>
                  <a:pt x="183852" y="159051"/>
                </a:moveTo>
                <a:lnTo>
                  <a:pt x="214687" y="159051"/>
                </a:lnTo>
                <a:lnTo>
                  <a:pt x="214687" y="273435"/>
                </a:lnTo>
                <a:cubicBezTo>
                  <a:pt x="214687" y="281937"/>
                  <a:pt x="207770" y="288853"/>
                  <a:pt x="199269" y="288853"/>
                </a:cubicBezTo>
                <a:cubicBezTo>
                  <a:pt x="190769" y="288853"/>
                  <a:pt x="183852" y="281936"/>
                  <a:pt x="183852" y="273435"/>
                </a:cubicBezTo>
                <a:lnTo>
                  <a:pt x="183852" y="159051"/>
                </a:lnTo>
                <a:close/>
                <a:moveTo>
                  <a:pt x="76286" y="18559"/>
                </a:moveTo>
                <a:lnTo>
                  <a:pt x="107122" y="18559"/>
                </a:lnTo>
                <a:lnTo>
                  <a:pt x="107122" y="140492"/>
                </a:lnTo>
                <a:lnTo>
                  <a:pt x="100984" y="140492"/>
                </a:lnTo>
                <a:lnTo>
                  <a:pt x="100984" y="83047"/>
                </a:lnTo>
                <a:cubicBezTo>
                  <a:pt x="100984" y="77922"/>
                  <a:pt x="96829" y="73768"/>
                  <a:pt x="91704" y="73768"/>
                </a:cubicBezTo>
                <a:cubicBezTo>
                  <a:pt x="86579" y="73768"/>
                  <a:pt x="82425" y="77922"/>
                  <a:pt x="82425" y="83047"/>
                </a:cubicBezTo>
                <a:lnTo>
                  <a:pt x="82425" y="140492"/>
                </a:lnTo>
                <a:lnTo>
                  <a:pt x="76286" y="140492"/>
                </a:lnTo>
                <a:lnTo>
                  <a:pt x="76286" y="18559"/>
                </a:lnTo>
                <a:close/>
                <a:moveTo>
                  <a:pt x="76286" y="159051"/>
                </a:moveTo>
                <a:lnTo>
                  <a:pt x="82425" y="159051"/>
                </a:lnTo>
                <a:lnTo>
                  <a:pt x="82425" y="272297"/>
                </a:lnTo>
                <a:cubicBezTo>
                  <a:pt x="82425" y="277422"/>
                  <a:pt x="86579" y="281576"/>
                  <a:pt x="91704" y="281576"/>
                </a:cubicBezTo>
                <a:cubicBezTo>
                  <a:pt x="96829" y="281576"/>
                  <a:pt x="100984" y="277422"/>
                  <a:pt x="100984" y="272297"/>
                </a:cubicBezTo>
                <a:lnTo>
                  <a:pt x="100984" y="159051"/>
                </a:lnTo>
                <a:lnTo>
                  <a:pt x="107122" y="159051"/>
                </a:lnTo>
                <a:lnTo>
                  <a:pt x="107122" y="273435"/>
                </a:lnTo>
                <a:cubicBezTo>
                  <a:pt x="107122" y="281937"/>
                  <a:pt x="100205" y="288853"/>
                  <a:pt x="91704" y="288853"/>
                </a:cubicBezTo>
                <a:cubicBezTo>
                  <a:pt x="83203" y="288853"/>
                  <a:pt x="76286" y="281936"/>
                  <a:pt x="76286" y="273435"/>
                </a:cubicBezTo>
                <a:lnTo>
                  <a:pt x="76286" y="159051"/>
                </a:lnTo>
                <a:close/>
                <a:moveTo>
                  <a:pt x="379975" y="336363"/>
                </a:moveTo>
                <a:cubicBezTo>
                  <a:pt x="379975" y="349102"/>
                  <a:pt x="369611" y="359465"/>
                  <a:pt x="356873" y="359465"/>
                </a:cubicBezTo>
                <a:cubicBezTo>
                  <a:pt x="350382" y="359465"/>
                  <a:pt x="344373" y="356843"/>
                  <a:pt x="339952" y="352082"/>
                </a:cubicBezTo>
                <a:cubicBezTo>
                  <a:pt x="331167" y="342621"/>
                  <a:pt x="318855" y="337195"/>
                  <a:pt x="306173" y="337195"/>
                </a:cubicBezTo>
                <a:lnTo>
                  <a:pt x="92360" y="337195"/>
                </a:lnTo>
                <a:cubicBezTo>
                  <a:pt x="79679" y="337195"/>
                  <a:pt x="67367" y="342621"/>
                  <a:pt x="58581" y="352082"/>
                </a:cubicBezTo>
                <a:cubicBezTo>
                  <a:pt x="54160" y="356843"/>
                  <a:pt x="48151" y="359465"/>
                  <a:pt x="41660" y="359465"/>
                </a:cubicBezTo>
                <a:cubicBezTo>
                  <a:pt x="28922" y="359465"/>
                  <a:pt x="18559" y="349102"/>
                  <a:pt x="18559" y="336363"/>
                </a:cubicBezTo>
                <a:lnTo>
                  <a:pt x="18559" y="177693"/>
                </a:lnTo>
                <a:cubicBezTo>
                  <a:pt x="18559" y="167413"/>
                  <a:pt x="26922" y="159051"/>
                  <a:pt x="37201" y="159051"/>
                </a:cubicBezTo>
                <a:lnTo>
                  <a:pt x="57727" y="159051"/>
                </a:lnTo>
                <a:lnTo>
                  <a:pt x="57727" y="273435"/>
                </a:lnTo>
                <a:cubicBezTo>
                  <a:pt x="57727" y="292170"/>
                  <a:pt x="72970" y="307412"/>
                  <a:pt x="91704" y="307412"/>
                </a:cubicBezTo>
                <a:cubicBezTo>
                  <a:pt x="110438" y="307412"/>
                  <a:pt x="125681" y="292170"/>
                  <a:pt x="125681" y="273435"/>
                </a:cubicBezTo>
                <a:lnTo>
                  <a:pt x="125681" y="159051"/>
                </a:lnTo>
                <a:lnTo>
                  <a:pt x="165293" y="159051"/>
                </a:lnTo>
                <a:lnTo>
                  <a:pt x="165293" y="273435"/>
                </a:lnTo>
                <a:cubicBezTo>
                  <a:pt x="165293" y="292170"/>
                  <a:pt x="180535" y="307412"/>
                  <a:pt x="199269" y="307412"/>
                </a:cubicBezTo>
                <a:cubicBezTo>
                  <a:pt x="218004" y="307412"/>
                  <a:pt x="233246" y="292170"/>
                  <a:pt x="233246" y="273435"/>
                </a:cubicBezTo>
                <a:lnTo>
                  <a:pt x="233246" y="159051"/>
                </a:lnTo>
                <a:lnTo>
                  <a:pt x="272858" y="159051"/>
                </a:lnTo>
                <a:lnTo>
                  <a:pt x="272858" y="273435"/>
                </a:lnTo>
                <a:cubicBezTo>
                  <a:pt x="272858" y="292170"/>
                  <a:pt x="288101" y="307412"/>
                  <a:pt x="306835" y="307412"/>
                </a:cubicBezTo>
                <a:cubicBezTo>
                  <a:pt x="325569" y="307412"/>
                  <a:pt x="340812" y="292170"/>
                  <a:pt x="340812" y="273435"/>
                </a:cubicBezTo>
                <a:lnTo>
                  <a:pt x="340812" y="159051"/>
                </a:lnTo>
                <a:lnTo>
                  <a:pt x="361331" y="159051"/>
                </a:lnTo>
                <a:cubicBezTo>
                  <a:pt x="371611" y="159051"/>
                  <a:pt x="379974" y="167414"/>
                  <a:pt x="379974" y="177693"/>
                </a:cubicBezTo>
                <a:lnTo>
                  <a:pt x="379974" y="336363"/>
                </a:lnTo>
                <a:close/>
              </a:path>
            </a:pathLst>
          </a:custGeom>
          <a:solidFill>
            <a:schemeClr val="bg1"/>
          </a:solidFill>
          <a:ln w="91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12326" name="Group 12325">
            <a:extLst>
              <a:ext uri="{FF2B5EF4-FFF2-40B4-BE49-F238E27FC236}">
                <a16:creationId xmlns:a16="http://schemas.microsoft.com/office/drawing/2014/main" id="{5F1C002F-4981-6C8F-7EA7-9947512BBB63}"/>
              </a:ext>
            </a:extLst>
          </p:cNvPr>
          <p:cNvGrpSpPr/>
          <p:nvPr/>
        </p:nvGrpSpPr>
        <p:grpSpPr>
          <a:xfrm rot="1270545">
            <a:off x="1432901" y="5874041"/>
            <a:ext cx="2743199" cy="2066574"/>
            <a:chOff x="6452894" y="5331089"/>
            <a:chExt cx="1200142" cy="1221256"/>
          </a:xfrm>
        </p:grpSpPr>
        <p:sp>
          <p:nvSpPr>
            <p:cNvPr id="12324" name="Freeform: Shape 12323">
              <a:extLst>
                <a:ext uri="{FF2B5EF4-FFF2-40B4-BE49-F238E27FC236}">
                  <a16:creationId xmlns:a16="http://schemas.microsoft.com/office/drawing/2014/main" id="{E4EDF827-AE2A-FFCD-A32A-0C3A881B47A2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5" name="Freeform: Shape 12324">
              <a:extLst>
                <a:ext uri="{FF2B5EF4-FFF2-40B4-BE49-F238E27FC236}">
                  <a16:creationId xmlns:a16="http://schemas.microsoft.com/office/drawing/2014/main" id="{ABC3AF76-7C91-B3D8-36F4-11B34CD44D4F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E3A669D-8E45-434D-984C-BD0F07E69D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30370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3FC3895-AA68-D403-B954-2F104DCA31A3}"/>
              </a:ext>
            </a:extLst>
          </p:cNvPr>
          <p:cNvGrpSpPr/>
          <p:nvPr/>
        </p:nvGrpSpPr>
        <p:grpSpPr>
          <a:xfrm>
            <a:off x="4541804" y="3839969"/>
            <a:ext cx="2004642" cy="1975956"/>
            <a:chOff x="10149732" y="3972565"/>
            <a:chExt cx="1579958" cy="1557349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656BC6-4154-752B-A979-ABACC71908EA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039F0CB-DCDD-A781-3151-EDC845E22766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E994829-9E28-F5F3-09C9-FB6A091C31C1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FF28182-4D9C-FB1C-E45D-D0EFB06C28EE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CF7481A-E953-191E-6D6F-2AE4C112E42F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C2CDB2-A097-BB01-8868-0B3BFC32ADEA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D05374-E271-2FD7-14CC-DCBFEA0E35AA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4729E9-DC33-F8EB-A175-031263D5DECF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11</a:t>
            </a:fld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06464D-FDE5-7E8D-EC71-5C9A5BE51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95" y="1032391"/>
            <a:ext cx="6661999" cy="4783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204752-64F6-317B-8805-595727BB8332}"/>
              </a:ext>
            </a:extLst>
          </p:cNvPr>
          <p:cNvSpPr txBox="1"/>
          <p:nvPr/>
        </p:nvSpPr>
        <p:spPr>
          <a:xfrm>
            <a:off x="979799" y="1095439"/>
            <a:ext cx="4780298" cy="168296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4800" spc="100">
                <a:latin typeface="+mj-lt"/>
                <a:cs typeface="Poppins ExtraBold" panose="00000900000000000000" pitchFamily="2" charset="0"/>
              </a:rPr>
              <a:t>Keyboard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Tablet</a:t>
            </a:r>
            <a:r>
              <a:rPr lang="en-US" sz="4800" spc="100"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Mockup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30F95-9BCA-930F-0D9F-083FFD4326BF}"/>
              </a:ext>
            </a:extLst>
          </p:cNvPr>
          <p:cNvSpPr txBox="1"/>
          <p:nvPr/>
        </p:nvSpPr>
        <p:spPr>
          <a:xfrm>
            <a:off x="979799" y="2730715"/>
            <a:ext cx="3990229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</a:t>
            </a:r>
            <a:r>
              <a:rPr lang="en-US" sz="1200" dirty="0" err="1"/>
              <a:t>Etiam</a:t>
            </a:r>
            <a:r>
              <a:rPr lang="en-US" sz="1200" dirty="0"/>
              <a:t> </a:t>
            </a:r>
            <a:r>
              <a:rPr lang="en-US" sz="1200" dirty="0" err="1"/>
              <a:t>commodo</a:t>
            </a:r>
            <a:r>
              <a:rPr lang="en-US" sz="1200" dirty="0"/>
              <a:t> </a:t>
            </a:r>
            <a:r>
              <a:rPr lang="en-US" sz="1200" dirty="0" err="1"/>
              <a:t>enim</a:t>
            </a:r>
            <a:r>
              <a:rPr lang="en-US" sz="1200" dirty="0"/>
              <a:t> </a:t>
            </a:r>
            <a:r>
              <a:rPr lang="en-US" sz="1200" dirty="0" err="1"/>
              <a:t>mauris</a:t>
            </a:r>
            <a:r>
              <a:rPr lang="en-US" sz="1200" dirty="0"/>
              <a:t> </a:t>
            </a:r>
            <a:r>
              <a:rPr lang="en-US" sz="1200" dirty="0" err="1"/>
              <a:t>dapibus</a:t>
            </a:r>
            <a:r>
              <a:rPr lang="en-US" sz="1200" dirty="0"/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838F8-1130-4F09-4079-FA34B00C856D}"/>
              </a:ext>
            </a:extLst>
          </p:cNvPr>
          <p:cNvSpPr txBox="1"/>
          <p:nvPr/>
        </p:nvSpPr>
        <p:spPr>
          <a:xfrm>
            <a:off x="979799" y="4756939"/>
            <a:ext cx="3657599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Lorem ipsum enim dolor sit vel amet diam.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Nunca hendrerit metus dapibus eleifend.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Etiam commodom enim sed mauris.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F8104F-4E79-DACD-C59A-619C9A26722C}"/>
              </a:ext>
            </a:extLst>
          </p:cNvPr>
          <p:cNvSpPr txBox="1"/>
          <p:nvPr/>
        </p:nvSpPr>
        <p:spPr>
          <a:xfrm>
            <a:off x="979799" y="4449245"/>
            <a:ext cx="3657599" cy="33855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r>
              <a:rPr lang="en-US" sz="1600" b="1" spc="5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Here Is Your Title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32535A-5BBB-C30F-3EFD-BB9C6F1307B8}"/>
              </a:ext>
            </a:extLst>
          </p:cNvPr>
          <p:cNvSpPr/>
          <p:nvPr/>
        </p:nvSpPr>
        <p:spPr>
          <a:xfrm>
            <a:off x="979799" y="3570668"/>
            <a:ext cx="729842" cy="7298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33A1DDA-0BFD-6361-8645-1205AFF858BA}"/>
              </a:ext>
            </a:extLst>
          </p:cNvPr>
          <p:cNvSpPr/>
          <p:nvPr/>
        </p:nvSpPr>
        <p:spPr>
          <a:xfrm>
            <a:off x="1165318" y="3774268"/>
            <a:ext cx="362305" cy="312417"/>
          </a:xfrm>
          <a:custGeom>
            <a:avLst/>
            <a:gdLst>
              <a:gd name="connsiteX0" fmla="*/ 361332 w 398535"/>
              <a:gd name="connsiteY0" fmla="*/ 140492 h 378023"/>
              <a:gd name="connsiteX1" fmla="*/ 340813 w 398535"/>
              <a:gd name="connsiteY1" fmla="*/ 140492 h 378023"/>
              <a:gd name="connsiteX2" fmla="*/ 340813 w 398535"/>
              <a:gd name="connsiteY2" fmla="*/ 18525 h 378023"/>
              <a:gd name="connsiteX3" fmla="*/ 349403 w 398535"/>
              <a:gd name="connsiteY3" fmla="*/ 9279 h 378023"/>
              <a:gd name="connsiteX4" fmla="*/ 340124 w 398535"/>
              <a:gd name="connsiteY4" fmla="*/ 0 h 378023"/>
              <a:gd name="connsiteX5" fmla="*/ 273548 w 398535"/>
              <a:gd name="connsiteY5" fmla="*/ 0 h 378023"/>
              <a:gd name="connsiteX6" fmla="*/ 264268 w 398535"/>
              <a:gd name="connsiteY6" fmla="*/ 9279 h 378023"/>
              <a:gd name="connsiteX7" fmla="*/ 272858 w 398535"/>
              <a:gd name="connsiteY7" fmla="*/ 18524 h 378023"/>
              <a:gd name="connsiteX8" fmla="*/ 272858 w 398535"/>
              <a:gd name="connsiteY8" fmla="*/ 140491 h 378023"/>
              <a:gd name="connsiteX9" fmla="*/ 233246 w 398535"/>
              <a:gd name="connsiteY9" fmla="*/ 140491 h 378023"/>
              <a:gd name="connsiteX10" fmla="*/ 233246 w 398535"/>
              <a:gd name="connsiteY10" fmla="*/ 18525 h 378023"/>
              <a:gd name="connsiteX11" fmla="*/ 241837 w 398535"/>
              <a:gd name="connsiteY11" fmla="*/ 9279 h 378023"/>
              <a:gd name="connsiteX12" fmla="*/ 232558 w 398535"/>
              <a:gd name="connsiteY12" fmla="*/ 0 h 378023"/>
              <a:gd name="connsiteX13" fmla="*/ 165981 w 398535"/>
              <a:gd name="connsiteY13" fmla="*/ 0 h 378023"/>
              <a:gd name="connsiteX14" fmla="*/ 156702 w 398535"/>
              <a:gd name="connsiteY14" fmla="*/ 9279 h 378023"/>
              <a:gd name="connsiteX15" fmla="*/ 165292 w 398535"/>
              <a:gd name="connsiteY15" fmla="*/ 18524 h 378023"/>
              <a:gd name="connsiteX16" fmla="*/ 165292 w 398535"/>
              <a:gd name="connsiteY16" fmla="*/ 140491 h 378023"/>
              <a:gd name="connsiteX17" fmla="*/ 125681 w 398535"/>
              <a:gd name="connsiteY17" fmla="*/ 140491 h 378023"/>
              <a:gd name="connsiteX18" fmla="*/ 125681 w 398535"/>
              <a:gd name="connsiteY18" fmla="*/ 18525 h 378023"/>
              <a:gd name="connsiteX19" fmla="*/ 134271 w 398535"/>
              <a:gd name="connsiteY19" fmla="*/ 9280 h 378023"/>
              <a:gd name="connsiteX20" fmla="*/ 124991 w 398535"/>
              <a:gd name="connsiteY20" fmla="*/ 1 h 378023"/>
              <a:gd name="connsiteX21" fmla="*/ 58417 w 398535"/>
              <a:gd name="connsiteY21" fmla="*/ 1 h 378023"/>
              <a:gd name="connsiteX22" fmla="*/ 49137 w 398535"/>
              <a:gd name="connsiteY22" fmla="*/ 9280 h 378023"/>
              <a:gd name="connsiteX23" fmla="*/ 57727 w 398535"/>
              <a:gd name="connsiteY23" fmla="*/ 18525 h 378023"/>
              <a:gd name="connsiteX24" fmla="*/ 57727 w 398535"/>
              <a:gd name="connsiteY24" fmla="*/ 140492 h 378023"/>
              <a:gd name="connsiteX25" fmla="*/ 37201 w 398535"/>
              <a:gd name="connsiteY25" fmla="*/ 140492 h 378023"/>
              <a:gd name="connsiteX26" fmla="*/ 0 w 398535"/>
              <a:gd name="connsiteY26" fmla="*/ 177693 h 378023"/>
              <a:gd name="connsiteX27" fmla="*/ 0 w 398535"/>
              <a:gd name="connsiteY27" fmla="*/ 336363 h 378023"/>
              <a:gd name="connsiteX28" fmla="*/ 41660 w 398535"/>
              <a:gd name="connsiteY28" fmla="*/ 378024 h 378023"/>
              <a:gd name="connsiteX29" fmla="*/ 72181 w 398535"/>
              <a:gd name="connsiteY29" fmla="*/ 364711 h 378023"/>
              <a:gd name="connsiteX30" fmla="*/ 92361 w 398535"/>
              <a:gd name="connsiteY30" fmla="*/ 355754 h 378023"/>
              <a:gd name="connsiteX31" fmla="*/ 306174 w 398535"/>
              <a:gd name="connsiteY31" fmla="*/ 355754 h 378023"/>
              <a:gd name="connsiteX32" fmla="*/ 326354 w 398535"/>
              <a:gd name="connsiteY32" fmla="*/ 364711 h 378023"/>
              <a:gd name="connsiteX33" fmla="*/ 356875 w 398535"/>
              <a:gd name="connsiteY33" fmla="*/ 378024 h 378023"/>
              <a:gd name="connsiteX34" fmla="*/ 398535 w 398535"/>
              <a:gd name="connsiteY34" fmla="*/ 336363 h 378023"/>
              <a:gd name="connsiteX35" fmla="*/ 398535 w 398535"/>
              <a:gd name="connsiteY35" fmla="*/ 177693 h 378023"/>
              <a:gd name="connsiteX36" fmla="*/ 361332 w 398535"/>
              <a:gd name="connsiteY36" fmla="*/ 140492 h 378023"/>
              <a:gd name="connsiteX37" fmla="*/ 291417 w 398535"/>
              <a:gd name="connsiteY37" fmla="*/ 18559 h 378023"/>
              <a:gd name="connsiteX38" fmla="*/ 322253 w 398535"/>
              <a:gd name="connsiteY38" fmla="*/ 18559 h 378023"/>
              <a:gd name="connsiteX39" fmla="*/ 322253 w 398535"/>
              <a:gd name="connsiteY39" fmla="*/ 140492 h 378023"/>
              <a:gd name="connsiteX40" fmla="*/ 316114 w 398535"/>
              <a:gd name="connsiteY40" fmla="*/ 140492 h 378023"/>
              <a:gd name="connsiteX41" fmla="*/ 316114 w 398535"/>
              <a:gd name="connsiteY41" fmla="*/ 117844 h 378023"/>
              <a:gd name="connsiteX42" fmla="*/ 306835 w 398535"/>
              <a:gd name="connsiteY42" fmla="*/ 108565 h 378023"/>
              <a:gd name="connsiteX43" fmla="*/ 297555 w 398535"/>
              <a:gd name="connsiteY43" fmla="*/ 117844 h 378023"/>
              <a:gd name="connsiteX44" fmla="*/ 297555 w 398535"/>
              <a:gd name="connsiteY44" fmla="*/ 140492 h 378023"/>
              <a:gd name="connsiteX45" fmla="*/ 291417 w 398535"/>
              <a:gd name="connsiteY45" fmla="*/ 140492 h 378023"/>
              <a:gd name="connsiteX46" fmla="*/ 291417 w 398535"/>
              <a:gd name="connsiteY46" fmla="*/ 18559 h 378023"/>
              <a:gd name="connsiteX47" fmla="*/ 291417 w 398535"/>
              <a:gd name="connsiteY47" fmla="*/ 159051 h 378023"/>
              <a:gd name="connsiteX48" fmla="*/ 297555 w 398535"/>
              <a:gd name="connsiteY48" fmla="*/ 159051 h 378023"/>
              <a:gd name="connsiteX49" fmla="*/ 297555 w 398535"/>
              <a:gd name="connsiteY49" fmla="*/ 272297 h 378023"/>
              <a:gd name="connsiteX50" fmla="*/ 306835 w 398535"/>
              <a:gd name="connsiteY50" fmla="*/ 281576 h 378023"/>
              <a:gd name="connsiteX51" fmla="*/ 316114 w 398535"/>
              <a:gd name="connsiteY51" fmla="*/ 272297 h 378023"/>
              <a:gd name="connsiteX52" fmla="*/ 316114 w 398535"/>
              <a:gd name="connsiteY52" fmla="*/ 159051 h 378023"/>
              <a:gd name="connsiteX53" fmla="*/ 322253 w 398535"/>
              <a:gd name="connsiteY53" fmla="*/ 159051 h 378023"/>
              <a:gd name="connsiteX54" fmla="*/ 322253 w 398535"/>
              <a:gd name="connsiteY54" fmla="*/ 273435 h 378023"/>
              <a:gd name="connsiteX55" fmla="*/ 306835 w 398535"/>
              <a:gd name="connsiteY55" fmla="*/ 288853 h 378023"/>
              <a:gd name="connsiteX56" fmla="*/ 291417 w 398535"/>
              <a:gd name="connsiteY56" fmla="*/ 273435 h 378023"/>
              <a:gd name="connsiteX57" fmla="*/ 291417 w 398535"/>
              <a:gd name="connsiteY57" fmla="*/ 159051 h 378023"/>
              <a:gd name="connsiteX58" fmla="*/ 183852 w 398535"/>
              <a:gd name="connsiteY58" fmla="*/ 18559 h 378023"/>
              <a:gd name="connsiteX59" fmla="*/ 214687 w 398535"/>
              <a:gd name="connsiteY59" fmla="*/ 18559 h 378023"/>
              <a:gd name="connsiteX60" fmla="*/ 214687 w 398535"/>
              <a:gd name="connsiteY60" fmla="*/ 140492 h 378023"/>
              <a:gd name="connsiteX61" fmla="*/ 183852 w 398535"/>
              <a:gd name="connsiteY61" fmla="*/ 140492 h 378023"/>
              <a:gd name="connsiteX62" fmla="*/ 183852 w 398535"/>
              <a:gd name="connsiteY62" fmla="*/ 18559 h 378023"/>
              <a:gd name="connsiteX63" fmla="*/ 183852 w 398535"/>
              <a:gd name="connsiteY63" fmla="*/ 159051 h 378023"/>
              <a:gd name="connsiteX64" fmla="*/ 214687 w 398535"/>
              <a:gd name="connsiteY64" fmla="*/ 159051 h 378023"/>
              <a:gd name="connsiteX65" fmla="*/ 214687 w 398535"/>
              <a:gd name="connsiteY65" fmla="*/ 273435 h 378023"/>
              <a:gd name="connsiteX66" fmla="*/ 199269 w 398535"/>
              <a:gd name="connsiteY66" fmla="*/ 288853 h 378023"/>
              <a:gd name="connsiteX67" fmla="*/ 183852 w 398535"/>
              <a:gd name="connsiteY67" fmla="*/ 273435 h 378023"/>
              <a:gd name="connsiteX68" fmla="*/ 183852 w 398535"/>
              <a:gd name="connsiteY68" fmla="*/ 159051 h 378023"/>
              <a:gd name="connsiteX69" fmla="*/ 76286 w 398535"/>
              <a:gd name="connsiteY69" fmla="*/ 18559 h 378023"/>
              <a:gd name="connsiteX70" fmla="*/ 107122 w 398535"/>
              <a:gd name="connsiteY70" fmla="*/ 18559 h 378023"/>
              <a:gd name="connsiteX71" fmla="*/ 107122 w 398535"/>
              <a:gd name="connsiteY71" fmla="*/ 140492 h 378023"/>
              <a:gd name="connsiteX72" fmla="*/ 100984 w 398535"/>
              <a:gd name="connsiteY72" fmla="*/ 140492 h 378023"/>
              <a:gd name="connsiteX73" fmla="*/ 100984 w 398535"/>
              <a:gd name="connsiteY73" fmla="*/ 83047 h 378023"/>
              <a:gd name="connsiteX74" fmla="*/ 91704 w 398535"/>
              <a:gd name="connsiteY74" fmla="*/ 73768 h 378023"/>
              <a:gd name="connsiteX75" fmla="*/ 82425 w 398535"/>
              <a:gd name="connsiteY75" fmla="*/ 83047 h 378023"/>
              <a:gd name="connsiteX76" fmla="*/ 82425 w 398535"/>
              <a:gd name="connsiteY76" fmla="*/ 140492 h 378023"/>
              <a:gd name="connsiteX77" fmla="*/ 76286 w 398535"/>
              <a:gd name="connsiteY77" fmla="*/ 140492 h 378023"/>
              <a:gd name="connsiteX78" fmla="*/ 76286 w 398535"/>
              <a:gd name="connsiteY78" fmla="*/ 18559 h 378023"/>
              <a:gd name="connsiteX79" fmla="*/ 76286 w 398535"/>
              <a:gd name="connsiteY79" fmla="*/ 159051 h 378023"/>
              <a:gd name="connsiteX80" fmla="*/ 82425 w 398535"/>
              <a:gd name="connsiteY80" fmla="*/ 159051 h 378023"/>
              <a:gd name="connsiteX81" fmla="*/ 82425 w 398535"/>
              <a:gd name="connsiteY81" fmla="*/ 272297 h 378023"/>
              <a:gd name="connsiteX82" fmla="*/ 91704 w 398535"/>
              <a:gd name="connsiteY82" fmla="*/ 281576 h 378023"/>
              <a:gd name="connsiteX83" fmla="*/ 100984 w 398535"/>
              <a:gd name="connsiteY83" fmla="*/ 272297 h 378023"/>
              <a:gd name="connsiteX84" fmla="*/ 100984 w 398535"/>
              <a:gd name="connsiteY84" fmla="*/ 159051 h 378023"/>
              <a:gd name="connsiteX85" fmla="*/ 107122 w 398535"/>
              <a:gd name="connsiteY85" fmla="*/ 159051 h 378023"/>
              <a:gd name="connsiteX86" fmla="*/ 107122 w 398535"/>
              <a:gd name="connsiteY86" fmla="*/ 273435 h 378023"/>
              <a:gd name="connsiteX87" fmla="*/ 91704 w 398535"/>
              <a:gd name="connsiteY87" fmla="*/ 288853 h 378023"/>
              <a:gd name="connsiteX88" fmla="*/ 76286 w 398535"/>
              <a:gd name="connsiteY88" fmla="*/ 273435 h 378023"/>
              <a:gd name="connsiteX89" fmla="*/ 76286 w 398535"/>
              <a:gd name="connsiteY89" fmla="*/ 159051 h 378023"/>
              <a:gd name="connsiteX90" fmla="*/ 379975 w 398535"/>
              <a:gd name="connsiteY90" fmla="*/ 336363 h 378023"/>
              <a:gd name="connsiteX91" fmla="*/ 356873 w 398535"/>
              <a:gd name="connsiteY91" fmla="*/ 359465 h 378023"/>
              <a:gd name="connsiteX92" fmla="*/ 339952 w 398535"/>
              <a:gd name="connsiteY92" fmla="*/ 352082 h 378023"/>
              <a:gd name="connsiteX93" fmla="*/ 306173 w 398535"/>
              <a:gd name="connsiteY93" fmla="*/ 337195 h 378023"/>
              <a:gd name="connsiteX94" fmla="*/ 92360 w 398535"/>
              <a:gd name="connsiteY94" fmla="*/ 337195 h 378023"/>
              <a:gd name="connsiteX95" fmla="*/ 58581 w 398535"/>
              <a:gd name="connsiteY95" fmla="*/ 352082 h 378023"/>
              <a:gd name="connsiteX96" fmla="*/ 41660 w 398535"/>
              <a:gd name="connsiteY96" fmla="*/ 359465 h 378023"/>
              <a:gd name="connsiteX97" fmla="*/ 18559 w 398535"/>
              <a:gd name="connsiteY97" fmla="*/ 336363 h 378023"/>
              <a:gd name="connsiteX98" fmla="*/ 18559 w 398535"/>
              <a:gd name="connsiteY98" fmla="*/ 177693 h 378023"/>
              <a:gd name="connsiteX99" fmla="*/ 37201 w 398535"/>
              <a:gd name="connsiteY99" fmla="*/ 159051 h 378023"/>
              <a:gd name="connsiteX100" fmla="*/ 57727 w 398535"/>
              <a:gd name="connsiteY100" fmla="*/ 159051 h 378023"/>
              <a:gd name="connsiteX101" fmla="*/ 57727 w 398535"/>
              <a:gd name="connsiteY101" fmla="*/ 273435 h 378023"/>
              <a:gd name="connsiteX102" fmla="*/ 91704 w 398535"/>
              <a:gd name="connsiteY102" fmla="*/ 307412 h 378023"/>
              <a:gd name="connsiteX103" fmla="*/ 125681 w 398535"/>
              <a:gd name="connsiteY103" fmla="*/ 273435 h 378023"/>
              <a:gd name="connsiteX104" fmla="*/ 125681 w 398535"/>
              <a:gd name="connsiteY104" fmla="*/ 159051 h 378023"/>
              <a:gd name="connsiteX105" fmla="*/ 165293 w 398535"/>
              <a:gd name="connsiteY105" fmla="*/ 159051 h 378023"/>
              <a:gd name="connsiteX106" fmla="*/ 165293 w 398535"/>
              <a:gd name="connsiteY106" fmla="*/ 273435 h 378023"/>
              <a:gd name="connsiteX107" fmla="*/ 199269 w 398535"/>
              <a:gd name="connsiteY107" fmla="*/ 307412 h 378023"/>
              <a:gd name="connsiteX108" fmla="*/ 233246 w 398535"/>
              <a:gd name="connsiteY108" fmla="*/ 273435 h 378023"/>
              <a:gd name="connsiteX109" fmla="*/ 233246 w 398535"/>
              <a:gd name="connsiteY109" fmla="*/ 159051 h 378023"/>
              <a:gd name="connsiteX110" fmla="*/ 272858 w 398535"/>
              <a:gd name="connsiteY110" fmla="*/ 159051 h 378023"/>
              <a:gd name="connsiteX111" fmla="*/ 272858 w 398535"/>
              <a:gd name="connsiteY111" fmla="*/ 273435 h 378023"/>
              <a:gd name="connsiteX112" fmla="*/ 306835 w 398535"/>
              <a:gd name="connsiteY112" fmla="*/ 307412 h 378023"/>
              <a:gd name="connsiteX113" fmla="*/ 340812 w 398535"/>
              <a:gd name="connsiteY113" fmla="*/ 273435 h 378023"/>
              <a:gd name="connsiteX114" fmla="*/ 340812 w 398535"/>
              <a:gd name="connsiteY114" fmla="*/ 159051 h 378023"/>
              <a:gd name="connsiteX115" fmla="*/ 361331 w 398535"/>
              <a:gd name="connsiteY115" fmla="*/ 159051 h 378023"/>
              <a:gd name="connsiteX116" fmla="*/ 379974 w 398535"/>
              <a:gd name="connsiteY116" fmla="*/ 177693 h 378023"/>
              <a:gd name="connsiteX117" fmla="*/ 379974 w 398535"/>
              <a:gd name="connsiteY117" fmla="*/ 336363 h 37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398535" h="378023">
                <a:moveTo>
                  <a:pt x="361332" y="140492"/>
                </a:moveTo>
                <a:lnTo>
                  <a:pt x="340813" y="140492"/>
                </a:lnTo>
                <a:lnTo>
                  <a:pt x="340813" y="18525"/>
                </a:lnTo>
                <a:cubicBezTo>
                  <a:pt x="345615" y="18171"/>
                  <a:pt x="349403" y="14172"/>
                  <a:pt x="349403" y="9279"/>
                </a:cubicBezTo>
                <a:cubicBezTo>
                  <a:pt x="349403" y="4154"/>
                  <a:pt x="345249" y="0"/>
                  <a:pt x="340124" y="0"/>
                </a:cubicBezTo>
                <a:lnTo>
                  <a:pt x="273548" y="0"/>
                </a:lnTo>
                <a:cubicBezTo>
                  <a:pt x="268423" y="0"/>
                  <a:pt x="264268" y="4154"/>
                  <a:pt x="264268" y="9279"/>
                </a:cubicBezTo>
                <a:cubicBezTo>
                  <a:pt x="264268" y="14172"/>
                  <a:pt x="268057" y="18170"/>
                  <a:pt x="272858" y="18524"/>
                </a:cubicBezTo>
                <a:lnTo>
                  <a:pt x="272858" y="140491"/>
                </a:lnTo>
                <a:lnTo>
                  <a:pt x="233246" y="140491"/>
                </a:lnTo>
                <a:lnTo>
                  <a:pt x="233246" y="18525"/>
                </a:lnTo>
                <a:cubicBezTo>
                  <a:pt x="238048" y="18171"/>
                  <a:pt x="241837" y="14172"/>
                  <a:pt x="241837" y="9279"/>
                </a:cubicBezTo>
                <a:cubicBezTo>
                  <a:pt x="241837" y="4154"/>
                  <a:pt x="237683" y="0"/>
                  <a:pt x="232558" y="0"/>
                </a:cubicBezTo>
                <a:lnTo>
                  <a:pt x="165981" y="0"/>
                </a:lnTo>
                <a:cubicBezTo>
                  <a:pt x="160856" y="0"/>
                  <a:pt x="156702" y="4154"/>
                  <a:pt x="156702" y="9279"/>
                </a:cubicBezTo>
                <a:cubicBezTo>
                  <a:pt x="156702" y="14172"/>
                  <a:pt x="160491" y="18170"/>
                  <a:pt x="165292" y="18524"/>
                </a:cubicBezTo>
                <a:lnTo>
                  <a:pt x="165292" y="140491"/>
                </a:lnTo>
                <a:lnTo>
                  <a:pt x="125681" y="140491"/>
                </a:lnTo>
                <a:lnTo>
                  <a:pt x="125681" y="18525"/>
                </a:lnTo>
                <a:cubicBezTo>
                  <a:pt x="130483" y="18171"/>
                  <a:pt x="134271" y="14172"/>
                  <a:pt x="134271" y="9280"/>
                </a:cubicBezTo>
                <a:cubicBezTo>
                  <a:pt x="134271" y="4155"/>
                  <a:pt x="130116" y="1"/>
                  <a:pt x="124991" y="1"/>
                </a:cubicBezTo>
                <a:lnTo>
                  <a:pt x="58417" y="1"/>
                </a:lnTo>
                <a:cubicBezTo>
                  <a:pt x="53292" y="1"/>
                  <a:pt x="49137" y="4155"/>
                  <a:pt x="49137" y="9280"/>
                </a:cubicBezTo>
                <a:cubicBezTo>
                  <a:pt x="49137" y="14172"/>
                  <a:pt x="52926" y="18171"/>
                  <a:pt x="57727" y="18525"/>
                </a:cubicBezTo>
                <a:lnTo>
                  <a:pt x="57727" y="140492"/>
                </a:lnTo>
                <a:lnTo>
                  <a:pt x="37201" y="140492"/>
                </a:lnTo>
                <a:cubicBezTo>
                  <a:pt x="16688" y="140492"/>
                  <a:pt x="0" y="157180"/>
                  <a:pt x="0" y="177693"/>
                </a:cubicBezTo>
                <a:lnTo>
                  <a:pt x="0" y="336363"/>
                </a:lnTo>
                <a:cubicBezTo>
                  <a:pt x="0" y="359334"/>
                  <a:pt x="18689" y="378024"/>
                  <a:pt x="41660" y="378024"/>
                </a:cubicBezTo>
                <a:cubicBezTo>
                  <a:pt x="53200" y="378024"/>
                  <a:pt x="64324" y="373172"/>
                  <a:pt x="72181" y="364711"/>
                </a:cubicBezTo>
                <a:cubicBezTo>
                  <a:pt x="77468" y="359019"/>
                  <a:pt x="84822" y="355754"/>
                  <a:pt x="92361" y="355754"/>
                </a:cubicBezTo>
                <a:lnTo>
                  <a:pt x="306174" y="355754"/>
                </a:lnTo>
                <a:cubicBezTo>
                  <a:pt x="313713" y="355754"/>
                  <a:pt x="321068" y="359019"/>
                  <a:pt x="326354" y="364711"/>
                </a:cubicBezTo>
                <a:cubicBezTo>
                  <a:pt x="334210" y="373172"/>
                  <a:pt x="345335" y="378024"/>
                  <a:pt x="356875" y="378024"/>
                </a:cubicBezTo>
                <a:cubicBezTo>
                  <a:pt x="379847" y="378024"/>
                  <a:pt x="398535" y="359335"/>
                  <a:pt x="398535" y="336363"/>
                </a:cubicBezTo>
                <a:lnTo>
                  <a:pt x="398535" y="177693"/>
                </a:lnTo>
                <a:cubicBezTo>
                  <a:pt x="398533" y="157180"/>
                  <a:pt x="381845" y="140492"/>
                  <a:pt x="361332" y="140492"/>
                </a:cubicBezTo>
                <a:close/>
                <a:moveTo>
                  <a:pt x="291417" y="18559"/>
                </a:moveTo>
                <a:lnTo>
                  <a:pt x="322253" y="18559"/>
                </a:lnTo>
                <a:lnTo>
                  <a:pt x="322253" y="140492"/>
                </a:lnTo>
                <a:lnTo>
                  <a:pt x="316114" y="140492"/>
                </a:lnTo>
                <a:lnTo>
                  <a:pt x="316114" y="117844"/>
                </a:lnTo>
                <a:cubicBezTo>
                  <a:pt x="316114" y="112719"/>
                  <a:pt x="311960" y="108565"/>
                  <a:pt x="306835" y="108565"/>
                </a:cubicBezTo>
                <a:cubicBezTo>
                  <a:pt x="301710" y="108565"/>
                  <a:pt x="297555" y="112719"/>
                  <a:pt x="297555" y="117844"/>
                </a:cubicBezTo>
                <a:lnTo>
                  <a:pt x="297555" y="140492"/>
                </a:lnTo>
                <a:lnTo>
                  <a:pt x="291417" y="140492"/>
                </a:lnTo>
                <a:lnTo>
                  <a:pt x="291417" y="18559"/>
                </a:lnTo>
                <a:close/>
                <a:moveTo>
                  <a:pt x="291417" y="159051"/>
                </a:moveTo>
                <a:lnTo>
                  <a:pt x="297555" y="159051"/>
                </a:lnTo>
                <a:lnTo>
                  <a:pt x="297555" y="272297"/>
                </a:lnTo>
                <a:cubicBezTo>
                  <a:pt x="297555" y="277422"/>
                  <a:pt x="301710" y="281576"/>
                  <a:pt x="306835" y="281576"/>
                </a:cubicBezTo>
                <a:cubicBezTo>
                  <a:pt x="311960" y="281576"/>
                  <a:pt x="316114" y="277422"/>
                  <a:pt x="316114" y="272297"/>
                </a:cubicBezTo>
                <a:lnTo>
                  <a:pt x="316114" y="159051"/>
                </a:lnTo>
                <a:lnTo>
                  <a:pt x="322253" y="159051"/>
                </a:lnTo>
                <a:lnTo>
                  <a:pt x="322253" y="273435"/>
                </a:lnTo>
                <a:cubicBezTo>
                  <a:pt x="322253" y="281937"/>
                  <a:pt x="315336" y="288853"/>
                  <a:pt x="306835" y="288853"/>
                </a:cubicBezTo>
                <a:cubicBezTo>
                  <a:pt x="298334" y="288853"/>
                  <a:pt x="291417" y="281936"/>
                  <a:pt x="291417" y="273435"/>
                </a:cubicBezTo>
                <a:lnTo>
                  <a:pt x="291417" y="159051"/>
                </a:lnTo>
                <a:close/>
                <a:moveTo>
                  <a:pt x="183852" y="18559"/>
                </a:moveTo>
                <a:lnTo>
                  <a:pt x="214687" y="18559"/>
                </a:lnTo>
                <a:lnTo>
                  <a:pt x="214687" y="140492"/>
                </a:lnTo>
                <a:lnTo>
                  <a:pt x="183852" y="140492"/>
                </a:lnTo>
                <a:lnTo>
                  <a:pt x="183852" y="18559"/>
                </a:lnTo>
                <a:close/>
                <a:moveTo>
                  <a:pt x="183852" y="159051"/>
                </a:moveTo>
                <a:lnTo>
                  <a:pt x="214687" y="159051"/>
                </a:lnTo>
                <a:lnTo>
                  <a:pt x="214687" y="273435"/>
                </a:lnTo>
                <a:cubicBezTo>
                  <a:pt x="214687" y="281937"/>
                  <a:pt x="207770" y="288853"/>
                  <a:pt x="199269" y="288853"/>
                </a:cubicBezTo>
                <a:cubicBezTo>
                  <a:pt x="190769" y="288853"/>
                  <a:pt x="183852" y="281936"/>
                  <a:pt x="183852" y="273435"/>
                </a:cubicBezTo>
                <a:lnTo>
                  <a:pt x="183852" y="159051"/>
                </a:lnTo>
                <a:close/>
                <a:moveTo>
                  <a:pt x="76286" y="18559"/>
                </a:moveTo>
                <a:lnTo>
                  <a:pt x="107122" y="18559"/>
                </a:lnTo>
                <a:lnTo>
                  <a:pt x="107122" y="140492"/>
                </a:lnTo>
                <a:lnTo>
                  <a:pt x="100984" y="140492"/>
                </a:lnTo>
                <a:lnTo>
                  <a:pt x="100984" y="83047"/>
                </a:lnTo>
                <a:cubicBezTo>
                  <a:pt x="100984" y="77922"/>
                  <a:pt x="96829" y="73768"/>
                  <a:pt x="91704" y="73768"/>
                </a:cubicBezTo>
                <a:cubicBezTo>
                  <a:pt x="86579" y="73768"/>
                  <a:pt x="82425" y="77922"/>
                  <a:pt x="82425" y="83047"/>
                </a:cubicBezTo>
                <a:lnTo>
                  <a:pt x="82425" y="140492"/>
                </a:lnTo>
                <a:lnTo>
                  <a:pt x="76286" y="140492"/>
                </a:lnTo>
                <a:lnTo>
                  <a:pt x="76286" y="18559"/>
                </a:lnTo>
                <a:close/>
                <a:moveTo>
                  <a:pt x="76286" y="159051"/>
                </a:moveTo>
                <a:lnTo>
                  <a:pt x="82425" y="159051"/>
                </a:lnTo>
                <a:lnTo>
                  <a:pt x="82425" y="272297"/>
                </a:lnTo>
                <a:cubicBezTo>
                  <a:pt x="82425" y="277422"/>
                  <a:pt x="86579" y="281576"/>
                  <a:pt x="91704" y="281576"/>
                </a:cubicBezTo>
                <a:cubicBezTo>
                  <a:pt x="96829" y="281576"/>
                  <a:pt x="100984" y="277422"/>
                  <a:pt x="100984" y="272297"/>
                </a:cubicBezTo>
                <a:lnTo>
                  <a:pt x="100984" y="159051"/>
                </a:lnTo>
                <a:lnTo>
                  <a:pt x="107122" y="159051"/>
                </a:lnTo>
                <a:lnTo>
                  <a:pt x="107122" y="273435"/>
                </a:lnTo>
                <a:cubicBezTo>
                  <a:pt x="107122" y="281937"/>
                  <a:pt x="100205" y="288853"/>
                  <a:pt x="91704" y="288853"/>
                </a:cubicBezTo>
                <a:cubicBezTo>
                  <a:pt x="83203" y="288853"/>
                  <a:pt x="76286" y="281936"/>
                  <a:pt x="76286" y="273435"/>
                </a:cubicBezTo>
                <a:lnTo>
                  <a:pt x="76286" y="159051"/>
                </a:lnTo>
                <a:close/>
                <a:moveTo>
                  <a:pt x="379975" y="336363"/>
                </a:moveTo>
                <a:cubicBezTo>
                  <a:pt x="379975" y="349102"/>
                  <a:pt x="369611" y="359465"/>
                  <a:pt x="356873" y="359465"/>
                </a:cubicBezTo>
                <a:cubicBezTo>
                  <a:pt x="350382" y="359465"/>
                  <a:pt x="344373" y="356843"/>
                  <a:pt x="339952" y="352082"/>
                </a:cubicBezTo>
                <a:cubicBezTo>
                  <a:pt x="331167" y="342621"/>
                  <a:pt x="318855" y="337195"/>
                  <a:pt x="306173" y="337195"/>
                </a:cubicBezTo>
                <a:lnTo>
                  <a:pt x="92360" y="337195"/>
                </a:lnTo>
                <a:cubicBezTo>
                  <a:pt x="79679" y="337195"/>
                  <a:pt x="67367" y="342621"/>
                  <a:pt x="58581" y="352082"/>
                </a:cubicBezTo>
                <a:cubicBezTo>
                  <a:pt x="54160" y="356843"/>
                  <a:pt x="48151" y="359465"/>
                  <a:pt x="41660" y="359465"/>
                </a:cubicBezTo>
                <a:cubicBezTo>
                  <a:pt x="28922" y="359465"/>
                  <a:pt x="18559" y="349102"/>
                  <a:pt x="18559" y="336363"/>
                </a:cubicBezTo>
                <a:lnTo>
                  <a:pt x="18559" y="177693"/>
                </a:lnTo>
                <a:cubicBezTo>
                  <a:pt x="18559" y="167413"/>
                  <a:pt x="26922" y="159051"/>
                  <a:pt x="37201" y="159051"/>
                </a:cubicBezTo>
                <a:lnTo>
                  <a:pt x="57727" y="159051"/>
                </a:lnTo>
                <a:lnTo>
                  <a:pt x="57727" y="273435"/>
                </a:lnTo>
                <a:cubicBezTo>
                  <a:pt x="57727" y="292170"/>
                  <a:pt x="72970" y="307412"/>
                  <a:pt x="91704" y="307412"/>
                </a:cubicBezTo>
                <a:cubicBezTo>
                  <a:pt x="110438" y="307412"/>
                  <a:pt x="125681" y="292170"/>
                  <a:pt x="125681" y="273435"/>
                </a:cubicBezTo>
                <a:lnTo>
                  <a:pt x="125681" y="159051"/>
                </a:lnTo>
                <a:lnTo>
                  <a:pt x="165293" y="159051"/>
                </a:lnTo>
                <a:lnTo>
                  <a:pt x="165293" y="273435"/>
                </a:lnTo>
                <a:cubicBezTo>
                  <a:pt x="165293" y="292170"/>
                  <a:pt x="180535" y="307412"/>
                  <a:pt x="199269" y="307412"/>
                </a:cubicBezTo>
                <a:cubicBezTo>
                  <a:pt x="218004" y="307412"/>
                  <a:pt x="233246" y="292170"/>
                  <a:pt x="233246" y="273435"/>
                </a:cubicBezTo>
                <a:lnTo>
                  <a:pt x="233246" y="159051"/>
                </a:lnTo>
                <a:lnTo>
                  <a:pt x="272858" y="159051"/>
                </a:lnTo>
                <a:lnTo>
                  <a:pt x="272858" y="273435"/>
                </a:lnTo>
                <a:cubicBezTo>
                  <a:pt x="272858" y="292170"/>
                  <a:pt x="288101" y="307412"/>
                  <a:pt x="306835" y="307412"/>
                </a:cubicBezTo>
                <a:cubicBezTo>
                  <a:pt x="325569" y="307412"/>
                  <a:pt x="340812" y="292170"/>
                  <a:pt x="340812" y="273435"/>
                </a:cubicBezTo>
                <a:lnTo>
                  <a:pt x="340812" y="159051"/>
                </a:lnTo>
                <a:lnTo>
                  <a:pt x="361331" y="159051"/>
                </a:lnTo>
                <a:cubicBezTo>
                  <a:pt x="371611" y="159051"/>
                  <a:pt x="379974" y="167414"/>
                  <a:pt x="379974" y="177693"/>
                </a:cubicBezTo>
                <a:lnTo>
                  <a:pt x="379974" y="336363"/>
                </a:lnTo>
                <a:close/>
              </a:path>
            </a:pathLst>
          </a:custGeom>
          <a:solidFill>
            <a:schemeClr val="bg1"/>
          </a:solidFill>
          <a:ln w="91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9A0F545-CE00-7BF1-C8D3-D29644DF009B}"/>
              </a:ext>
            </a:extLst>
          </p:cNvPr>
          <p:cNvGrpSpPr/>
          <p:nvPr/>
        </p:nvGrpSpPr>
        <p:grpSpPr>
          <a:xfrm>
            <a:off x="11514324" y="1095439"/>
            <a:ext cx="1200142" cy="1221256"/>
            <a:chOff x="6452894" y="5331089"/>
            <a:chExt cx="1200142" cy="122125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68AD3-D54C-20B5-409D-D4259FC772B8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01F41E0-3E58-D51E-D694-B8B61ADDDD55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D2C45FF-AB18-4F5D-8E6E-6FD293D5E6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855491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132C1C-7DD9-ED37-4578-36588A773C49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3313C1-6718-4AB7-FD9E-7B85B6A51DAF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12</a:t>
            </a:fld>
            <a:endParaRPr lang="en-US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4B3177-0E8A-E979-12A5-92C2188FDB04}"/>
              </a:ext>
            </a:extLst>
          </p:cNvPr>
          <p:cNvSpPr txBox="1"/>
          <p:nvPr/>
        </p:nvSpPr>
        <p:spPr>
          <a:xfrm>
            <a:off x="762002" y="579708"/>
            <a:ext cx="10667996" cy="86421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latin typeface="+mj-lt"/>
                <a:cs typeface="Poppins ExtraBold" panose="00000900000000000000" pitchFamily="2" charset="0"/>
              </a:rPr>
              <a:t>Puzzle</a:t>
            </a:r>
            <a:r>
              <a:rPr lang="en-US" sz="4800" b="1" spc="100" dirty="0"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Infographic</a:t>
            </a: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F825A010-12CD-E189-DD26-574A4E77F69B}"/>
              </a:ext>
            </a:extLst>
          </p:cNvPr>
          <p:cNvSpPr>
            <a:spLocks noEditPoints="1"/>
          </p:cNvSpPr>
          <p:nvPr/>
        </p:nvSpPr>
        <p:spPr bwMode="auto">
          <a:xfrm>
            <a:off x="2356389" y="2810678"/>
            <a:ext cx="2983233" cy="1974731"/>
          </a:xfrm>
          <a:custGeom>
            <a:avLst/>
            <a:gdLst>
              <a:gd name="T0" fmla="*/ 1978 w 2419"/>
              <a:gd name="T1" fmla="*/ 419 h 1601"/>
              <a:gd name="T2" fmla="*/ 2299 w 2419"/>
              <a:gd name="T3" fmla="*/ 634 h 1601"/>
              <a:gd name="T4" fmla="*/ 2296 w 2419"/>
              <a:gd name="T5" fmla="*/ 319 h 1601"/>
              <a:gd name="T6" fmla="*/ 1938 w 2419"/>
              <a:gd name="T7" fmla="*/ 165 h 1601"/>
              <a:gd name="T8" fmla="*/ 1823 w 2419"/>
              <a:gd name="T9" fmla="*/ 285 h 1601"/>
              <a:gd name="T10" fmla="*/ 0 w 2419"/>
              <a:gd name="T11" fmla="*/ 571 h 1601"/>
              <a:gd name="T12" fmla="*/ 1623 w 2419"/>
              <a:gd name="T13" fmla="*/ 1365 h 1601"/>
              <a:gd name="T14" fmla="*/ 1678 w 2419"/>
              <a:gd name="T15" fmla="*/ 1453 h 1601"/>
              <a:gd name="T16" fmla="*/ 2010 w 2419"/>
              <a:gd name="T17" fmla="*/ 1488 h 1601"/>
              <a:gd name="T18" fmla="*/ 2419 w 2419"/>
              <a:gd name="T19" fmla="*/ 1030 h 1601"/>
              <a:gd name="T20" fmla="*/ 2295 w 2419"/>
              <a:gd name="T21" fmla="*/ 324 h 1601"/>
              <a:gd name="T22" fmla="*/ 2296 w 2419"/>
              <a:gd name="T23" fmla="*/ 322 h 1601"/>
              <a:gd name="T24" fmla="*/ 2295 w 2419"/>
              <a:gd name="T25" fmla="*/ 329 h 1601"/>
              <a:gd name="T26" fmla="*/ 2295 w 2419"/>
              <a:gd name="T27" fmla="*/ 326 h 1601"/>
              <a:gd name="T28" fmla="*/ 2293 w 2419"/>
              <a:gd name="T29" fmla="*/ 334 h 1601"/>
              <a:gd name="T30" fmla="*/ 2292 w 2419"/>
              <a:gd name="T31" fmla="*/ 337 h 1601"/>
              <a:gd name="T32" fmla="*/ 2292 w 2419"/>
              <a:gd name="T33" fmla="*/ 337 h 1601"/>
              <a:gd name="T34" fmla="*/ 2290 w 2419"/>
              <a:gd name="T35" fmla="*/ 342 h 1601"/>
              <a:gd name="T36" fmla="*/ 2282 w 2419"/>
              <a:gd name="T37" fmla="*/ 354 h 1601"/>
              <a:gd name="T38" fmla="*/ 2280 w 2419"/>
              <a:gd name="T39" fmla="*/ 356 h 1601"/>
              <a:gd name="T40" fmla="*/ 2277 w 2419"/>
              <a:gd name="T41" fmla="*/ 358 h 1601"/>
              <a:gd name="T42" fmla="*/ 2274 w 2419"/>
              <a:gd name="T43" fmla="*/ 361 h 1601"/>
              <a:gd name="T44" fmla="*/ 2274 w 2419"/>
              <a:gd name="T45" fmla="*/ 361 h 1601"/>
              <a:gd name="T46" fmla="*/ 2268 w 2419"/>
              <a:gd name="T47" fmla="*/ 366 h 1601"/>
              <a:gd name="T48" fmla="*/ 2264 w 2419"/>
              <a:gd name="T49" fmla="*/ 368 h 1601"/>
              <a:gd name="T50" fmla="*/ 2264 w 2419"/>
              <a:gd name="T51" fmla="*/ 368 h 1601"/>
              <a:gd name="T52" fmla="*/ 2254 w 2419"/>
              <a:gd name="T53" fmla="*/ 373 h 1601"/>
              <a:gd name="T54" fmla="*/ 2231 w 2419"/>
              <a:gd name="T55" fmla="*/ 381 h 1601"/>
              <a:gd name="T56" fmla="*/ 2213 w 2419"/>
              <a:gd name="T57" fmla="*/ 384 h 1601"/>
              <a:gd name="T58" fmla="*/ 2212 w 2419"/>
              <a:gd name="T59" fmla="*/ 384 h 1601"/>
              <a:gd name="T60" fmla="*/ 2203 w 2419"/>
              <a:gd name="T61" fmla="*/ 385 h 1601"/>
              <a:gd name="T62" fmla="*/ 2202 w 2419"/>
              <a:gd name="T63" fmla="*/ 385 h 1601"/>
              <a:gd name="T64" fmla="*/ 2180 w 2419"/>
              <a:gd name="T65" fmla="*/ 387 h 1601"/>
              <a:gd name="T66" fmla="*/ 2179 w 2419"/>
              <a:gd name="T67" fmla="*/ 387 h 1601"/>
              <a:gd name="T68" fmla="*/ 2179 w 2419"/>
              <a:gd name="T69" fmla="*/ 387 h 1601"/>
              <a:gd name="T70" fmla="*/ 2166 w 2419"/>
              <a:gd name="T71" fmla="*/ 388 h 1601"/>
              <a:gd name="T72" fmla="*/ 2135 w 2419"/>
              <a:gd name="T73" fmla="*/ 388 h 1601"/>
              <a:gd name="T74" fmla="*/ 2119 w 2419"/>
              <a:gd name="T75" fmla="*/ 388 h 1601"/>
              <a:gd name="T76" fmla="*/ 2089 w 2419"/>
              <a:gd name="T77" fmla="*/ 389 h 1601"/>
              <a:gd name="T78" fmla="*/ 2077 w 2419"/>
              <a:gd name="T79" fmla="*/ 390 h 1601"/>
              <a:gd name="T80" fmla="*/ 2077 w 2419"/>
              <a:gd name="T81" fmla="*/ 390 h 1601"/>
              <a:gd name="T82" fmla="*/ 2055 w 2419"/>
              <a:gd name="T83" fmla="*/ 393 h 1601"/>
              <a:gd name="T84" fmla="*/ 2019 w 2419"/>
              <a:gd name="T85" fmla="*/ 402 h 1601"/>
              <a:gd name="T86" fmla="*/ 2017 w 2419"/>
              <a:gd name="T87" fmla="*/ 403 h 1601"/>
              <a:gd name="T88" fmla="*/ 2017 w 2419"/>
              <a:gd name="T89" fmla="*/ 403 h 1601"/>
              <a:gd name="T90" fmla="*/ 2011 w 2419"/>
              <a:gd name="T91" fmla="*/ 405 h 1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19" h="1601">
                <a:moveTo>
                  <a:pt x="2419" y="1030"/>
                </a:moveTo>
                <a:cubicBezTo>
                  <a:pt x="2416" y="714"/>
                  <a:pt x="2416" y="714"/>
                  <a:pt x="2416" y="714"/>
                </a:cubicBezTo>
                <a:cubicBezTo>
                  <a:pt x="1978" y="419"/>
                  <a:pt x="1978" y="419"/>
                  <a:pt x="1978" y="419"/>
                </a:cubicBezTo>
                <a:cubicBezTo>
                  <a:pt x="2298" y="635"/>
                  <a:pt x="2298" y="635"/>
                  <a:pt x="2298" y="635"/>
                </a:cubicBezTo>
                <a:cubicBezTo>
                  <a:pt x="2298" y="635"/>
                  <a:pt x="2298" y="635"/>
                  <a:pt x="2298" y="635"/>
                </a:cubicBezTo>
                <a:cubicBezTo>
                  <a:pt x="2299" y="635"/>
                  <a:pt x="2299" y="634"/>
                  <a:pt x="2299" y="634"/>
                </a:cubicBezTo>
                <a:cubicBezTo>
                  <a:pt x="2299" y="633"/>
                  <a:pt x="2299" y="633"/>
                  <a:pt x="2299" y="633"/>
                </a:cubicBezTo>
                <a:cubicBezTo>
                  <a:pt x="2296" y="317"/>
                  <a:pt x="2296" y="317"/>
                  <a:pt x="2296" y="317"/>
                </a:cubicBezTo>
                <a:cubicBezTo>
                  <a:pt x="2296" y="318"/>
                  <a:pt x="2296" y="319"/>
                  <a:pt x="2296" y="319"/>
                </a:cubicBezTo>
                <a:cubicBezTo>
                  <a:pt x="2296" y="319"/>
                  <a:pt x="2296" y="319"/>
                  <a:pt x="2296" y="320"/>
                </a:cubicBezTo>
                <a:cubicBezTo>
                  <a:pt x="2297" y="288"/>
                  <a:pt x="2271" y="250"/>
                  <a:pt x="2221" y="216"/>
                </a:cubicBezTo>
                <a:cubicBezTo>
                  <a:pt x="2135" y="158"/>
                  <a:pt x="2009" y="135"/>
                  <a:pt x="1938" y="165"/>
                </a:cubicBezTo>
                <a:cubicBezTo>
                  <a:pt x="1897" y="183"/>
                  <a:pt x="1898" y="213"/>
                  <a:pt x="1882" y="238"/>
                </a:cubicBezTo>
                <a:cubicBezTo>
                  <a:pt x="1873" y="251"/>
                  <a:pt x="1860" y="265"/>
                  <a:pt x="1843" y="275"/>
                </a:cubicBezTo>
                <a:cubicBezTo>
                  <a:pt x="1841" y="277"/>
                  <a:pt x="1833" y="281"/>
                  <a:pt x="1823" y="285"/>
                </a:cubicBezTo>
                <a:cubicBezTo>
                  <a:pt x="1814" y="289"/>
                  <a:pt x="1805" y="293"/>
                  <a:pt x="1796" y="296"/>
                </a:cubicBezTo>
                <a:cubicBezTo>
                  <a:pt x="1357" y="0"/>
                  <a:pt x="1357" y="0"/>
                  <a:pt x="1357" y="0"/>
                </a:cubicBezTo>
                <a:cubicBezTo>
                  <a:pt x="0" y="571"/>
                  <a:pt x="0" y="571"/>
                  <a:pt x="0" y="571"/>
                </a:cubicBezTo>
                <a:cubicBezTo>
                  <a:pt x="3" y="887"/>
                  <a:pt x="3" y="887"/>
                  <a:pt x="3" y="887"/>
                </a:cubicBezTo>
                <a:cubicBezTo>
                  <a:pt x="1062" y="1601"/>
                  <a:pt x="1062" y="1601"/>
                  <a:pt x="1062" y="1601"/>
                </a:cubicBezTo>
                <a:cubicBezTo>
                  <a:pt x="1623" y="1365"/>
                  <a:pt x="1623" y="1365"/>
                  <a:pt x="1623" y="1365"/>
                </a:cubicBezTo>
                <a:cubicBezTo>
                  <a:pt x="1642" y="1376"/>
                  <a:pt x="1665" y="1395"/>
                  <a:pt x="1667" y="1398"/>
                </a:cubicBezTo>
                <a:cubicBezTo>
                  <a:pt x="1676" y="1410"/>
                  <a:pt x="1678" y="1424"/>
                  <a:pt x="1678" y="1438"/>
                </a:cubicBezTo>
                <a:cubicBezTo>
                  <a:pt x="1678" y="1443"/>
                  <a:pt x="1678" y="1448"/>
                  <a:pt x="1678" y="1453"/>
                </a:cubicBezTo>
                <a:cubicBezTo>
                  <a:pt x="1679" y="1474"/>
                  <a:pt x="1681" y="1494"/>
                  <a:pt x="1703" y="1509"/>
                </a:cubicBezTo>
                <a:cubicBezTo>
                  <a:pt x="1758" y="1546"/>
                  <a:pt x="1891" y="1538"/>
                  <a:pt x="2001" y="1492"/>
                </a:cubicBezTo>
                <a:cubicBezTo>
                  <a:pt x="2004" y="1490"/>
                  <a:pt x="2007" y="1489"/>
                  <a:pt x="2010" y="1488"/>
                </a:cubicBezTo>
                <a:cubicBezTo>
                  <a:pt x="2084" y="1455"/>
                  <a:pt x="2126" y="1413"/>
                  <a:pt x="2126" y="1379"/>
                </a:cubicBezTo>
                <a:cubicBezTo>
                  <a:pt x="2125" y="1304"/>
                  <a:pt x="2124" y="1229"/>
                  <a:pt x="2124" y="1154"/>
                </a:cubicBezTo>
                <a:lnTo>
                  <a:pt x="2419" y="1030"/>
                </a:lnTo>
                <a:close/>
                <a:moveTo>
                  <a:pt x="2296" y="322"/>
                </a:moveTo>
                <a:cubicBezTo>
                  <a:pt x="2296" y="322"/>
                  <a:pt x="2296" y="322"/>
                  <a:pt x="2296" y="322"/>
                </a:cubicBezTo>
                <a:cubicBezTo>
                  <a:pt x="2296" y="323"/>
                  <a:pt x="2295" y="323"/>
                  <a:pt x="2295" y="324"/>
                </a:cubicBezTo>
                <a:cubicBezTo>
                  <a:pt x="2295" y="324"/>
                  <a:pt x="2295" y="324"/>
                  <a:pt x="2295" y="324"/>
                </a:cubicBezTo>
                <a:cubicBezTo>
                  <a:pt x="2295" y="324"/>
                  <a:pt x="2295" y="324"/>
                  <a:pt x="2295" y="324"/>
                </a:cubicBezTo>
                <a:cubicBezTo>
                  <a:pt x="2295" y="323"/>
                  <a:pt x="2296" y="322"/>
                  <a:pt x="2296" y="322"/>
                </a:cubicBezTo>
                <a:close/>
                <a:moveTo>
                  <a:pt x="2295" y="326"/>
                </a:moveTo>
                <a:cubicBezTo>
                  <a:pt x="2295" y="326"/>
                  <a:pt x="2295" y="326"/>
                  <a:pt x="2295" y="326"/>
                </a:cubicBezTo>
                <a:cubicBezTo>
                  <a:pt x="2295" y="327"/>
                  <a:pt x="2295" y="328"/>
                  <a:pt x="2295" y="329"/>
                </a:cubicBezTo>
                <a:cubicBezTo>
                  <a:pt x="2295" y="329"/>
                  <a:pt x="2295" y="329"/>
                  <a:pt x="2294" y="330"/>
                </a:cubicBezTo>
                <a:cubicBezTo>
                  <a:pt x="2294" y="330"/>
                  <a:pt x="2294" y="330"/>
                  <a:pt x="2294" y="330"/>
                </a:cubicBezTo>
                <a:cubicBezTo>
                  <a:pt x="2295" y="329"/>
                  <a:pt x="2295" y="327"/>
                  <a:pt x="2295" y="326"/>
                </a:cubicBezTo>
                <a:close/>
                <a:moveTo>
                  <a:pt x="2294" y="332"/>
                </a:moveTo>
                <a:cubicBezTo>
                  <a:pt x="2294" y="332"/>
                  <a:pt x="2294" y="332"/>
                  <a:pt x="2294" y="333"/>
                </a:cubicBezTo>
                <a:cubicBezTo>
                  <a:pt x="2293" y="333"/>
                  <a:pt x="2293" y="334"/>
                  <a:pt x="2293" y="334"/>
                </a:cubicBezTo>
                <a:cubicBezTo>
                  <a:pt x="2293" y="335"/>
                  <a:pt x="2293" y="335"/>
                  <a:pt x="2293" y="335"/>
                </a:cubicBezTo>
                <a:cubicBezTo>
                  <a:pt x="2293" y="334"/>
                  <a:pt x="2294" y="333"/>
                  <a:pt x="2294" y="332"/>
                </a:cubicBezTo>
                <a:close/>
                <a:moveTo>
                  <a:pt x="2292" y="337"/>
                </a:moveTo>
                <a:cubicBezTo>
                  <a:pt x="2292" y="337"/>
                  <a:pt x="2292" y="337"/>
                  <a:pt x="2292" y="337"/>
                </a:cubicBezTo>
                <a:cubicBezTo>
                  <a:pt x="2292" y="337"/>
                  <a:pt x="2292" y="338"/>
                  <a:pt x="2292" y="338"/>
                </a:cubicBezTo>
                <a:cubicBezTo>
                  <a:pt x="2292" y="338"/>
                  <a:pt x="2292" y="337"/>
                  <a:pt x="2292" y="337"/>
                </a:cubicBezTo>
                <a:close/>
                <a:moveTo>
                  <a:pt x="2291" y="341"/>
                </a:moveTo>
                <a:cubicBezTo>
                  <a:pt x="2290" y="341"/>
                  <a:pt x="2290" y="341"/>
                  <a:pt x="2290" y="342"/>
                </a:cubicBezTo>
                <a:cubicBezTo>
                  <a:pt x="2290" y="342"/>
                  <a:pt x="2290" y="342"/>
                  <a:pt x="2290" y="342"/>
                </a:cubicBezTo>
                <a:cubicBezTo>
                  <a:pt x="2290" y="342"/>
                  <a:pt x="2290" y="343"/>
                  <a:pt x="2289" y="343"/>
                </a:cubicBezTo>
                <a:cubicBezTo>
                  <a:pt x="2290" y="342"/>
                  <a:pt x="2290" y="342"/>
                  <a:pt x="2291" y="341"/>
                </a:cubicBezTo>
                <a:close/>
                <a:moveTo>
                  <a:pt x="2282" y="354"/>
                </a:moveTo>
                <a:cubicBezTo>
                  <a:pt x="2282" y="354"/>
                  <a:pt x="2282" y="354"/>
                  <a:pt x="2282" y="354"/>
                </a:cubicBezTo>
                <a:cubicBezTo>
                  <a:pt x="2281" y="354"/>
                  <a:pt x="2281" y="355"/>
                  <a:pt x="2280" y="355"/>
                </a:cubicBezTo>
                <a:cubicBezTo>
                  <a:pt x="2280" y="355"/>
                  <a:pt x="2280" y="356"/>
                  <a:pt x="2280" y="356"/>
                </a:cubicBezTo>
                <a:cubicBezTo>
                  <a:pt x="2281" y="355"/>
                  <a:pt x="2281" y="354"/>
                  <a:pt x="2282" y="354"/>
                </a:cubicBezTo>
                <a:close/>
                <a:moveTo>
                  <a:pt x="2278" y="357"/>
                </a:moveTo>
                <a:cubicBezTo>
                  <a:pt x="2278" y="358"/>
                  <a:pt x="2277" y="358"/>
                  <a:pt x="2277" y="358"/>
                </a:cubicBezTo>
                <a:cubicBezTo>
                  <a:pt x="2277" y="359"/>
                  <a:pt x="2276" y="359"/>
                  <a:pt x="2276" y="360"/>
                </a:cubicBezTo>
                <a:cubicBezTo>
                  <a:pt x="2277" y="359"/>
                  <a:pt x="2277" y="358"/>
                  <a:pt x="2278" y="357"/>
                </a:cubicBezTo>
                <a:close/>
                <a:moveTo>
                  <a:pt x="2274" y="361"/>
                </a:moveTo>
                <a:cubicBezTo>
                  <a:pt x="2274" y="361"/>
                  <a:pt x="2274" y="361"/>
                  <a:pt x="2274" y="361"/>
                </a:cubicBezTo>
                <a:cubicBezTo>
                  <a:pt x="2274" y="361"/>
                  <a:pt x="2274" y="361"/>
                  <a:pt x="2274" y="361"/>
                </a:cubicBezTo>
                <a:cubicBezTo>
                  <a:pt x="2274" y="361"/>
                  <a:pt x="2274" y="361"/>
                  <a:pt x="2274" y="361"/>
                </a:cubicBezTo>
                <a:close/>
                <a:moveTo>
                  <a:pt x="2269" y="365"/>
                </a:moveTo>
                <a:cubicBezTo>
                  <a:pt x="2269" y="365"/>
                  <a:pt x="2269" y="365"/>
                  <a:pt x="2269" y="365"/>
                </a:cubicBezTo>
                <a:cubicBezTo>
                  <a:pt x="2269" y="365"/>
                  <a:pt x="2268" y="365"/>
                  <a:pt x="2268" y="366"/>
                </a:cubicBezTo>
                <a:cubicBezTo>
                  <a:pt x="2268" y="366"/>
                  <a:pt x="2268" y="366"/>
                  <a:pt x="2268" y="366"/>
                </a:cubicBezTo>
                <a:cubicBezTo>
                  <a:pt x="2268" y="365"/>
                  <a:pt x="2269" y="365"/>
                  <a:pt x="2269" y="365"/>
                </a:cubicBezTo>
                <a:close/>
                <a:moveTo>
                  <a:pt x="2264" y="368"/>
                </a:moveTo>
                <a:cubicBezTo>
                  <a:pt x="2264" y="368"/>
                  <a:pt x="2264" y="368"/>
                  <a:pt x="2264" y="368"/>
                </a:cubicBezTo>
                <a:cubicBezTo>
                  <a:pt x="2263" y="369"/>
                  <a:pt x="2262" y="369"/>
                  <a:pt x="2261" y="370"/>
                </a:cubicBezTo>
                <a:cubicBezTo>
                  <a:pt x="2262" y="369"/>
                  <a:pt x="2263" y="368"/>
                  <a:pt x="2264" y="368"/>
                </a:cubicBezTo>
                <a:close/>
                <a:moveTo>
                  <a:pt x="2259" y="371"/>
                </a:moveTo>
                <a:cubicBezTo>
                  <a:pt x="2259" y="371"/>
                  <a:pt x="2259" y="371"/>
                  <a:pt x="2259" y="371"/>
                </a:cubicBezTo>
                <a:cubicBezTo>
                  <a:pt x="2257" y="372"/>
                  <a:pt x="2256" y="373"/>
                  <a:pt x="2254" y="373"/>
                </a:cubicBezTo>
                <a:cubicBezTo>
                  <a:pt x="2256" y="372"/>
                  <a:pt x="2257" y="372"/>
                  <a:pt x="2259" y="371"/>
                </a:cubicBezTo>
                <a:close/>
                <a:moveTo>
                  <a:pt x="2231" y="381"/>
                </a:moveTo>
                <a:cubicBezTo>
                  <a:pt x="2231" y="381"/>
                  <a:pt x="2231" y="381"/>
                  <a:pt x="2231" y="381"/>
                </a:cubicBezTo>
                <a:cubicBezTo>
                  <a:pt x="2231" y="381"/>
                  <a:pt x="2231" y="381"/>
                  <a:pt x="2231" y="381"/>
                </a:cubicBezTo>
                <a:cubicBezTo>
                  <a:pt x="2231" y="381"/>
                  <a:pt x="2231" y="381"/>
                  <a:pt x="2231" y="381"/>
                </a:cubicBezTo>
                <a:close/>
                <a:moveTo>
                  <a:pt x="2213" y="384"/>
                </a:moveTo>
                <a:cubicBezTo>
                  <a:pt x="2213" y="384"/>
                  <a:pt x="2213" y="384"/>
                  <a:pt x="2213" y="384"/>
                </a:cubicBezTo>
                <a:cubicBezTo>
                  <a:pt x="2213" y="384"/>
                  <a:pt x="2213" y="384"/>
                  <a:pt x="2213" y="384"/>
                </a:cubicBezTo>
                <a:cubicBezTo>
                  <a:pt x="2212" y="384"/>
                  <a:pt x="2212" y="384"/>
                  <a:pt x="2212" y="384"/>
                </a:cubicBezTo>
                <a:cubicBezTo>
                  <a:pt x="2212" y="384"/>
                  <a:pt x="2212" y="384"/>
                  <a:pt x="2212" y="384"/>
                </a:cubicBezTo>
                <a:cubicBezTo>
                  <a:pt x="2212" y="384"/>
                  <a:pt x="2213" y="384"/>
                  <a:pt x="2213" y="384"/>
                </a:cubicBezTo>
                <a:close/>
                <a:moveTo>
                  <a:pt x="2203" y="385"/>
                </a:moveTo>
                <a:cubicBezTo>
                  <a:pt x="2203" y="385"/>
                  <a:pt x="2203" y="385"/>
                  <a:pt x="2203" y="385"/>
                </a:cubicBezTo>
                <a:cubicBezTo>
                  <a:pt x="2203" y="385"/>
                  <a:pt x="2203" y="385"/>
                  <a:pt x="2202" y="385"/>
                </a:cubicBezTo>
                <a:cubicBezTo>
                  <a:pt x="2202" y="385"/>
                  <a:pt x="2202" y="385"/>
                  <a:pt x="2202" y="385"/>
                </a:cubicBezTo>
                <a:cubicBezTo>
                  <a:pt x="2203" y="385"/>
                  <a:pt x="2203" y="385"/>
                  <a:pt x="2203" y="385"/>
                </a:cubicBezTo>
                <a:close/>
                <a:moveTo>
                  <a:pt x="2180" y="387"/>
                </a:moveTo>
                <a:cubicBezTo>
                  <a:pt x="2180" y="387"/>
                  <a:pt x="2180" y="387"/>
                  <a:pt x="2180" y="387"/>
                </a:cubicBezTo>
                <a:cubicBezTo>
                  <a:pt x="2180" y="387"/>
                  <a:pt x="2180" y="387"/>
                  <a:pt x="2180" y="387"/>
                </a:cubicBezTo>
                <a:cubicBezTo>
                  <a:pt x="2180" y="387"/>
                  <a:pt x="2180" y="387"/>
                  <a:pt x="2180" y="387"/>
                </a:cubicBezTo>
                <a:close/>
                <a:moveTo>
                  <a:pt x="2179" y="387"/>
                </a:moveTo>
                <a:cubicBezTo>
                  <a:pt x="2179" y="387"/>
                  <a:pt x="2179" y="387"/>
                  <a:pt x="2179" y="387"/>
                </a:cubicBezTo>
                <a:cubicBezTo>
                  <a:pt x="2179" y="387"/>
                  <a:pt x="2179" y="387"/>
                  <a:pt x="2179" y="387"/>
                </a:cubicBezTo>
                <a:cubicBezTo>
                  <a:pt x="2179" y="387"/>
                  <a:pt x="2179" y="387"/>
                  <a:pt x="2179" y="387"/>
                </a:cubicBezTo>
                <a:close/>
                <a:moveTo>
                  <a:pt x="2166" y="388"/>
                </a:moveTo>
                <a:cubicBezTo>
                  <a:pt x="2166" y="388"/>
                  <a:pt x="2166" y="388"/>
                  <a:pt x="2166" y="388"/>
                </a:cubicBezTo>
                <a:cubicBezTo>
                  <a:pt x="2166" y="388"/>
                  <a:pt x="2166" y="388"/>
                  <a:pt x="2166" y="388"/>
                </a:cubicBezTo>
                <a:cubicBezTo>
                  <a:pt x="2166" y="388"/>
                  <a:pt x="2166" y="388"/>
                  <a:pt x="2166" y="388"/>
                </a:cubicBezTo>
                <a:cubicBezTo>
                  <a:pt x="2166" y="388"/>
                  <a:pt x="2166" y="388"/>
                  <a:pt x="2166" y="388"/>
                </a:cubicBezTo>
                <a:close/>
                <a:moveTo>
                  <a:pt x="2135" y="388"/>
                </a:moveTo>
                <a:cubicBezTo>
                  <a:pt x="2134" y="388"/>
                  <a:pt x="2134" y="388"/>
                  <a:pt x="2134" y="388"/>
                </a:cubicBezTo>
                <a:cubicBezTo>
                  <a:pt x="2129" y="388"/>
                  <a:pt x="2124" y="388"/>
                  <a:pt x="2119" y="388"/>
                </a:cubicBezTo>
                <a:cubicBezTo>
                  <a:pt x="2119" y="388"/>
                  <a:pt x="2119" y="388"/>
                  <a:pt x="2119" y="388"/>
                </a:cubicBezTo>
                <a:cubicBezTo>
                  <a:pt x="2124" y="388"/>
                  <a:pt x="2129" y="388"/>
                  <a:pt x="2135" y="388"/>
                </a:cubicBezTo>
                <a:close/>
                <a:moveTo>
                  <a:pt x="2090" y="389"/>
                </a:moveTo>
                <a:cubicBezTo>
                  <a:pt x="2089" y="389"/>
                  <a:pt x="2089" y="389"/>
                  <a:pt x="2089" y="389"/>
                </a:cubicBezTo>
                <a:cubicBezTo>
                  <a:pt x="2089" y="389"/>
                  <a:pt x="2089" y="389"/>
                  <a:pt x="2089" y="389"/>
                </a:cubicBezTo>
                <a:cubicBezTo>
                  <a:pt x="2089" y="389"/>
                  <a:pt x="2089" y="389"/>
                  <a:pt x="2090" y="389"/>
                </a:cubicBezTo>
                <a:close/>
                <a:moveTo>
                  <a:pt x="2077" y="390"/>
                </a:moveTo>
                <a:cubicBezTo>
                  <a:pt x="2077" y="390"/>
                  <a:pt x="2077" y="390"/>
                  <a:pt x="2077" y="390"/>
                </a:cubicBezTo>
                <a:cubicBezTo>
                  <a:pt x="2077" y="390"/>
                  <a:pt x="2077" y="390"/>
                  <a:pt x="2077" y="390"/>
                </a:cubicBezTo>
                <a:cubicBezTo>
                  <a:pt x="2077" y="390"/>
                  <a:pt x="2077" y="390"/>
                  <a:pt x="2077" y="390"/>
                </a:cubicBezTo>
                <a:close/>
                <a:moveTo>
                  <a:pt x="2056" y="392"/>
                </a:moveTo>
                <a:cubicBezTo>
                  <a:pt x="2056" y="392"/>
                  <a:pt x="2056" y="392"/>
                  <a:pt x="2056" y="392"/>
                </a:cubicBezTo>
                <a:cubicBezTo>
                  <a:pt x="2055" y="392"/>
                  <a:pt x="2055" y="392"/>
                  <a:pt x="2055" y="393"/>
                </a:cubicBezTo>
                <a:cubicBezTo>
                  <a:pt x="2055" y="392"/>
                  <a:pt x="2055" y="392"/>
                  <a:pt x="2056" y="392"/>
                </a:cubicBezTo>
                <a:close/>
                <a:moveTo>
                  <a:pt x="2019" y="402"/>
                </a:moveTo>
                <a:cubicBezTo>
                  <a:pt x="2019" y="402"/>
                  <a:pt x="2019" y="402"/>
                  <a:pt x="2019" y="402"/>
                </a:cubicBezTo>
                <a:cubicBezTo>
                  <a:pt x="2018" y="402"/>
                  <a:pt x="2018" y="403"/>
                  <a:pt x="2018" y="403"/>
                </a:cubicBezTo>
                <a:cubicBezTo>
                  <a:pt x="2018" y="402"/>
                  <a:pt x="2019" y="402"/>
                  <a:pt x="2019" y="402"/>
                </a:cubicBezTo>
                <a:close/>
                <a:moveTo>
                  <a:pt x="2017" y="403"/>
                </a:moveTo>
                <a:cubicBezTo>
                  <a:pt x="2016" y="403"/>
                  <a:pt x="2016" y="403"/>
                  <a:pt x="2016" y="404"/>
                </a:cubicBezTo>
                <a:cubicBezTo>
                  <a:pt x="2015" y="404"/>
                  <a:pt x="2015" y="404"/>
                  <a:pt x="2015" y="404"/>
                </a:cubicBezTo>
                <a:cubicBezTo>
                  <a:pt x="2016" y="403"/>
                  <a:pt x="2016" y="403"/>
                  <a:pt x="2017" y="403"/>
                </a:cubicBezTo>
                <a:close/>
                <a:moveTo>
                  <a:pt x="2011" y="405"/>
                </a:moveTo>
                <a:cubicBezTo>
                  <a:pt x="2011" y="405"/>
                  <a:pt x="2011" y="405"/>
                  <a:pt x="2011" y="405"/>
                </a:cubicBezTo>
                <a:cubicBezTo>
                  <a:pt x="2011" y="405"/>
                  <a:pt x="2011" y="405"/>
                  <a:pt x="2011" y="405"/>
                </a:cubicBezTo>
                <a:cubicBezTo>
                  <a:pt x="2011" y="405"/>
                  <a:pt x="2011" y="405"/>
                  <a:pt x="2011" y="40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6">
            <a:extLst>
              <a:ext uri="{FF2B5EF4-FFF2-40B4-BE49-F238E27FC236}">
                <a16:creationId xmlns:a16="http://schemas.microsoft.com/office/drawing/2014/main" id="{0671F803-E1F6-B1D6-B66B-059439658A02}"/>
              </a:ext>
            </a:extLst>
          </p:cNvPr>
          <p:cNvSpPr>
            <a:spLocks/>
          </p:cNvSpPr>
          <p:nvPr/>
        </p:nvSpPr>
        <p:spPr bwMode="auto">
          <a:xfrm>
            <a:off x="2356389" y="3514969"/>
            <a:ext cx="1309694" cy="1270440"/>
          </a:xfrm>
          <a:custGeom>
            <a:avLst/>
            <a:gdLst>
              <a:gd name="T0" fmla="*/ 1730 w 1735"/>
              <a:gd name="T1" fmla="*/ 1167 h 1683"/>
              <a:gd name="T2" fmla="*/ 0 w 1735"/>
              <a:gd name="T3" fmla="*/ 0 h 1683"/>
              <a:gd name="T4" fmla="*/ 4 w 1735"/>
              <a:gd name="T5" fmla="*/ 517 h 1683"/>
              <a:gd name="T6" fmla="*/ 1735 w 1735"/>
              <a:gd name="T7" fmla="*/ 1683 h 1683"/>
              <a:gd name="T8" fmla="*/ 1730 w 1735"/>
              <a:gd name="T9" fmla="*/ 1167 h 1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5" h="1683">
                <a:moveTo>
                  <a:pt x="1730" y="1167"/>
                </a:moveTo>
                <a:lnTo>
                  <a:pt x="0" y="0"/>
                </a:lnTo>
                <a:lnTo>
                  <a:pt x="4" y="517"/>
                </a:lnTo>
                <a:lnTo>
                  <a:pt x="1735" y="1683"/>
                </a:lnTo>
                <a:lnTo>
                  <a:pt x="1730" y="1167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3BE40B4B-632F-E5F3-CC43-9CA3AEDFE5A6}"/>
              </a:ext>
            </a:extLst>
          </p:cNvPr>
          <p:cNvSpPr>
            <a:spLocks/>
          </p:cNvSpPr>
          <p:nvPr/>
        </p:nvSpPr>
        <p:spPr bwMode="auto">
          <a:xfrm>
            <a:off x="3662309" y="3691608"/>
            <a:ext cx="1677314" cy="1093802"/>
          </a:xfrm>
          <a:custGeom>
            <a:avLst/>
            <a:gdLst>
              <a:gd name="T0" fmla="*/ 1357 w 1360"/>
              <a:gd name="T1" fmla="*/ 0 h 887"/>
              <a:gd name="T2" fmla="*/ 833 w 1360"/>
              <a:gd name="T3" fmla="*/ 262 h 887"/>
              <a:gd name="T4" fmla="*/ 1041 w 1360"/>
              <a:gd name="T5" fmla="*/ 312 h 887"/>
              <a:gd name="T6" fmla="*/ 939 w 1360"/>
              <a:gd name="T7" fmla="*/ 462 h 887"/>
              <a:gd name="T8" fmla="*/ 785 w 1360"/>
              <a:gd name="T9" fmla="*/ 501 h 887"/>
              <a:gd name="T10" fmla="*/ 773 w 1360"/>
              <a:gd name="T11" fmla="*/ 502 h 887"/>
              <a:gd name="T12" fmla="*/ 727 w 1360"/>
              <a:gd name="T13" fmla="*/ 502 h 887"/>
              <a:gd name="T14" fmla="*/ 716 w 1360"/>
              <a:gd name="T15" fmla="*/ 502 h 887"/>
              <a:gd name="T16" fmla="*/ 706 w 1360"/>
              <a:gd name="T17" fmla="*/ 501 h 887"/>
              <a:gd name="T18" fmla="*/ 697 w 1360"/>
              <a:gd name="T19" fmla="*/ 499 h 887"/>
              <a:gd name="T20" fmla="*/ 677 w 1360"/>
              <a:gd name="T21" fmla="*/ 495 h 887"/>
              <a:gd name="T22" fmla="*/ 668 w 1360"/>
              <a:gd name="T23" fmla="*/ 492 h 887"/>
              <a:gd name="T24" fmla="*/ 661 w 1360"/>
              <a:gd name="T25" fmla="*/ 490 h 887"/>
              <a:gd name="T26" fmla="*/ 654 w 1360"/>
              <a:gd name="T27" fmla="*/ 487 h 887"/>
              <a:gd name="T28" fmla="*/ 647 w 1360"/>
              <a:gd name="T29" fmla="*/ 483 h 887"/>
              <a:gd name="T30" fmla="*/ 638 w 1360"/>
              <a:gd name="T31" fmla="*/ 477 h 887"/>
              <a:gd name="T32" fmla="*/ 634 w 1360"/>
              <a:gd name="T33" fmla="*/ 474 h 887"/>
              <a:gd name="T34" fmla="*/ 631 w 1360"/>
              <a:gd name="T35" fmla="*/ 471 h 887"/>
              <a:gd name="T36" fmla="*/ 629 w 1360"/>
              <a:gd name="T37" fmla="*/ 468 h 887"/>
              <a:gd name="T38" fmla="*/ 626 w 1360"/>
              <a:gd name="T39" fmla="*/ 465 h 887"/>
              <a:gd name="T40" fmla="*/ 624 w 1360"/>
              <a:gd name="T41" fmla="*/ 462 h 887"/>
              <a:gd name="T42" fmla="*/ 623 w 1360"/>
              <a:gd name="T43" fmla="*/ 459 h 887"/>
              <a:gd name="T44" fmla="*/ 621 w 1360"/>
              <a:gd name="T45" fmla="*/ 455 h 887"/>
              <a:gd name="T46" fmla="*/ 620 w 1360"/>
              <a:gd name="T47" fmla="*/ 452 h 887"/>
              <a:gd name="T48" fmla="*/ 619 w 1360"/>
              <a:gd name="T49" fmla="*/ 449 h 887"/>
              <a:gd name="T50" fmla="*/ 618 w 1360"/>
              <a:gd name="T51" fmla="*/ 445 h 887"/>
              <a:gd name="T52" fmla="*/ 618 w 1360"/>
              <a:gd name="T53" fmla="*/ 442 h 887"/>
              <a:gd name="T54" fmla="*/ 617 w 1360"/>
              <a:gd name="T55" fmla="*/ 439 h 887"/>
              <a:gd name="T56" fmla="*/ 617 w 1360"/>
              <a:gd name="T57" fmla="*/ 435 h 887"/>
              <a:gd name="T58" fmla="*/ 617 w 1360"/>
              <a:gd name="T59" fmla="*/ 432 h 887"/>
              <a:gd name="T60" fmla="*/ 617 w 1360"/>
              <a:gd name="T61" fmla="*/ 407 h 887"/>
              <a:gd name="T62" fmla="*/ 616 w 1360"/>
              <a:gd name="T63" fmla="*/ 402 h 887"/>
              <a:gd name="T64" fmla="*/ 616 w 1360"/>
              <a:gd name="T65" fmla="*/ 396 h 887"/>
              <a:gd name="T66" fmla="*/ 615 w 1360"/>
              <a:gd name="T67" fmla="*/ 391 h 887"/>
              <a:gd name="T68" fmla="*/ 613 w 1360"/>
              <a:gd name="T69" fmla="*/ 385 h 887"/>
              <a:gd name="T70" fmla="*/ 611 w 1360"/>
              <a:gd name="T71" fmla="*/ 379 h 887"/>
              <a:gd name="T72" fmla="*/ 609 w 1360"/>
              <a:gd name="T73" fmla="*/ 374 h 887"/>
              <a:gd name="T74" fmla="*/ 605 w 1360"/>
              <a:gd name="T75" fmla="*/ 368 h 887"/>
              <a:gd name="T76" fmla="*/ 0 w 1360"/>
              <a:gd name="T77" fmla="*/ 571 h 887"/>
              <a:gd name="T78" fmla="*/ 564 w 1360"/>
              <a:gd name="T79" fmla="*/ 651 h 887"/>
              <a:gd name="T80" fmla="*/ 619 w 1360"/>
              <a:gd name="T81" fmla="*/ 724 h 887"/>
              <a:gd name="T82" fmla="*/ 644 w 1360"/>
              <a:gd name="T83" fmla="*/ 795 h 887"/>
              <a:gd name="T84" fmla="*/ 951 w 1360"/>
              <a:gd name="T85" fmla="*/ 774 h 887"/>
              <a:gd name="T86" fmla="*/ 1065 w 1360"/>
              <a:gd name="T87" fmla="*/ 440 h 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60" h="887">
                <a:moveTo>
                  <a:pt x="1360" y="316"/>
                </a:moveTo>
                <a:cubicBezTo>
                  <a:pt x="1357" y="0"/>
                  <a:pt x="1357" y="0"/>
                  <a:pt x="1357" y="0"/>
                </a:cubicBezTo>
                <a:cubicBezTo>
                  <a:pt x="795" y="237"/>
                  <a:pt x="795" y="237"/>
                  <a:pt x="795" y="237"/>
                </a:cubicBezTo>
                <a:cubicBezTo>
                  <a:pt x="807" y="247"/>
                  <a:pt x="828" y="260"/>
                  <a:pt x="833" y="262"/>
                </a:cubicBezTo>
                <a:cubicBezTo>
                  <a:pt x="852" y="271"/>
                  <a:pt x="878" y="277"/>
                  <a:pt x="902" y="282"/>
                </a:cubicBezTo>
                <a:cubicBezTo>
                  <a:pt x="949" y="290"/>
                  <a:pt x="1007" y="289"/>
                  <a:pt x="1041" y="312"/>
                </a:cubicBezTo>
                <a:cubicBezTo>
                  <a:pt x="1094" y="347"/>
                  <a:pt x="1052" y="412"/>
                  <a:pt x="949" y="458"/>
                </a:cubicBezTo>
                <a:cubicBezTo>
                  <a:pt x="946" y="459"/>
                  <a:pt x="943" y="461"/>
                  <a:pt x="939" y="462"/>
                </a:cubicBezTo>
                <a:cubicBezTo>
                  <a:pt x="890" y="483"/>
                  <a:pt x="835" y="496"/>
                  <a:pt x="785" y="501"/>
                </a:cubicBezTo>
                <a:cubicBezTo>
                  <a:pt x="785" y="501"/>
                  <a:pt x="785" y="501"/>
                  <a:pt x="785" y="501"/>
                </a:cubicBezTo>
                <a:cubicBezTo>
                  <a:pt x="781" y="501"/>
                  <a:pt x="777" y="501"/>
                  <a:pt x="773" y="502"/>
                </a:cubicBezTo>
                <a:cubicBezTo>
                  <a:pt x="773" y="502"/>
                  <a:pt x="773" y="502"/>
                  <a:pt x="773" y="502"/>
                </a:cubicBezTo>
                <a:cubicBezTo>
                  <a:pt x="757" y="503"/>
                  <a:pt x="742" y="503"/>
                  <a:pt x="728" y="502"/>
                </a:cubicBezTo>
                <a:cubicBezTo>
                  <a:pt x="728" y="502"/>
                  <a:pt x="727" y="502"/>
                  <a:pt x="727" y="502"/>
                </a:cubicBezTo>
                <a:cubicBezTo>
                  <a:pt x="724" y="502"/>
                  <a:pt x="721" y="502"/>
                  <a:pt x="718" y="502"/>
                </a:cubicBezTo>
                <a:cubicBezTo>
                  <a:pt x="717" y="502"/>
                  <a:pt x="717" y="502"/>
                  <a:pt x="716" y="502"/>
                </a:cubicBezTo>
                <a:cubicBezTo>
                  <a:pt x="713" y="501"/>
                  <a:pt x="711" y="501"/>
                  <a:pt x="708" y="501"/>
                </a:cubicBezTo>
                <a:cubicBezTo>
                  <a:pt x="707" y="501"/>
                  <a:pt x="707" y="501"/>
                  <a:pt x="706" y="501"/>
                </a:cubicBezTo>
                <a:cubicBezTo>
                  <a:pt x="703" y="500"/>
                  <a:pt x="701" y="500"/>
                  <a:pt x="698" y="499"/>
                </a:cubicBezTo>
                <a:cubicBezTo>
                  <a:pt x="698" y="499"/>
                  <a:pt x="697" y="499"/>
                  <a:pt x="697" y="499"/>
                </a:cubicBezTo>
                <a:cubicBezTo>
                  <a:pt x="690" y="498"/>
                  <a:pt x="685" y="497"/>
                  <a:pt x="679" y="496"/>
                </a:cubicBezTo>
                <a:cubicBezTo>
                  <a:pt x="678" y="495"/>
                  <a:pt x="678" y="495"/>
                  <a:pt x="677" y="495"/>
                </a:cubicBezTo>
                <a:cubicBezTo>
                  <a:pt x="675" y="494"/>
                  <a:pt x="673" y="494"/>
                  <a:pt x="671" y="493"/>
                </a:cubicBezTo>
                <a:cubicBezTo>
                  <a:pt x="670" y="493"/>
                  <a:pt x="669" y="493"/>
                  <a:pt x="668" y="492"/>
                </a:cubicBezTo>
                <a:cubicBezTo>
                  <a:pt x="667" y="492"/>
                  <a:pt x="665" y="491"/>
                  <a:pt x="663" y="491"/>
                </a:cubicBezTo>
                <a:cubicBezTo>
                  <a:pt x="663" y="490"/>
                  <a:pt x="662" y="490"/>
                  <a:pt x="661" y="490"/>
                </a:cubicBezTo>
                <a:cubicBezTo>
                  <a:pt x="659" y="489"/>
                  <a:pt x="658" y="488"/>
                  <a:pt x="656" y="488"/>
                </a:cubicBezTo>
                <a:cubicBezTo>
                  <a:pt x="655" y="487"/>
                  <a:pt x="655" y="487"/>
                  <a:pt x="654" y="487"/>
                </a:cubicBezTo>
                <a:cubicBezTo>
                  <a:pt x="652" y="486"/>
                  <a:pt x="651" y="485"/>
                  <a:pt x="649" y="484"/>
                </a:cubicBezTo>
                <a:cubicBezTo>
                  <a:pt x="649" y="484"/>
                  <a:pt x="648" y="484"/>
                  <a:pt x="647" y="483"/>
                </a:cubicBezTo>
                <a:cubicBezTo>
                  <a:pt x="645" y="482"/>
                  <a:pt x="643" y="481"/>
                  <a:pt x="642" y="480"/>
                </a:cubicBezTo>
                <a:cubicBezTo>
                  <a:pt x="640" y="479"/>
                  <a:pt x="639" y="478"/>
                  <a:pt x="638" y="477"/>
                </a:cubicBezTo>
                <a:cubicBezTo>
                  <a:pt x="637" y="477"/>
                  <a:pt x="637" y="476"/>
                  <a:pt x="637" y="476"/>
                </a:cubicBezTo>
                <a:cubicBezTo>
                  <a:pt x="636" y="475"/>
                  <a:pt x="635" y="475"/>
                  <a:pt x="634" y="474"/>
                </a:cubicBezTo>
                <a:cubicBezTo>
                  <a:pt x="634" y="474"/>
                  <a:pt x="633" y="473"/>
                  <a:pt x="633" y="473"/>
                </a:cubicBezTo>
                <a:cubicBezTo>
                  <a:pt x="632" y="472"/>
                  <a:pt x="632" y="472"/>
                  <a:pt x="631" y="471"/>
                </a:cubicBezTo>
                <a:cubicBezTo>
                  <a:pt x="631" y="471"/>
                  <a:pt x="631" y="470"/>
                  <a:pt x="630" y="470"/>
                </a:cubicBezTo>
                <a:cubicBezTo>
                  <a:pt x="630" y="469"/>
                  <a:pt x="629" y="469"/>
                  <a:pt x="629" y="468"/>
                </a:cubicBezTo>
                <a:cubicBezTo>
                  <a:pt x="628" y="468"/>
                  <a:pt x="628" y="467"/>
                  <a:pt x="628" y="467"/>
                </a:cubicBezTo>
                <a:cubicBezTo>
                  <a:pt x="627" y="466"/>
                  <a:pt x="627" y="466"/>
                  <a:pt x="626" y="465"/>
                </a:cubicBezTo>
                <a:cubicBezTo>
                  <a:pt x="626" y="465"/>
                  <a:pt x="626" y="464"/>
                  <a:pt x="625" y="463"/>
                </a:cubicBezTo>
                <a:cubicBezTo>
                  <a:pt x="625" y="463"/>
                  <a:pt x="625" y="462"/>
                  <a:pt x="624" y="462"/>
                </a:cubicBezTo>
                <a:cubicBezTo>
                  <a:pt x="624" y="461"/>
                  <a:pt x="624" y="461"/>
                  <a:pt x="623" y="460"/>
                </a:cubicBezTo>
                <a:cubicBezTo>
                  <a:pt x="623" y="460"/>
                  <a:pt x="623" y="459"/>
                  <a:pt x="623" y="459"/>
                </a:cubicBezTo>
                <a:cubicBezTo>
                  <a:pt x="622" y="458"/>
                  <a:pt x="622" y="457"/>
                  <a:pt x="622" y="457"/>
                </a:cubicBezTo>
                <a:cubicBezTo>
                  <a:pt x="622" y="456"/>
                  <a:pt x="622" y="456"/>
                  <a:pt x="621" y="455"/>
                </a:cubicBezTo>
                <a:cubicBezTo>
                  <a:pt x="621" y="455"/>
                  <a:pt x="621" y="454"/>
                  <a:pt x="621" y="453"/>
                </a:cubicBezTo>
                <a:cubicBezTo>
                  <a:pt x="620" y="453"/>
                  <a:pt x="620" y="453"/>
                  <a:pt x="620" y="452"/>
                </a:cubicBezTo>
                <a:cubicBezTo>
                  <a:pt x="620" y="451"/>
                  <a:pt x="620" y="451"/>
                  <a:pt x="620" y="450"/>
                </a:cubicBezTo>
                <a:cubicBezTo>
                  <a:pt x="619" y="450"/>
                  <a:pt x="619" y="449"/>
                  <a:pt x="619" y="449"/>
                </a:cubicBezTo>
                <a:cubicBezTo>
                  <a:pt x="619" y="448"/>
                  <a:pt x="619" y="447"/>
                  <a:pt x="619" y="446"/>
                </a:cubicBezTo>
                <a:cubicBezTo>
                  <a:pt x="619" y="446"/>
                  <a:pt x="619" y="446"/>
                  <a:pt x="618" y="445"/>
                </a:cubicBezTo>
                <a:cubicBezTo>
                  <a:pt x="618" y="445"/>
                  <a:pt x="618" y="444"/>
                  <a:pt x="618" y="443"/>
                </a:cubicBezTo>
                <a:cubicBezTo>
                  <a:pt x="618" y="443"/>
                  <a:pt x="618" y="442"/>
                  <a:pt x="618" y="442"/>
                </a:cubicBezTo>
                <a:cubicBezTo>
                  <a:pt x="618" y="441"/>
                  <a:pt x="618" y="440"/>
                  <a:pt x="618" y="439"/>
                </a:cubicBezTo>
                <a:cubicBezTo>
                  <a:pt x="617" y="439"/>
                  <a:pt x="617" y="439"/>
                  <a:pt x="617" y="439"/>
                </a:cubicBezTo>
                <a:cubicBezTo>
                  <a:pt x="617" y="438"/>
                  <a:pt x="617" y="437"/>
                  <a:pt x="617" y="436"/>
                </a:cubicBezTo>
                <a:cubicBezTo>
                  <a:pt x="617" y="436"/>
                  <a:pt x="617" y="435"/>
                  <a:pt x="617" y="435"/>
                </a:cubicBezTo>
                <a:cubicBezTo>
                  <a:pt x="617" y="434"/>
                  <a:pt x="617" y="433"/>
                  <a:pt x="617" y="432"/>
                </a:cubicBezTo>
                <a:cubicBezTo>
                  <a:pt x="617" y="432"/>
                  <a:pt x="617" y="432"/>
                  <a:pt x="617" y="432"/>
                </a:cubicBezTo>
                <a:cubicBezTo>
                  <a:pt x="617" y="426"/>
                  <a:pt x="617" y="419"/>
                  <a:pt x="617" y="412"/>
                </a:cubicBezTo>
                <a:cubicBezTo>
                  <a:pt x="617" y="411"/>
                  <a:pt x="617" y="409"/>
                  <a:pt x="617" y="407"/>
                </a:cubicBezTo>
                <a:cubicBezTo>
                  <a:pt x="617" y="407"/>
                  <a:pt x="617" y="407"/>
                  <a:pt x="617" y="407"/>
                </a:cubicBezTo>
                <a:cubicBezTo>
                  <a:pt x="616" y="405"/>
                  <a:pt x="616" y="404"/>
                  <a:pt x="616" y="402"/>
                </a:cubicBezTo>
                <a:cubicBezTo>
                  <a:pt x="616" y="402"/>
                  <a:pt x="616" y="401"/>
                  <a:pt x="616" y="401"/>
                </a:cubicBezTo>
                <a:cubicBezTo>
                  <a:pt x="616" y="399"/>
                  <a:pt x="616" y="397"/>
                  <a:pt x="616" y="396"/>
                </a:cubicBezTo>
                <a:cubicBezTo>
                  <a:pt x="616" y="396"/>
                  <a:pt x="616" y="395"/>
                  <a:pt x="616" y="395"/>
                </a:cubicBezTo>
                <a:cubicBezTo>
                  <a:pt x="615" y="393"/>
                  <a:pt x="615" y="392"/>
                  <a:pt x="615" y="391"/>
                </a:cubicBezTo>
                <a:cubicBezTo>
                  <a:pt x="615" y="390"/>
                  <a:pt x="615" y="390"/>
                  <a:pt x="615" y="390"/>
                </a:cubicBezTo>
                <a:cubicBezTo>
                  <a:pt x="614" y="388"/>
                  <a:pt x="614" y="386"/>
                  <a:pt x="613" y="385"/>
                </a:cubicBezTo>
                <a:cubicBezTo>
                  <a:pt x="613" y="384"/>
                  <a:pt x="613" y="384"/>
                  <a:pt x="613" y="384"/>
                </a:cubicBezTo>
                <a:cubicBezTo>
                  <a:pt x="613" y="382"/>
                  <a:pt x="612" y="381"/>
                  <a:pt x="611" y="379"/>
                </a:cubicBezTo>
                <a:cubicBezTo>
                  <a:pt x="611" y="379"/>
                  <a:pt x="611" y="379"/>
                  <a:pt x="611" y="379"/>
                </a:cubicBezTo>
                <a:cubicBezTo>
                  <a:pt x="611" y="377"/>
                  <a:pt x="610" y="376"/>
                  <a:pt x="609" y="374"/>
                </a:cubicBezTo>
                <a:cubicBezTo>
                  <a:pt x="609" y="374"/>
                  <a:pt x="608" y="373"/>
                  <a:pt x="608" y="373"/>
                </a:cubicBezTo>
                <a:cubicBezTo>
                  <a:pt x="607" y="371"/>
                  <a:pt x="606" y="370"/>
                  <a:pt x="605" y="368"/>
                </a:cubicBezTo>
                <a:cubicBezTo>
                  <a:pt x="603" y="366"/>
                  <a:pt x="580" y="346"/>
                  <a:pt x="561" y="335"/>
                </a:cubicBezTo>
                <a:cubicBezTo>
                  <a:pt x="0" y="571"/>
                  <a:pt x="0" y="571"/>
                  <a:pt x="0" y="571"/>
                </a:cubicBezTo>
                <a:cubicBezTo>
                  <a:pt x="3" y="887"/>
                  <a:pt x="3" y="887"/>
                  <a:pt x="3" y="887"/>
                </a:cubicBezTo>
                <a:cubicBezTo>
                  <a:pt x="564" y="651"/>
                  <a:pt x="564" y="651"/>
                  <a:pt x="564" y="651"/>
                </a:cubicBezTo>
                <a:cubicBezTo>
                  <a:pt x="583" y="662"/>
                  <a:pt x="606" y="681"/>
                  <a:pt x="608" y="684"/>
                </a:cubicBezTo>
                <a:cubicBezTo>
                  <a:pt x="617" y="696"/>
                  <a:pt x="619" y="710"/>
                  <a:pt x="619" y="724"/>
                </a:cubicBezTo>
                <a:cubicBezTo>
                  <a:pt x="619" y="729"/>
                  <a:pt x="619" y="734"/>
                  <a:pt x="619" y="739"/>
                </a:cubicBezTo>
                <a:cubicBezTo>
                  <a:pt x="620" y="760"/>
                  <a:pt x="622" y="780"/>
                  <a:pt x="644" y="795"/>
                </a:cubicBezTo>
                <a:cubicBezTo>
                  <a:pt x="699" y="832"/>
                  <a:pt x="832" y="824"/>
                  <a:pt x="942" y="778"/>
                </a:cubicBezTo>
                <a:cubicBezTo>
                  <a:pt x="945" y="776"/>
                  <a:pt x="948" y="775"/>
                  <a:pt x="951" y="774"/>
                </a:cubicBezTo>
                <a:cubicBezTo>
                  <a:pt x="1025" y="741"/>
                  <a:pt x="1067" y="699"/>
                  <a:pt x="1067" y="665"/>
                </a:cubicBezTo>
                <a:cubicBezTo>
                  <a:pt x="1066" y="590"/>
                  <a:pt x="1065" y="515"/>
                  <a:pt x="1065" y="440"/>
                </a:cubicBezTo>
                <a:lnTo>
                  <a:pt x="1360" y="316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8">
            <a:extLst>
              <a:ext uri="{FF2B5EF4-FFF2-40B4-BE49-F238E27FC236}">
                <a16:creationId xmlns:a16="http://schemas.microsoft.com/office/drawing/2014/main" id="{71ED2694-AA9B-F893-8D10-27644E747AD1}"/>
              </a:ext>
            </a:extLst>
          </p:cNvPr>
          <p:cNvSpPr>
            <a:spLocks/>
          </p:cNvSpPr>
          <p:nvPr/>
        </p:nvSpPr>
        <p:spPr bwMode="auto">
          <a:xfrm>
            <a:off x="4795364" y="3201699"/>
            <a:ext cx="395550" cy="392531"/>
          </a:xfrm>
          <a:custGeom>
            <a:avLst/>
            <a:gdLst>
              <a:gd name="T0" fmla="*/ 318 w 321"/>
              <a:gd name="T1" fmla="*/ 5 h 318"/>
              <a:gd name="T2" fmla="*/ 317 w 321"/>
              <a:gd name="T3" fmla="*/ 7 h 318"/>
              <a:gd name="T4" fmla="*/ 317 w 321"/>
              <a:gd name="T5" fmla="*/ 9 h 318"/>
              <a:gd name="T6" fmla="*/ 316 w 321"/>
              <a:gd name="T7" fmla="*/ 13 h 318"/>
              <a:gd name="T8" fmla="*/ 316 w 321"/>
              <a:gd name="T9" fmla="*/ 16 h 318"/>
              <a:gd name="T10" fmla="*/ 315 w 321"/>
              <a:gd name="T11" fmla="*/ 18 h 318"/>
              <a:gd name="T12" fmla="*/ 313 w 321"/>
              <a:gd name="T13" fmla="*/ 22 h 318"/>
              <a:gd name="T14" fmla="*/ 312 w 321"/>
              <a:gd name="T15" fmla="*/ 25 h 318"/>
              <a:gd name="T16" fmla="*/ 311 w 321"/>
              <a:gd name="T17" fmla="*/ 26 h 318"/>
              <a:gd name="T18" fmla="*/ 304 w 321"/>
              <a:gd name="T19" fmla="*/ 37 h 318"/>
              <a:gd name="T20" fmla="*/ 302 w 321"/>
              <a:gd name="T21" fmla="*/ 39 h 318"/>
              <a:gd name="T22" fmla="*/ 299 w 321"/>
              <a:gd name="T23" fmla="*/ 41 h 318"/>
              <a:gd name="T24" fmla="*/ 296 w 321"/>
              <a:gd name="T25" fmla="*/ 44 h 318"/>
              <a:gd name="T26" fmla="*/ 296 w 321"/>
              <a:gd name="T27" fmla="*/ 44 h 318"/>
              <a:gd name="T28" fmla="*/ 291 w 321"/>
              <a:gd name="T29" fmla="*/ 48 h 318"/>
              <a:gd name="T30" fmla="*/ 286 w 321"/>
              <a:gd name="T31" fmla="*/ 51 h 318"/>
              <a:gd name="T32" fmla="*/ 283 w 321"/>
              <a:gd name="T33" fmla="*/ 53 h 318"/>
              <a:gd name="T34" fmla="*/ 281 w 321"/>
              <a:gd name="T35" fmla="*/ 54 h 318"/>
              <a:gd name="T36" fmla="*/ 270 w 321"/>
              <a:gd name="T37" fmla="*/ 58 h 318"/>
              <a:gd name="T38" fmla="*/ 265 w 321"/>
              <a:gd name="T39" fmla="*/ 60 h 318"/>
              <a:gd name="T40" fmla="*/ 253 w 321"/>
              <a:gd name="T41" fmla="*/ 64 h 318"/>
              <a:gd name="T42" fmla="*/ 253 w 321"/>
              <a:gd name="T43" fmla="*/ 64 h 318"/>
              <a:gd name="T44" fmla="*/ 235 w 321"/>
              <a:gd name="T45" fmla="*/ 67 h 318"/>
              <a:gd name="T46" fmla="*/ 234 w 321"/>
              <a:gd name="T47" fmla="*/ 67 h 318"/>
              <a:gd name="T48" fmla="*/ 225 w 321"/>
              <a:gd name="T49" fmla="*/ 68 h 318"/>
              <a:gd name="T50" fmla="*/ 216 w 321"/>
              <a:gd name="T51" fmla="*/ 69 h 318"/>
              <a:gd name="T52" fmla="*/ 216 w 321"/>
              <a:gd name="T53" fmla="*/ 69 h 318"/>
              <a:gd name="T54" fmla="*/ 202 w 321"/>
              <a:gd name="T55" fmla="*/ 70 h 318"/>
              <a:gd name="T56" fmla="*/ 201 w 321"/>
              <a:gd name="T57" fmla="*/ 70 h 318"/>
              <a:gd name="T58" fmla="*/ 188 w 321"/>
              <a:gd name="T59" fmla="*/ 71 h 318"/>
              <a:gd name="T60" fmla="*/ 157 w 321"/>
              <a:gd name="T61" fmla="*/ 71 h 318"/>
              <a:gd name="T62" fmla="*/ 141 w 321"/>
              <a:gd name="T63" fmla="*/ 71 h 318"/>
              <a:gd name="T64" fmla="*/ 126 w 321"/>
              <a:gd name="T65" fmla="*/ 72 h 318"/>
              <a:gd name="T66" fmla="*/ 112 w 321"/>
              <a:gd name="T67" fmla="*/ 72 h 318"/>
              <a:gd name="T68" fmla="*/ 110 w 321"/>
              <a:gd name="T69" fmla="*/ 72 h 318"/>
              <a:gd name="T70" fmla="*/ 99 w 321"/>
              <a:gd name="T71" fmla="*/ 73 h 318"/>
              <a:gd name="T72" fmla="*/ 88 w 321"/>
              <a:gd name="T73" fmla="*/ 74 h 318"/>
              <a:gd name="T74" fmla="*/ 87 w 321"/>
              <a:gd name="T75" fmla="*/ 74 h 318"/>
              <a:gd name="T76" fmla="*/ 78 w 321"/>
              <a:gd name="T77" fmla="*/ 75 h 318"/>
              <a:gd name="T78" fmla="*/ 72 w 321"/>
              <a:gd name="T79" fmla="*/ 76 h 318"/>
              <a:gd name="T80" fmla="*/ 63 w 321"/>
              <a:gd name="T81" fmla="*/ 78 h 318"/>
              <a:gd name="T82" fmla="*/ 62 w 321"/>
              <a:gd name="T83" fmla="*/ 78 h 318"/>
              <a:gd name="T84" fmla="*/ 61 w 321"/>
              <a:gd name="T85" fmla="*/ 79 h 318"/>
              <a:gd name="T86" fmla="*/ 59 w 321"/>
              <a:gd name="T87" fmla="*/ 79 h 318"/>
              <a:gd name="T88" fmla="*/ 57 w 321"/>
              <a:gd name="T89" fmla="*/ 80 h 318"/>
              <a:gd name="T90" fmla="*/ 55 w 321"/>
              <a:gd name="T91" fmla="*/ 80 h 318"/>
              <a:gd name="T92" fmla="*/ 53 w 321"/>
              <a:gd name="T93" fmla="*/ 81 h 318"/>
              <a:gd name="T94" fmla="*/ 49 w 321"/>
              <a:gd name="T95" fmla="*/ 82 h 318"/>
              <a:gd name="T96" fmla="*/ 46 w 321"/>
              <a:gd name="T97" fmla="*/ 83 h 318"/>
              <a:gd name="T98" fmla="*/ 45 w 321"/>
              <a:gd name="T99" fmla="*/ 84 h 318"/>
              <a:gd name="T100" fmla="*/ 41 w 321"/>
              <a:gd name="T101" fmla="*/ 85 h 318"/>
              <a:gd name="T102" fmla="*/ 40 w 321"/>
              <a:gd name="T103" fmla="*/ 86 h 318"/>
              <a:gd name="T104" fmla="*/ 37 w 321"/>
              <a:gd name="T105" fmla="*/ 87 h 318"/>
              <a:gd name="T106" fmla="*/ 33 w 321"/>
              <a:gd name="T107" fmla="*/ 88 h 318"/>
              <a:gd name="T108" fmla="*/ 19 w 321"/>
              <a:gd name="T109" fmla="*/ 93 h 318"/>
              <a:gd name="T110" fmla="*/ 16 w 321"/>
              <a:gd name="T111" fmla="*/ 95 h 318"/>
              <a:gd name="T112" fmla="*/ 12 w 321"/>
              <a:gd name="T113" fmla="*/ 96 h 318"/>
              <a:gd name="T114" fmla="*/ 10 w 321"/>
              <a:gd name="T115" fmla="*/ 97 h 318"/>
              <a:gd name="T116" fmla="*/ 0 w 321"/>
              <a:gd name="T117" fmla="*/ 102 h 318"/>
              <a:gd name="T118" fmla="*/ 320 w 321"/>
              <a:gd name="T119" fmla="*/ 318 h 318"/>
              <a:gd name="T120" fmla="*/ 321 w 321"/>
              <a:gd name="T121" fmla="*/ 316 h 318"/>
              <a:gd name="T122" fmla="*/ 318 w 321"/>
              <a:gd name="T123" fmla="*/ 2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21" h="318">
                <a:moveTo>
                  <a:pt x="318" y="5"/>
                </a:moveTo>
                <a:cubicBezTo>
                  <a:pt x="318" y="5"/>
                  <a:pt x="318" y="5"/>
                  <a:pt x="318" y="5"/>
                </a:cubicBezTo>
                <a:cubicBezTo>
                  <a:pt x="318" y="6"/>
                  <a:pt x="317" y="6"/>
                  <a:pt x="317" y="7"/>
                </a:cubicBezTo>
                <a:cubicBezTo>
                  <a:pt x="317" y="7"/>
                  <a:pt x="317" y="7"/>
                  <a:pt x="317" y="7"/>
                </a:cubicBezTo>
                <a:cubicBezTo>
                  <a:pt x="317" y="8"/>
                  <a:pt x="317" y="9"/>
                  <a:pt x="317" y="9"/>
                </a:cubicBezTo>
                <a:cubicBezTo>
                  <a:pt x="317" y="9"/>
                  <a:pt x="317" y="9"/>
                  <a:pt x="317" y="9"/>
                </a:cubicBezTo>
                <a:cubicBezTo>
                  <a:pt x="317" y="10"/>
                  <a:pt x="317" y="11"/>
                  <a:pt x="317" y="12"/>
                </a:cubicBezTo>
                <a:cubicBezTo>
                  <a:pt x="317" y="12"/>
                  <a:pt x="317" y="12"/>
                  <a:pt x="316" y="13"/>
                </a:cubicBezTo>
                <a:cubicBezTo>
                  <a:pt x="316" y="13"/>
                  <a:pt x="316" y="14"/>
                  <a:pt x="316" y="15"/>
                </a:cubicBezTo>
                <a:cubicBezTo>
                  <a:pt x="316" y="15"/>
                  <a:pt x="316" y="15"/>
                  <a:pt x="316" y="16"/>
                </a:cubicBezTo>
                <a:cubicBezTo>
                  <a:pt x="315" y="16"/>
                  <a:pt x="315" y="17"/>
                  <a:pt x="315" y="17"/>
                </a:cubicBezTo>
                <a:cubicBezTo>
                  <a:pt x="315" y="18"/>
                  <a:pt x="315" y="18"/>
                  <a:pt x="315" y="18"/>
                </a:cubicBezTo>
                <a:cubicBezTo>
                  <a:pt x="315" y="19"/>
                  <a:pt x="314" y="19"/>
                  <a:pt x="314" y="20"/>
                </a:cubicBezTo>
                <a:cubicBezTo>
                  <a:pt x="314" y="21"/>
                  <a:pt x="314" y="21"/>
                  <a:pt x="313" y="22"/>
                </a:cubicBezTo>
                <a:cubicBezTo>
                  <a:pt x="313" y="23"/>
                  <a:pt x="313" y="23"/>
                  <a:pt x="313" y="24"/>
                </a:cubicBezTo>
                <a:cubicBezTo>
                  <a:pt x="312" y="24"/>
                  <a:pt x="312" y="24"/>
                  <a:pt x="312" y="25"/>
                </a:cubicBezTo>
                <a:cubicBezTo>
                  <a:pt x="312" y="25"/>
                  <a:pt x="312" y="25"/>
                  <a:pt x="312" y="25"/>
                </a:cubicBezTo>
                <a:cubicBezTo>
                  <a:pt x="312" y="25"/>
                  <a:pt x="312" y="26"/>
                  <a:pt x="311" y="26"/>
                </a:cubicBezTo>
                <a:cubicBezTo>
                  <a:pt x="309" y="30"/>
                  <a:pt x="307" y="33"/>
                  <a:pt x="304" y="37"/>
                </a:cubicBezTo>
                <a:cubicBezTo>
                  <a:pt x="304" y="37"/>
                  <a:pt x="304" y="37"/>
                  <a:pt x="304" y="37"/>
                </a:cubicBezTo>
                <a:cubicBezTo>
                  <a:pt x="303" y="37"/>
                  <a:pt x="303" y="38"/>
                  <a:pt x="302" y="38"/>
                </a:cubicBezTo>
                <a:cubicBezTo>
                  <a:pt x="302" y="38"/>
                  <a:pt x="302" y="39"/>
                  <a:pt x="302" y="39"/>
                </a:cubicBezTo>
                <a:cubicBezTo>
                  <a:pt x="301" y="39"/>
                  <a:pt x="301" y="40"/>
                  <a:pt x="300" y="40"/>
                </a:cubicBezTo>
                <a:cubicBezTo>
                  <a:pt x="300" y="41"/>
                  <a:pt x="299" y="41"/>
                  <a:pt x="299" y="41"/>
                </a:cubicBezTo>
                <a:cubicBezTo>
                  <a:pt x="299" y="42"/>
                  <a:pt x="298" y="42"/>
                  <a:pt x="297" y="43"/>
                </a:cubicBezTo>
                <a:cubicBezTo>
                  <a:pt x="297" y="43"/>
                  <a:pt x="296" y="44"/>
                  <a:pt x="296" y="44"/>
                </a:cubicBezTo>
                <a:cubicBezTo>
                  <a:pt x="296" y="44"/>
                  <a:pt x="296" y="44"/>
                  <a:pt x="296" y="44"/>
                </a:cubicBezTo>
                <a:cubicBezTo>
                  <a:pt x="296" y="44"/>
                  <a:pt x="296" y="44"/>
                  <a:pt x="296" y="44"/>
                </a:cubicBezTo>
                <a:cubicBezTo>
                  <a:pt x="294" y="46"/>
                  <a:pt x="293" y="47"/>
                  <a:pt x="291" y="48"/>
                </a:cubicBezTo>
                <a:cubicBezTo>
                  <a:pt x="291" y="48"/>
                  <a:pt x="291" y="48"/>
                  <a:pt x="291" y="48"/>
                </a:cubicBezTo>
                <a:cubicBezTo>
                  <a:pt x="291" y="48"/>
                  <a:pt x="290" y="48"/>
                  <a:pt x="290" y="49"/>
                </a:cubicBezTo>
                <a:cubicBezTo>
                  <a:pt x="289" y="49"/>
                  <a:pt x="288" y="50"/>
                  <a:pt x="286" y="51"/>
                </a:cubicBezTo>
                <a:cubicBezTo>
                  <a:pt x="286" y="51"/>
                  <a:pt x="286" y="51"/>
                  <a:pt x="286" y="51"/>
                </a:cubicBezTo>
                <a:cubicBezTo>
                  <a:pt x="285" y="52"/>
                  <a:pt x="284" y="52"/>
                  <a:pt x="283" y="53"/>
                </a:cubicBezTo>
                <a:cubicBezTo>
                  <a:pt x="283" y="53"/>
                  <a:pt x="282" y="53"/>
                  <a:pt x="281" y="54"/>
                </a:cubicBezTo>
                <a:cubicBezTo>
                  <a:pt x="281" y="54"/>
                  <a:pt x="281" y="54"/>
                  <a:pt x="281" y="54"/>
                </a:cubicBezTo>
                <a:cubicBezTo>
                  <a:pt x="279" y="55"/>
                  <a:pt x="278" y="56"/>
                  <a:pt x="276" y="56"/>
                </a:cubicBezTo>
                <a:cubicBezTo>
                  <a:pt x="274" y="57"/>
                  <a:pt x="272" y="58"/>
                  <a:pt x="270" y="58"/>
                </a:cubicBezTo>
                <a:cubicBezTo>
                  <a:pt x="269" y="59"/>
                  <a:pt x="267" y="60"/>
                  <a:pt x="265" y="60"/>
                </a:cubicBezTo>
                <a:cubicBezTo>
                  <a:pt x="265" y="60"/>
                  <a:pt x="265" y="60"/>
                  <a:pt x="265" y="60"/>
                </a:cubicBezTo>
                <a:cubicBezTo>
                  <a:pt x="265" y="60"/>
                  <a:pt x="265" y="60"/>
                  <a:pt x="265" y="60"/>
                </a:cubicBezTo>
                <a:cubicBezTo>
                  <a:pt x="261" y="62"/>
                  <a:pt x="257" y="63"/>
                  <a:pt x="253" y="64"/>
                </a:cubicBezTo>
                <a:cubicBezTo>
                  <a:pt x="253" y="64"/>
                  <a:pt x="253" y="64"/>
                  <a:pt x="253" y="64"/>
                </a:cubicBezTo>
                <a:cubicBezTo>
                  <a:pt x="253" y="64"/>
                  <a:pt x="253" y="64"/>
                  <a:pt x="253" y="64"/>
                </a:cubicBezTo>
                <a:cubicBezTo>
                  <a:pt x="247" y="65"/>
                  <a:pt x="241" y="66"/>
                  <a:pt x="235" y="67"/>
                </a:cubicBezTo>
                <a:cubicBezTo>
                  <a:pt x="235" y="67"/>
                  <a:pt x="235" y="67"/>
                  <a:pt x="235" y="67"/>
                </a:cubicBezTo>
                <a:cubicBezTo>
                  <a:pt x="234" y="67"/>
                  <a:pt x="234" y="67"/>
                  <a:pt x="234" y="67"/>
                </a:cubicBezTo>
                <a:cubicBezTo>
                  <a:pt x="234" y="67"/>
                  <a:pt x="234" y="67"/>
                  <a:pt x="234" y="67"/>
                </a:cubicBezTo>
                <a:cubicBezTo>
                  <a:pt x="231" y="68"/>
                  <a:pt x="228" y="68"/>
                  <a:pt x="225" y="68"/>
                </a:cubicBezTo>
                <a:cubicBezTo>
                  <a:pt x="225" y="68"/>
                  <a:pt x="225" y="68"/>
                  <a:pt x="225" y="68"/>
                </a:cubicBezTo>
                <a:cubicBezTo>
                  <a:pt x="225" y="68"/>
                  <a:pt x="225" y="68"/>
                  <a:pt x="224" y="68"/>
                </a:cubicBezTo>
                <a:cubicBezTo>
                  <a:pt x="222" y="69"/>
                  <a:pt x="219" y="69"/>
                  <a:pt x="216" y="69"/>
                </a:cubicBezTo>
                <a:cubicBezTo>
                  <a:pt x="216" y="69"/>
                  <a:pt x="216" y="69"/>
                  <a:pt x="216" y="69"/>
                </a:cubicBezTo>
                <a:cubicBezTo>
                  <a:pt x="216" y="69"/>
                  <a:pt x="216" y="69"/>
                  <a:pt x="216" y="69"/>
                </a:cubicBezTo>
                <a:cubicBezTo>
                  <a:pt x="211" y="70"/>
                  <a:pt x="206" y="70"/>
                  <a:pt x="202" y="70"/>
                </a:cubicBezTo>
                <a:cubicBezTo>
                  <a:pt x="202" y="70"/>
                  <a:pt x="202" y="70"/>
                  <a:pt x="202" y="70"/>
                </a:cubicBezTo>
                <a:cubicBezTo>
                  <a:pt x="201" y="70"/>
                  <a:pt x="201" y="70"/>
                  <a:pt x="201" y="70"/>
                </a:cubicBezTo>
                <a:cubicBezTo>
                  <a:pt x="201" y="70"/>
                  <a:pt x="201" y="70"/>
                  <a:pt x="201" y="70"/>
                </a:cubicBezTo>
                <a:cubicBezTo>
                  <a:pt x="196" y="70"/>
                  <a:pt x="192" y="71"/>
                  <a:pt x="188" y="71"/>
                </a:cubicBezTo>
                <a:cubicBezTo>
                  <a:pt x="188" y="71"/>
                  <a:pt x="188" y="71"/>
                  <a:pt x="188" y="71"/>
                </a:cubicBezTo>
                <a:cubicBezTo>
                  <a:pt x="188" y="71"/>
                  <a:pt x="187" y="71"/>
                  <a:pt x="187" y="71"/>
                </a:cubicBezTo>
                <a:cubicBezTo>
                  <a:pt x="177" y="71"/>
                  <a:pt x="167" y="71"/>
                  <a:pt x="157" y="71"/>
                </a:cubicBezTo>
                <a:cubicBezTo>
                  <a:pt x="157" y="71"/>
                  <a:pt x="156" y="71"/>
                  <a:pt x="156" y="71"/>
                </a:cubicBezTo>
                <a:cubicBezTo>
                  <a:pt x="151" y="71"/>
                  <a:pt x="146" y="71"/>
                  <a:pt x="141" y="71"/>
                </a:cubicBezTo>
                <a:cubicBezTo>
                  <a:pt x="141" y="71"/>
                  <a:pt x="140" y="71"/>
                  <a:pt x="140" y="71"/>
                </a:cubicBezTo>
                <a:cubicBezTo>
                  <a:pt x="135" y="71"/>
                  <a:pt x="131" y="72"/>
                  <a:pt x="126" y="72"/>
                </a:cubicBezTo>
                <a:cubicBezTo>
                  <a:pt x="125" y="72"/>
                  <a:pt x="125" y="72"/>
                  <a:pt x="124" y="72"/>
                </a:cubicBezTo>
                <a:cubicBezTo>
                  <a:pt x="120" y="72"/>
                  <a:pt x="116" y="72"/>
                  <a:pt x="112" y="72"/>
                </a:cubicBezTo>
                <a:cubicBezTo>
                  <a:pt x="112" y="72"/>
                  <a:pt x="112" y="72"/>
                  <a:pt x="111" y="72"/>
                </a:cubicBezTo>
                <a:cubicBezTo>
                  <a:pt x="111" y="72"/>
                  <a:pt x="111" y="72"/>
                  <a:pt x="110" y="72"/>
                </a:cubicBezTo>
                <a:cubicBezTo>
                  <a:pt x="107" y="72"/>
                  <a:pt x="103" y="73"/>
                  <a:pt x="99" y="73"/>
                </a:cubicBezTo>
                <a:cubicBezTo>
                  <a:pt x="99" y="73"/>
                  <a:pt x="99" y="73"/>
                  <a:pt x="99" y="73"/>
                </a:cubicBezTo>
                <a:cubicBezTo>
                  <a:pt x="98" y="73"/>
                  <a:pt x="97" y="73"/>
                  <a:pt x="97" y="73"/>
                </a:cubicBezTo>
                <a:cubicBezTo>
                  <a:pt x="94" y="73"/>
                  <a:pt x="91" y="74"/>
                  <a:pt x="88" y="74"/>
                </a:cubicBezTo>
                <a:cubicBezTo>
                  <a:pt x="88" y="74"/>
                  <a:pt x="88" y="74"/>
                  <a:pt x="88" y="74"/>
                </a:cubicBezTo>
                <a:cubicBezTo>
                  <a:pt x="87" y="74"/>
                  <a:pt x="87" y="74"/>
                  <a:pt x="87" y="74"/>
                </a:cubicBezTo>
                <a:cubicBezTo>
                  <a:pt x="84" y="74"/>
                  <a:pt x="82" y="75"/>
                  <a:pt x="80" y="75"/>
                </a:cubicBezTo>
                <a:cubicBezTo>
                  <a:pt x="79" y="75"/>
                  <a:pt x="78" y="75"/>
                  <a:pt x="78" y="75"/>
                </a:cubicBezTo>
                <a:cubicBezTo>
                  <a:pt x="78" y="75"/>
                  <a:pt x="78" y="75"/>
                  <a:pt x="78" y="75"/>
                </a:cubicBezTo>
                <a:cubicBezTo>
                  <a:pt x="76" y="76"/>
                  <a:pt x="74" y="76"/>
                  <a:pt x="72" y="76"/>
                </a:cubicBezTo>
                <a:cubicBezTo>
                  <a:pt x="72" y="76"/>
                  <a:pt x="71" y="76"/>
                  <a:pt x="70" y="77"/>
                </a:cubicBezTo>
                <a:cubicBezTo>
                  <a:pt x="68" y="77"/>
                  <a:pt x="66" y="77"/>
                  <a:pt x="63" y="78"/>
                </a:cubicBezTo>
                <a:cubicBezTo>
                  <a:pt x="63" y="78"/>
                  <a:pt x="63" y="78"/>
                  <a:pt x="62" y="78"/>
                </a:cubicBezTo>
                <a:cubicBezTo>
                  <a:pt x="62" y="78"/>
                  <a:pt x="62" y="78"/>
                  <a:pt x="62" y="78"/>
                </a:cubicBezTo>
                <a:cubicBezTo>
                  <a:pt x="62" y="78"/>
                  <a:pt x="62" y="78"/>
                  <a:pt x="62" y="78"/>
                </a:cubicBezTo>
                <a:cubicBezTo>
                  <a:pt x="61" y="78"/>
                  <a:pt x="61" y="79"/>
                  <a:pt x="61" y="79"/>
                </a:cubicBezTo>
                <a:cubicBezTo>
                  <a:pt x="60" y="79"/>
                  <a:pt x="60" y="79"/>
                  <a:pt x="60" y="79"/>
                </a:cubicBezTo>
                <a:cubicBezTo>
                  <a:pt x="60" y="79"/>
                  <a:pt x="59" y="79"/>
                  <a:pt x="59" y="79"/>
                </a:cubicBezTo>
                <a:cubicBezTo>
                  <a:pt x="58" y="79"/>
                  <a:pt x="58" y="80"/>
                  <a:pt x="58" y="80"/>
                </a:cubicBezTo>
                <a:cubicBezTo>
                  <a:pt x="57" y="80"/>
                  <a:pt x="57" y="80"/>
                  <a:pt x="57" y="80"/>
                </a:cubicBezTo>
                <a:cubicBezTo>
                  <a:pt x="56" y="80"/>
                  <a:pt x="56" y="80"/>
                  <a:pt x="55" y="80"/>
                </a:cubicBezTo>
                <a:cubicBezTo>
                  <a:pt x="55" y="80"/>
                  <a:pt x="55" y="80"/>
                  <a:pt x="55" y="80"/>
                </a:cubicBezTo>
                <a:cubicBezTo>
                  <a:pt x="55" y="81"/>
                  <a:pt x="54" y="81"/>
                  <a:pt x="53" y="81"/>
                </a:cubicBezTo>
                <a:cubicBezTo>
                  <a:pt x="53" y="81"/>
                  <a:pt x="53" y="81"/>
                  <a:pt x="53" y="81"/>
                </a:cubicBezTo>
                <a:cubicBezTo>
                  <a:pt x="52" y="81"/>
                  <a:pt x="52" y="81"/>
                  <a:pt x="52" y="82"/>
                </a:cubicBezTo>
                <a:cubicBezTo>
                  <a:pt x="51" y="82"/>
                  <a:pt x="50" y="82"/>
                  <a:pt x="49" y="82"/>
                </a:cubicBezTo>
                <a:cubicBezTo>
                  <a:pt x="49" y="83"/>
                  <a:pt x="49" y="83"/>
                  <a:pt x="48" y="83"/>
                </a:cubicBezTo>
                <a:cubicBezTo>
                  <a:pt x="48" y="83"/>
                  <a:pt x="47" y="83"/>
                  <a:pt x="46" y="83"/>
                </a:cubicBezTo>
                <a:cubicBezTo>
                  <a:pt x="46" y="84"/>
                  <a:pt x="46" y="84"/>
                  <a:pt x="46" y="84"/>
                </a:cubicBezTo>
                <a:cubicBezTo>
                  <a:pt x="45" y="84"/>
                  <a:pt x="45" y="84"/>
                  <a:pt x="45" y="84"/>
                </a:cubicBezTo>
                <a:cubicBezTo>
                  <a:pt x="44" y="84"/>
                  <a:pt x="44" y="84"/>
                  <a:pt x="43" y="84"/>
                </a:cubicBezTo>
                <a:cubicBezTo>
                  <a:pt x="43" y="85"/>
                  <a:pt x="42" y="85"/>
                  <a:pt x="41" y="85"/>
                </a:cubicBezTo>
                <a:cubicBezTo>
                  <a:pt x="41" y="85"/>
                  <a:pt x="41" y="85"/>
                  <a:pt x="41" y="85"/>
                </a:cubicBezTo>
                <a:cubicBezTo>
                  <a:pt x="40" y="85"/>
                  <a:pt x="40" y="86"/>
                  <a:pt x="40" y="86"/>
                </a:cubicBezTo>
                <a:cubicBezTo>
                  <a:pt x="39" y="86"/>
                  <a:pt x="38" y="86"/>
                  <a:pt x="38" y="87"/>
                </a:cubicBezTo>
                <a:cubicBezTo>
                  <a:pt x="37" y="87"/>
                  <a:pt x="37" y="87"/>
                  <a:pt x="37" y="87"/>
                </a:cubicBezTo>
                <a:cubicBezTo>
                  <a:pt x="36" y="87"/>
                  <a:pt x="35" y="88"/>
                  <a:pt x="34" y="88"/>
                </a:cubicBezTo>
                <a:cubicBezTo>
                  <a:pt x="34" y="88"/>
                  <a:pt x="33" y="88"/>
                  <a:pt x="33" y="88"/>
                </a:cubicBezTo>
                <a:cubicBezTo>
                  <a:pt x="33" y="88"/>
                  <a:pt x="32" y="88"/>
                  <a:pt x="32" y="89"/>
                </a:cubicBezTo>
                <a:cubicBezTo>
                  <a:pt x="28" y="90"/>
                  <a:pt x="24" y="92"/>
                  <a:pt x="19" y="93"/>
                </a:cubicBezTo>
                <a:cubicBezTo>
                  <a:pt x="19" y="93"/>
                  <a:pt x="19" y="94"/>
                  <a:pt x="18" y="94"/>
                </a:cubicBezTo>
                <a:cubicBezTo>
                  <a:pt x="18" y="94"/>
                  <a:pt x="17" y="94"/>
                  <a:pt x="16" y="95"/>
                </a:cubicBezTo>
                <a:cubicBezTo>
                  <a:pt x="15" y="95"/>
                  <a:pt x="15" y="95"/>
                  <a:pt x="14" y="95"/>
                </a:cubicBezTo>
                <a:cubicBezTo>
                  <a:pt x="13" y="96"/>
                  <a:pt x="13" y="96"/>
                  <a:pt x="12" y="96"/>
                </a:cubicBezTo>
                <a:cubicBezTo>
                  <a:pt x="12" y="97"/>
                  <a:pt x="11" y="97"/>
                  <a:pt x="11" y="97"/>
                </a:cubicBezTo>
                <a:cubicBezTo>
                  <a:pt x="11" y="97"/>
                  <a:pt x="10" y="97"/>
                  <a:pt x="10" y="97"/>
                </a:cubicBezTo>
                <a:cubicBezTo>
                  <a:pt x="8" y="98"/>
                  <a:pt x="7" y="99"/>
                  <a:pt x="6" y="99"/>
                </a:cubicBezTo>
                <a:cubicBezTo>
                  <a:pt x="4" y="100"/>
                  <a:pt x="2" y="101"/>
                  <a:pt x="0" y="102"/>
                </a:cubicBezTo>
                <a:cubicBezTo>
                  <a:pt x="320" y="318"/>
                  <a:pt x="320" y="318"/>
                  <a:pt x="320" y="318"/>
                </a:cubicBezTo>
                <a:cubicBezTo>
                  <a:pt x="320" y="318"/>
                  <a:pt x="320" y="318"/>
                  <a:pt x="320" y="318"/>
                </a:cubicBezTo>
                <a:cubicBezTo>
                  <a:pt x="321" y="318"/>
                  <a:pt x="321" y="317"/>
                  <a:pt x="321" y="317"/>
                </a:cubicBezTo>
                <a:cubicBezTo>
                  <a:pt x="321" y="316"/>
                  <a:pt x="321" y="316"/>
                  <a:pt x="321" y="316"/>
                </a:cubicBezTo>
                <a:cubicBezTo>
                  <a:pt x="318" y="0"/>
                  <a:pt x="318" y="0"/>
                  <a:pt x="318" y="0"/>
                </a:cubicBezTo>
                <a:cubicBezTo>
                  <a:pt x="318" y="1"/>
                  <a:pt x="318" y="2"/>
                  <a:pt x="318" y="2"/>
                </a:cubicBezTo>
                <a:cubicBezTo>
                  <a:pt x="318" y="3"/>
                  <a:pt x="318" y="4"/>
                  <a:pt x="318" y="5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9">
            <a:extLst>
              <a:ext uri="{FF2B5EF4-FFF2-40B4-BE49-F238E27FC236}">
                <a16:creationId xmlns:a16="http://schemas.microsoft.com/office/drawing/2014/main" id="{4C1FE4A2-91FE-C991-CB18-C392AD55B92C}"/>
              </a:ext>
            </a:extLst>
          </p:cNvPr>
          <p:cNvSpPr>
            <a:spLocks/>
          </p:cNvSpPr>
          <p:nvPr/>
        </p:nvSpPr>
        <p:spPr bwMode="auto">
          <a:xfrm>
            <a:off x="4838391" y="1765943"/>
            <a:ext cx="2983233" cy="1974731"/>
          </a:xfrm>
          <a:custGeom>
            <a:avLst/>
            <a:gdLst>
              <a:gd name="T0" fmla="*/ 1358 w 2419"/>
              <a:gd name="T1" fmla="*/ 0 h 1601"/>
              <a:gd name="T2" fmla="*/ 442 w 2419"/>
              <a:gd name="T3" fmla="*/ 1182 h 1601"/>
              <a:gd name="T4" fmla="*/ 473 w 2419"/>
              <a:gd name="T5" fmla="*/ 1170 h 1601"/>
              <a:gd name="T6" fmla="*/ 479 w 2419"/>
              <a:gd name="T7" fmla="*/ 1167 h 1601"/>
              <a:gd name="T8" fmla="*/ 483 w 2419"/>
              <a:gd name="T9" fmla="*/ 1165 h 1601"/>
              <a:gd name="T10" fmla="*/ 486 w 2419"/>
              <a:gd name="T11" fmla="*/ 1163 h 1601"/>
              <a:gd name="T12" fmla="*/ 488 w 2419"/>
              <a:gd name="T13" fmla="*/ 1162 h 1601"/>
              <a:gd name="T14" fmla="*/ 496 w 2419"/>
              <a:gd name="T15" fmla="*/ 1157 h 1601"/>
              <a:gd name="T16" fmla="*/ 504 w 2419"/>
              <a:gd name="T17" fmla="*/ 1151 h 1601"/>
              <a:gd name="T18" fmla="*/ 511 w 2419"/>
              <a:gd name="T19" fmla="*/ 1145 h 1601"/>
              <a:gd name="T20" fmla="*/ 516 w 2419"/>
              <a:gd name="T21" fmla="*/ 1139 h 1601"/>
              <a:gd name="T22" fmla="*/ 525 w 2419"/>
              <a:gd name="T23" fmla="*/ 1128 h 1601"/>
              <a:gd name="T24" fmla="*/ 530 w 2419"/>
              <a:gd name="T25" fmla="*/ 1120 h 1601"/>
              <a:gd name="T26" fmla="*/ 533 w 2419"/>
              <a:gd name="T27" fmla="*/ 1115 h 1601"/>
              <a:gd name="T28" fmla="*/ 539 w 2419"/>
              <a:gd name="T29" fmla="*/ 1102 h 1601"/>
              <a:gd name="T30" fmla="*/ 545 w 2419"/>
              <a:gd name="T31" fmla="*/ 1089 h 1601"/>
              <a:gd name="T32" fmla="*/ 549 w 2419"/>
              <a:gd name="T33" fmla="*/ 1082 h 1601"/>
              <a:gd name="T34" fmla="*/ 553 w 2419"/>
              <a:gd name="T35" fmla="*/ 1075 h 1601"/>
              <a:gd name="T36" fmla="*/ 560 w 2419"/>
              <a:gd name="T37" fmla="*/ 1067 h 1601"/>
              <a:gd name="T38" fmla="*/ 567 w 2419"/>
              <a:gd name="T39" fmla="*/ 1061 h 1601"/>
              <a:gd name="T40" fmla="*/ 577 w 2419"/>
              <a:gd name="T41" fmla="*/ 1055 h 1601"/>
              <a:gd name="T42" fmla="*/ 595 w 2419"/>
              <a:gd name="T43" fmla="*/ 1047 h 1601"/>
              <a:gd name="T44" fmla="*/ 610 w 2419"/>
              <a:gd name="T45" fmla="*/ 1043 h 1601"/>
              <a:gd name="T46" fmla="*/ 622 w 2419"/>
              <a:gd name="T47" fmla="*/ 1041 h 1601"/>
              <a:gd name="T48" fmla="*/ 1623 w 2419"/>
              <a:gd name="T49" fmla="*/ 1365 h 1601"/>
              <a:gd name="T50" fmla="*/ 1679 w 2419"/>
              <a:gd name="T51" fmla="*/ 1453 h 1601"/>
              <a:gd name="T52" fmla="*/ 1710 w 2419"/>
              <a:gd name="T53" fmla="*/ 1513 h 1601"/>
              <a:gd name="T54" fmla="*/ 1720 w 2419"/>
              <a:gd name="T55" fmla="*/ 1518 h 1601"/>
              <a:gd name="T56" fmla="*/ 1726 w 2419"/>
              <a:gd name="T57" fmla="*/ 1520 h 1601"/>
              <a:gd name="T58" fmla="*/ 1735 w 2419"/>
              <a:gd name="T59" fmla="*/ 1523 h 1601"/>
              <a:gd name="T60" fmla="*/ 1745 w 2419"/>
              <a:gd name="T61" fmla="*/ 1526 h 1601"/>
              <a:gd name="T62" fmla="*/ 1758 w 2419"/>
              <a:gd name="T63" fmla="*/ 1529 h 1601"/>
              <a:gd name="T64" fmla="*/ 1769 w 2419"/>
              <a:gd name="T65" fmla="*/ 1530 h 1601"/>
              <a:gd name="T66" fmla="*/ 1784 w 2419"/>
              <a:gd name="T67" fmla="*/ 1531 h 1601"/>
              <a:gd name="T68" fmla="*/ 1799 w 2419"/>
              <a:gd name="T69" fmla="*/ 1532 h 1601"/>
              <a:gd name="T70" fmla="*/ 1817 w 2419"/>
              <a:gd name="T71" fmla="*/ 1532 h 1601"/>
              <a:gd name="T72" fmla="*/ 1827 w 2419"/>
              <a:gd name="T73" fmla="*/ 1532 h 1601"/>
              <a:gd name="T74" fmla="*/ 1842 w 2419"/>
              <a:gd name="T75" fmla="*/ 1531 h 1601"/>
              <a:gd name="T76" fmla="*/ 1859 w 2419"/>
              <a:gd name="T77" fmla="*/ 1529 h 1601"/>
              <a:gd name="T78" fmla="*/ 1873 w 2419"/>
              <a:gd name="T79" fmla="*/ 1527 h 1601"/>
              <a:gd name="T80" fmla="*/ 1895 w 2419"/>
              <a:gd name="T81" fmla="*/ 1523 h 1601"/>
              <a:gd name="T82" fmla="*/ 1911 w 2419"/>
              <a:gd name="T83" fmla="*/ 1520 h 1601"/>
              <a:gd name="T84" fmla="*/ 1921 w 2419"/>
              <a:gd name="T85" fmla="*/ 1518 h 1601"/>
              <a:gd name="T86" fmla="*/ 1961 w 2419"/>
              <a:gd name="T87" fmla="*/ 1507 h 1601"/>
              <a:gd name="T88" fmla="*/ 1982 w 2419"/>
              <a:gd name="T89" fmla="*/ 1499 h 1601"/>
              <a:gd name="T90" fmla="*/ 2023 w 2419"/>
              <a:gd name="T91" fmla="*/ 1482 h 1601"/>
              <a:gd name="T92" fmla="*/ 2040 w 2419"/>
              <a:gd name="T93" fmla="*/ 1473 h 1601"/>
              <a:gd name="T94" fmla="*/ 2053 w 2419"/>
              <a:gd name="T95" fmla="*/ 1466 h 1601"/>
              <a:gd name="T96" fmla="*/ 2068 w 2419"/>
              <a:gd name="T97" fmla="*/ 1456 h 1601"/>
              <a:gd name="T98" fmla="*/ 2081 w 2419"/>
              <a:gd name="T99" fmla="*/ 1446 h 1601"/>
              <a:gd name="T100" fmla="*/ 2093 w 2419"/>
              <a:gd name="T101" fmla="*/ 1436 h 1601"/>
              <a:gd name="T102" fmla="*/ 2103 w 2419"/>
              <a:gd name="T103" fmla="*/ 1426 h 1601"/>
              <a:gd name="T104" fmla="*/ 2113 w 2419"/>
              <a:gd name="T105" fmla="*/ 1414 h 1601"/>
              <a:gd name="T106" fmla="*/ 2118 w 2419"/>
              <a:gd name="T107" fmla="*/ 1407 h 1601"/>
              <a:gd name="T108" fmla="*/ 2122 w 2419"/>
              <a:gd name="T109" fmla="*/ 1399 h 1601"/>
              <a:gd name="T110" fmla="*/ 2124 w 2419"/>
              <a:gd name="T111" fmla="*/ 1392 h 1601"/>
              <a:gd name="T112" fmla="*/ 2126 w 2419"/>
              <a:gd name="T113" fmla="*/ 1386 h 1601"/>
              <a:gd name="T114" fmla="*/ 2126 w 2419"/>
              <a:gd name="T115" fmla="*/ 1379 h 1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419" h="1601">
                <a:moveTo>
                  <a:pt x="2419" y="1030"/>
                </a:moveTo>
                <a:cubicBezTo>
                  <a:pt x="2416" y="714"/>
                  <a:pt x="2416" y="714"/>
                  <a:pt x="2416" y="714"/>
                </a:cubicBezTo>
                <a:cubicBezTo>
                  <a:pt x="1358" y="0"/>
                  <a:pt x="1358" y="0"/>
                  <a:pt x="1358" y="0"/>
                </a:cubicBezTo>
                <a:cubicBezTo>
                  <a:pt x="0" y="571"/>
                  <a:pt x="0" y="571"/>
                  <a:pt x="0" y="571"/>
                </a:cubicBezTo>
                <a:cubicBezTo>
                  <a:pt x="3" y="886"/>
                  <a:pt x="3" y="886"/>
                  <a:pt x="3" y="886"/>
                </a:cubicBezTo>
                <a:cubicBezTo>
                  <a:pt x="442" y="1182"/>
                  <a:pt x="442" y="1182"/>
                  <a:pt x="442" y="1182"/>
                </a:cubicBezTo>
                <a:cubicBezTo>
                  <a:pt x="451" y="1179"/>
                  <a:pt x="461" y="1175"/>
                  <a:pt x="469" y="1172"/>
                </a:cubicBezTo>
                <a:cubicBezTo>
                  <a:pt x="470" y="1171"/>
                  <a:pt x="471" y="1170"/>
                  <a:pt x="472" y="1170"/>
                </a:cubicBezTo>
                <a:cubicBezTo>
                  <a:pt x="473" y="1170"/>
                  <a:pt x="473" y="1170"/>
                  <a:pt x="473" y="1170"/>
                </a:cubicBezTo>
                <a:cubicBezTo>
                  <a:pt x="474" y="1169"/>
                  <a:pt x="475" y="1169"/>
                  <a:pt x="476" y="1168"/>
                </a:cubicBezTo>
                <a:cubicBezTo>
                  <a:pt x="476" y="1168"/>
                  <a:pt x="476" y="1168"/>
                  <a:pt x="477" y="1168"/>
                </a:cubicBezTo>
                <a:cubicBezTo>
                  <a:pt x="477" y="1168"/>
                  <a:pt x="478" y="1167"/>
                  <a:pt x="479" y="1167"/>
                </a:cubicBezTo>
                <a:cubicBezTo>
                  <a:pt x="479" y="1167"/>
                  <a:pt x="480" y="1167"/>
                  <a:pt x="480" y="1166"/>
                </a:cubicBezTo>
                <a:cubicBezTo>
                  <a:pt x="481" y="1166"/>
                  <a:pt x="481" y="1166"/>
                  <a:pt x="482" y="1166"/>
                </a:cubicBezTo>
                <a:cubicBezTo>
                  <a:pt x="482" y="1165"/>
                  <a:pt x="482" y="1165"/>
                  <a:pt x="483" y="1165"/>
                </a:cubicBezTo>
                <a:cubicBezTo>
                  <a:pt x="483" y="1165"/>
                  <a:pt x="484" y="1165"/>
                  <a:pt x="484" y="1164"/>
                </a:cubicBezTo>
                <a:cubicBezTo>
                  <a:pt x="484" y="1164"/>
                  <a:pt x="484" y="1164"/>
                  <a:pt x="485" y="1164"/>
                </a:cubicBezTo>
                <a:cubicBezTo>
                  <a:pt x="485" y="1164"/>
                  <a:pt x="486" y="1164"/>
                  <a:pt x="486" y="1163"/>
                </a:cubicBezTo>
                <a:cubicBezTo>
                  <a:pt x="486" y="1163"/>
                  <a:pt x="486" y="1163"/>
                  <a:pt x="487" y="1163"/>
                </a:cubicBezTo>
                <a:cubicBezTo>
                  <a:pt x="487" y="1163"/>
                  <a:pt x="487" y="1163"/>
                  <a:pt x="488" y="1163"/>
                </a:cubicBezTo>
                <a:cubicBezTo>
                  <a:pt x="488" y="1162"/>
                  <a:pt x="488" y="1162"/>
                  <a:pt x="488" y="1162"/>
                </a:cubicBezTo>
                <a:cubicBezTo>
                  <a:pt x="488" y="1162"/>
                  <a:pt x="488" y="1162"/>
                  <a:pt x="489" y="1162"/>
                </a:cubicBezTo>
                <a:cubicBezTo>
                  <a:pt x="489" y="1162"/>
                  <a:pt x="489" y="1162"/>
                  <a:pt x="489" y="1162"/>
                </a:cubicBezTo>
                <a:cubicBezTo>
                  <a:pt x="491" y="1160"/>
                  <a:pt x="493" y="1159"/>
                  <a:pt x="496" y="1157"/>
                </a:cubicBezTo>
                <a:cubicBezTo>
                  <a:pt x="497" y="1157"/>
                  <a:pt x="497" y="1156"/>
                  <a:pt x="498" y="1156"/>
                </a:cubicBezTo>
                <a:cubicBezTo>
                  <a:pt x="499" y="1154"/>
                  <a:pt x="501" y="1153"/>
                  <a:pt x="502" y="1152"/>
                </a:cubicBezTo>
                <a:cubicBezTo>
                  <a:pt x="503" y="1152"/>
                  <a:pt x="503" y="1151"/>
                  <a:pt x="504" y="1151"/>
                </a:cubicBezTo>
                <a:cubicBezTo>
                  <a:pt x="504" y="1151"/>
                  <a:pt x="504" y="1151"/>
                  <a:pt x="505" y="1150"/>
                </a:cubicBezTo>
                <a:cubicBezTo>
                  <a:pt x="506" y="1149"/>
                  <a:pt x="507" y="1148"/>
                  <a:pt x="509" y="1147"/>
                </a:cubicBezTo>
                <a:cubicBezTo>
                  <a:pt x="509" y="1146"/>
                  <a:pt x="510" y="1145"/>
                  <a:pt x="511" y="1145"/>
                </a:cubicBezTo>
                <a:cubicBezTo>
                  <a:pt x="512" y="1143"/>
                  <a:pt x="514" y="1141"/>
                  <a:pt x="516" y="1139"/>
                </a:cubicBezTo>
                <a:cubicBezTo>
                  <a:pt x="516" y="1139"/>
                  <a:pt x="516" y="1139"/>
                  <a:pt x="516" y="1139"/>
                </a:cubicBezTo>
                <a:cubicBezTo>
                  <a:pt x="516" y="1139"/>
                  <a:pt x="516" y="1139"/>
                  <a:pt x="516" y="1139"/>
                </a:cubicBezTo>
                <a:cubicBezTo>
                  <a:pt x="518" y="1137"/>
                  <a:pt x="519" y="1135"/>
                  <a:pt x="521" y="1134"/>
                </a:cubicBezTo>
                <a:cubicBezTo>
                  <a:pt x="521" y="1133"/>
                  <a:pt x="522" y="1132"/>
                  <a:pt x="522" y="1132"/>
                </a:cubicBezTo>
                <a:cubicBezTo>
                  <a:pt x="523" y="1130"/>
                  <a:pt x="524" y="1129"/>
                  <a:pt x="525" y="1128"/>
                </a:cubicBezTo>
                <a:cubicBezTo>
                  <a:pt x="526" y="1127"/>
                  <a:pt x="526" y="1127"/>
                  <a:pt x="526" y="1127"/>
                </a:cubicBezTo>
                <a:cubicBezTo>
                  <a:pt x="527" y="1126"/>
                  <a:pt x="527" y="1125"/>
                  <a:pt x="527" y="1125"/>
                </a:cubicBezTo>
                <a:cubicBezTo>
                  <a:pt x="529" y="1123"/>
                  <a:pt x="529" y="1122"/>
                  <a:pt x="530" y="1120"/>
                </a:cubicBezTo>
                <a:cubicBezTo>
                  <a:pt x="531" y="1119"/>
                  <a:pt x="531" y="1119"/>
                  <a:pt x="532" y="1118"/>
                </a:cubicBezTo>
                <a:cubicBezTo>
                  <a:pt x="532" y="1117"/>
                  <a:pt x="532" y="1116"/>
                  <a:pt x="533" y="1116"/>
                </a:cubicBezTo>
                <a:cubicBezTo>
                  <a:pt x="533" y="1116"/>
                  <a:pt x="533" y="1115"/>
                  <a:pt x="533" y="1115"/>
                </a:cubicBezTo>
                <a:cubicBezTo>
                  <a:pt x="534" y="1113"/>
                  <a:pt x="535" y="1111"/>
                  <a:pt x="536" y="1109"/>
                </a:cubicBezTo>
                <a:cubicBezTo>
                  <a:pt x="536" y="1109"/>
                  <a:pt x="536" y="1108"/>
                  <a:pt x="537" y="1107"/>
                </a:cubicBezTo>
                <a:cubicBezTo>
                  <a:pt x="538" y="1106"/>
                  <a:pt x="538" y="1104"/>
                  <a:pt x="539" y="1102"/>
                </a:cubicBezTo>
                <a:cubicBezTo>
                  <a:pt x="540" y="1100"/>
                  <a:pt x="541" y="1097"/>
                  <a:pt x="542" y="1095"/>
                </a:cubicBezTo>
                <a:cubicBezTo>
                  <a:pt x="542" y="1095"/>
                  <a:pt x="542" y="1094"/>
                  <a:pt x="543" y="1094"/>
                </a:cubicBezTo>
                <a:cubicBezTo>
                  <a:pt x="543" y="1092"/>
                  <a:pt x="544" y="1091"/>
                  <a:pt x="545" y="1089"/>
                </a:cubicBezTo>
                <a:cubicBezTo>
                  <a:pt x="545" y="1088"/>
                  <a:pt x="546" y="1088"/>
                  <a:pt x="546" y="1087"/>
                </a:cubicBezTo>
                <a:cubicBezTo>
                  <a:pt x="546" y="1086"/>
                  <a:pt x="547" y="1085"/>
                  <a:pt x="548" y="1084"/>
                </a:cubicBezTo>
                <a:cubicBezTo>
                  <a:pt x="548" y="1083"/>
                  <a:pt x="548" y="1082"/>
                  <a:pt x="549" y="1082"/>
                </a:cubicBezTo>
                <a:cubicBezTo>
                  <a:pt x="549" y="1081"/>
                  <a:pt x="550" y="1080"/>
                  <a:pt x="551" y="1079"/>
                </a:cubicBezTo>
                <a:cubicBezTo>
                  <a:pt x="551" y="1078"/>
                  <a:pt x="552" y="1077"/>
                  <a:pt x="552" y="1077"/>
                </a:cubicBezTo>
                <a:cubicBezTo>
                  <a:pt x="553" y="1076"/>
                  <a:pt x="553" y="1076"/>
                  <a:pt x="553" y="1075"/>
                </a:cubicBezTo>
                <a:cubicBezTo>
                  <a:pt x="554" y="1074"/>
                  <a:pt x="555" y="1073"/>
                  <a:pt x="556" y="1072"/>
                </a:cubicBezTo>
                <a:cubicBezTo>
                  <a:pt x="556" y="1072"/>
                  <a:pt x="557" y="1071"/>
                  <a:pt x="557" y="1071"/>
                </a:cubicBezTo>
                <a:cubicBezTo>
                  <a:pt x="558" y="1070"/>
                  <a:pt x="559" y="1068"/>
                  <a:pt x="560" y="1067"/>
                </a:cubicBezTo>
                <a:cubicBezTo>
                  <a:pt x="560" y="1067"/>
                  <a:pt x="561" y="1067"/>
                  <a:pt x="561" y="1067"/>
                </a:cubicBezTo>
                <a:cubicBezTo>
                  <a:pt x="562" y="1065"/>
                  <a:pt x="564" y="1064"/>
                  <a:pt x="565" y="1063"/>
                </a:cubicBezTo>
                <a:cubicBezTo>
                  <a:pt x="566" y="1062"/>
                  <a:pt x="566" y="1062"/>
                  <a:pt x="567" y="1061"/>
                </a:cubicBezTo>
                <a:cubicBezTo>
                  <a:pt x="568" y="1061"/>
                  <a:pt x="569" y="1060"/>
                  <a:pt x="570" y="1059"/>
                </a:cubicBezTo>
                <a:cubicBezTo>
                  <a:pt x="571" y="1058"/>
                  <a:pt x="572" y="1058"/>
                  <a:pt x="573" y="1057"/>
                </a:cubicBezTo>
                <a:cubicBezTo>
                  <a:pt x="574" y="1057"/>
                  <a:pt x="575" y="1056"/>
                  <a:pt x="577" y="1055"/>
                </a:cubicBezTo>
                <a:cubicBezTo>
                  <a:pt x="578" y="1055"/>
                  <a:pt x="578" y="1054"/>
                  <a:pt x="579" y="1054"/>
                </a:cubicBezTo>
                <a:cubicBezTo>
                  <a:pt x="581" y="1053"/>
                  <a:pt x="583" y="1052"/>
                  <a:pt x="586" y="1051"/>
                </a:cubicBezTo>
                <a:cubicBezTo>
                  <a:pt x="589" y="1049"/>
                  <a:pt x="592" y="1048"/>
                  <a:pt x="595" y="1047"/>
                </a:cubicBezTo>
                <a:cubicBezTo>
                  <a:pt x="596" y="1047"/>
                  <a:pt x="597" y="1047"/>
                  <a:pt x="597" y="1046"/>
                </a:cubicBezTo>
                <a:cubicBezTo>
                  <a:pt x="601" y="1045"/>
                  <a:pt x="604" y="1044"/>
                  <a:pt x="607" y="1044"/>
                </a:cubicBezTo>
                <a:cubicBezTo>
                  <a:pt x="608" y="1043"/>
                  <a:pt x="609" y="1043"/>
                  <a:pt x="610" y="1043"/>
                </a:cubicBezTo>
                <a:cubicBezTo>
                  <a:pt x="612" y="1043"/>
                  <a:pt x="613" y="1042"/>
                  <a:pt x="615" y="1042"/>
                </a:cubicBezTo>
                <a:cubicBezTo>
                  <a:pt x="616" y="1042"/>
                  <a:pt x="617" y="1041"/>
                  <a:pt x="618" y="1041"/>
                </a:cubicBezTo>
                <a:cubicBezTo>
                  <a:pt x="619" y="1041"/>
                  <a:pt x="620" y="1041"/>
                  <a:pt x="622" y="1041"/>
                </a:cubicBezTo>
                <a:cubicBezTo>
                  <a:pt x="624" y="1305"/>
                  <a:pt x="624" y="1305"/>
                  <a:pt x="624" y="1305"/>
                </a:cubicBezTo>
                <a:cubicBezTo>
                  <a:pt x="1062" y="1601"/>
                  <a:pt x="1062" y="1601"/>
                  <a:pt x="1062" y="1601"/>
                </a:cubicBezTo>
                <a:cubicBezTo>
                  <a:pt x="1623" y="1365"/>
                  <a:pt x="1623" y="1365"/>
                  <a:pt x="1623" y="1365"/>
                </a:cubicBezTo>
                <a:cubicBezTo>
                  <a:pt x="1643" y="1376"/>
                  <a:pt x="1665" y="1395"/>
                  <a:pt x="1667" y="1398"/>
                </a:cubicBezTo>
                <a:cubicBezTo>
                  <a:pt x="1677" y="1410"/>
                  <a:pt x="1678" y="1424"/>
                  <a:pt x="1679" y="1438"/>
                </a:cubicBezTo>
                <a:cubicBezTo>
                  <a:pt x="1679" y="1443"/>
                  <a:pt x="1679" y="1448"/>
                  <a:pt x="1679" y="1453"/>
                </a:cubicBezTo>
                <a:cubicBezTo>
                  <a:pt x="1679" y="1474"/>
                  <a:pt x="1681" y="1494"/>
                  <a:pt x="1704" y="1509"/>
                </a:cubicBezTo>
                <a:cubicBezTo>
                  <a:pt x="1705" y="1510"/>
                  <a:pt x="1707" y="1511"/>
                  <a:pt x="1709" y="1512"/>
                </a:cubicBezTo>
                <a:cubicBezTo>
                  <a:pt x="1709" y="1513"/>
                  <a:pt x="1710" y="1513"/>
                  <a:pt x="1710" y="1513"/>
                </a:cubicBezTo>
                <a:cubicBezTo>
                  <a:pt x="1712" y="1514"/>
                  <a:pt x="1713" y="1515"/>
                  <a:pt x="1714" y="1515"/>
                </a:cubicBezTo>
                <a:cubicBezTo>
                  <a:pt x="1715" y="1516"/>
                  <a:pt x="1715" y="1516"/>
                  <a:pt x="1716" y="1516"/>
                </a:cubicBezTo>
                <a:cubicBezTo>
                  <a:pt x="1717" y="1517"/>
                  <a:pt x="1718" y="1517"/>
                  <a:pt x="1720" y="1518"/>
                </a:cubicBezTo>
                <a:cubicBezTo>
                  <a:pt x="1720" y="1518"/>
                  <a:pt x="1721" y="1518"/>
                  <a:pt x="1722" y="1519"/>
                </a:cubicBezTo>
                <a:cubicBezTo>
                  <a:pt x="1722" y="1519"/>
                  <a:pt x="1723" y="1519"/>
                  <a:pt x="1723" y="1519"/>
                </a:cubicBezTo>
                <a:cubicBezTo>
                  <a:pt x="1724" y="1520"/>
                  <a:pt x="1725" y="1520"/>
                  <a:pt x="1726" y="1520"/>
                </a:cubicBezTo>
                <a:cubicBezTo>
                  <a:pt x="1727" y="1521"/>
                  <a:pt x="1727" y="1521"/>
                  <a:pt x="1728" y="1521"/>
                </a:cubicBezTo>
                <a:cubicBezTo>
                  <a:pt x="1730" y="1522"/>
                  <a:pt x="1731" y="1522"/>
                  <a:pt x="1733" y="1523"/>
                </a:cubicBezTo>
                <a:cubicBezTo>
                  <a:pt x="1734" y="1523"/>
                  <a:pt x="1734" y="1523"/>
                  <a:pt x="1735" y="1523"/>
                </a:cubicBezTo>
                <a:cubicBezTo>
                  <a:pt x="1735" y="1523"/>
                  <a:pt x="1735" y="1523"/>
                  <a:pt x="1735" y="1523"/>
                </a:cubicBezTo>
                <a:cubicBezTo>
                  <a:pt x="1735" y="1523"/>
                  <a:pt x="1736" y="1524"/>
                  <a:pt x="1736" y="1524"/>
                </a:cubicBezTo>
                <a:cubicBezTo>
                  <a:pt x="1739" y="1524"/>
                  <a:pt x="1742" y="1525"/>
                  <a:pt x="1745" y="1526"/>
                </a:cubicBezTo>
                <a:cubicBezTo>
                  <a:pt x="1746" y="1526"/>
                  <a:pt x="1746" y="1526"/>
                  <a:pt x="1747" y="1526"/>
                </a:cubicBezTo>
                <a:cubicBezTo>
                  <a:pt x="1747" y="1526"/>
                  <a:pt x="1747" y="1526"/>
                  <a:pt x="1748" y="1527"/>
                </a:cubicBezTo>
                <a:cubicBezTo>
                  <a:pt x="1751" y="1527"/>
                  <a:pt x="1754" y="1528"/>
                  <a:pt x="1758" y="1529"/>
                </a:cubicBezTo>
                <a:cubicBezTo>
                  <a:pt x="1758" y="1529"/>
                  <a:pt x="1758" y="1529"/>
                  <a:pt x="1758" y="1529"/>
                </a:cubicBezTo>
                <a:cubicBezTo>
                  <a:pt x="1758" y="1529"/>
                  <a:pt x="1759" y="1529"/>
                  <a:pt x="1759" y="1529"/>
                </a:cubicBezTo>
                <a:cubicBezTo>
                  <a:pt x="1762" y="1529"/>
                  <a:pt x="1766" y="1530"/>
                  <a:pt x="1769" y="1530"/>
                </a:cubicBezTo>
                <a:cubicBezTo>
                  <a:pt x="1770" y="1530"/>
                  <a:pt x="1770" y="1530"/>
                  <a:pt x="1771" y="1530"/>
                </a:cubicBezTo>
                <a:cubicBezTo>
                  <a:pt x="1771" y="1530"/>
                  <a:pt x="1771" y="1530"/>
                  <a:pt x="1772" y="1530"/>
                </a:cubicBezTo>
                <a:cubicBezTo>
                  <a:pt x="1776" y="1531"/>
                  <a:pt x="1780" y="1531"/>
                  <a:pt x="1784" y="1531"/>
                </a:cubicBezTo>
                <a:cubicBezTo>
                  <a:pt x="1784" y="1531"/>
                  <a:pt x="1784" y="1531"/>
                  <a:pt x="1784" y="1532"/>
                </a:cubicBezTo>
                <a:cubicBezTo>
                  <a:pt x="1785" y="1532"/>
                  <a:pt x="1785" y="1532"/>
                  <a:pt x="1785" y="1532"/>
                </a:cubicBezTo>
                <a:cubicBezTo>
                  <a:pt x="1789" y="1532"/>
                  <a:pt x="1794" y="1532"/>
                  <a:pt x="1799" y="1532"/>
                </a:cubicBezTo>
                <a:cubicBezTo>
                  <a:pt x="1799" y="1532"/>
                  <a:pt x="1799" y="1532"/>
                  <a:pt x="1800" y="1532"/>
                </a:cubicBezTo>
                <a:cubicBezTo>
                  <a:pt x="1800" y="1532"/>
                  <a:pt x="1800" y="1532"/>
                  <a:pt x="1801" y="1532"/>
                </a:cubicBezTo>
                <a:cubicBezTo>
                  <a:pt x="1806" y="1532"/>
                  <a:pt x="1812" y="1532"/>
                  <a:pt x="1817" y="1532"/>
                </a:cubicBezTo>
                <a:cubicBezTo>
                  <a:pt x="1818" y="1532"/>
                  <a:pt x="1818" y="1532"/>
                  <a:pt x="1819" y="1532"/>
                </a:cubicBezTo>
                <a:cubicBezTo>
                  <a:pt x="1819" y="1532"/>
                  <a:pt x="1820" y="1532"/>
                  <a:pt x="1820" y="1532"/>
                </a:cubicBezTo>
                <a:cubicBezTo>
                  <a:pt x="1822" y="1532"/>
                  <a:pt x="1825" y="1532"/>
                  <a:pt x="1827" y="1532"/>
                </a:cubicBezTo>
                <a:cubicBezTo>
                  <a:pt x="1828" y="1532"/>
                  <a:pt x="1830" y="1532"/>
                  <a:pt x="1831" y="1532"/>
                </a:cubicBezTo>
                <a:cubicBezTo>
                  <a:pt x="1834" y="1531"/>
                  <a:pt x="1838" y="1531"/>
                  <a:pt x="1841" y="1531"/>
                </a:cubicBezTo>
                <a:cubicBezTo>
                  <a:pt x="1841" y="1531"/>
                  <a:pt x="1841" y="1531"/>
                  <a:pt x="1842" y="1531"/>
                </a:cubicBezTo>
                <a:cubicBezTo>
                  <a:pt x="1842" y="1531"/>
                  <a:pt x="1842" y="1531"/>
                  <a:pt x="1842" y="1531"/>
                </a:cubicBezTo>
                <a:cubicBezTo>
                  <a:pt x="1846" y="1530"/>
                  <a:pt x="1851" y="1530"/>
                  <a:pt x="1855" y="1529"/>
                </a:cubicBezTo>
                <a:cubicBezTo>
                  <a:pt x="1856" y="1529"/>
                  <a:pt x="1858" y="1529"/>
                  <a:pt x="1859" y="1529"/>
                </a:cubicBezTo>
                <a:cubicBezTo>
                  <a:pt x="1863" y="1529"/>
                  <a:pt x="1867" y="1528"/>
                  <a:pt x="1871" y="1527"/>
                </a:cubicBezTo>
                <a:cubicBezTo>
                  <a:pt x="1871" y="1527"/>
                  <a:pt x="1872" y="1527"/>
                  <a:pt x="1872" y="1527"/>
                </a:cubicBezTo>
                <a:cubicBezTo>
                  <a:pt x="1872" y="1527"/>
                  <a:pt x="1872" y="1527"/>
                  <a:pt x="1873" y="1527"/>
                </a:cubicBezTo>
                <a:cubicBezTo>
                  <a:pt x="1876" y="1527"/>
                  <a:pt x="1880" y="1526"/>
                  <a:pt x="1884" y="1525"/>
                </a:cubicBezTo>
                <a:cubicBezTo>
                  <a:pt x="1885" y="1525"/>
                  <a:pt x="1885" y="1525"/>
                  <a:pt x="1886" y="1525"/>
                </a:cubicBezTo>
                <a:cubicBezTo>
                  <a:pt x="1889" y="1525"/>
                  <a:pt x="1892" y="1524"/>
                  <a:pt x="1895" y="1523"/>
                </a:cubicBezTo>
                <a:cubicBezTo>
                  <a:pt x="1897" y="1523"/>
                  <a:pt x="1898" y="1523"/>
                  <a:pt x="1899" y="1523"/>
                </a:cubicBezTo>
                <a:cubicBezTo>
                  <a:pt x="1902" y="1522"/>
                  <a:pt x="1904" y="1522"/>
                  <a:pt x="1907" y="1521"/>
                </a:cubicBezTo>
                <a:cubicBezTo>
                  <a:pt x="1908" y="1521"/>
                  <a:pt x="1910" y="1520"/>
                  <a:pt x="1911" y="1520"/>
                </a:cubicBezTo>
                <a:cubicBezTo>
                  <a:pt x="1914" y="1520"/>
                  <a:pt x="1916" y="1519"/>
                  <a:pt x="1918" y="1518"/>
                </a:cubicBezTo>
                <a:cubicBezTo>
                  <a:pt x="1919" y="1518"/>
                  <a:pt x="1919" y="1518"/>
                  <a:pt x="1920" y="1518"/>
                </a:cubicBezTo>
                <a:cubicBezTo>
                  <a:pt x="1920" y="1518"/>
                  <a:pt x="1921" y="1518"/>
                  <a:pt x="1921" y="1518"/>
                </a:cubicBezTo>
                <a:cubicBezTo>
                  <a:pt x="1928" y="1516"/>
                  <a:pt x="1934" y="1515"/>
                  <a:pt x="1940" y="1513"/>
                </a:cubicBezTo>
                <a:cubicBezTo>
                  <a:pt x="1941" y="1513"/>
                  <a:pt x="1941" y="1512"/>
                  <a:pt x="1942" y="1512"/>
                </a:cubicBezTo>
                <a:cubicBezTo>
                  <a:pt x="1948" y="1510"/>
                  <a:pt x="1954" y="1509"/>
                  <a:pt x="1961" y="1507"/>
                </a:cubicBezTo>
                <a:cubicBezTo>
                  <a:pt x="1961" y="1506"/>
                  <a:pt x="1962" y="1506"/>
                  <a:pt x="1962" y="1506"/>
                </a:cubicBezTo>
                <a:cubicBezTo>
                  <a:pt x="1969" y="1504"/>
                  <a:pt x="1975" y="1502"/>
                  <a:pt x="1981" y="1499"/>
                </a:cubicBezTo>
                <a:cubicBezTo>
                  <a:pt x="1982" y="1499"/>
                  <a:pt x="1982" y="1499"/>
                  <a:pt x="1982" y="1499"/>
                </a:cubicBezTo>
                <a:cubicBezTo>
                  <a:pt x="1989" y="1497"/>
                  <a:pt x="1995" y="1494"/>
                  <a:pt x="2002" y="1491"/>
                </a:cubicBezTo>
                <a:cubicBezTo>
                  <a:pt x="2005" y="1490"/>
                  <a:pt x="2008" y="1489"/>
                  <a:pt x="2011" y="1487"/>
                </a:cubicBezTo>
                <a:cubicBezTo>
                  <a:pt x="2015" y="1486"/>
                  <a:pt x="2019" y="1484"/>
                  <a:pt x="2023" y="1482"/>
                </a:cubicBezTo>
                <a:cubicBezTo>
                  <a:pt x="2025" y="1481"/>
                  <a:pt x="2026" y="1480"/>
                  <a:pt x="2027" y="1480"/>
                </a:cubicBezTo>
                <a:cubicBezTo>
                  <a:pt x="2030" y="1478"/>
                  <a:pt x="2033" y="1477"/>
                  <a:pt x="2035" y="1476"/>
                </a:cubicBezTo>
                <a:cubicBezTo>
                  <a:pt x="2037" y="1475"/>
                  <a:pt x="2038" y="1474"/>
                  <a:pt x="2040" y="1473"/>
                </a:cubicBezTo>
                <a:cubicBezTo>
                  <a:pt x="2042" y="1472"/>
                  <a:pt x="2044" y="1471"/>
                  <a:pt x="2046" y="1469"/>
                </a:cubicBezTo>
                <a:cubicBezTo>
                  <a:pt x="2048" y="1469"/>
                  <a:pt x="2049" y="1468"/>
                  <a:pt x="2051" y="1467"/>
                </a:cubicBezTo>
                <a:cubicBezTo>
                  <a:pt x="2051" y="1467"/>
                  <a:pt x="2052" y="1466"/>
                  <a:pt x="2053" y="1466"/>
                </a:cubicBezTo>
                <a:cubicBezTo>
                  <a:pt x="2055" y="1465"/>
                  <a:pt x="2056" y="1464"/>
                  <a:pt x="2057" y="1463"/>
                </a:cubicBezTo>
                <a:cubicBezTo>
                  <a:pt x="2058" y="1462"/>
                  <a:pt x="2060" y="1462"/>
                  <a:pt x="2061" y="1461"/>
                </a:cubicBezTo>
                <a:cubicBezTo>
                  <a:pt x="2063" y="1459"/>
                  <a:pt x="2066" y="1458"/>
                  <a:pt x="2068" y="1456"/>
                </a:cubicBezTo>
                <a:cubicBezTo>
                  <a:pt x="2069" y="1455"/>
                  <a:pt x="2070" y="1455"/>
                  <a:pt x="2070" y="1454"/>
                </a:cubicBezTo>
                <a:cubicBezTo>
                  <a:pt x="2073" y="1452"/>
                  <a:pt x="2076" y="1450"/>
                  <a:pt x="2079" y="1448"/>
                </a:cubicBezTo>
                <a:cubicBezTo>
                  <a:pt x="2080" y="1447"/>
                  <a:pt x="2081" y="1447"/>
                  <a:pt x="2081" y="1446"/>
                </a:cubicBezTo>
                <a:cubicBezTo>
                  <a:pt x="2083" y="1445"/>
                  <a:pt x="2085" y="1444"/>
                  <a:pt x="2086" y="1442"/>
                </a:cubicBezTo>
                <a:cubicBezTo>
                  <a:pt x="2087" y="1442"/>
                  <a:pt x="2087" y="1442"/>
                  <a:pt x="2087" y="1442"/>
                </a:cubicBezTo>
                <a:cubicBezTo>
                  <a:pt x="2089" y="1440"/>
                  <a:pt x="2091" y="1438"/>
                  <a:pt x="2093" y="1436"/>
                </a:cubicBezTo>
                <a:cubicBezTo>
                  <a:pt x="2094" y="1436"/>
                  <a:pt x="2095" y="1435"/>
                  <a:pt x="2096" y="1434"/>
                </a:cubicBezTo>
                <a:cubicBezTo>
                  <a:pt x="2098" y="1432"/>
                  <a:pt x="2101" y="1429"/>
                  <a:pt x="2103" y="1426"/>
                </a:cubicBezTo>
                <a:cubicBezTo>
                  <a:pt x="2103" y="1426"/>
                  <a:pt x="2103" y="1426"/>
                  <a:pt x="2103" y="1426"/>
                </a:cubicBezTo>
                <a:cubicBezTo>
                  <a:pt x="2105" y="1424"/>
                  <a:pt x="2107" y="1422"/>
                  <a:pt x="2109" y="1420"/>
                </a:cubicBezTo>
                <a:cubicBezTo>
                  <a:pt x="2109" y="1419"/>
                  <a:pt x="2110" y="1418"/>
                  <a:pt x="2110" y="1418"/>
                </a:cubicBezTo>
                <a:cubicBezTo>
                  <a:pt x="2111" y="1416"/>
                  <a:pt x="2112" y="1415"/>
                  <a:pt x="2113" y="1414"/>
                </a:cubicBezTo>
                <a:cubicBezTo>
                  <a:pt x="2113" y="1414"/>
                  <a:pt x="2114" y="1413"/>
                  <a:pt x="2114" y="1413"/>
                </a:cubicBezTo>
                <a:cubicBezTo>
                  <a:pt x="2114" y="1412"/>
                  <a:pt x="2115" y="1412"/>
                  <a:pt x="2115" y="1411"/>
                </a:cubicBezTo>
                <a:cubicBezTo>
                  <a:pt x="2116" y="1410"/>
                  <a:pt x="2117" y="1408"/>
                  <a:pt x="2118" y="1407"/>
                </a:cubicBezTo>
                <a:cubicBezTo>
                  <a:pt x="2118" y="1406"/>
                  <a:pt x="2119" y="1405"/>
                  <a:pt x="2119" y="1405"/>
                </a:cubicBezTo>
                <a:cubicBezTo>
                  <a:pt x="2119" y="1404"/>
                  <a:pt x="2119" y="1404"/>
                  <a:pt x="2119" y="1404"/>
                </a:cubicBezTo>
                <a:cubicBezTo>
                  <a:pt x="2120" y="1402"/>
                  <a:pt x="2121" y="1400"/>
                  <a:pt x="2122" y="1399"/>
                </a:cubicBezTo>
                <a:cubicBezTo>
                  <a:pt x="2122" y="1398"/>
                  <a:pt x="2122" y="1398"/>
                  <a:pt x="2122" y="1398"/>
                </a:cubicBezTo>
                <a:cubicBezTo>
                  <a:pt x="2123" y="1397"/>
                  <a:pt x="2123" y="1396"/>
                  <a:pt x="2123" y="1395"/>
                </a:cubicBezTo>
                <a:cubicBezTo>
                  <a:pt x="2124" y="1394"/>
                  <a:pt x="2124" y="1393"/>
                  <a:pt x="2124" y="1392"/>
                </a:cubicBezTo>
                <a:cubicBezTo>
                  <a:pt x="2124" y="1392"/>
                  <a:pt x="2124" y="1392"/>
                  <a:pt x="2124" y="1391"/>
                </a:cubicBezTo>
                <a:cubicBezTo>
                  <a:pt x="2125" y="1390"/>
                  <a:pt x="2125" y="1388"/>
                  <a:pt x="2125" y="1387"/>
                </a:cubicBezTo>
                <a:cubicBezTo>
                  <a:pt x="2125" y="1386"/>
                  <a:pt x="2125" y="1386"/>
                  <a:pt x="2126" y="1386"/>
                </a:cubicBezTo>
                <a:cubicBezTo>
                  <a:pt x="2126" y="1385"/>
                  <a:pt x="2126" y="1385"/>
                  <a:pt x="2126" y="1385"/>
                </a:cubicBezTo>
                <a:cubicBezTo>
                  <a:pt x="2126" y="1383"/>
                  <a:pt x="2126" y="1381"/>
                  <a:pt x="2126" y="1379"/>
                </a:cubicBezTo>
                <a:cubicBezTo>
                  <a:pt x="2126" y="1379"/>
                  <a:pt x="2126" y="1379"/>
                  <a:pt x="2126" y="1379"/>
                </a:cubicBezTo>
                <a:cubicBezTo>
                  <a:pt x="2125" y="1304"/>
                  <a:pt x="2125" y="1229"/>
                  <a:pt x="2124" y="1154"/>
                </a:cubicBezTo>
                <a:lnTo>
                  <a:pt x="2419" y="10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10">
            <a:extLst>
              <a:ext uri="{FF2B5EF4-FFF2-40B4-BE49-F238E27FC236}">
                <a16:creationId xmlns:a16="http://schemas.microsoft.com/office/drawing/2014/main" id="{EF8602E6-661B-C2FC-A7BE-E51AF2A48BED}"/>
              </a:ext>
            </a:extLst>
          </p:cNvPr>
          <p:cNvSpPr>
            <a:spLocks/>
          </p:cNvSpPr>
          <p:nvPr/>
        </p:nvSpPr>
        <p:spPr bwMode="auto">
          <a:xfrm>
            <a:off x="6144310" y="2646872"/>
            <a:ext cx="1677314" cy="1093802"/>
          </a:xfrm>
          <a:custGeom>
            <a:avLst/>
            <a:gdLst>
              <a:gd name="T0" fmla="*/ 795 w 1360"/>
              <a:gd name="T1" fmla="*/ 237 h 887"/>
              <a:gd name="T2" fmla="*/ 1041 w 1360"/>
              <a:gd name="T3" fmla="*/ 312 h 887"/>
              <a:gd name="T4" fmla="*/ 797 w 1360"/>
              <a:gd name="T5" fmla="*/ 499 h 887"/>
              <a:gd name="T6" fmla="*/ 780 w 1360"/>
              <a:gd name="T7" fmla="*/ 501 h 887"/>
              <a:gd name="T8" fmla="*/ 777 w 1360"/>
              <a:gd name="T9" fmla="*/ 501 h 887"/>
              <a:gd name="T10" fmla="*/ 755 w 1360"/>
              <a:gd name="T11" fmla="*/ 502 h 887"/>
              <a:gd name="T12" fmla="*/ 722 w 1360"/>
              <a:gd name="T13" fmla="*/ 502 h 887"/>
              <a:gd name="T14" fmla="*/ 673 w 1360"/>
              <a:gd name="T15" fmla="*/ 494 h 887"/>
              <a:gd name="T16" fmla="*/ 648 w 1360"/>
              <a:gd name="T17" fmla="*/ 484 h 887"/>
              <a:gd name="T18" fmla="*/ 642 w 1360"/>
              <a:gd name="T19" fmla="*/ 480 h 887"/>
              <a:gd name="T20" fmla="*/ 635 w 1360"/>
              <a:gd name="T21" fmla="*/ 474 h 887"/>
              <a:gd name="T22" fmla="*/ 631 w 1360"/>
              <a:gd name="T23" fmla="*/ 470 h 887"/>
              <a:gd name="T24" fmla="*/ 627 w 1360"/>
              <a:gd name="T25" fmla="*/ 465 h 887"/>
              <a:gd name="T26" fmla="*/ 624 w 1360"/>
              <a:gd name="T27" fmla="*/ 460 h 887"/>
              <a:gd name="T28" fmla="*/ 622 w 1360"/>
              <a:gd name="T29" fmla="*/ 455 h 887"/>
              <a:gd name="T30" fmla="*/ 620 w 1360"/>
              <a:gd name="T31" fmla="*/ 450 h 887"/>
              <a:gd name="T32" fmla="*/ 619 w 1360"/>
              <a:gd name="T33" fmla="*/ 445 h 887"/>
              <a:gd name="T34" fmla="*/ 618 w 1360"/>
              <a:gd name="T35" fmla="*/ 439 h 887"/>
              <a:gd name="T36" fmla="*/ 617 w 1360"/>
              <a:gd name="T37" fmla="*/ 435 h 887"/>
              <a:gd name="T38" fmla="*/ 617 w 1360"/>
              <a:gd name="T39" fmla="*/ 428 h 887"/>
              <a:gd name="T40" fmla="*/ 617 w 1360"/>
              <a:gd name="T41" fmla="*/ 412 h 887"/>
              <a:gd name="T42" fmla="*/ 617 w 1360"/>
              <a:gd name="T43" fmla="*/ 402 h 887"/>
              <a:gd name="T44" fmla="*/ 616 w 1360"/>
              <a:gd name="T45" fmla="*/ 395 h 887"/>
              <a:gd name="T46" fmla="*/ 614 w 1360"/>
              <a:gd name="T47" fmla="*/ 385 h 887"/>
              <a:gd name="T48" fmla="*/ 612 w 1360"/>
              <a:gd name="T49" fmla="*/ 379 h 887"/>
              <a:gd name="T50" fmla="*/ 606 w 1360"/>
              <a:gd name="T51" fmla="*/ 368 h 887"/>
              <a:gd name="T52" fmla="*/ 3 w 1360"/>
              <a:gd name="T53" fmla="*/ 887 h 887"/>
              <a:gd name="T54" fmla="*/ 620 w 1360"/>
              <a:gd name="T55" fmla="*/ 724 h 887"/>
              <a:gd name="T56" fmla="*/ 650 w 1360"/>
              <a:gd name="T57" fmla="*/ 798 h 887"/>
              <a:gd name="T58" fmla="*/ 657 w 1360"/>
              <a:gd name="T59" fmla="*/ 802 h 887"/>
              <a:gd name="T60" fmla="*/ 664 w 1360"/>
              <a:gd name="T61" fmla="*/ 805 h 887"/>
              <a:gd name="T62" fmla="*/ 674 w 1360"/>
              <a:gd name="T63" fmla="*/ 809 h 887"/>
              <a:gd name="T64" fmla="*/ 677 w 1360"/>
              <a:gd name="T65" fmla="*/ 810 h 887"/>
              <a:gd name="T66" fmla="*/ 689 w 1360"/>
              <a:gd name="T67" fmla="*/ 813 h 887"/>
              <a:gd name="T68" fmla="*/ 700 w 1360"/>
              <a:gd name="T69" fmla="*/ 815 h 887"/>
              <a:gd name="T70" fmla="*/ 713 w 1360"/>
              <a:gd name="T71" fmla="*/ 816 h 887"/>
              <a:gd name="T72" fmla="*/ 726 w 1360"/>
              <a:gd name="T73" fmla="*/ 818 h 887"/>
              <a:gd name="T74" fmla="*/ 742 w 1360"/>
              <a:gd name="T75" fmla="*/ 818 h 887"/>
              <a:gd name="T76" fmla="*/ 761 w 1360"/>
              <a:gd name="T77" fmla="*/ 818 h 887"/>
              <a:gd name="T78" fmla="*/ 782 w 1360"/>
              <a:gd name="T79" fmla="*/ 817 h 887"/>
              <a:gd name="T80" fmla="*/ 796 w 1360"/>
              <a:gd name="T81" fmla="*/ 815 h 887"/>
              <a:gd name="T82" fmla="*/ 813 w 1360"/>
              <a:gd name="T83" fmla="*/ 813 h 887"/>
              <a:gd name="T84" fmla="*/ 827 w 1360"/>
              <a:gd name="T85" fmla="*/ 811 h 887"/>
              <a:gd name="T86" fmla="*/ 848 w 1360"/>
              <a:gd name="T87" fmla="*/ 807 h 887"/>
              <a:gd name="T88" fmla="*/ 861 w 1360"/>
              <a:gd name="T89" fmla="*/ 804 h 887"/>
              <a:gd name="T90" fmla="*/ 883 w 1360"/>
              <a:gd name="T91" fmla="*/ 798 h 887"/>
              <a:gd name="T92" fmla="*/ 922 w 1360"/>
              <a:gd name="T93" fmla="*/ 785 h 887"/>
              <a:gd name="T94" fmla="*/ 952 w 1360"/>
              <a:gd name="T95" fmla="*/ 773 h 887"/>
              <a:gd name="T96" fmla="*/ 976 w 1360"/>
              <a:gd name="T97" fmla="*/ 762 h 887"/>
              <a:gd name="T98" fmla="*/ 992 w 1360"/>
              <a:gd name="T99" fmla="*/ 753 h 887"/>
              <a:gd name="T100" fmla="*/ 1002 w 1360"/>
              <a:gd name="T101" fmla="*/ 747 h 887"/>
              <a:gd name="T102" fmla="*/ 1020 w 1360"/>
              <a:gd name="T103" fmla="*/ 734 h 887"/>
              <a:gd name="T104" fmla="*/ 1028 w 1360"/>
              <a:gd name="T105" fmla="*/ 728 h 887"/>
              <a:gd name="T106" fmla="*/ 1044 w 1360"/>
              <a:gd name="T107" fmla="*/ 712 h 887"/>
              <a:gd name="T108" fmla="*/ 1051 w 1360"/>
              <a:gd name="T109" fmla="*/ 704 h 887"/>
              <a:gd name="T110" fmla="*/ 1056 w 1360"/>
              <a:gd name="T111" fmla="*/ 697 h 887"/>
              <a:gd name="T112" fmla="*/ 1060 w 1360"/>
              <a:gd name="T113" fmla="*/ 690 h 887"/>
              <a:gd name="T114" fmla="*/ 1064 w 1360"/>
              <a:gd name="T115" fmla="*/ 681 h 887"/>
              <a:gd name="T116" fmla="*/ 1066 w 1360"/>
              <a:gd name="T117" fmla="*/ 673 h 887"/>
              <a:gd name="T118" fmla="*/ 1067 w 1360"/>
              <a:gd name="T119" fmla="*/ 665 h 887"/>
              <a:gd name="T120" fmla="*/ 1360 w 1360"/>
              <a:gd name="T121" fmla="*/ 316 h 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60" h="887">
                <a:moveTo>
                  <a:pt x="1360" y="316"/>
                </a:moveTo>
                <a:cubicBezTo>
                  <a:pt x="1357" y="0"/>
                  <a:pt x="1357" y="0"/>
                  <a:pt x="1357" y="0"/>
                </a:cubicBezTo>
                <a:cubicBezTo>
                  <a:pt x="795" y="237"/>
                  <a:pt x="795" y="237"/>
                  <a:pt x="795" y="237"/>
                </a:cubicBezTo>
                <a:cubicBezTo>
                  <a:pt x="808" y="247"/>
                  <a:pt x="829" y="259"/>
                  <a:pt x="833" y="261"/>
                </a:cubicBezTo>
                <a:cubicBezTo>
                  <a:pt x="853" y="270"/>
                  <a:pt x="878" y="277"/>
                  <a:pt x="902" y="282"/>
                </a:cubicBezTo>
                <a:cubicBezTo>
                  <a:pt x="950" y="290"/>
                  <a:pt x="1008" y="289"/>
                  <a:pt x="1041" y="312"/>
                </a:cubicBezTo>
                <a:cubicBezTo>
                  <a:pt x="1094" y="347"/>
                  <a:pt x="1053" y="412"/>
                  <a:pt x="949" y="458"/>
                </a:cubicBezTo>
                <a:cubicBezTo>
                  <a:pt x="946" y="459"/>
                  <a:pt x="943" y="460"/>
                  <a:pt x="940" y="462"/>
                </a:cubicBezTo>
                <a:cubicBezTo>
                  <a:pt x="894" y="481"/>
                  <a:pt x="844" y="494"/>
                  <a:pt x="797" y="499"/>
                </a:cubicBezTo>
                <a:cubicBezTo>
                  <a:pt x="796" y="500"/>
                  <a:pt x="795" y="500"/>
                  <a:pt x="793" y="500"/>
                </a:cubicBezTo>
                <a:cubicBezTo>
                  <a:pt x="793" y="500"/>
                  <a:pt x="793" y="500"/>
                  <a:pt x="793" y="500"/>
                </a:cubicBezTo>
                <a:cubicBezTo>
                  <a:pt x="789" y="500"/>
                  <a:pt x="784" y="501"/>
                  <a:pt x="780" y="501"/>
                </a:cubicBezTo>
                <a:cubicBezTo>
                  <a:pt x="780" y="501"/>
                  <a:pt x="780" y="501"/>
                  <a:pt x="780" y="501"/>
                </a:cubicBezTo>
                <a:cubicBezTo>
                  <a:pt x="780" y="501"/>
                  <a:pt x="779" y="501"/>
                  <a:pt x="779" y="501"/>
                </a:cubicBezTo>
                <a:cubicBezTo>
                  <a:pt x="778" y="501"/>
                  <a:pt x="778" y="501"/>
                  <a:pt x="777" y="501"/>
                </a:cubicBezTo>
                <a:cubicBezTo>
                  <a:pt x="770" y="502"/>
                  <a:pt x="764" y="502"/>
                  <a:pt x="757" y="502"/>
                </a:cubicBezTo>
                <a:cubicBezTo>
                  <a:pt x="757" y="502"/>
                  <a:pt x="756" y="502"/>
                  <a:pt x="756" y="502"/>
                </a:cubicBezTo>
                <a:cubicBezTo>
                  <a:pt x="755" y="502"/>
                  <a:pt x="755" y="502"/>
                  <a:pt x="755" y="502"/>
                </a:cubicBezTo>
                <a:cubicBezTo>
                  <a:pt x="744" y="503"/>
                  <a:pt x="733" y="503"/>
                  <a:pt x="723" y="502"/>
                </a:cubicBezTo>
                <a:cubicBezTo>
                  <a:pt x="723" y="502"/>
                  <a:pt x="722" y="502"/>
                  <a:pt x="722" y="502"/>
                </a:cubicBezTo>
                <a:cubicBezTo>
                  <a:pt x="722" y="502"/>
                  <a:pt x="722" y="502"/>
                  <a:pt x="722" y="502"/>
                </a:cubicBezTo>
                <a:cubicBezTo>
                  <a:pt x="705" y="501"/>
                  <a:pt x="688" y="498"/>
                  <a:pt x="674" y="494"/>
                </a:cubicBezTo>
                <a:cubicBezTo>
                  <a:pt x="674" y="494"/>
                  <a:pt x="673" y="494"/>
                  <a:pt x="673" y="494"/>
                </a:cubicBezTo>
                <a:cubicBezTo>
                  <a:pt x="673" y="494"/>
                  <a:pt x="673" y="494"/>
                  <a:pt x="673" y="494"/>
                </a:cubicBezTo>
                <a:cubicBezTo>
                  <a:pt x="665" y="491"/>
                  <a:pt x="657" y="488"/>
                  <a:pt x="651" y="485"/>
                </a:cubicBezTo>
                <a:cubicBezTo>
                  <a:pt x="650" y="484"/>
                  <a:pt x="649" y="484"/>
                  <a:pt x="649" y="484"/>
                </a:cubicBezTo>
                <a:cubicBezTo>
                  <a:pt x="648" y="484"/>
                  <a:pt x="648" y="484"/>
                  <a:pt x="648" y="484"/>
                </a:cubicBezTo>
                <a:cubicBezTo>
                  <a:pt x="648" y="483"/>
                  <a:pt x="647" y="483"/>
                  <a:pt x="647" y="483"/>
                </a:cubicBezTo>
                <a:cubicBezTo>
                  <a:pt x="647" y="483"/>
                  <a:pt x="647" y="483"/>
                  <a:pt x="647" y="483"/>
                </a:cubicBezTo>
                <a:cubicBezTo>
                  <a:pt x="645" y="482"/>
                  <a:pt x="644" y="481"/>
                  <a:pt x="642" y="480"/>
                </a:cubicBezTo>
                <a:cubicBezTo>
                  <a:pt x="641" y="479"/>
                  <a:pt x="639" y="478"/>
                  <a:pt x="638" y="477"/>
                </a:cubicBezTo>
                <a:cubicBezTo>
                  <a:pt x="638" y="477"/>
                  <a:pt x="637" y="476"/>
                  <a:pt x="637" y="476"/>
                </a:cubicBezTo>
                <a:cubicBezTo>
                  <a:pt x="636" y="475"/>
                  <a:pt x="635" y="475"/>
                  <a:pt x="635" y="474"/>
                </a:cubicBezTo>
                <a:cubicBezTo>
                  <a:pt x="634" y="474"/>
                  <a:pt x="634" y="473"/>
                  <a:pt x="634" y="473"/>
                </a:cubicBezTo>
                <a:cubicBezTo>
                  <a:pt x="633" y="472"/>
                  <a:pt x="632" y="472"/>
                  <a:pt x="632" y="471"/>
                </a:cubicBezTo>
                <a:cubicBezTo>
                  <a:pt x="631" y="471"/>
                  <a:pt x="631" y="470"/>
                  <a:pt x="631" y="470"/>
                </a:cubicBezTo>
                <a:cubicBezTo>
                  <a:pt x="630" y="469"/>
                  <a:pt x="630" y="469"/>
                  <a:pt x="629" y="468"/>
                </a:cubicBezTo>
                <a:cubicBezTo>
                  <a:pt x="629" y="468"/>
                  <a:pt x="628" y="467"/>
                  <a:pt x="628" y="467"/>
                </a:cubicBezTo>
                <a:cubicBezTo>
                  <a:pt x="628" y="466"/>
                  <a:pt x="627" y="465"/>
                  <a:pt x="627" y="465"/>
                </a:cubicBezTo>
                <a:cubicBezTo>
                  <a:pt x="626" y="464"/>
                  <a:pt x="626" y="464"/>
                  <a:pt x="626" y="463"/>
                </a:cubicBezTo>
                <a:cubicBezTo>
                  <a:pt x="625" y="463"/>
                  <a:pt x="625" y="462"/>
                  <a:pt x="625" y="462"/>
                </a:cubicBezTo>
                <a:cubicBezTo>
                  <a:pt x="624" y="461"/>
                  <a:pt x="624" y="461"/>
                  <a:pt x="624" y="460"/>
                </a:cubicBezTo>
                <a:cubicBezTo>
                  <a:pt x="624" y="460"/>
                  <a:pt x="623" y="459"/>
                  <a:pt x="623" y="458"/>
                </a:cubicBezTo>
                <a:cubicBezTo>
                  <a:pt x="623" y="458"/>
                  <a:pt x="623" y="457"/>
                  <a:pt x="622" y="457"/>
                </a:cubicBezTo>
                <a:cubicBezTo>
                  <a:pt x="622" y="456"/>
                  <a:pt x="622" y="456"/>
                  <a:pt x="622" y="455"/>
                </a:cubicBezTo>
                <a:cubicBezTo>
                  <a:pt x="621" y="455"/>
                  <a:pt x="621" y="454"/>
                  <a:pt x="621" y="453"/>
                </a:cubicBezTo>
                <a:cubicBezTo>
                  <a:pt x="621" y="453"/>
                  <a:pt x="621" y="452"/>
                  <a:pt x="620" y="452"/>
                </a:cubicBezTo>
                <a:cubicBezTo>
                  <a:pt x="620" y="451"/>
                  <a:pt x="620" y="451"/>
                  <a:pt x="620" y="450"/>
                </a:cubicBezTo>
                <a:cubicBezTo>
                  <a:pt x="620" y="449"/>
                  <a:pt x="620" y="449"/>
                  <a:pt x="620" y="448"/>
                </a:cubicBezTo>
                <a:cubicBezTo>
                  <a:pt x="619" y="448"/>
                  <a:pt x="619" y="447"/>
                  <a:pt x="619" y="446"/>
                </a:cubicBezTo>
                <a:cubicBezTo>
                  <a:pt x="619" y="446"/>
                  <a:pt x="619" y="445"/>
                  <a:pt x="619" y="445"/>
                </a:cubicBezTo>
                <a:cubicBezTo>
                  <a:pt x="619" y="444"/>
                  <a:pt x="618" y="444"/>
                  <a:pt x="618" y="443"/>
                </a:cubicBezTo>
                <a:cubicBezTo>
                  <a:pt x="618" y="442"/>
                  <a:pt x="618" y="442"/>
                  <a:pt x="618" y="441"/>
                </a:cubicBezTo>
                <a:cubicBezTo>
                  <a:pt x="618" y="441"/>
                  <a:pt x="618" y="440"/>
                  <a:pt x="618" y="439"/>
                </a:cubicBezTo>
                <a:cubicBezTo>
                  <a:pt x="618" y="439"/>
                  <a:pt x="618" y="438"/>
                  <a:pt x="618" y="438"/>
                </a:cubicBezTo>
                <a:cubicBezTo>
                  <a:pt x="618" y="437"/>
                  <a:pt x="618" y="436"/>
                  <a:pt x="618" y="436"/>
                </a:cubicBezTo>
                <a:cubicBezTo>
                  <a:pt x="617" y="435"/>
                  <a:pt x="617" y="435"/>
                  <a:pt x="617" y="435"/>
                </a:cubicBezTo>
                <a:cubicBezTo>
                  <a:pt x="617" y="434"/>
                  <a:pt x="617" y="433"/>
                  <a:pt x="617" y="432"/>
                </a:cubicBezTo>
                <a:cubicBezTo>
                  <a:pt x="617" y="432"/>
                  <a:pt x="617" y="431"/>
                  <a:pt x="617" y="431"/>
                </a:cubicBezTo>
                <a:cubicBezTo>
                  <a:pt x="617" y="430"/>
                  <a:pt x="617" y="429"/>
                  <a:pt x="617" y="428"/>
                </a:cubicBezTo>
                <a:cubicBezTo>
                  <a:pt x="617" y="428"/>
                  <a:pt x="617" y="428"/>
                  <a:pt x="617" y="428"/>
                </a:cubicBezTo>
                <a:cubicBezTo>
                  <a:pt x="617" y="428"/>
                  <a:pt x="617" y="428"/>
                  <a:pt x="617" y="428"/>
                </a:cubicBezTo>
                <a:cubicBezTo>
                  <a:pt x="617" y="423"/>
                  <a:pt x="617" y="418"/>
                  <a:pt x="617" y="412"/>
                </a:cubicBezTo>
                <a:cubicBezTo>
                  <a:pt x="617" y="411"/>
                  <a:pt x="617" y="409"/>
                  <a:pt x="617" y="407"/>
                </a:cubicBezTo>
                <a:cubicBezTo>
                  <a:pt x="617" y="407"/>
                  <a:pt x="617" y="407"/>
                  <a:pt x="617" y="407"/>
                </a:cubicBezTo>
                <a:cubicBezTo>
                  <a:pt x="617" y="405"/>
                  <a:pt x="617" y="404"/>
                  <a:pt x="617" y="402"/>
                </a:cubicBezTo>
                <a:cubicBezTo>
                  <a:pt x="617" y="401"/>
                  <a:pt x="617" y="401"/>
                  <a:pt x="617" y="401"/>
                </a:cubicBezTo>
                <a:cubicBezTo>
                  <a:pt x="616" y="399"/>
                  <a:pt x="616" y="397"/>
                  <a:pt x="616" y="396"/>
                </a:cubicBezTo>
                <a:cubicBezTo>
                  <a:pt x="616" y="395"/>
                  <a:pt x="616" y="395"/>
                  <a:pt x="616" y="395"/>
                </a:cubicBezTo>
                <a:cubicBezTo>
                  <a:pt x="616" y="393"/>
                  <a:pt x="615" y="392"/>
                  <a:pt x="615" y="390"/>
                </a:cubicBezTo>
                <a:cubicBezTo>
                  <a:pt x="615" y="390"/>
                  <a:pt x="615" y="390"/>
                  <a:pt x="615" y="389"/>
                </a:cubicBezTo>
                <a:cubicBezTo>
                  <a:pt x="615" y="388"/>
                  <a:pt x="614" y="386"/>
                  <a:pt x="614" y="385"/>
                </a:cubicBezTo>
                <a:cubicBezTo>
                  <a:pt x="614" y="384"/>
                  <a:pt x="614" y="384"/>
                  <a:pt x="613" y="384"/>
                </a:cubicBezTo>
                <a:cubicBezTo>
                  <a:pt x="613" y="382"/>
                  <a:pt x="612" y="381"/>
                  <a:pt x="612" y="379"/>
                </a:cubicBezTo>
                <a:cubicBezTo>
                  <a:pt x="612" y="379"/>
                  <a:pt x="612" y="379"/>
                  <a:pt x="612" y="379"/>
                </a:cubicBezTo>
                <a:cubicBezTo>
                  <a:pt x="611" y="377"/>
                  <a:pt x="610" y="375"/>
                  <a:pt x="609" y="374"/>
                </a:cubicBezTo>
                <a:cubicBezTo>
                  <a:pt x="609" y="374"/>
                  <a:pt x="609" y="373"/>
                  <a:pt x="609" y="373"/>
                </a:cubicBezTo>
                <a:cubicBezTo>
                  <a:pt x="608" y="371"/>
                  <a:pt x="607" y="370"/>
                  <a:pt x="606" y="368"/>
                </a:cubicBezTo>
                <a:cubicBezTo>
                  <a:pt x="603" y="365"/>
                  <a:pt x="581" y="346"/>
                  <a:pt x="562" y="335"/>
                </a:cubicBezTo>
                <a:cubicBezTo>
                  <a:pt x="0" y="571"/>
                  <a:pt x="0" y="571"/>
                  <a:pt x="0" y="571"/>
                </a:cubicBezTo>
                <a:cubicBezTo>
                  <a:pt x="3" y="887"/>
                  <a:pt x="3" y="887"/>
                  <a:pt x="3" y="887"/>
                </a:cubicBezTo>
                <a:cubicBezTo>
                  <a:pt x="564" y="651"/>
                  <a:pt x="564" y="651"/>
                  <a:pt x="564" y="651"/>
                </a:cubicBezTo>
                <a:cubicBezTo>
                  <a:pt x="584" y="662"/>
                  <a:pt x="606" y="681"/>
                  <a:pt x="608" y="684"/>
                </a:cubicBezTo>
                <a:cubicBezTo>
                  <a:pt x="618" y="696"/>
                  <a:pt x="619" y="710"/>
                  <a:pt x="620" y="724"/>
                </a:cubicBezTo>
                <a:cubicBezTo>
                  <a:pt x="620" y="729"/>
                  <a:pt x="620" y="734"/>
                  <a:pt x="620" y="739"/>
                </a:cubicBezTo>
                <a:cubicBezTo>
                  <a:pt x="620" y="760"/>
                  <a:pt x="622" y="780"/>
                  <a:pt x="645" y="795"/>
                </a:cubicBezTo>
                <a:cubicBezTo>
                  <a:pt x="646" y="796"/>
                  <a:pt x="648" y="797"/>
                  <a:pt x="650" y="798"/>
                </a:cubicBezTo>
                <a:cubicBezTo>
                  <a:pt x="650" y="799"/>
                  <a:pt x="651" y="799"/>
                  <a:pt x="651" y="799"/>
                </a:cubicBezTo>
                <a:cubicBezTo>
                  <a:pt x="653" y="800"/>
                  <a:pt x="654" y="801"/>
                  <a:pt x="655" y="801"/>
                </a:cubicBezTo>
                <a:cubicBezTo>
                  <a:pt x="656" y="802"/>
                  <a:pt x="656" y="802"/>
                  <a:pt x="657" y="802"/>
                </a:cubicBezTo>
                <a:cubicBezTo>
                  <a:pt x="658" y="803"/>
                  <a:pt x="659" y="803"/>
                  <a:pt x="661" y="804"/>
                </a:cubicBezTo>
                <a:cubicBezTo>
                  <a:pt x="661" y="804"/>
                  <a:pt x="662" y="804"/>
                  <a:pt x="663" y="805"/>
                </a:cubicBezTo>
                <a:cubicBezTo>
                  <a:pt x="663" y="805"/>
                  <a:pt x="664" y="805"/>
                  <a:pt x="664" y="805"/>
                </a:cubicBezTo>
                <a:cubicBezTo>
                  <a:pt x="665" y="806"/>
                  <a:pt x="666" y="806"/>
                  <a:pt x="667" y="806"/>
                </a:cubicBezTo>
                <a:cubicBezTo>
                  <a:pt x="668" y="807"/>
                  <a:pt x="668" y="807"/>
                  <a:pt x="669" y="807"/>
                </a:cubicBezTo>
                <a:cubicBezTo>
                  <a:pt x="671" y="808"/>
                  <a:pt x="672" y="808"/>
                  <a:pt x="674" y="809"/>
                </a:cubicBezTo>
                <a:cubicBezTo>
                  <a:pt x="675" y="809"/>
                  <a:pt x="675" y="809"/>
                  <a:pt x="676" y="809"/>
                </a:cubicBezTo>
                <a:cubicBezTo>
                  <a:pt x="676" y="809"/>
                  <a:pt x="676" y="809"/>
                  <a:pt x="676" y="809"/>
                </a:cubicBezTo>
                <a:cubicBezTo>
                  <a:pt x="676" y="809"/>
                  <a:pt x="677" y="810"/>
                  <a:pt x="677" y="810"/>
                </a:cubicBezTo>
                <a:cubicBezTo>
                  <a:pt x="680" y="810"/>
                  <a:pt x="683" y="811"/>
                  <a:pt x="686" y="812"/>
                </a:cubicBezTo>
                <a:cubicBezTo>
                  <a:pt x="687" y="812"/>
                  <a:pt x="687" y="812"/>
                  <a:pt x="688" y="812"/>
                </a:cubicBezTo>
                <a:cubicBezTo>
                  <a:pt x="688" y="812"/>
                  <a:pt x="688" y="812"/>
                  <a:pt x="689" y="813"/>
                </a:cubicBezTo>
                <a:cubicBezTo>
                  <a:pt x="692" y="813"/>
                  <a:pt x="695" y="814"/>
                  <a:pt x="699" y="815"/>
                </a:cubicBezTo>
                <a:cubicBezTo>
                  <a:pt x="699" y="815"/>
                  <a:pt x="699" y="815"/>
                  <a:pt x="699" y="815"/>
                </a:cubicBezTo>
                <a:cubicBezTo>
                  <a:pt x="699" y="815"/>
                  <a:pt x="700" y="815"/>
                  <a:pt x="700" y="815"/>
                </a:cubicBezTo>
                <a:cubicBezTo>
                  <a:pt x="703" y="815"/>
                  <a:pt x="707" y="816"/>
                  <a:pt x="710" y="816"/>
                </a:cubicBezTo>
                <a:cubicBezTo>
                  <a:pt x="711" y="816"/>
                  <a:pt x="711" y="816"/>
                  <a:pt x="712" y="816"/>
                </a:cubicBezTo>
                <a:cubicBezTo>
                  <a:pt x="712" y="816"/>
                  <a:pt x="712" y="816"/>
                  <a:pt x="713" y="816"/>
                </a:cubicBezTo>
                <a:cubicBezTo>
                  <a:pt x="717" y="817"/>
                  <a:pt x="721" y="817"/>
                  <a:pt x="725" y="817"/>
                </a:cubicBezTo>
                <a:cubicBezTo>
                  <a:pt x="725" y="817"/>
                  <a:pt x="725" y="817"/>
                  <a:pt x="725" y="818"/>
                </a:cubicBezTo>
                <a:cubicBezTo>
                  <a:pt x="726" y="818"/>
                  <a:pt x="726" y="818"/>
                  <a:pt x="726" y="818"/>
                </a:cubicBezTo>
                <a:cubicBezTo>
                  <a:pt x="730" y="818"/>
                  <a:pt x="735" y="818"/>
                  <a:pt x="740" y="818"/>
                </a:cubicBezTo>
                <a:cubicBezTo>
                  <a:pt x="740" y="818"/>
                  <a:pt x="740" y="818"/>
                  <a:pt x="741" y="818"/>
                </a:cubicBezTo>
                <a:cubicBezTo>
                  <a:pt x="741" y="818"/>
                  <a:pt x="741" y="818"/>
                  <a:pt x="742" y="818"/>
                </a:cubicBezTo>
                <a:cubicBezTo>
                  <a:pt x="747" y="818"/>
                  <a:pt x="753" y="818"/>
                  <a:pt x="758" y="818"/>
                </a:cubicBezTo>
                <a:cubicBezTo>
                  <a:pt x="759" y="818"/>
                  <a:pt x="759" y="818"/>
                  <a:pt x="760" y="818"/>
                </a:cubicBezTo>
                <a:cubicBezTo>
                  <a:pt x="760" y="818"/>
                  <a:pt x="761" y="818"/>
                  <a:pt x="761" y="818"/>
                </a:cubicBezTo>
                <a:cubicBezTo>
                  <a:pt x="763" y="818"/>
                  <a:pt x="766" y="818"/>
                  <a:pt x="768" y="818"/>
                </a:cubicBezTo>
                <a:cubicBezTo>
                  <a:pt x="769" y="818"/>
                  <a:pt x="771" y="818"/>
                  <a:pt x="772" y="818"/>
                </a:cubicBezTo>
                <a:cubicBezTo>
                  <a:pt x="775" y="817"/>
                  <a:pt x="779" y="817"/>
                  <a:pt x="782" y="817"/>
                </a:cubicBezTo>
                <a:cubicBezTo>
                  <a:pt x="782" y="817"/>
                  <a:pt x="782" y="817"/>
                  <a:pt x="783" y="817"/>
                </a:cubicBezTo>
                <a:cubicBezTo>
                  <a:pt x="783" y="817"/>
                  <a:pt x="783" y="817"/>
                  <a:pt x="783" y="817"/>
                </a:cubicBezTo>
                <a:cubicBezTo>
                  <a:pt x="787" y="816"/>
                  <a:pt x="792" y="816"/>
                  <a:pt x="796" y="815"/>
                </a:cubicBezTo>
                <a:cubicBezTo>
                  <a:pt x="797" y="815"/>
                  <a:pt x="799" y="815"/>
                  <a:pt x="800" y="815"/>
                </a:cubicBezTo>
                <a:cubicBezTo>
                  <a:pt x="804" y="815"/>
                  <a:pt x="808" y="814"/>
                  <a:pt x="812" y="813"/>
                </a:cubicBezTo>
                <a:cubicBezTo>
                  <a:pt x="812" y="813"/>
                  <a:pt x="813" y="813"/>
                  <a:pt x="813" y="813"/>
                </a:cubicBezTo>
                <a:cubicBezTo>
                  <a:pt x="813" y="813"/>
                  <a:pt x="813" y="813"/>
                  <a:pt x="814" y="813"/>
                </a:cubicBezTo>
                <a:cubicBezTo>
                  <a:pt x="817" y="813"/>
                  <a:pt x="821" y="812"/>
                  <a:pt x="825" y="811"/>
                </a:cubicBezTo>
                <a:cubicBezTo>
                  <a:pt x="826" y="811"/>
                  <a:pt x="826" y="811"/>
                  <a:pt x="827" y="811"/>
                </a:cubicBezTo>
                <a:cubicBezTo>
                  <a:pt x="830" y="811"/>
                  <a:pt x="833" y="810"/>
                  <a:pt x="836" y="809"/>
                </a:cubicBezTo>
                <a:cubicBezTo>
                  <a:pt x="838" y="809"/>
                  <a:pt x="839" y="809"/>
                  <a:pt x="840" y="809"/>
                </a:cubicBezTo>
                <a:cubicBezTo>
                  <a:pt x="843" y="808"/>
                  <a:pt x="845" y="808"/>
                  <a:pt x="848" y="807"/>
                </a:cubicBezTo>
                <a:cubicBezTo>
                  <a:pt x="849" y="807"/>
                  <a:pt x="851" y="806"/>
                  <a:pt x="852" y="806"/>
                </a:cubicBezTo>
                <a:cubicBezTo>
                  <a:pt x="855" y="806"/>
                  <a:pt x="857" y="805"/>
                  <a:pt x="859" y="804"/>
                </a:cubicBezTo>
                <a:cubicBezTo>
                  <a:pt x="860" y="804"/>
                  <a:pt x="860" y="804"/>
                  <a:pt x="861" y="804"/>
                </a:cubicBezTo>
                <a:cubicBezTo>
                  <a:pt x="861" y="804"/>
                  <a:pt x="862" y="804"/>
                  <a:pt x="862" y="804"/>
                </a:cubicBezTo>
                <a:cubicBezTo>
                  <a:pt x="869" y="802"/>
                  <a:pt x="875" y="801"/>
                  <a:pt x="881" y="799"/>
                </a:cubicBezTo>
                <a:cubicBezTo>
                  <a:pt x="882" y="799"/>
                  <a:pt x="882" y="798"/>
                  <a:pt x="883" y="798"/>
                </a:cubicBezTo>
                <a:cubicBezTo>
                  <a:pt x="889" y="796"/>
                  <a:pt x="895" y="795"/>
                  <a:pt x="902" y="793"/>
                </a:cubicBezTo>
                <a:cubicBezTo>
                  <a:pt x="902" y="792"/>
                  <a:pt x="903" y="792"/>
                  <a:pt x="903" y="792"/>
                </a:cubicBezTo>
                <a:cubicBezTo>
                  <a:pt x="910" y="790"/>
                  <a:pt x="916" y="788"/>
                  <a:pt x="922" y="785"/>
                </a:cubicBezTo>
                <a:cubicBezTo>
                  <a:pt x="923" y="785"/>
                  <a:pt x="923" y="785"/>
                  <a:pt x="923" y="785"/>
                </a:cubicBezTo>
                <a:cubicBezTo>
                  <a:pt x="930" y="783"/>
                  <a:pt x="936" y="780"/>
                  <a:pt x="943" y="777"/>
                </a:cubicBezTo>
                <a:cubicBezTo>
                  <a:pt x="946" y="776"/>
                  <a:pt x="949" y="775"/>
                  <a:pt x="952" y="773"/>
                </a:cubicBezTo>
                <a:cubicBezTo>
                  <a:pt x="956" y="772"/>
                  <a:pt x="960" y="770"/>
                  <a:pt x="964" y="768"/>
                </a:cubicBezTo>
                <a:cubicBezTo>
                  <a:pt x="966" y="767"/>
                  <a:pt x="967" y="766"/>
                  <a:pt x="968" y="766"/>
                </a:cubicBezTo>
                <a:cubicBezTo>
                  <a:pt x="971" y="764"/>
                  <a:pt x="974" y="763"/>
                  <a:pt x="976" y="762"/>
                </a:cubicBezTo>
                <a:cubicBezTo>
                  <a:pt x="978" y="761"/>
                  <a:pt x="979" y="760"/>
                  <a:pt x="981" y="759"/>
                </a:cubicBezTo>
                <a:cubicBezTo>
                  <a:pt x="983" y="758"/>
                  <a:pt x="985" y="757"/>
                  <a:pt x="987" y="755"/>
                </a:cubicBezTo>
                <a:cubicBezTo>
                  <a:pt x="989" y="755"/>
                  <a:pt x="990" y="754"/>
                  <a:pt x="992" y="753"/>
                </a:cubicBezTo>
                <a:cubicBezTo>
                  <a:pt x="992" y="753"/>
                  <a:pt x="993" y="752"/>
                  <a:pt x="994" y="752"/>
                </a:cubicBezTo>
                <a:cubicBezTo>
                  <a:pt x="996" y="751"/>
                  <a:pt x="997" y="750"/>
                  <a:pt x="998" y="749"/>
                </a:cubicBezTo>
                <a:cubicBezTo>
                  <a:pt x="999" y="748"/>
                  <a:pt x="1001" y="748"/>
                  <a:pt x="1002" y="747"/>
                </a:cubicBezTo>
                <a:cubicBezTo>
                  <a:pt x="1004" y="745"/>
                  <a:pt x="1007" y="744"/>
                  <a:pt x="1009" y="742"/>
                </a:cubicBezTo>
                <a:cubicBezTo>
                  <a:pt x="1010" y="741"/>
                  <a:pt x="1011" y="741"/>
                  <a:pt x="1011" y="740"/>
                </a:cubicBezTo>
                <a:cubicBezTo>
                  <a:pt x="1014" y="738"/>
                  <a:pt x="1017" y="736"/>
                  <a:pt x="1020" y="734"/>
                </a:cubicBezTo>
                <a:cubicBezTo>
                  <a:pt x="1021" y="733"/>
                  <a:pt x="1022" y="733"/>
                  <a:pt x="1022" y="732"/>
                </a:cubicBezTo>
                <a:cubicBezTo>
                  <a:pt x="1024" y="731"/>
                  <a:pt x="1026" y="730"/>
                  <a:pt x="1027" y="728"/>
                </a:cubicBezTo>
                <a:cubicBezTo>
                  <a:pt x="1028" y="728"/>
                  <a:pt x="1028" y="728"/>
                  <a:pt x="1028" y="728"/>
                </a:cubicBezTo>
                <a:cubicBezTo>
                  <a:pt x="1030" y="726"/>
                  <a:pt x="1032" y="724"/>
                  <a:pt x="1034" y="722"/>
                </a:cubicBezTo>
                <a:cubicBezTo>
                  <a:pt x="1035" y="722"/>
                  <a:pt x="1036" y="721"/>
                  <a:pt x="1037" y="720"/>
                </a:cubicBezTo>
                <a:cubicBezTo>
                  <a:pt x="1039" y="718"/>
                  <a:pt x="1042" y="715"/>
                  <a:pt x="1044" y="712"/>
                </a:cubicBezTo>
                <a:cubicBezTo>
                  <a:pt x="1044" y="712"/>
                  <a:pt x="1044" y="712"/>
                  <a:pt x="1044" y="712"/>
                </a:cubicBezTo>
                <a:cubicBezTo>
                  <a:pt x="1046" y="710"/>
                  <a:pt x="1048" y="708"/>
                  <a:pt x="1050" y="706"/>
                </a:cubicBezTo>
                <a:cubicBezTo>
                  <a:pt x="1050" y="705"/>
                  <a:pt x="1051" y="704"/>
                  <a:pt x="1051" y="704"/>
                </a:cubicBezTo>
                <a:cubicBezTo>
                  <a:pt x="1052" y="702"/>
                  <a:pt x="1053" y="701"/>
                  <a:pt x="1054" y="700"/>
                </a:cubicBezTo>
                <a:cubicBezTo>
                  <a:pt x="1054" y="700"/>
                  <a:pt x="1055" y="699"/>
                  <a:pt x="1055" y="699"/>
                </a:cubicBezTo>
                <a:cubicBezTo>
                  <a:pt x="1055" y="698"/>
                  <a:pt x="1056" y="698"/>
                  <a:pt x="1056" y="697"/>
                </a:cubicBezTo>
                <a:cubicBezTo>
                  <a:pt x="1057" y="696"/>
                  <a:pt x="1058" y="694"/>
                  <a:pt x="1059" y="693"/>
                </a:cubicBezTo>
                <a:cubicBezTo>
                  <a:pt x="1059" y="692"/>
                  <a:pt x="1060" y="691"/>
                  <a:pt x="1060" y="691"/>
                </a:cubicBezTo>
                <a:cubicBezTo>
                  <a:pt x="1060" y="690"/>
                  <a:pt x="1060" y="690"/>
                  <a:pt x="1060" y="690"/>
                </a:cubicBezTo>
                <a:cubicBezTo>
                  <a:pt x="1061" y="688"/>
                  <a:pt x="1062" y="686"/>
                  <a:pt x="1063" y="685"/>
                </a:cubicBezTo>
                <a:cubicBezTo>
                  <a:pt x="1063" y="684"/>
                  <a:pt x="1063" y="684"/>
                  <a:pt x="1063" y="684"/>
                </a:cubicBezTo>
                <a:cubicBezTo>
                  <a:pt x="1064" y="683"/>
                  <a:pt x="1064" y="682"/>
                  <a:pt x="1064" y="681"/>
                </a:cubicBezTo>
                <a:cubicBezTo>
                  <a:pt x="1065" y="680"/>
                  <a:pt x="1065" y="679"/>
                  <a:pt x="1065" y="678"/>
                </a:cubicBezTo>
                <a:cubicBezTo>
                  <a:pt x="1065" y="678"/>
                  <a:pt x="1065" y="678"/>
                  <a:pt x="1065" y="677"/>
                </a:cubicBezTo>
                <a:cubicBezTo>
                  <a:pt x="1066" y="676"/>
                  <a:pt x="1066" y="674"/>
                  <a:pt x="1066" y="673"/>
                </a:cubicBezTo>
                <a:cubicBezTo>
                  <a:pt x="1066" y="672"/>
                  <a:pt x="1066" y="672"/>
                  <a:pt x="1067" y="672"/>
                </a:cubicBezTo>
                <a:cubicBezTo>
                  <a:pt x="1067" y="671"/>
                  <a:pt x="1067" y="671"/>
                  <a:pt x="1067" y="671"/>
                </a:cubicBezTo>
                <a:cubicBezTo>
                  <a:pt x="1067" y="669"/>
                  <a:pt x="1067" y="667"/>
                  <a:pt x="1067" y="665"/>
                </a:cubicBezTo>
                <a:cubicBezTo>
                  <a:pt x="1067" y="665"/>
                  <a:pt x="1067" y="665"/>
                  <a:pt x="1067" y="665"/>
                </a:cubicBezTo>
                <a:cubicBezTo>
                  <a:pt x="1066" y="590"/>
                  <a:pt x="1066" y="515"/>
                  <a:pt x="1065" y="440"/>
                </a:cubicBezTo>
                <a:lnTo>
                  <a:pt x="1360" y="316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81043AEF-7D95-7409-9185-6673D48758EB}"/>
              </a:ext>
            </a:extLst>
          </p:cNvPr>
          <p:cNvSpPr>
            <a:spLocks/>
          </p:cNvSpPr>
          <p:nvPr/>
        </p:nvSpPr>
        <p:spPr bwMode="auto">
          <a:xfrm>
            <a:off x="4838391" y="2470234"/>
            <a:ext cx="1309694" cy="1270440"/>
          </a:xfrm>
          <a:custGeom>
            <a:avLst/>
            <a:gdLst>
              <a:gd name="T0" fmla="*/ 627 w 1062"/>
              <a:gd name="T1" fmla="*/ 416 h 1030"/>
              <a:gd name="T2" fmla="*/ 938 w 1062"/>
              <a:gd name="T3" fmla="*/ 312 h 1030"/>
              <a:gd name="T4" fmla="*/ 936 w 1062"/>
              <a:gd name="T5" fmla="*/ 299 h 1030"/>
              <a:gd name="T6" fmla="*/ 931 w 1062"/>
              <a:gd name="T7" fmla="*/ 287 h 1030"/>
              <a:gd name="T8" fmla="*/ 925 w 1062"/>
              <a:gd name="T9" fmla="*/ 275 h 1030"/>
              <a:gd name="T10" fmla="*/ 915 w 1062"/>
              <a:gd name="T11" fmla="*/ 261 h 1030"/>
              <a:gd name="T12" fmla="*/ 904 w 1062"/>
              <a:gd name="T13" fmla="*/ 248 h 1030"/>
              <a:gd name="T14" fmla="*/ 891 w 1062"/>
              <a:gd name="T15" fmla="*/ 236 h 1030"/>
              <a:gd name="T16" fmla="*/ 875 w 1062"/>
              <a:gd name="T17" fmla="*/ 224 h 1030"/>
              <a:gd name="T18" fmla="*/ 847 w 1062"/>
              <a:gd name="T19" fmla="*/ 205 h 1030"/>
              <a:gd name="T20" fmla="*/ 830 w 1062"/>
              <a:gd name="T21" fmla="*/ 196 h 1030"/>
              <a:gd name="T22" fmla="*/ 793 w 1062"/>
              <a:gd name="T23" fmla="*/ 179 h 1030"/>
              <a:gd name="T24" fmla="*/ 775 w 1062"/>
              <a:gd name="T25" fmla="*/ 172 h 1030"/>
              <a:gd name="T26" fmla="*/ 745 w 1062"/>
              <a:gd name="T27" fmla="*/ 164 h 1030"/>
              <a:gd name="T28" fmla="*/ 733 w 1062"/>
              <a:gd name="T29" fmla="*/ 161 h 1030"/>
              <a:gd name="T30" fmla="*/ 713 w 1062"/>
              <a:gd name="T31" fmla="*/ 157 h 1030"/>
              <a:gd name="T32" fmla="*/ 694 w 1062"/>
              <a:gd name="T33" fmla="*/ 154 h 1030"/>
              <a:gd name="T34" fmla="*/ 675 w 1062"/>
              <a:gd name="T35" fmla="*/ 152 h 1030"/>
              <a:gd name="T36" fmla="*/ 661 w 1062"/>
              <a:gd name="T37" fmla="*/ 151 h 1030"/>
              <a:gd name="T38" fmla="*/ 635 w 1062"/>
              <a:gd name="T39" fmla="*/ 152 h 1030"/>
              <a:gd name="T40" fmla="*/ 622 w 1062"/>
              <a:gd name="T41" fmla="*/ 154 h 1030"/>
              <a:gd name="T42" fmla="*/ 616 w 1062"/>
              <a:gd name="T43" fmla="*/ 155 h 1030"/>
              <a:gd name="T44" fmla="*/ 608 w 1062"/>
              <a:gd name="T45" fmla="*/ 156 h 1030"/>
              <a:gd name="T46" fmla="*/ 583 w 1062"/>
              <a:gd name="T47" fmla="*/ 164 h 1030"/>
              <a:gd name="T48" fmla="*/ 572 w 1062"/>
              <a:gd name="T49" fmla="*/ 170 h 1030"/>
              <a:gd name="T50" fmla="*/ 562 w 1062"/>
              <a:gd name="T51" fmla="*/ 176 h 1030"/>
              <a:gd name="T52" fmla="*/ 558 w 1062"/>
              <a:gd name="T53" fmla="*/ 181 h 1030"/>
              <a:gd name="T54" fmla="*/ 553 w 1062"/>
              <a:gd name="T55" fmla="*/ 185 h 1030"/>
              <a:gd name="T56" fmla="*/ 549 w 1062"/>
              <a:gd name="T57" fmla="*/ 191 h 1030"/>
              <a:gd name="T58" fmla="*/ 543 w 1062"/>
              <a:gd name="T59" fmla="*/ 200 h 1030"/>
              <a:gd name="T60" fmla="*/ 540 w 1062"/>
              <a:gd name="T61" fmla="*/ 208 h 1030"/>
              <a:gd name="T62" fmla="*/ 520 w 1062"/>
              <a:gd name="T63" fmla="*/ 245 h 1030"/>
              <a:gd name="T64" fmla="*/ 513 w 1062"/>
              <a:gd name="T65" fmla="*/ 252 h 1030"/>
              <a:gd name="T66" fmla="*/ 508 w 1062"/>
              <a:gd name="T67" fmla="*/ 258 h 1030"/>
              <a:gd name="T68" fmla="*/ 502 w 1062"/>
              <a:gd name="T69" fmla="*/ 264 h 1030"/>
              <a:gd name="T70" fmla="*/ 482 w 1062"/>
              <a:gd name="T71" fmla="*/ 277 h 1030"/>
              <a:gd name="T72" fmla="*/ 479 w 1062"/>
              <a:gd name="T73" fmla="*/ 279 h 1030"/>
              <a:gd name="T74" fmla="*/ 476 w 1062"/>
              <a:gd name="T75" fmla="*/ 280 h 1030"/>
              <a:gd name="T76" fmla="*/ 471 w 1062"/>
              <a:gd name="T77" fmla="*/ 283 h 1030"/>
              <a:gd name="T78" fmla="*/ 0 w 1062"/>
              <a:gd name="T79" fmla="*/ 0 h 1030"/>
              <a:gd name="T80" fmla="*/ 472 w 1062"/>
              <a:gd name="T81" fmla="*/ 599 h 1030"/>
              <a:gd name="T82" fmla="*/ 479 w 1062"/>
              <a:gd name="T83" fmla="*/ 596 h 1030"/>
              <a:gd name="T84" fmla="*/ 484 w 1062"/>
              <a:gd name="T85" fmla="*/ 593 h 1030"/>
              <a:gd name="T86" fmla="*/ 488 w 1062"/>
              <a:gd name="T87" fmla="*/ 592 h 1030"/>
              <a:gd name="T88" fmla="*/ 496 w 1062"/>
              <a:gd name="T89" fmla="*/ 586 h 1030"/>
              <a:gd name="T90" fmla="*/ 505 w 1062"/>
              <a:gd name="T91" fmla="*/ 579 h 1030"/>
              <a:gd name="T92" fmla="*/ 516 w 1062"/>
              <a:gd name="T93" fmla="*/ 568 h 1030"/>
              <a:gd name="T94" fmla="*/ 525 w 1062"/>
              <a:gd name="T95" fmla="*/ 557 h 1030"/>
              <a:gd name="T96" fmla="*/ 532 w 1062"/>
              <a:gd name="T97" fmla="*/ 547 h 1030"/>
              <a:gd name="T98" fmla="*/ 537 w 1062"/>
              <a:gd name="T99" fmla="*/ 536 h 1030"/>
              <a:gd name="T100" fmla="*/ 545 w 1062"/>
              <a:gd name="T101" fmla="*/ 518 h 1030"/>
              <a:gd name="T102" fmla="*/ 551 w 1062"/>
              <a:gd name="T103" fmla="*/ 508 h 1030"/>
              <a:gd name="T104" fmla="*/ 557 w 1062"/>
              <a:gd name="T105" fmla="*/ 500 h 1030"/>
              <a:gd name="T106" fmla="*/ 567 w 1062"/>
              <a:gd name="T107" fmla="*/ 490 h 1030"/>
              <a:gd name="T108" fmla="*/ 579 w 1062"/>
              <a:gd name="T109" fmla="*/ 483 h 1030"/>
              <a:gd name="T110" fmla="*/ 607 w 1062"/>
              <a:gd name="T111" fmla="*/ 473 h 1030"/>
              <a:gd name="T112" fmla="*/ 622 w 1062"/>
              <a:gd name="T113" fmla="*/ 470 h 1030"/>
              <a:gd name="T114" fmla="*/ 696 w 1062"/>
              <a:gd name="T115" fmla="*/ 469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062" h="1030">
                <a:moveTo>
                  <a:pt x="696" y="469"/>
                </a:moveTo>
                <a:cubicBezTo>
                  <a:pt x="696" y="469"/>
                  <a:pt x="696" y="469"/>
                  <a:pt x="696" y="469"/>
                </a:cubicBezTo>
                <a:cubicBezTo>
                  <a:pt x="621" y="419"/>
                  <a:pt x="621" y="419"/>
                  <a:pt x="621" y="419"/>
                </a:cubicBezTo>
                <a:cubicBezTo>
                  <a:pt x="623" y="418"/>
                  <a:pt x="625" y="417"/>
                  <a:pt x="627" y="416"/>
                </a:cubicBezTo>
                <a:cubicBezTo>
                  <a:pt x="648" y="406"/>
                  <a:pt x="679" y="396"/>
                  <a:pt x="684" y="395"/>
                </a:cubicBezTo>
                <a:cubicBezTo>
                  <a:pt x="750" y="381"/>
                  <a:pt x="838" y="398"/>
                  <a:pt x="895" y="374"/>
                </a:cubicBezTo>
                <a:cubicBezTo>
                  <a:pt x="925" y="361"/>
                  <a:pt x="939" y="340"/>
                  <a:pt x="938" y="316"/>
                </a:cubicBezTo>
                <a:cubicBezTo>
                  <a:pt x="938" y="315"/>
                  <a:pt x="938" y="313"/>
                  <a:pt x="938" y="312"/>
                </a:cubicBezTo>
                <a:cubicBezTo>
                  <a:pt x="938" y="311"/>
                  <a:pt x="938" y="311"/>
                  <a:pt x="938" y="311"/>
                </a:cubicBezTo>
                <a:cubicBezTo>
                  <a:pt x="938" y="309"/>
                  <a:pt x="938" y="307"/>
                  <a:pt x="937" y="305"/>
                </a:cubicBezTo>
                <a:cubicBezTo>
                  <a:pt x="937" y="304"/>
                  <a:pt x="937" y="304"/>
                  <a:pt x="937" y="303"/>
                </a:cubicBezTo>
                <a:cubicBezTo>
                  <a:pt x="937" y="302"/>
                  <a:pt x="936" y="301"/>
                  <a:pt x="936" y="299"/>
                </a:cubicBezTo>
                <a:cubicBezTo>
                  <a:pt x="936" y="298"/>
                  <a:pt x="935" y="298"/>
                  <a:pt x="935" y="297"/>
                </a:cubicBezTo>
                <a:cubicBezTo>
                  <a:pt x="935" y="296"/>
                  <a:pt x="934" y="294"/>
                  <a:pt x="934" y="293"/>
                </a:cubicBezTo>
                <a:cubicBezTo>
                  <a:pt x="934" y="292"/>
                  <a:pt x="933" y="292"/>
                  <a:pt x="933" y="291"/>
                </a:cubicBezTo>
                <a:cubicBezTo>
                  <a:pt x="933" y="290"/>
                  <a:pt x="932" y="288"/>
                  <a:pt x="931" y="287"/>
                </a:cubicBezTo>
                <a:cubicBezTo>
                  <a:pt x="931" y="286"/>
                  <a:pt x="931" y="286"/>
                  <a:pt x="930" y="285"/>
                </a:cubicBezTo>
                <a:cubicBezTo>
                  <a:pt x="930" y="284"/>
                  <a:pt x="929" y="282"/>
                  <a:pt x="929" y="281"/>
                </a:cubicBezTo>
                <a:cubicBezTo>
                  <a:pt x="928" y="280"/>
                  <a:pt x="928" y="280"/>
                  <a:pt x="927" y="279"/>
                </a:cubicBezTo>
                <a:cubicBezTo>
                  <a:pt x="926" y="278"/>
                  <a:pt x="926" y="276"/>
                  <a:pt x="925" y="275"/>
                </a:cubicBezTo>
                <a:cubicBezTo>
                  <a:pt x="924" y="274"/>
                  <a:pt x="924" y="274"/>
                  <a:pt x="923" y="273"/>
                </a:cubicBezTo>
                <a:cubicBezTo>
                  <a:pt x="923" y="271"/>
                  <a:pt x="922" y="270"/>
                  <a:pt x="921" y="268"/>
                </a:cubicBezTo>
                <a:cubicBezTo>
                  <a:pt x="920" y="268"/>
                  <a:pt x="920" y="267"/>
                  <a:pt x="919" y="267"/>
                </a:cubicBezTo>
                <a:cubicBezTo>
                  <a:pt x="918" y="265"/>
                  <a:pt x="916" y="263"/>
                  <a:pt x="915" y="261"/>
                </a:cubicBezTo>
                <a:cubicBezTo>
                  <a:pt x="914" y="260"/>
                  <a:pt x="914" y="260"/>
                  <a:pt x="914" y="259"/>
                </a:cubicBezTo>
                <a:cubicBezTo>
                  <a:pt x="912" y="258"/>
                  <a:pt x="911" y="256"/>
                  <a:pt x="909" y="255"/>
                </a:cubicBezTo>
                <a:cubicBezTo>
                  <a:pt x="909" y="254"/>
                  <a:pt x="908" y="253"/>
                  <a:pt x="907" y="252"/>
                </a:cubicBezTo>
                <a:cubicBezTo>
                  <a:pt x="906" y="251"/>
                  <a:pt x="905" y="250"/>
                  <a:pt x="904" y="248"/>
                </a:cubicBezTo>
                <a:cubicBezTo>
                  <a:pt x="903" y="248"/>
                  <a:pt x="902" y="247"/>
                  <a:pt x="901" y="246"/>
                </a:cubicBezTo>
                <a:cubicBezTo>
                  <a:pt x="900" y="245"/>
                  <a:pt x="899" y="244"/>
                  <a:pt x="898" y="242"/>
                </a:cubicBezTo>
                <a:cubicBezTo>
                  <a:pt x="897" y="242"/>
                  <a:pt x="896" y="241"/>
                  <a:pt x="895" y="240"/>
                </a:cubicBezTo>
                <a:cubicBezTo>
                  <a:pt x="894" y="239"/>
                  <a:pt x="892" y="237"/>
                  <a:pt x="891" y="236"/>
                </a:cubicBezTo>
                <a:cubicBezTo>
                  <a:pt x="890" y="235"/>
                  <a:pt x="889" y="235"/>
                  <a:pt x="888" y="234"/>
                </a:cubicBezTo>
                <a:cubicBezTo>
                  <a:pt x="887" y="233"/>
                  <a:pt x="885" y="231"/>
                  <a:pt x="884" y="230"/>
                </a:cubicBezTo>
                <a:cubicBezTo>
                  <a:pt x="883" y="229"/>
                  <a:pt x="882" y="229"/>
                  <a:pt x="881" y="228"/>
                </a:cubicBezTo>
                <a:cubicBezTo>
                  <a:pt x="879" y="227"/>
                  <a:pt x="877" y="225"/>
                  <a:pt x="875" y="224"/>
                </a:cubicBezTo>
                <a:cubicBezTo>
                  <a:pt x="875" y="223"/>
                  <a:pt x="874" y="223"/>
                  <a:pt x="873" y="222"/>
                </a:cubicBezTo>
                <a:cubicBezTo>
                  <a:pt x="870" y="220"/>
                  <a:pt x="867" y="218"/>
                  <a:pt x="864" y="216"/>
                </a:cubicBezTo>
                <a:cubicBezTo>
                  <a:pt x="859" y="213"/>
                  <a:pt x="854" y="209"/>
                  <a:pt x="848" y="206"/>
                </a:cubicBezTo>
                <a:cubicBezTo>
                  <a:pt x="848" y="206"/>
                  <a:pt x="848" y="205"/>
                  <a:pt x="847" y="205"/>
                </a:cubicBezTo>
                <a:cubicBezTo>
                  <a:pt x="847" y="205"/>
                  <a:pt x="847" y="205"/>
                  <a:pt x="847" y="205"/>
                </a:cubicBezTo>
                <a:cubicBezTo>
                  <a:pt x="842" y="202"/>
                  <a:pt x="836" y="199"/>
                  <a:pt x="830" y="196"/>
                </a:cubicBezTo>
                <a:cubicBezTo>
                  <a:pt x="830" y="196"/>
                  <a:pt x="830" y="196"/>
                  <a:pt x="830" y="196"/>
                </a:cubicBezTo>
                <a:cubicBezTo>
                  <a:pt x="830" y="196"/>
                  <a:pt x="830" y="196"/>
                  <a:pt x="830" y="196"/>
                </a:cubicBezTo>
                <a:cubicBezTo>
                  <a:pt x="824" y="193"/>
                  <a:pt x="818" y="190"/>
                  <a:pt x="812" y="187"/>
                </a:cubicBezTo>
                <a:cubicBezTo>
                  <a:pt x="812" y="187"/>
                  <a:pt x="812" y="187"/>
                  <a:pt x="812" y="187"/>
                </a:cubicBezTo>
                <a:cubicBezTo>
                  <a:pt x="812" y="187"/>
                  <a:pt x="811" y="187"/>
                  <a:pt x="811" y="187"/>
                </a:cubicBezTo>
                <a:cubicBezTo>
                  <a:pt x="805" y="184"/>
                  <a:pt x="799" y="181"/>
                  <a:pt x="793" y="179"/>
                </a:cubicBezTo>
                <a:cubicBezTo>
                  <a:pt x="793" y="179"/>
                  <a:pt x="792" y="179"/>
                  <a:pt x="792" y="179"/>
                </a:cubicBezTo>
                <a:cubicBezTo>
                  <a:pt x="787" y="177"/>
                  <a:pt x="781" y="175"/>
                  <a:pt x="776" y="173"/>
                </a:cubicBezTo>
                <a:cubicBezTo>
                  <a:pt x="776" y="173"/>
                  <a:pt x="776" y="173"/>
                  <a:pt x="776" y="173"/>
                </a:cubicBezTo>
                <a:cubicBezTo>
                  <a:pt x="776" y="173"/>
                  <a:pt x="775" y="173"/>
                  <a:pt x="775" y="172"/>
                </a:cubicBezTo>
                <a:cubicBezTo>
                  <a:pt x="770" y="171"/>
                  <a:pt x="765" y="169"/>
                  <a:pt x="759" y="167"/>
                </a:cubicBezTo>
                <a:cubicBezTo>
                  <a:pt x="759" y="167"/>
                  <a:pt x="759" y="167"/>
                  <a:pt x="759" y="167"/>
                </a:cubicBezTo>
                <a:cubicBezTo>
                  <a:pt x="759" y="167"/>
                  <a:pt x="758" y="167"/>
                  <a:pt x="757" y="167"/>
                </a:cubicBezTo>
                <a:cubicBezTo>
                  <a:pt x="753" y="166"/>
                  <a:pt x="749" y="165"/>
                  <a:pt x="745" y="164"/>
                </a:cubicBezTo>
                <a:cubicBezTo>
                  <a:pt x="745" y="163"/>
                  <a:pt x="745" y="163"/>
                  <a:pt x="745" y="163"/>
                </a:cubicBezTo>
                <a:cubicBezTo>
                  <a:pt x="744" y="163"/>
                  <a:pt x="743" y="163"/>
                  <a:pt x="743" y="163"/>
                </a:cubicBezTo>
                <a:cubicBezTo>
                  <a:pt x="740" y="162"/>
                  <a:pt x="736" y="161"/>
                  <a:pt x="733" y="161"/>
                </a:cubicBezTo>
                <a:cubicBezTo>
                  <a:pt x="733" y="161"/>
                  <a:pt x="733" y="161"/>
                  <a:pt x="733" y="161"/>
                </a:cubicBezTo>
                <a:cubicBezTo>
                  <a:pt x="732" y="160"/>
                  <a:pt x="731" y="160"/>
                  <a:pt x="729" y="160"/>
                </a:cubicBezTo>
                <a:cubicBezTo>
                  <a:pt x="728" y="159"/>
                  <a:pt x="726" y="159"/>
                  <a:pt x="724" y="159"/>
                </a:cubicBezTo>
                <a:cubicBezTo>
                  <a:pt x="722" y="158"/>
                  <a:pt x="721" y="158"/>
                  <a:pt x="719" y="158"/>
                </a:cubicBezTo>
                <a:cubicBezTo>
                  <a:pt x="717" y="157"/>
                  <a:pt x="715" y="157"/>
                  <a:pt x="713" y="157"/>
                </a:cubicBezTo>
                <a:cubicBezTo>
                  <a:pt x="713" y="157"/>
                  <a:pt x="713" y="157"/>
                  <a:pt x="713" y="157"/>
                </a:cubicBezTo>
                <a:cubicBezTo>
                  <a:pt x="712" y="156"/>
                  <a:pt x="711" y="156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04" y="155"/>
                  <a:pt x="699" y="154"/>
                  <a:pt x="694" y="154"/>
                </a:cubicBezTo>
                <a:cubicBezTo>
                  <a:pt x="693" y="154"/>
                  <a:pt x="692" y="153"/>
                  <a:pt x="691" y="153"/>
                </a:cubicBezTo>
                <a:cubicBezTo>
                  <a:pt x="691" y="153"/>
                  <a:pt x="691" y="153"/>
                  <a:pt x="691" y="153"/>
                </a:cubicBezTo>
                <a:cubicBezTo>
                  <a:pt x="686" y="153"/>
                  <a:pt x="682" y="152"/>
                  <a:pt x="677" y="152"/>
                </a:cubicBezTo>
                <a:cubicBezTo>
                  <a:pt x="676" y="152"/>
                  <a:pt x="675" y="152"/>
                  <a:pt x="675" y="152"/>
                </a:cubicBezTo>
                <a:cubicBezTo>
                  <a:pt x="670" y="152"/>
                  <a:pt x="666" y="151"/>
                  <a:pt x="662" y="151"/>
                </a:cubicBezTo>
                <a:cubicBezTo>
                  <a:pt x="662" y="151"/>
                  <a:pt x="662" y="151"/>
                  <a:pt x="662" y="151"/>
                </a:cubicBezTo>
                <a:cubicBezTo>
                  <a:pt x="662" y="151"/>
                  <a:pt x="662" y="151"/>
                  <a:pt x="662" y="151"/>
                </a:cubicBezTo>
                <a:cubicBezTo>
                  <a:pt x="662" y="151"/>
                  <a:pt x="661" y="151"/>
                  <a:pt x="661" y="151"/>
                </a:cubicBezTo>
                <a:cubicBezTo>
                  <a:pt x="657" y="151"/>
                  <a:pt x="654" y="151"/>
                  <a:pt x="650" y="151"/>
                </a:cubicBezTo>
                <a:cubicBezTo>
                  <a:pt x="649" y="151"/>
                  <a:pt x="648" y="151"/>
                  <a:pt x="647" y="152"/>
                </a:cubicBezTo>
                <a:cubicBezTo>
                  <a:pt x="647" y="152"/>
                  <a:pt x="647" y="152"/>
                  <a:pt x="647" y="152"/>
                </a:cubicBezTo>
                <a:cubicBezTo>
                  <a:pt x="643" y="152"/>
                  <a:pt x="639" y="152"/>
                  <a:pt x="635" y="152"/>
                </a:cubicBezTo>
                <a:cubicBezTo>
                  <a:pt x="635" y="152"/>
                  <a:pt x="635" y="152"/>
                  <a:pt x="635" y="152"/>
                </a:cubicBezTo>
                <a:cubicBezTo>
                  <a:pt x="635" y="152"/>
                  <a:pt x="634" y="152"/>
                  <a:pt x="634" y="152"/>
                </a:cubicBezTo>
                <a:cubicBezTo>
                  <a:pt x="634" y="152"/>
                  <a:pt x="634" y="152"/>
                  <a:pt x="634" y="152"/>
                </a:cubicBezTo>
                <a:cubicBezTo>
                  <a:pt x="630" y="153"/>
                  <a:pt x="626" y="153"/>
                  <a:pt x="622" y="154"/>
                </a:cubicBezTo>
                <a:cubicBezTo>
                  <a:pt x="622" y="154"/>
                  <a:pt x="622" y="154"/>
                  <a:pt x="622" y="154"/>
                </a:cubicBezTo>
                <a:cubicBezTo>
                  <a:pt x="622" y="154"/>
                  <a:pt x="621" y="154"/>
                  <a:pt x="620" y="154"/>
                </a:cubicBezTo>
                <a:cubicBezTo>
                  <a:pt x="620" y="154"/>
                  <a:pt x="620" y="154"/>
                  <a:pt x="620" y="154"/>
                </a:cubicBezTo>
                <a:cubicBezTo>
                  <a:pt x="619" y="154"/>
                  <a:pt x="617" y="154"/>
                  <a:pt x="616" y="155"/>
                </a:cubicBezTo>
                <a:cubicBezTo>
                  <a:pt x="615" y="155"/>
                  <a:pt x="615" y="155"/>
                  <a:pt x="614" y="155"/>
                </a:cubicBezTo>
                <a:cubicBezTo>
                  <a:pt x="613" y="155"/>
                  <a:pt x="613" y="155"/>
                  <a:pt x="612" y="155"/>
                </a:cubicBezTo>
                <a:cubicBezTo>
                  <a:pt x="611" y="156"/>
                  <a:pt x="609" y="156"/>
                  <a:pt x="608" y="156"/>
                </a:cubicBezTo>
                <a:cubicBezTo>
                  <a:pt x="608" y="156"/>
                  <a:pt x="608" y="156"/>
                  <a:pt x="608" y="156"/>
                </a:cubicBezTo>
                <a:cubicBezTo>
                  <a:pt x="607" y="156"/>
                  <a:pt x="605" y="157"/>
                  <a:pt x="604" y="157"/>
                </a:cubicBezTo>
                <a:cubicBezTo>
                  <a:pt x="601" y="158"/>
                  <a:pt x="598" y="159"/>
                  <a:pt x="595" y="160"/>
                </a:cubicBezTo>
                <a:cubicBezTo>
                  <a:pt x="594" y="160"/>
                  <a:pt x="593" y="160"/>
                  <a:pt x="592" y="160"/>
                </a:cubicBezTo>
                <a:cubicBezTo>
                  <a:pt x="589" y="161"/>
                  <a:pt x="586" y="163"/>
                  <a:pt x="583" y="164"/>
                </a:cubicBezTo>
                <a:cubicBezTo>
                  <a:pt x="580" y="165"/>
                  <a:pt x="578" y="166"/>
                  <a:pt x="576" y="167"/>
                </a:cubicBezTo>
                <a:cubicBezTo>
                  <a:pt x="575" y="168"/>
                  <a:pt x="575" y="168"/>
                  <a:pt x="574" y="168"/>
                </a:cubicBezTo>
                <a:cubicBezTo>
                  <a:pt x="573" y="169"/>
                  <a:pt x="573" y="169"/>
                  <a:pt x="572" y="170"/>
                </a:cubicBezTo>
                <a:cubicBezTo>
                  <a:pt x="572" y="170"/>
                  <a:pt x="572" y="170"/>
                  <a:pt x="572" y="170"/>
                </a:cubicBezTo>
                <a:cubicBezTo>
                  <a:pt x="571" y="170"/>
                  <a:pt x="571" y="170"/>
                  <a:pt x="570" y="171"/>
                </a:cubicBezTo>
                <a:cubicBezTo>
                  <a:pt x="569" y="171"/>
                  <a:pt x="568" y="172"/>
                  <a:pt x="568" y="172"/>
                </a:cubicBezTo>
                <a:cubicBezTo>
                  <a:pt x="567" y="173"/>
                  <a:pt x="565" y="174"/>
                  <a:pt x="564" y="175"/>
                </a:cubicBezTo>
                <a:cubicBezTo>
                  <a:pt x="564" y="175"/>
                  <a:pt x="563" y="176"/>
                  <a:pt x="562" y="176"/>
                </a:cubicBezTo>
                <a:cubicBezTo>
                  <a:pt x="562" y="176"/>
                  <a:pt x="562" y="176"/>
                  <a:pt x="562" y="176"/>
                </a:cubicBezTo>
                <a:cubicBezTo>
                  <a:pt x="562" y="177"/>
                  <a:pt x="562" y="177"/>
                  <a:pt x="561" y="177"/>
                </a:cubicBezTo>
                <a:cubicBezTo>
                  <a:pt x="560" y="178"/>
                  <a:pt x="559" y="179"/>
                  <a:pt x="558" y="180"/>
                </a:cubicBezTo>
                <a:cubicBezTo>
                  <a:pt x="558" y="180"/>
                  <a:pt x="558" y="180"/>
                  <a:pt x="558" y="181"/>
                </a:cubicBezTo>
                <a:cubicBezTo>
                  <a:pt x="557" y="181"/>
                  <a:pt x="556" y="182"/>
                  <a:pt x="555" y="183"/>
                </a:cubicBezTo>
                <a:cubicBezTo>
                  <a:pt x="555" y="183"/>
                  <a:pt x="555" y="183"/>
                  <a:pt x="555" y="184"/>
                </a:cubicBezTo>
                <a:cubicBezTo>
                  <a:pt x="554" y="184"/>
                  <a:pt x="554" y="184"/>
                  <a:pt x="554" y="184"/>
                </a:cubicBezTo>
                <a:cubicBezTo>
                  <a:pt x="554" y="185"/>
                  <a:pt x="553" y="185"/>
                  <a:pt x="553" y="185"/>
                </a:cubicBezTo>
                <a:cubicBezTo>
                  <a:pt x="552" y="186"/>
                  <a:pt x="551" y="187"/>
                  <a:pt x="551" y="188"/>
                </a:cubicBezTo>
                <a:cubicBezTo>
                  <a:pt x="550" y="189"/>
                  <a:pt x="550" y="189"/>
                  <a:pt x="550" y="190"/>
                </a:cubicBezTo>
                <a:cubicBezTo>
                  <a:pt x="549" y="190"/>
                  <a:pt x="549" y="190"/>
                  <a:pt x="549" y="190"/>
                </a:cubicBezTo>
                <a:cubicBezTo>
                  <a:pt x="549" y="190"/>
                  <a:pt x="549" y="191"/>
                  <a:pt x="549" y="191"/>
                </a:cubicBezTo>
                <a:cubicBezTo>
                  <a:pt x="549" y="191"/>
                  <a:pt x="548" y="192"/>
                  <a:pt x="548" y="192"/>
                </a:cubicBezTo>
                <a:cubicBezTo>
                  <a:pt x="547" y="193"/>
                  <a:pt x="547" y="194"/>
                  <a:pt x="546" y="195"/>
                </a:cubicBezTo>
                <a:cubicBezTo>
                  <a:pt x="546" y="196"/>
                  <a:pt x="545" y="197"/>
                  <a:pt x="545" y="197"/>
                </a:cubicBezTo>
                <a:cubicBezTo>
                  <a:pt x="544" y="198"/>
                  <a:pt x="544" y="199"/>
                  <a:pt x="543" y="200"/>
                </a:cubicBezTo>
                <a:cubicBezTo>
                  <a:pt x="543" y="201"/>
                  <a:pt x="543" y="201"/>
                  <a:pt x="543" y="201"/>
                </a:cubicBezTo>
                <a:cubicBezTo>
                  <a:pt x="543" y="201"/>
                  <a:pt x="543" y="201"/>
                  <a:pt x="543" y="201"/>
                </a:cubicBezTo>
                <a:cubicBezTo>
                  <a:pt x="542" y="202"/>
                  <a:pt x="542" y="202"/>
                  <a:pt x="542" y="202"/>
                </a:cubicBezTo>
                <a:cubicBezTo>
                  <a:pt x="541" y="204"/>
                  <a:pt x="540" y="206"/>
                  <a:pt x="540" y="208"/>
                </a:cubicBezTo>
                <a:cubicBezTo>
                  <a:pt x="540" y="208"/>
                  <a:pt x="539" y="208"/>
                  <a:pt x="539" y="208"/>
                </a:cubicBezTo>
                <a:cubicBezTo>
                  <a:pt x="538" y="211"/>
                  <a:pt x="537" y="213"/>
                  <a:pt x="536" y="216"/>
                </a:cubicBezTo>
                <a:cubicBezTo>
                  <a:pt x="533" y="223"/>
                  <a:pt x="530" y="231"/>
                  <a:pt x="525" y="238"/>
                </a:cubicBezTo>
                <a:cubicBezTo>
                  <a:pt x="523" y="240"/>
                  <a:pt x="521" y="243"/>
                  <a:pt x="520" y="245"/>
                </a:cubicBezTo>
                <a:cubicBezTo>
                  <a:pt x="520" y="245"/>
                  <a:pt x="520" y="245"/>
                  <a:pt x="520" y="245"/>
                </a:cubicBezTo>
                <a:cubicBezTo>
                  <a:pt x="519" y="246"/>
                  <a:pt x="519" y="246"/>
                  <a:pt x="518" y="247"/>
                </a:cubicBezTo>
                <a:cubicBezTo>
                  <a:pt x="518" y="247"/>
                  <a:pt x="518" y="247"/>
                  <a:pt x="518" y="247"/>
                </a:cubicBezTo>
                <a:cubicBezTo>
                  <a:pt x="517" y="249"/>
                  <a:pt x="515" y="251"/>
                  <a:pt x="513" y="252"/>
                </a:cubicBezTo>
                <a:cubicBezTo>
                  <a:pt x="513" y="253"/>
                  <a:pt x="513" y="253"/>
                  <a:pt x="513" y="253"/>
                </a:cubicBezTo>
                <a:cubicBezTo>
                  <a:pt x="513" y="253"/>
                  <a:pt x="513" y="253"/>
                  <a:pt x="513" y="253"/>
                </a:cubicBezTo>
                <a:cubicBezTo>
                  <a:pt x="511" y="255"/>
                  <a:pt x="510" y="256"/>
                  <a:pt x="508" y="258"/>
                </a:cubicBezTo>
                <a:cubicBezTo>
                  <a:pt x="508" y="258"/>
                  <a:pt x="508" y="258"/>
                  <a:pt x="508" y="258"/>
                </a:cubicBezTo>
                <a:cubicBezTo>
                  <a:pt x="507" y="259"/>
                  <a:pt x="507" y="259"/>
                  <a:pt x="506" y="260"/>
                </a:cubicBezTo>
                <a:cubicBezTo>
                  <a:pt x="506" y="260"/>
                  <a:pt x="506" y="260"/>
                  <a:pt x="506" y="260"/>
                </a:cubicBezTo>
                <a:cubicBezTo>
                  <a:pt x="505" y="261"/>
                  <a:pt x="503" y="262"/>
                  <a:pt x="502" y="264"/>
                </a:cubicBezTo>
                <a:cubicBezTo>
                  <a:pt x="502" y="264"/>
                  <a:pt x="502" y="264"/>
                  <a:pt x="502" y="264"/>
                </a:cubicBezTo>
                <a:cubicBezTo>
                  <a:pt x="501" y="264"/>
                  <a:pt x="501" y="264"/>
                  <a:pt x="500" y="265"/>
                </a:cubicBezTo>
                <a:cubicBezTo>
                  <a:pt x="496" y="268"/>
                  <a:pt x="491" y="272"/>
                  <a:pt x="486" y="275"/>
                </a:cubicBezTo>
                <a:cubicBezTo>
                  <a:pt x="485" y="276"/>
                  <a:pt x="484" y="276"/>
                  <a:pt x="483" y="277"/>
                </a:cubicBezTo>
                <a:cubicBezTo>
                  <a:pt x="483" y="277"/>
                  <a:pt x="482" y="277"/>
                  <a:pt x="482" y="277"/>
                </a:cubicBezTo>
                <a:cubicBezTo>
                  <a:pt x="482" y="277"/>
                  <a:pt x="482" y="277"/>
                  <a:pt x="482" y="277"/>
                </a:cubicBezTo>
                <a:cubicBezTo>
                  <a:pt x="482" y="277"/>
                  <a:pt x="481" y="278"/>
                  <a:pt x="481" y="278"/>
                </a:cubicBezTo>
                <a:cubicBezTo>
                  <a:pt x="480" y="278"/>
                  <a:pt x="480" y="278"/>
                  <a:pt x="480" y="278"/>
                </a:cubicBezTo>
                <a:cubicBezTo>
                  <a:pt x="480" y="278"/>
                  <a:pt x="479" y="279"/>
                  <a:pt x="479" y="279"/>
                </a:cubicBezTo>
                <a:cubicBezTo>
                  <a:pt x="478" y="279"/>
                  <a:pt x="478" y="279"/>
                  <a:pt x="478" y="280"/>
                </a:cubicBezTo>
                <a:cubicBezTo>
                  <a:pt x="478" y="280"/>
                  <a:pt x="478" y="280"/>
                  <a:pt x="478" y="280"/>
                </a:cubicBezTo>
                <a:cubicBezTo>
                  <a:pt x="477" y="280"/>
                  <a:pt x="477" y="280"/>
                  <a:pt x="476" y="280"/>
                </a:cubicBezTo>
                <a:cubicBezTo>
                  <a:pt x="476" y="280"/>
                  <a:pt x="476" y="280"/>
                  <a:pt x="476" y="280"/>
                </a:cubicBezTo>
                <a:cubicBezTo>
                  <a:pt x="475" y="281"/>
                  <a:pt x="475" y="281"/>
                  <a:pt x="474" y="281"/>
                </a:cubicBezTo>
                <a:cubicBezTo>
                  <a:pt x="474" y="281"/>
                  <a:pt x="473" y="282"/>
                  <a:pt x="473" y="282"/>
                </a:cubicBezTo>
                <a:cubicBezTo>
                  <a:pt x="472" y="282"/>
                  <a:pt x="472" y="282"/>
                  <a:pt x="471" y="283"/>
                </a:cubicBezTo>
                <a:cubicBezTo>
                  <a:pt x="471" y="283"/>
                  <a:pt x="471" y="283"/>
                  <a:pt x="471" y="283"/>
                </a:cubicBezTo>
                <a:cubicBezTo>
                  <a:pt x="470" y="283"/>
                  <a:pt x="470" y="283"/>
                  <a:pt x="470" y="283"/>
                </a:cubicBezTo>
                <a:cubicBezTo>
                  <a:pt x="468" y="284"/>
                  <a:pt x="467" y="284"/>
                  <a:pt x="466" y="285"/>
                </a:cubicBezTo>
                <a:cubicBezTo>
                  <a:pt x="458" y="289"/>
                  <a:pt x="448" y="293"/>
                  <a:pt x="439" y="296"/>
                </a:cubicBezTo>
                <a:cubicBezTo>
                  <a:pt x="0" y="0"/>
                  <a:pt x="0" y="0"/>
                  <a:pt x="0" y="0"/>
                </a:cubicBezTo>
                <a:cubicBezTo>
                  <a:pt x="3" y="315"/>
                  <a:pt x="3" y="315"/>
                  <a:pt x="3" y="315"/>
                </a:cubicBezTo>
                <a:cubicBezTo>
                  <a:pt x="442" y="611"/>
                  <a:pt x="442" y="611"/>
                  <a:pt x="442" y="611"/>
                </a:cubicBezTo>
                <a:cubicBezTo>
                  <a:pt x="451" y="608"/>
                  <a:pt x="461" y="604"/>
                  <a:pt x="469" y="601"/>
                </a:cubicBezTo>
                <a:cubicBezTo>
                  <a:pt x="470" y="600"/>
                  <a:pt x="471" y="599"/>
                  <a:pt x="472" y="599"/>
                </a:cubicBezTo>
                <a:cubicBezTo>
                  <a:pt x="473" y="599"/>
                  <a:pt x="473" y="599"/>
                  <a:pt x="473" y="599"/>
                </a:cubicBezTo>
                <a:cubicBezTo>
                  <a:pt x="474" y="598"/>
                  <a:pt x="475" y="598"/>
                  <a:pt x="476" y="597"/>
                </a:cubicBezTo>
                <a:cubicBezTo>
                  <a:pt x="476" y="597"/>
                  <a:pt x="476" y="597"/>
                  <a:pt x="477" y="597"/>
                </a:cubicBezTo>
                <a:cubicBezTo>
                  <a:pt x="477" y="597"/>
                  <a:pt x="478" y="596"/>
                  <a:pt x="479" y="596"/>
                </a:cubicBezTo>
                <a:cubicBezTo>
                  <a:pt x="479" y="596"/>
                  <a:pt x="480" y="596"/>
                  <a:pt x="480" y="595"/>
                </a:cubicBezTo>
                <a:cubicBezTo>
                  <a:pt x="481" y="595"/>
                  <a:pt x="481" y="595"/>
                  <a:pt x="482" y="595"/>
                </a:cubicBezTo>
                <a:cubicBezTo>
                  <a:pt x="482" y="594"/>
                  <a:pt x="482" y="594"/>
                  <a:pt x="483" y="594"/>
                </a:cubicBezTo>
                <a:cubicBezTo>
                  <a:pt x="483" y="594"/>
                  <a:pt x="484" y="594"/>
                  <a:pt x="484" y="593"/>
                </a:cubicBezTo>
                <a:cubicBezTo>
                  <a:pt x="484" y="593"/>
                  <a:pt x="484" y="593"/>
                  <a:pt x="485" y="593"/>
                </a:cubicBezTo>
                <a:cubicBezTo>
                  <a:pt x="485" y="593"/>
                  <a:pt x="486" y="593"/>
                  <a:pt x="486" y="592"/>
                </a:cubicBezTo>
                <a:cubicBezTo>
                  <a:pt x="486" y="592"/>
                  <a:pt x="486" y="592"/>
                  <a:pt x="487" y="592"/>
                </a:cubicBezTo>
                <a:cubicBezTo>
                  <a:pt x="487" y="592"/>
                  <a:pt x="487" y="592"/>
                  <a:pt x="488" y="592"/>
                </a:cubicBezTo>
                <a:cubicBezTo>
                  <a:pt x="488" y="591"/>
                  <a:pt x="488" y="591"/>
                  <a:pt x="488" y="591"/>
                </a:cubicBezTo>
                <a:cubicBezTo>
                  <a:pt x="488" y="591"/>
                  <a:pt x="488" y="591"/>
                  <a:pt x="489" y="591"/>
                </a:cubicBezTo>
                <a:cubicBezTo>
                  <a:pt x="489" y="591"/>
                  <a:pt x="489" y="591"/>
                  <a:pt x="489" y="591"/>
                </a:cubicBezTo>
                <a:cubicBezTo>
                  <a:pt x="491" y="589"/>
                  <a:pt x="493" y="588"/>
                  <a:pt x="496" y="586"/>
                </a:cubicBezTo>
                <a:cubicBezTo>
                  <a:pt x="497" y="586"/>
                  <a:pt x="497" y="585"/>
                  <a:pt x="498" y="585"/>
                </a:cubicBezTo>
                <a:cubicBezTo>
                  <a:pt x="499" y="583"/>
                  <a:pt x="501" y="582"/>
                  <a:pt x="502" y="581"/>
                </a:cubicBezTo>
                <a:cubicBezTo>
                  <a:pt x="503" y="581"/>
                  <a:pt x="503" y="580"/>
                  <a:pt x="504" y="580"/>
                </a:cubicBezTo>
                <a:cubicBezTo>
                  <a:pt x="504" y="580"/>
                  <a:pt x="504" y="580"/>
                  <a:pt x="505" y="579"/>
                </a:cubicBezTo>
                <a:cubicBezTo>
                  <a:pt x="506" y="578"/>
                  <a:pt x="507" y="577"/>
                  <a:pt x="509" y="576"/>
                </a:cubicBezTo>
                <a:cubicBezTo>
                  <a:pt x="509" y="575"/>
                  <a:pt x="510" y="574"/>
                  <a:pt x="511" y="574"/>
                </a:cubicBezTo>
                <a:cubicBezTo>
                  <a:pt x="512" y="572"/>
                  <a:pt x="514" y="570"/>
                  <a:pt x="516" y="568"/>
                </a:cubicBezTo>
                <a:cubicBezTo>
                  <a:pt x="516" y="568"/>
                  <a:pt x="516" y="568"/>
                  <a:pt x="516" y="568"/>
                </a:cubicBezTo>
                <a:cubicBezTo>
                  <a:pt x="516" y="568"/>
                  <a:pt x="516" y="568"/>
                  <a:pt x="516" y="568"/>
                </a:cubicBezTo>
                <a:cubicBezTo>
                  <a:pt x="518" y="566"/>
                  <a:pt x="519" y="564"/>
                  <a:pt x="521" y="563"/>
                </a:cubicBezTo>
                <a:cubicBezTo>
                  <a:pt x="521" y="562"/>
                  <a:pt x="522" y="561"/>
                  <a:pt x="522" y="561"/>
                </a:cubicBezTo>
                <a:cubicBezTo>
                  <a:pt x="523" y="559"/>
                  <a:pt x="524" y="558"/>
                  <a:pt x="525" y="557"/>
                </a:cubicBezTo>
                <a:cubicBezTo>
                  <a:pt x="526" y="556"/>
                  <a:pt x="526" y="556"/>
                  <a:pt x="526" y="556"/>
                </a:cubicBezTo>
                <a:cubicBezTo>
                  <a:pt x="527" y="555"/>
                  <a:pt x="527" y="554"/>
                  <a:pt x="527" y="554"/>
                </a:cubicBezTo>
                <a:cubicBezTo>
                  <a:pt x="529" y="552"/>
                  <a:pt x="529" y="551"/>
                  <a:pt x="530" y="549"/>
                </a:cubicBezTo>
                <a:cubicBezTo>
                  <a:pt x="531" y="548"/>
                  <a:pt x="531" y="548"/>
                  <a:pt x="532" y="547"/>
                </a:cubicBezTo>
                <a:cubicBezTo>
                  <a:pt x="532" y="546"/>
                  <a:pt x="532" y="545"/>
                  <a:pt x="533" y="545"/>
                </a:cubicBezTo>
                <a:cubicBezTo>
                  <a:pt x="533" y="545"/>
                  <a:pt x="533" y="544"/>
                  <a:pt x="533" y="544"/>
                </a:cubicBezTo>
                <a:cubicBezTo>
                  <a:pt x="534" y="542"/>
                  <a:pt x="535" y="540"/>
                  <a:pt x="536" y="538"/>
                </a:cubicBezTo>
                <a:cubicBezTo>
                  <a:pt x="536" y="538"/>
                  <a:pt x="536" y="537"/>
                  <a:pt x="537" y="536"/>
                </a:cubicBezTo>
                <a:cubicBezTo>
                  <a:pt x="538" y="535"/>
                  <a:pt x="538" y="533"/>
                  <a:pt x="539" y="531"/>
                </a:cubicBezTo>
                <a:cubicBezTo>
                  <a:pt x="540" y="529"/>
                  <a:pt x="541" y="526"/>
                  <a:pt x="542" y="524"/>
                </a:cubicBezTo>
                <a:cubicBezTo>
                  <a:pt x="542" y="524"/>
                  <a:pt x="542" y="523"/>
                  <a:pt x="543" y="523"/>
                </a:cubicBezTo>
                <a:cubicBezTo>
                  <a:pt x="543" y="521"/>
                  <a:pt x="544" y="520"/>
                  <a:pt x="545" y="518"/>
                </a:cubicBezTo>
                <a:cubicBezTo>
                  <a:pt x="545" y="517"/>
                  <a:pt x="546" y="517"/>
                  <a:pt x="546" y="516"/>
                </a:cubicBezTo>
                <a:cubicBezTo>
                  <a:pt x="546" y="515"/>
                  <a:pt x="547" y="514"/>
                  <a:pt x="548" y="513"/>
                </a:cubicBezTo>
                <a:cubicBezTo>
                  <a:pt x="548" y="512"/>
                  <a:pt x="548" y="511"/>
                  <a:pt x="549" y="511"/>
                </a:cubicBezTo>
                <a:cubicBezTo>
                  <a:pt x="549" y="510"/>
                  <a:pt x="550" y="509"/>
                  <a:pt x="551" y="508"/>
                </a:cubicBezTo>
                <a:cubicBezTo>
                  <a:pt x="551" y="507"/>
                  <a:pt x="552" y="506"/>
                  <a:pt x="552" y="506"/>
                </a:cubicBezTo>
                <a:cubicBezTo>
                  <a:pt x="553" y="505"/>
                  <a:pt x="553" y="505"/>
                  <a:pt x="553" y="504"/>
                </a:cubicBezTo>
                <a:cubicBezTo>
                  <a:pt x="554" y="503"/>
                  <a:pt x="555" y="502"/>
                  <a:pt x="556" y="501"/>
                </a:cubicBezTo>
                <a:cubicBezTo>
                  <a:pt x="556" y="501"/>
                  <a:pt x="557" y="500"/>
                  <a:pt x="557" y="500"/>
                </a:cubicBezTo>
                <a:cubicBezTo>
                  <a:pt x="558" y="499"/>
                  <a:pt x="559" y="497"/>
                  <a:pt x="560" y="496"/>
                </a:cubicBezTo>
                <a:cubicBezTo>
                  <a:pt x="560" y="496"/>
                  <a:pt x="561" y="496"/>
                  <a:pt x="561" y="496"/>
                </a:cubicBezTo>
                <a:cubicBezTo>
                  <a:pt x="562" y="494"/>
                  <a:pt x="564" y="493"/>
                  <a:pt x="565" y="492"/>
                </a:cubicBezTo>
                <a:cubicBezTo>
                  <a:pt x="566" y="491"/>
                  <a:pt x="566" y="491"/>
                  <a:pt x="567" y="490"/>
                </a:cubicBezTo>
                <a:cubicBezTo>
                  <a:pt x="568" y="490"/>
                  <a:pt x="569" y="489"/>
                  <a:pt x="570" y="488"/>
                </a:cubicBezTo>
                <a:cubicBezTo>
                  <a:pt x="571" y="487"/>
                  <a:pt x="572" y="487"/>
                  <a:pt x="573" y="486"/>
                </a:cubicBezTo>
                <a:cubicBezTo>
                  <a:pt x="574" y="486"/>
                  <a:pt x="575" y="485"/>
                  <a:pt x="577" y="484"/>
                </a:cubicBezTo>
                <a:cubicBezTo>
                  <a:pt x="578" y="484"/>
                  <a:pt x="578" y="483"/>
                  <a:pt x="579" y="483"/>
                </a:cubicBezTo>
                <a:cubicBezTo>
                  <a:pt x="581" y="482"/>
                  <a:pt x="583" y="481"/>
                  <a:pt x="586" y="480"/>
                </a:cubicBezTo>
                <a:cubicBezTo>
                  <a:pt x="589" y="478"/>
                  <a:pt x="592" y="477"/>
                  <a:pt x="595" y="476"/>
                </a:cubicBezTo>
                <a:cubicBezTo>
                  <a:pt x="596" y="476"/>
                  <a:pt x="597" y="476"/>
                  <a:pt x="597" y="475"/>
                </a:cubicBezTo>
                <a:cubicBezTo>
                  <a:pt x="601" y="474"/>
                  <a:pt x="604" y="473"/>
                  <a:pt x="607" y="473"/>
                </a:cubicBezTo>
                <a:cubicBezTo>
                  <a:pt x="608" y="472"/>
                  <a:pt x="609" y="472"/>
                  <a:pt x="610" y="472"/>
                </a:cubicBezTo>
                <a:cubicBezTo>
                  <a:pt x="612" y="472"/>
                  <a:pt x="613" y="471"/>
                  <a:pt x="615" y="471"/>
                </a:cubicBezTo>
                <a:cubicBezTo>
                  <a:pt x="616" y="471"/>
                  <a:pt x="617" y="470"/>
                  <a:pt x="618" y="470"/>
                </a:cubicBezTo>
                <a:cubicBezTo>
                  <a:pt x="619" y="470"/>
                  <a:pt x="620" y="470"/>
                  <a:pt x="622" y="470"/>
                </a:cubicBezTo>
                <a:cubicBezTo>
                  <a:pt x="624" y="734"/>
                  <a:pt x="624" y="734"/>
                  <a:pt x="624" y="734"/>
                </a:cubicBezTo>
                <a:cubicBezTo>
                  <a:pt x="1062" y="1030"/>
                  <a:pt x="1062" y="1030"/>
                  <a:pt x="1062" y="1030"/>
                </a:cubicBezTo>
                <a:cubicBezTo>
                  <a:pt x="1059" y="714"/>
                  <a:pt x="1059" y="714"/>
                  <a:pt x="1059" y="714"/>
                </a:cubicBezTo>
                <a:lnTo>
                  <a:pt x="696" y="469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12">
            <a:extLst>
              <a:ext uri="{FF2B5EF4-FFF2-40B4-BE49-F238E27FC236}">
                <a16:creationId xmlns:a16="http://schemas.microsoft.com/office/drawing/2014/main" id="{B3A6B168-6FD0-C59D-1070-37E9D10A00CF}"/>
              </a:ext>
            </a:extLst>
          </p:cNvPr>
          <p:cNvSpPr>
            <a:spLocks noEditPoints="1"/>
          </p:cNvSpPr>
          <p:nvPr/>
        </p:nvSpPr>
        <p:spPr bwMode="auto">
          <a:xfrm>
            <a:off x="4483604" y="4238886"/>
            <a:ext cx="2983233" cy="1974731"/>
          </a:xfrm>
          <a:custGeom>
            <a:avLst/>
            <a:gdLst>
              <a:gd name="T0" fmla="*/ 2416 w 2419"/>
              <a:gd name="T1" fmla="*/ 714 h 1601"/>
              <a:gd name="T2" fmla="*/ 2292 w 2419"/>
              <a:gd name="T3" fmla="*/ 630 h 1601"/>
              <a:gd name="T4" fmla="*/ 2299 w 2419"/>
              <a:gd name="T5" fmla="*/ 635 h 1601"/>
              <a:gd name="T6" fmla="*/ 2299 w 2419"/>
              <a:gd name="T7" fmla="*/ 633 h 1601"/>
              <a:gd name="T8" fmla="*/ 2299 w 2419"/>
              <a:gd name="T9" fmla="*/ 633 h 1601"/>
              <a:gd name="T10" fmla="*/ 2296 w 2419"/>
              <a:gd name="T11" fmla="*/ 317 h 1601"/>
              <a:gd name="T12" fmla="*/ 2296 w 2419"/>
              <a:gd name="T13" fmla="*/ 319 h 1601"/>
              <a:gd name="T14" fmla="*/ 2296 w 2419"/>
              <a:gd name="T15" fmla="*/ 319 h 1601"/>
              <a:gd name="T16" fmla="*/ 2222 w 2419"/>
              <a:gd name="T17" fmla="*/ 216 h 1601"/>
              <a:gd name="T18" fmla="*/ 1938 w 2419"/>
              <a:gd name="T19" fmla="*/ 165 h 1601"/>
              <a:gd name="T20" fmla="*/ 1882 w 2419"/>
              <a:gd name="T21" fmla="*/ 238 h 1601"/>
              <a:gd name="T22" fmla="*/ 1843 w 2419"/>
              <a:gd name="T23" fmla="*/ 275 h 1601"/>
              <a:gd name="T24" fmla="*/ 1823 w 2419"/>
              <a:gd name="T25" fmla="*/ 285 h 1601"/>
              <a:gd name="T26" fmla="*/ 1796 w 2419"/>
              <a:gd name="T27" fmla="*/ 296 h 1601"/>
              <a:gd name="T28" fmla="*/ 1358 w 2419"/>
              <a:gd name="T29" fmla="*/ 0 h 1601"/>
              <a:gd name="T30" fmla="*/ 795 w 2419"/>
              <a:gd name="T31" fmla="*/ 236 h 1601"/>
              <a:gd name="T32" fmla="*/ 798 w 2419"/>
              <a:gd name="T33" fmla="*/ 499 h 1601"/>
              <a:gd name="T34" fmla="*/ 642 w 2419"/>
              <a:gd name="T35" fmla="*/ 479 h 1601"/>
              <a:gd name="T36" fmla="*/ 606 w 2419"/>
              <a:gd name="T37" fmla="*/ 368 h 1601"/>
              <a:gd name="T38" fmla="*/ 562 w 2419"/>
              <a:gd name="T39" fmla="*/ 334 h 1601"/>
              <a:gd name="T40" fmla="*/ 0 w 2419"/>
              <a:gd name="T41" fmla="*/ 571 h 1601"/>
              <a:gd name="T42" fmla="*/ 3 w 2419"/>
              <a:gd name="T43" fmla="*/ 886 h 1601"/>
              <a:gd name="T44" fmla="*/ 1062 w 2419"/>
              <a:gd name="T45" fmla="*/ 1601 h 1601"/>
              <a:gd name="T46" fmla="*/ 2419 w 2419"/>
              <a:gd name="T47" fmla="*/ 1030 h 1601"/>
              <a:gd name="T48" fmla="*/ 2416 w 2419"/>
              <a:gd name="T49" fmla="*/ 714 h 1601"/>
              <a:gd name="T50" fmla="*/ 2296 w 2419"/>
              <a:gd name="T51" fmla="*/ 321 h 1601"/>
              <a:gd name="T52" fmla="*/ 2296 w 2419"/>
              <a:gd name="T53" fmla="*/ 322 h 1601"/>
              <a:gd name="T54" fmla="*/ 2296 w 2419"/>
              <a:gd name="T55" fmla="*/ 324 h 1601"/>
              <a:gd name="T56" fmla="*/ 2296 w 2419"/>
              <a:gd name="T57" fmla="*/ 324 h 1601"/>
              <a:gd name="T58" fmla="*/ 2296 w 2419"/>
              <a:gd name="T59" fmla="*/ 321 h 1601"/>
              <a:gd name="T60" fmla="*/ 2295 w 2419"/>
              <a:gd name="T61" fmla="*/ 326 h 1601"/>
              <a:gd name="T62" fmla="*/ 2295 w 2419"/>
              <a:gd name="T63" fmla="*/ 326 h 1601"/>
              <a:gd name="T64" fmla="*/ 2295 w 2419"/>
              <a:gd name="T65" fmla="*/ 328 h 1601"/>
              <a:gd name="T66" fmla="*/ 2295 w 2419"/>
              <a:gd name="T67" fmla="*/ 329 h 1601"/>
              <a:gd name="T68" fmla="*/ 2295 w 2419"/>
              <a:gd name="T69" fmla="*/ 326 h 1601"/>
              <a:gd name="T70" fmla="*/ 2294 w 2419"/>
              <a:gd name="T71" fmla="*/ 331 h 1601"/>
              <a:gd name="T72" fmla="*/ 2293 w 2419"/>
              <a:gd name="T73" fmla="*/ 334 h 1601"/>
              <a:gd name="T74" fmla="*/ 2293 w 2419"/>
              <a:gd name="T75" fmla="*/ 335 h 1601"/>
              <a:gd name="T76" fmla="*/ 2294 w 2419"/>
              <a:gd name="T77" fmla="*/ 331 h 1601"/>
              <a:gd name="T78" fmla="*/ 2290 w 2419"/>
              <a:gd name="T79" fmla="*/ 342 h 1601"/>
              <a:gd name="T80" fmla="*/ 2290 w 2419"/>
              <a:gd name="T81" fmla="*/ 342 h 1601"/>
              <a:gd name="T82" fmla="*/ 2290 w 2419"/>
              <a:gd name="T83" fmla="*/ 342 h 1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419" h="1601">
                <a:moveTo>
                  <a:pt x="2416" y="714"/>
                </a:moveTo>
                <a:cubicBezTo>
                  <a:pt x="2292" y="630"/>
                  <a:pt x="2292" y="630"/>
                  <a:pt x="2292" y="630"/>
                </a:cubicBezTo>
                <a:cubicBezTo>
                  <a:pt x="2299" y="635"/>
                  <a:pt x="2299" y="635"/>
                  <a:pt x="2299" y="635"/>
                </a:cubicBezTo>
                <a:cubicBezTo>
                  <a:pt x="2299" y="634"/>
                  <a:pt x="2299" y="634"/>
                  <a:pt x="2299" y="633"/>
                </a:cubicBezTo>
                <a:cubicBezTo>
                  <a:pt x="2299" y="633"/>
                  <a:pt x="2299" y="633"/>
                  <a:pt x="2299" y="633"/>
                </a:cubicBezTo>
                <a:cubicBezTo>
                  <a:pt x="2296" y="317"/>
                  <a:pt x="2296" y="317"/>
                  <a:pt x="2296" y="317"/>
                </a:cubicBezTo>
                <a:cubicBezTo>
                  <a:pt x="2296" y="318"/>
                  <a:pt x="2296" y="318"/>
                  <a:pt x="2296" y="319"/>
                </a:cubicBezTo>
                <a:cubicBezTo>
                  <a:pt x="2296" y="319"/>
                  <a:pt x="2296" y="319"/>
                  <a:pt x="2296" y="319"/>
                </a:cubicBezTo>
                <a:cubicBezTo>
                  <a:pt x="2297" y="288"/>
                  <a:pt x="2271" y="250"/>
                  <a:pt x="2222" y="216"/>
                </a:cubicBezTo>
                <a:cubicBezTo>
                  <a:pt x="2136" y="158"/>
                  <a:pt x="2009" y="135"/>
                  <a:pt x="1938" y="165"/>
                </a:cubicBezTo>
                <a:cubicBezTo>
                  <a:pt x="1897" y="183"/>
                  <a:pt x="1899" y="213"/>
                  <a:pt x="1882" y="238"/>
                </a:cubicBezTo>
                <a:cubicBezTo>
                  <a:pt x="1873" y="251"/>
                  <a:pt x="1860" y="265"/>
                  <a:pt x="1843" y="275"/>
                </a:cubicBezTo>
                <a:cubicBezTo>
                  <a:pt x="1841" y="276"/>
                  <a:pt x="1833" y="280"/>
                  <a:pt x="1823" y="285"/>
                </a:cubicBezTo>
                <a:cubicBezTo>
                  <a:pt x="1815" y="288"/>
                  <a:pt x="1805" y="293"/>
                  <a:pt x="1796" y="296"/>
                </a:cubicBezTo>
                <a:cubicBezTo>
                  <a:pt x="1358" y="0"/>
                  <a:pt x="1358" y="0"/>
                  <a:pt x="1358" y="0"/>
                </a:cubicBezTo>
                <a:cubicBezTo>
                  <a:pt x="795" y="236"/>
                  <a:pt x="795" y="236"/>
                  <a:pt x="795" y="236"/>
                </a:cubicBezTo>
                <a:cubicBezTo>
                  <a:pt x="798" y="499"/>
                  <a:pt x="798" y="499"/>
                  <a:pt x="798" y="499"/>
                </a:cubicBezTo>
                <a:cubicBezTo>
                  <a:pt x="732" y="507"/>
                  <a:pt x="674" y="501"/>
                  <a:pt x="642" y="479"/>
                </a:cubicBezTo>
                <a:cubicBezTo>
                  <a:pt x="598" y="450"/>
                  <a:pt x="632" y="402"/>
                  <a:pt x="606" y="368"/>
                </a:cubicBezTo>
                <a:cubicBezTo>
                  <a:pt x="604" y="365"/>
                  <a:pt x="581" y="346"/>
                  <a:pt x="562" y="334"/>
                </a:cubicBezTo>
                <a:cubicBezTo>
                  <a:pt x="0" y="571"/>
                  <a:pt x="0" y="571"/>
                  <a:pt x="0" y="571"/>
                </a:cubicBezTo>
                <a:cubicBezTo>
                  <a:pt x="3" y="886"/>
                  <a:pt x="3" y="886"/>
                  <a:pt x="3" y="886"/>
                </a:cubicBezTo>
                <a:cubicBezTo>
                  <a:pt x="1062" y="1601"/>
                  <a:pt x="1062" y="1601"/>
                  <a:pt x="1062" y="1601"/>
                </a:cubicBezTo>
                <a:cubicBezTo>
                  <a:pt x="2419" y="1030"/>
                  <a:pt x="2419" y="1030"/>
                  <a:pt x="2419" y="1030"/>
                </a:cubicBezTo>
                <a:lnTo>
                  <a:pt x="2416" y="714"/>
                </a:lnTo>
                <a:close/>
                <a:moveTo>
                  <a:pt x="2296" y="321"/>
                </a:moveTo>
                <a:cubicBezTo>
                  <a:pt x="2296" y="322"/>
                  <a:pt x="2296" y="322"/>
                  <a:pt x="2296" y="322"/>
                </a:cubicBezTo>
                <a:cubicBezTo>
                  <a:pt x="2296" y="323"/>
                  <a:pt x="2296" y="323"/>
                  <a:pt x="2296" y="324"/>
                </a:cubicBezTo>
                <a:cubicBezTo>
                  <a:pt x="2296" y="324"/>
                  <a:pt x="2296" y="324"/>
                  <a:pt x="2296" y="324"/>
                </a:cubicBezTo>
                <a:cubicBezTo>
                  <a:pt x="2296" y="323"/>
                  <a:pt x="2296" y="322"/>
                  <a:pt x="2296" y="321"/>
                </a:cubicBezTo>
                <a:close/>
                <a:moveTo>
                  <a:pt x="2295" y="326"/>
                </a:moveTo>
                <a:cubicBezTo>
                  <a:pt x="2295" y="326"/>
                  <a:pt x="2295" y="326"/>
                  <a:pt x="2295" y="326"/>
                </a:cubicBezTo>
                <a:cubicBezTo>
                  <a:pt x="2295" y="327"/>
                  <a:pt x="2295" y="328"/>
                  <a:pt x="2295" y="328"/>
                </a:cubicBezTo>
                <a:cubicBezTo>
                  <a:pt x="2295" y="329"/>
                  <a:pt x="2295" y="329"/>
                  <a:pt x="2295" y="329"/>
                </a:cubicBezTo>
                <a:cubicBezTo>
                  <a:pt x="2295" y="328"/>
                  <a:pt x="2295" y="327"/>
                  <a:pt x="2295" y="326"/>
                </a:cubicBezTo>
                <a:close/>
                <a:moveTo>
                  <a:pt x="2294" y="331"/>
                </a:moveTo>
                <a:cubicBezTo>
                  <a:pt x="2294" y="332"/>
                  <a:pt x="2294" y="334"/>
                  <a:pt x="2293" y="334"/>
                </a:cubicBezTo>
                <a:cubicBezTo>
                  <a:pt x="2293" y="334"/>
                  <a:pt x="2293" y="334"/>
                  <a:pt x="2293" y="335"/>
                </a:cubicBezTo>
                <a:cubicBezTo>
                  <a:pt x="2294" y="334"/>
                  <a:pt x="2294" y="333"/>
                  <a:pt x="2294" y="331"/>
                </a:cubicBezTo>
                <a:close/>
                <a:moveTo>
                  <a:pt x="2290" y="342"/>
                </a:moveTo>
                <a:cubicBezTo>
                  <a:pt x="2290" y="342"/>
                  <a:pt x="2290" y="342"/>
                  <a:pt x="2290" y="342"/>
                </a:cubicBezTo>
                <a:cubicBezTo>
                  <a:pt x="2290" y="342"/>
                  <a:pt x="2291" y="341"/>
                  <a:pt x="2290" y="3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13">
            <a:extLst>
              <a:ext uri="{FF2B5EF4-FFF2-40B4-BE49-F238E27FC236}">
                <a16:creationId xmlns:a16="http://schemas.microsoft.com/office/drawing/2014/main" id="{E640CDE0-01A2-C70F-BF4B-6B03BBA5E466}"/>
              </a:ext>
            </a:extLst>
          </p:cNvPr>
          <p:cNvSpPr>
            <a:spLocks/>
          </p:cNvSpPr>
          <p:nvPr/>
        </p:nvSpPr>
        <p:spPr bwMode="auto">
          <a:xfrm>
            <a:off x="5789523" y="5119815"/>
            <a:ext cx="1677314" cy="1093802"/>
          </a:xfrm>
          <a:custGeom>
            <a:avLst/>
            <a:gdLst>
              <a:gd name="T0" fmla="*/ 2217 w 2222"/>
              <a:gd name="T1" fmla="*/ 0 h 1449"/>
              <a:gd name="T2" fmla="*/ 2222 w 2222"/>
              <a:gd name="T3" fmla="*/ 516 h 1449"/>
              <a:gd name="T4" fmla="*/ 5 w 2222"/>
              <a:gd name="T5" fmla="*/ 1449 h 1449"/>
              <a:gd name="T6" fmla="*/ 0 w 2222"/>
              <a:gd name="T7" fmla="*/ 933 h 1449"/>
              <a:gd name="T8" fmla="*/ 2217 w 2222"/>
              <a:gd name="T9" fmla="*/ 0 h 1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2" h="1449">
                <a:moveTo>
                  <a:pt x="2217" y="0"/>
                </a:moveTo>
                <a:lnTo>
                  <a:pt x="2222" y="516"/>
                </a:lnTo>
                <a:lnTo>
                  <a:pt x="5" y="1449"/>
                </a:lnTo>
                <a:lnTo>
                  <a:pt x="0" y="933"/>
                </a:lnTo>
                <a:lnTo>
                  <a:pt x="2217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14">
            <a:extLst>
              <a:ext uri="{FF2B5EF4-FFF2-40B4-BE49-F238E27FC236}">
                <a16:creationId xmlns:a16="http://schemas.microsoft.com/office/drawing/2014/main" id="{12B91C1A-2D55-3E36-2D44-BE5E2221DF40}"/>
              </a:ext>
            </a:extLst>
          </p:cNvPr>
          <p:cNvSpPr>
            <a:spLocks/>
          </p:cNvSpPr>
          <p:nvPr/>
        </p:nvSpPr>
        <p:spPr bwMode="auto">
          <a:xfrm>
            <a:off x="4483604" y="4943177"/>
            <a:ext cx="1309694" cy="1270440"/>
          </a:xfrm>
          <a:custGeom>
            <a:avLst/>
            <a:gdLst>
              <a:gd name="T0" fmla="*/ 1730 w 1735"/>
              <a:gd name="T1" fmla="*/ 1167 h 1683"/>
              <a:gd name="T2" fmla="*/ 1735 w 1735"/>
              <a:gd name="T3" fmla="*/ 1683 h 1683"/>
              <a:gd name="T4" fmla="*/ 5 w 1735"/>
              <a:gd name="T5" fmla="*/ 515 h 1683"/>
              <a:gd name="T6" fmla="*/ 0 w 1735"/>
              <a:gd name="T7" fmla="*/ 0 h 1683"/>
              <a:gd name="T8" fmla="*/ 1730 w 1735"/>
              <a:gd name="T9" fmla="*/ 1167 h 1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5" h="1683">
                <a:moveTo>
                  <a:pt x="1730" y="1167"/>
                </a:moveTo>
                <a:lnTo>
                  <a:pt x="1735" y="1683"/>
                </a:lnTo>
                <a:lnTo>
                  <a:pt x="5" y="515"/>
                </a:lnTo>
                <a:lnTo>
                  <a:pt x="0" y="0"/>
                </a:lnTo>
                <a:lnTo>
                  <a:pt x="1730" y="1167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15">
            <a:extLst>
              <a:ext uri="{FF2B5EF4-FFF2-40B4-BE49-F238E27FC236}">
                <a16:creationId xmlns:a16="http://schemas.microsoft.com/office/drawing/2014/main" id="{6FAA4950-CAD5-EFA1-69FC-A9ED3CCC9A0D}"/>
              </a:ext>
            </a:extLst>
          </p:cNvPr>
          <p:cNvSpPr>
            <a:spLocks/>
          </p:cNvSpPr>
          <p:nvPr/>
        </p:nvSpPr>
        <p:spPr bwMode="auto">
          <a:xfrm>
            <a:off x="5464176" y="4530264"/>
            <a:ext cx="332896" cy="324593"/>
          </a:xfrm>
          <a:custGeom>
            <a:avLst/>
            <a:gdLst>
              <a:gd name="T0" fmla="*/ 145 w 270"/>
              <a:gd name="T1" fmla="*/ 225 h 263"/>
              <a:gd name="T2" fmla="*/ 154 w 270"/>
              <a:gd name="T3" fmla="*/ 221 h 263"/>
              <a:gd name="T4" fmla="*/ 269 w 270"/>
              <a:gd name="T5" fmla="*/ 112 h 263"/>
              <a:gd name="T6" fmla="*/ 269 w 270"/>
              <a:gd name="T7" fmla="*/ 108 h 263"/>
              <a:gd name="T8" fmla="*/ 269 w 270"/>
              <a:gd name="T9" fmla="*/ 107 h 263"/>
              <a:gd name="T10" fmla="*/ 268 w 270"/>
              <a:gd name="T11" fmla="*/ 102 h 263"/>
              <a:gd name="T12" fmla="*/ 268 w 270"/>
              <a:gd name="T13" fmla="*/ 102 h 263"/>
              <a:gd name="T14" fmla="*/ 266 w 270"/>
              <a:gd name="T15" fmla="*/ 97 h 263"/>
              <a:gd name="T16" fmla="*/ 266 w 270"/>
              <a:gd name="T17" fmla="*/ 96 h 263"/>
              <a:gd name="T18" fmla="*/ 264 w 270"/>
              <a:gd name="T19" fmla="*/ 93 h 263"/>
              <a:gd name="T20" fmla="*/ 263 w 270"/>
              <a:gd name="T21" fmla="*/ 91 h 263"/>
              <a:gd name="T22" fmla="*/ 261 w 270"/>
              <a:gd name="T23" fmla="*/ 89 h 263"/>
              <a:gd name="T24" fmla="*/ 260 w 270"/>
              <a:gd name="T25" fmla="*/ 87 h 263"/>
              <a:gd name="T26" fmla="*/ 258 w 270"/>
              <a:gd name="T27" fmla="*/ 84 h 263"/>
              <a:gd name="T28" fmla="*/ 256 w 270"/>
              <a:gd name="T29" fmla="*/ 83 h 263"/>
              <a:gd name="T30" fmla="*/ 253 w 270"/>
              <a:gd name="T31" fmla="*/ 80 h 263"/>
              <a:gd name="T32" fmla="*/ 252 w 270"/>
              <a:gd name="T33" fmla="*/ 79 h 263"/>
              <a:gd name="T34" fmla="*/ 247 w 270"/>
              <a:gd name="T35" fmla="*/ 75 h 263"/>
              <a:gd name="T36" fmla="*/ 241 w 270"/>
              <a:gd name="T37" fmla="*/ 72 h 263"/>
              <a:gd name="T38" fmla="*/ 239 w 270"/>
              <a:gd name="T39" fmla="*/ 71 h 263"/>
              <a:gd name="T40" fmla="*/ 236 w 270"/>
              <a:gd name="T41" fmla="*/ 69 h 263"/>
              <a:gd name="T42" fmla="*/ 231 w 270"/>
              <a:gd name="T43" fmla="*/ 67 h 263"/>
              <a:gd name="T44" fmla="*/ 228 w 270"/>
              <a:gd name="T45" fmla="*/ 65 h 263"/>
              <a:gd name="T46" fmla="*/ 218 w 270"/>
              <a:gd name="T47" fmla="*/ 62 h 263"/>
              <a:gd name="T48" fmla="*/ 218 w 270"/>
              <a:gd name="T49" fmla="*/ 62 h 263"/>
              <a:gd name="T50" fmla="*/ 217 w 270"/>
              <a:gd name="T51" fmla="*/ 62 h 263"/>
              <a:gd name="T52" fmla="*/ 207 w 270"/>
              <a:gd name="T53" fmla="*/ 59 h 263"/>
              <a:gd name="T54" fmla="*/ 207 w 270"/>
              <a:gd name="T55" fmla="*/ 59 h 263"/>
              <a:gd name="T56" fmla="*/ 204 w 270"/>
              <a:gd name="T57" fmla="*/ 59 h 263"/>
              <a:gd name="T58" fmla="*/ 204 w 270"/>
              <a:gd name="T59" fmla="*/ 59 h 263"/>
              <a:gd name="T60" fmla="*/ 191 w 270"/>
              <a:gd name="T61" fmla="*/ 56 h 263"/>
              <a:gd name="T62" fmla="*/ 189 w 270"/>
              <a:gd name="T63" fmla="*/ 56 h 263"/>
              <a:gd name="T64" fmla="*/ 175 w 270"/>
              <a:gd name="T65" fmla="*/ 54 h 263"/>
              <a:gd name="T66" fmla="*/ 175 w 270"/>
              <a:gd name="T67" fmla="*/ 54 h 263"/>
              <a:gd name="T68" fmla="*/ 174 w 270"/>
              <a:gd name="T69" fmla="*/ 54 h 263"/>
              <a:gd name="T70" fmla="*/ 159 w 270"/>
              <a:gd name="T71" fmla="*/ 52 h 263"/>
              <a:gd name="T72" fmla="*/ 159 w 270"/>
              <a:gd name="T73" fmla="*/ 52 h 263"/>
              <a:gd name="T74" fmla="*/ 131 w 270"/>
              <a:gd name="T75" fmla="*/ 49 h 263"/>
              <a:gd name="T76" fmla="*/ 131 w 270"/>
              <a:gd name="T77" fmla="*/ 49 h 263"/>
              <a:gd name="T78" fmla="*/ 128 w 270"/>
              <a:gd name="T79" fmla="*/ 48 h 263"/>
              <a:gd name="T80" fmla="*/ 128 w 270"/>
              <a:gd name="T81" fmla="*/ 48 h 263"/>
              <a:gd name="T82" fmla="*/ 108 w 270"/>
              <a:gd name="T83" fmla="*/ 45 h 263"/>
              <a:gd name="T84" fmla="*/ 92 w 270"/>
              <a:gd name="T85" fmla="*/ 42 h 263"/>
              <a:gd name="T86" fmla="*/ 91 w 270"/>
              <a:gd name="T87" fmla="*/ 42 h 263"/>
              <a:gd name="T88" fmla="*/ 91 w 270"/>
              <a:gd name="T89" fmla="*/ 42 h 263"/>
              <a:gd name="T90" fmla="*/ 80 w 270"/>
              <a:gd name="T91" fmla="*/ 39 h 263"/>
              <a:gd name="T92" fmla="*/ 80 w 270"/>
              <a:gd name="T93" fmla="*/ 39 h 263"/>
              <a:gd name="T94" fmla="*/ 80 w 270"/>
              <a:gd name="T95" fmla="*/ 39 h 263"/>
              <a:gd name="T96" fmla="*/ 68 w 270"/>
              <a:gd name="T97" fmla="*/ 36 h 263"/>
              <a:gd name="T98" fmla="*/ 67 w 270"/>
              <a:gd name="T99" fmla="*/ 35 h 263"/>
              <a:gd name="T100" fmla="*/ 67 w 270"/>
              <a:gd name="T101" fmla="*/ 35 h 263"/>
              <a:gd name="T102" fmla="*/ 50 w 270"/>
              <a:gd name="T103" fmla="*/ 30 h 263"/>
              <a:gd name="T104" fmla="*/ 50 w 270"/>
              <a:gd name="T105" fmla="*/ 30 h 263"/>
              <a:gd name="T106" fmla="*/ 48 w 270"/>
              <a:gd name="T107" fmla="*/ 29 h 263"/>
              <a:gd name="T108" fmla="*/ 38 w 270"/>
              <a:gd name="T109" fmla="*/ 25 h 263"/>
              <a:gd name="T110" fmla="*/ 0 w 270"/>
              <a:gd name="T111" fmla="*/ 0 h 263"/>
              <a:gd name="T112" fmla="*/ 3 w 270"/>
              <a:gd name="T113" fmla="*/ 263 h 263"/>
              <a:gd name="T114" fmla="*/ 145 w 270"/>
              <a:gd name="T115" fmla="*/ 225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70" h="263">
                <a:moveTo>
                  <a:pt x="145" y="225"/>
                </a:moveTo>
                <a:cubicBezTo>
                  <a:pt x="148" y="224"/>
                  <a:pt x="151" y="223"/>
                  <a:pt x="154" y="221"/>
                </a:cubicBezTo>
                <a:cubicBezTo>
                  <a:pt x="228" y="188"/>
                  <a:pt x="270" y="146"/>
                  <a:pt x="269" y="112"/>
                </a:cubicBezTo>
                <a:cubicBezTo>
                  <a:pt x="269" y="111"/>
                  <a:pt x="269" y="110"/>
                  <a:pt x="269" y="108"/>
                </a:cubicBezTo>
                <a:cubicBezTo>
                  <a:pt x="269" y="108"/>
                  <a:pt x="269" y="107"/>
                  <a:pt x="269" y="107"/>
                </a:cubicBezTo>
                <a:cubicBezTo>
                  <a:pt x="269" y="105"/>
                  <a:pt x="269" y="104"/>
                  <a:pt x="268" y="102"/>
                </a:cubicBezTo>
                <a:cubicBezTo>
                  <a:pt x="268" y="102"/>
                  <a:pt x="268" y="102"/>
                  <a:pt x="268" y="102"/>
                </a:cubicBezTo>
                <a:cubicBezTo>
                  <a:pt x="268" y="101"/>
                  <a:pt x="267" y="99"/>
                  <a:pt x="266" y="97"/>
                </a:cubicBezTo>
                <a:cubicBezTo>
                  <a:pt x="266" y="97"/>
                  <a:pt x="266" y="97"/>
                  <a:pt x="266" y="96"/>
                </a:cubicBezTo>
                <a:cubicBezTo>
                  <a:pt x="265" y="95"/>
                  <a:pt x="265" y="94"/>
                  <a:pt x="264" y="93"/>
                </a:cubicBezTo>
                <a:cubicBezTo>
                  <a:pt x="264" y="92"/>
                  <a:pt x="263" y="92"/>
                  <a:pt x="263" y="91"/>
                </a:cubicBezTo>
                <a:cubicBezTo>
                  <a:pt x="263" y="90"/>
                  <a:pt x="262" y="89"/>
                  <a:pt x="261" y="89"/>
                </a:cubicBezTo>
                <a:cubicBezTo>
                  <a:pt x="261" y="88"/>
                  <a:pt x="260" y="87"/>
                  <a:pt x="260" y="87"/>
                </a:cubicBezTo>
                <a:cubicBezTo>
                  <a:pt x="259" y="86"/>
                  <a:pt x="258" y="85"/>
                  <a:pt x="258" y="84"/>
                </a:cubicBezTo>
                <a:cubicBezTo>
                  <a:pt x="257" y="84"/>
                  <a:pt x="257" y="83"/>
                  <a:pt x="256" y="83"/>
                </a:cubicBezTo>
                <a:cubicBezTo>
                  <a:pt x="255" y="82"/>
                  <a:pt x="254" y="81"/>
                  <a:pt x="253" y="80"/>
                </a:cubicBezTo>
                <a:cubicBezTo>
                  <a:pt x="253" y="80"/>
                  <a:pt x="252" y="79"/>
                  <a:pt x="252" y="79"/>
                </a:cubicBezTo>
                <a:cubicBezTo>
                  <a:pt x="250" y="78"/>
                  <a:pt x="248" y="76"/>
                  <a:pt x="247" y="75"/>
                </a:cubicBezTo>
                <a:cubicBezTo>
                  <a:pt x="245" y="74"/>
                  <a:pt x="243" y="73"/>
                  <a:pt x="241" y="72"/>
                </a:cubicBezTo>
                <a:cubicBezTo>
                  <a:pt x="241" y="71"/>
                  <a:pt x="240" y="71"/>
                  <a:pt x="239" y="71"/>
                </a:cubicBezTo>
                <a:cubicBezTo>
                  <a:pt x="238" y="70"/>
                  <a:pt x="237" y="70"/>
                  <a:pt x="236" y="69"/>
                </a:cubicBezTo>
                <a:cubicBezTo>
                  <a:pt x="234" y="68"/>
                  <a:pt x="232" y="67"/>
                  <a:pt x="231" y="67"/>
                </a:cubicBezTo>
                <a:cubicBezTo>
                  <a:pt x="230" y="66"/>
                  <a:pt x="229" y="66"/>
                  <a:pt x="228" y="65"/>
                </a:cubicBezTo>
                <a:cubicBezTo>
                  <a:pt x="224" y="64"/>
                  <a:pt x="221" y="63"/>
                  <a:pt x="218" y="62"/>
                </a:cubicBezTo>
                <a:cubicBezTo>
                  <a:pt x="218" y="62"/>
                  <a:pt x="218" y="62"/>
                  <a:pt x="218" y="62"/>
                </a:cubicBezTo>
                <a:cubicBezTo>
                  <a:pt x="217" y="62"/>
                  <a:pt x="217" y="62"/>
                  <a:pt x="217" y="62"/>
                </a:cubicBezTo>
                <a:cubicBezTo>
                  <a:pt x="214" y="61"/>
                  <a:pt x="210" y="60"/>
                  <a:pt x="207" y="59"/>
                </a:cubicBezTo>
                <a:cubicBezTo>
                  <a:pt x="207" y="59"/>
                  <a:pt x="207" y="59"/>
                  <a:pt x="207" y="59"/>
                </a:cubicBezTo>
                <a:cubicBezTo>
                  <a:pt x="206" y="59"/>
                  <a:pt x="205" y="59"/>
                  <a:pt x="204" y="59"/>
                </a:cubicBezTo>
                <a:cubicBezTo>
                  <a:pt x="204" y="59"/>
                  <a:pt x="204" y="59"/>
                  <a:pt x="204" y="59"/>
                </a:cubicBezTo>
                <a:cubicBezTo>
                  <a:pt x="200" y="58"/>
                  <a:pt x="195" y="57"/>
                  <a:pt x="191" y="56"/>
                </a:cubicBezTo>
                <a:cubicBezTo>
                  <a:pt x="190" y="56"/>
                  <a:pt x="189" y="56"/>
                  <a:pt x="189" y="56"/>
                </a:cubicBezTo>
                <a:cubicBezTo>
                  <a:pt x="184" y="55"/>
                  <a:pt x="180" y="55"/>
                  <a:pt x="175" y="54"/>
                </a:cubicBezTo>
                <a:cubicBezTo>
                  <a:pt x="175" y="54"/>
                  <a:pt x="175" y="54"/>
                  <a:pt x="175" y="54"/>
                </a:cubicBezTo>
                <a:cubicBezTo>
                  <a:pt x="175" y="54"/>
                  <a:pt x="174" y="54"/>
                  <a:pt x="174" y="54"/>
                </a:cubicBezTo>
                <a:cubicBezTo>
                  <a:pt x="169" y="53"/>
                  <a:pt x="164" y="52"/>
                  <a:pt x="159" y="52"/>
                </a:cubicBezTo>
                <a:cubicBezTo>
                  <a:pt x="159" y="52"/>
                  <a:pt x="159" y="52"/>
                  <a:pt x="159" y="52"/>
                </a:cubicBezTo>
                <a:cubicBezTo>
                  <a:pt x="149" y="51"/>
                  <a:pt x="140" y="50"/>
                  <a:pt x="131" y="49"/>
                </a:cubicBezTo>
                <a:cubicBezTo>
                  <a:pt x="131" y="49"/>
                  <a:pt x="131" y="49"/>
                  <a:pt x="131" y="49"/>
                </a:cubicBezTo>
                <a:cubicBezTo>
                  <a:pt x="130" y="48"/>
                  <a:pt x="129" y="48"/>
                  <a:pt x="128" y="48"/>
                </a:cubicBezTo>
                <a:cubicBezTo>
                  <a:pt x="128" y="48"/>
                  <a:pt x="128" y="48"/>
                  <a:pt x="128" y="48"/>
                </a:cubicBezTo>
                <a:cubicBezTo>
                  <a:pt x="121" y="47"/>
                  <a:pt x="114" y="46"/>
                  <a:pt x="108" y="45"/>
                </a:cubicBezTo>
                <a:cubicBezTo>
                  <a:pt x="102" y="44"/>
                  <a:pt x="97" y="43"/>
                  <a:pt x="92" y="42"/>
                </a:cubicBezTo>
                <a:cubicBezTo>
                  <a:pt x="91" y="42"/>
                  <a:pt x="91" y="42"/>
                  <a:pt x="91" y="42"/>
                </a:cubicBezTo>
                <a:cubicBezTo>
                  <a:pt x="91" y="42"/>
                  <a:pt x="91" y="42"/>
                  <a:pt x="91" y="42"/>
                </a:cubicBezTo>
                <a:cubicBezTo>
                  <a:pt x="87" y="41"/>
                  <a:pt x="84" y="40"/>
                  <a:pt x="80" y="39"/>
                </a:cubicBezTo>
                <a:cubicBezTo>
                  <a:pt x="80" y="39"/>
                  <a:pt x="80" y="39"/>
                  <a:pt x="80" y="39"/>
                </a:cubicBezTo>
                <a:cubicBezTo>
                  <a:pt x="80" y="39"/>
                  <a:pt x="80" y="39"/>
                  <a:pt x="80" y="39"/>
                </a:cubicBezTo>
                <a:cubicBezTo>
                  <a:pt x="76" y="38"/>
                  <a:pt x="72" y="37"/>
                  <a:pt x="68" y="36"/>
                </a:cubicBezTo>
                <a:cubicBezTo>
                  <a:pt x="68" y="36"/>
                  <a:pt x="67" y="36"/>
                  <a:pt x="67" y="35"/>
                </a:cubicBezTo>
                <a:cubicBezTo>
                  <a:pt x="67" y="35"/>
                  <a:pt x="67" y="35"/>
                  <a:pt x="67" y="35"/>
                </a:cubicBezTo>
                <a:cubicBezTo>
                  <a:pt x="61" y="34"/>
                  <a:pt x="55" y="32"/>
                  <a:pt x="5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49" y="29"/>
                  <a:pt x="49" y="29"/>
                  <a:pt x="48" y="29"/>
                </a:cubicBezTo>
                <a:cubicBezTo>
                  <a:pt x="45" y="28"/>
                  <a:pt x="41" y="26"/>
                  <a:pt x="38" y="25"/>
                </a:cubicBezTo>
                <a:cubicBezTo>
                  <a:pt x="34" y="23"/>
                  <a:pt x="13" y="11"/>
                  <a:pt x="0" y="0"/>
                </a:cubicBezTo>
                <a:cubicBezTo>
                  <a:pt x="3" y="263"/>
                  <a:pt x="3" y="263"/>
                  <a:pt x="3" y="263"/>
                </a:cubicBezTo>
                <a:cubicBezTo>
                  <a:pt x="49" y="257"/>
                  <a:pt x="99" y="245"/>
                  <a:pt x="145" y="225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16">
            <a:extLst>
              <a:ext uri="{FF2B5EF4-FFF2-40B4-BE49-F238E27FC236}">
                <a16:creationId xmlns:a16="http://schemas.microsoft.com/office/drawing/2014/main" id="{65C325B6-4B31-91F9-6065-60D50F64469F}"/>
              </a:ext>
            </a:extLst>
          </p:cNvPr>
          <p:cNvSpPr>
            <a:spLocks/>
          </p:cNvSpPr>
          <p:nvPr/>
        </p:nvSpPr>
        <p:spPr bwMode="auto">
          <a:xfrm>
            <a:off x="6922578" y="4629907"/>
            <a:ext cx="396305" cy="392531"/>
          </a:xfrm>
          <a:custGeom>
            <a:avLst/>
            <a:gdLst>
              <a:gd name="T0" fmla="*/ 318 w 321"/>
              <a:gd name="T1" fmla="*/ 5 h 318"/>
              <a:gd name="T2" fmla="*/ 318 w 321"/>
              <a:gd name="T3" fmla="*/ 7 h 318"/>
              <a:gd name="T4" fmla="*/ 317 w 321"/>
              <a:gd name="T5" fmla="*/ 9 h 318"/>
              <a:gd name="T6" fmla="*/ 317 w 321"/>
              <a:gd name="T7" fmla="*/ 12 h 318"/>
              <a:gd name="T8" fmla="*/ 316 w 321"/>
              <a:gd name="T9" fmla="*/ 16 h 318"/>
              <a:gd name="T10" fmla="*/ 315 w 321"/>
              <a:gd name="T11" fmla="*/ 18 h 318"/>
              <a:gd name="T12" fmla="*/ 314 w 321"/>
              <a:gd name="T13" fmla="*/ 22 h 318"/>
              <a:gd name="T14" fmla="*/ 312 w 321"/>
              <a:gd name="T15" fmla="*/ 25 h 318"/>
              <a:gd name="T16" fmla="*/ 312 w 321"/>
              <a:gd name="T17" fmla="*/ 26 h 318"/>
              <a:gd name="T18" fmla="*/ 304 w 321"/>
              <a:gd name="T19" fmla="*/ 37 h 318"/>
              <a:gd name="T20" fmla="*/ 302 w 321"/>
              <a:gd name="T21" fmla="*/ 39 h 318"/>
              <a:gd name="T22" fmla="*/ 299 w 321"/>
              <a:gd name="T23" fmla="*/ 41 h 318"/>
              <a:gd name="T24" fmla="*/ 296 w 321"/>
              <a:gd name="T25" fmla="*/ 44 h 318"/>
              <a:gd name="T26" fmla="*/ 296 w 321"/>
              <a:gd name="T27" fmla="*/ 44 h 318"/>
              <a:gd name="T28" fmla="*/ 291 w 321"/>
              <a:gd name="T29" fmla="*/ 48 h 318"/>
              <a:gd name="T30" fmla="*/ 287 w 321"/>
              <a:gd name="T31" fmla="*/ 51 h 318"/>
              <a:gd name="T32" fmla="*/ 284 w 321"/>
              <a:gd name="T33" fmla="*/ 52 h 318"/>
              <a:gd name="T34" fmla="*/ 281 w 321"/>
              <a:gd name="T35" fmla="*/ 54 h 318"/>
              <a:gd name="T36" fmla="*/ 157 w 321"/>
              <a:gd name="T37" fmla="*/ 71 h 318"/>
              <a:gd name="T38" fmla="*/ 143 w 321"/>
              <a:gd name="T39" fmla="*/ 71 h 318"/>
              <a:gd name="T40" fmla="*/ 128 w 321"/>
              <a:gd name="T41" fmla="*/ 71 h 318"/>
              <a:gd name="T42" fmla="*/ 125 w 321"/>
              <a:gd name="T43" fmla="*/ 72 h 318"/>
              <a:gd name="T44" fmla="*/ 114 w 321"/>
              <a:gd name="T45" fmla="*/ 72 h 318"/>
              <a:gd name="T46" fmla="*/ 100 w 321"/>
              <a:gd name="T47" fmla="*/ 73 h 318"/>
              <a:gd name="T48" fmla="*/ 97 w 321"/>
              <a:gd name="T49" fmla="*/ 73 h 318"/>
              <a:gd name="T50" fmla="*/ 89 w 321"/>
              <a:gd name="T51" fmla="*/ 74 h 318"/>
              <a:gd name="T52" fmla="*/ 78 w 321"/>
              <a:gd name="T53" fmla="*/ 75 h 318"/>
              <a:gd name="T54" fmla="*/ 64 w 321"/>
              <a:gd name="T55" fmla="*/ 78 h 318"/>
              <a:gd name="T56" fmla="*/ 63 w 321"/>
              <a:gd name="T57" fmla="*/ 78 h 318"/>
              <a:gd name="T58" fmla="*/ 61 w 321"/>
              <a:gd name="T59" fmla="*/ 78 h 318"/>
              <a:gd name="T60" fmla="*/ 59 w 321"/>
              <a:gd name="T61" fmla="*/ 79 h 318"/>
              <a:gd name="T62" fmla="*/ 56 w 321"/>
              <a:gd name="T63" fmla="*/ 80 h 318"/>
              <a:gd name="T64" fmla="*/ 53 w 321"/>
              <a:gd name="T65" fmla="*/ 81 h 318"/>
              <a:gd name="T66" fmla="*/ 50 w 321"/>
              <a:gd name="T67" fmla="*/ 82 h 318"/>
              <a:gd name="T68" fmla="*/ 46 w 321"/>
              <a:gd name="T69" fmla="*/ 83 h 318"/>
              <a:gd name="T70" fmla="*/ 41 w 321"/>
              <a:gd name="T71" fmla="*/ 85 h 318"/>
              <a:gd name="T72" fmla="*/ 40 w 321"/>
              <a:gd name="T73" fmla="*/ 85 h 318"/>
              <a:gd name="T74" fmla="*/ 37 w 321"/>
              <a:gd name="T75" fmla="*/ 87 h 318"/>
              <a:gd name="T76" fmla="*/ 32 w 321"/>
              <a:gd name="T77" fmla="*/ 88 h 318"/>
              <a:gd name="T78" fmla="*/ 29 w 321"/>
              <a:gd name="T79" fmla="*/ 89 h 318"/>
              <a:gd name="T80" fmla="*/ 25 w 321"/>
              <a:gd name="T81" fmla="*/ 91 h 318"/>
              <a:gd name="T82" fmla="*/ 21 w 321"/>
              <a:gd name="T83" fmla="*/ 93 h 318"/>
              <a:gd name="T84" fmla="*/ 18 w 321"/>
              <a:gd name="T85" fmla="*/ 94 h 318"/>
              <a:gd name="T86" fmla="*/ 14 w 321"/>
              <a:gd name="T87" fmla="*/ 95 h 318"/>
              <a:gd name="T88" fmla="*/ 10 w 321"/>
              <a:gd name="T89" fmla="*/ 97 h 318"/>
              <a:gd name="T90" fmla="*/ 0 w 321"/>
              <a:gd name="T91" fmla="*/ 102 h 318"/>
              <a:gd name="T92" fmla="*/ 321 w 321"/>
              <a:gd name="T93" fmla="*/ 316 h 318"/>
              <a:gd name="T94" fmla="*/ 318 w 321"/>
              <a:gd name="T95" fmla="*/ 0 h 318"/>
              <a:gd name="T96" fmla="*/ 318 w 321"/>
              <a:gd name="T97" fmla="*/ 4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21" h="318">
                <a:moveTo>
                  <a:pt x="318" y="4"/>
                </a:moveTo>
                <a:cubicBezTo>
                  <a:pt x="318" y="5"/>
                  <a:pt x="318" y="5"/>
                  <a:pt x="318" y="5"/>
                </a:cubicBezTo>
                <a:cubicBezTo>
                  <a:pt x="318" y="6"/>
                  <a:pt x="318" y="6"/>
                  <a:pt x="318" y="7"/>
                </a:cubicBezTo>
                <a:cubicBezTo>
                  <a:pt x="318" y="7"/>
                  <a:pt x="318" y="7"/>
                  <a:pt x="318" y="7"/>
                </a:cubicBezTo>
                <a:cubicBezTo>
                  <a:pt x="318" y="8"/>
                  <a:pt x="317" y="8"/>
                  <a:pt x="317" y="9"/>
                </a:cubicBezTo>
                <a:cubicBezTo>
                  <a:pt x="317" y="9"/>
                  <a:pt x="317" y="9"/>
                  <a:pt x="317" y="9"/>
                </a:cubicBezTo>
                <a:cubicBezTo>
                  <a:pt x="317" y="10"/>
                  <a:pt x="317" y="11"/>
                  <a:pt x="317" y="11"/>
                </a:cubicBezTo>
                <a:cubicBezTo>
                  <a:pt x="317" y="12"/>
                  <a:pt x="317" y="12"/>
                  <a:pt x="317" y="12"/>
                </a:cubicBezTo>
                <a:cubicBezTo>
                  <a:pt x="317" y="13"/>
                  <a:pt x="316" y="14"/>
                  <a:pt x="316" y="14"/>
                </a:cubicBezTo>
                <a:cubicBezTo>
                  <a:pt x="316" y="15"/>
                  <a:pt x="316" y="15"/>
                  <a:pt x="316" y="16"/>
                </a:cubicBezTo>
                <a:cubicBezTo>
                  <a:pt x="316" y="16"/>
                  <a:pt x="316" y="17"/>
                  <a:pt x="315" y="17"/>
                </a:cubicBezTo>
                <a:cubicBezTo>
                  <a:pt x="315" y="17"/>
                  <a:pt x="315" y="17"/>
                  <a:pt x="315" y="18"/>
                </a:cubicBezTo>
                <a:cubicBezTo>
                  <a:pt x="315" y="18"/>
                  <a:pt x="315" y="19"/>
                  <a:pt x="314" y="20"/>
                </a:cubicBezTo>
                <a:cubicBezTo>
                  <a:pt x="314" y="21"/>
                  <a:pt x="314" y="21"/>
                  <a:pt x="314" y="22"/>
                </a:cubicBezTo>
                <a:cubicBezTo>
                  <a:pt x="313" y="22"/>
                  <a:pt x="313" y="23"/>
                  <a:pt x="313" y="24"/>
                </a:cubicBezTo>
                <a:cubicBezTo>
                  <a:pt x="313" y="24"/>
                  <a:pt x="313" y="24"/>
                  <a:pt x="312" y="25"/>
                </a:cubicBezTo>
                <a:cubicBezTo>
                  <a:pt x="312" y="25"/>
                  <a:pt x="312" y="25"/>
                  <a:pt x="312" y="25"/>
                </a:cubicBezTo>
                <a:cubicBezTo>
                  <a:pt x="312" y="25"/>
                  <a:pt x="312" y="26"/>
                  <a:pt x="312" y="26"/>
                </a:cubicBezTo>
                <a:cubicBezTo>
                  <a:pt x="310" y="30"/>
                  <a:pt x="307" y="33"/>
                  <a:pt x="304" y="36"/>
                </a:cubicBezTo>
                <a:cubicBezTo>
                  <a:pt x="304" y="37"/>
                  <a:pt x="304" y="37"/>
                  <a:pt x="304" y="37"/>
                </a:cubicBezTo>
                <a:cubicBezTo>
                  <a:pt x="304" y="37"/>
                  <a:pt x="303" y="38"/>
                  <a:pt x="303" y="38"/>
                </a:cubicBezTo>
                <a:cubicBezTo>
                  <a:pt x="302" y="38"/>
                  <a:pt x="302" y="38"/>
                  <a:pt x="302" y="39"/>
                </a:cubicBezTo>
                <a:cubicBezTo>
                  <a:pt x="302" y="39"/>
                  <a:pt x="301" y="40"/>
                  <a:pt x="300" y="40"/>
                </a:cubicBezTo>
                <a:cubicBezTo>
                  <a:pt x="300" y="41"/>
                  <a:pt x="300" y="41"/>
                  <a:pt x="299" y="41"/>
                </a:cubicBezTo>
                <a:cubicBezTo>
                  <a:pt x="299" y="42"/>
                  <a:pt x="298" y="42"/>
                  <a:pt x="298" y="43"/>
                </a:cubicBezTo>
                <a:cubicBezTo>
                  <a:pt x="297" y="43"/>
                  <a:pt x="297" y="44"/>
                  <a:pt x="296" y="44"/>
                </a:cubicBezTo>
                <a:cubicBezTo>
                  <a:pt x="296" y="44"/>
                  <a:pt x="296" y="44"/>
                  <a:pt x="296" y="44"/>
                </a:cubicBezTo>
                <a:cubicBezTo>
                  <a:pt x="296" y="44"/>
                  <a:pt x="296" y="44"/>
                  <a:pt x="296" y="44"/>
                </a:cubicBezTo>
                <a:cubicBezTo>
                  <a:pt x="294" y="45"/>
                  <a:pt x="293" y="46"/>
                  <a:pt x="292" y="47"/>
                </a:cubicBezTo>
                <a:cubicBezTo>
                  <a:pt x="292" y="47"/>
                  <a:pt x="291" y="47"/>
                  <a:pt x="291" y="48"/>
                </a:cubicBezTo>
                <a:cubicBezTo>
                  <a:pt x="291" y="48"/>
                  <a:pt x="291" y="48"/>
                  <a:pt x="291" y="48"/>
                </a:cubicBezTo>
                <a:cubicBezTo>
                  <a:pt x="289" y="49"/>
                  <a:pt x="288" y="50"/>
                  <a:pt x="287" y="51"/>
                </a:cubicBezTo>
                <a:cubicBezTo>
                  <a:pt x="287" y="51"/>
                  <a:pt x="287" y="51"/>
                  <a:pt x="286" y="51"/>
                </a:cubicBezTo>
                <a:cubicBezTo>
                  <a:pt x="286" y="51"/>
                  <a:pt x="285" y="52"/>
                  <a:pt x="284" y="52"/>
                </a:cubicBezTo>
                <a:cubicBezTo>
                  <a:pt x="283" y="52"/>
                  <a:pt x="282" y="53"/>
                  <a:pt x="282" y="53"/>
                </a:cubicBezTo>
                <a:cubicBezTo>
                  <a:pt x="281" y="53"/>
                  <a:pt x="281" y="54"/>
                  <a:pt x="281" y="54"/>
                </a:cubicBezTo>
                <a:cubicBezTo>
                  <a:pt x="280" y="54"/>
                  <a:pt x="278" y="55"/>
                  <a:pt x="276" y="56"/>
                </a:cubicBezTo>
                <a:cubicBezTo>
                  <a:pt x="243" y="70"/>
                  <a:pt x="200" y="71"/>
                  <a:pt x="157" y="71"/>
                </a:cubicBezTo>
                <a:cubicBezTo>
                  <a:pt x="156" y="71"/>
                  <a:pt x="155" y="71"/>
                  <a:pt x="154" y="71"/>
                </a:cubicBezTo>
                <a:cubicBezTo>
                  <a:pt x="150" y="71"/>
                  <a:pt x="146" y="71"/>
                  <a:pt x="143" y="71"/>
                </a:cubicBezTo>
                <a:cubicBezTo>
                  <a:pt x="141" y="71"/>
                  <a:pt x="139" y="71"/>
                  <a:pt x="137" y="71"/>
                </a:cubicBezTo>
                <a:cubicBezTo>
                  <a:pt x="134" y="71"/>
                  <a:pt x="131" y="71"/>
                  <a:pt x="128" y="71"/>
                </a:cubicBezTo>
                <a:cubicBezTo>
                  <a:pt x="127" y="71"/>
                  <a:pt x="127" y="71"/>
                  <a:pt x="126" y="71"/>
                </a:cubicBezTo>
                <a:cubicBezTo>
                  <a:pt x="126" y="72"/>
                  <a:pt x="125" y="72"/>
                  <a:pt x="125" y="72"/>
                </a:cubicBezTo>
                <a:cubicBezTo>
                  <a:pt x="124" y="72"/>
                  <a:pt x="122" y="72"/>
                  <a:pt x="121" y="72"/>
                </a:cubicBezTo>
                <a:cubicBezTo>
                  <a:pt x="119" y="72"/>
                  <a:pt x="116" y="72"/>
                  <a:pt x="114" y="72"/>
                </a:cubicBezTo>
                <a:cubicBezTo>
                  <a:pt x="112" y="72"/>
                  <a:pt x="109" y="72"/>
                  <a:pt x="107" y="72"/>
                </a:cubicBezTo>
                <a:cubicBezTo>
                  <a:pt x="105" y="72"/>
                  <a:pt x="103" y="73"/>
                  <a:pt x="100" y="73"/>
                </a:cubicBezTo>
                <a:cubicBezTo>
                  <a:pt x="100" y="73"/>
                  <a:pt x="99" y="73"/>
                  <a:pt x="99" y="73"/>
                </a:cubicBezTo>
                <a:cubicBezTo>
                  <a:pt x="98" y="73"/>
                  <a:pt x="98" y="73"/>
                  <a:pt x="97" y="73"/>
                </a:cubicBezTo>
                <a:cubicBezTo>
                  <a:pt x="95" y="73"/>
                  <a:pt x="93" y="73"/>
                  <a:pt x="90" y="74"/>
                </a:cubicBezTo>
                <a:cubicBezTo>
                  <a:pt x="90" y="74"/>
                  <a:pt x="89" y="74"/>
                  <a:pt x="89" y="74"/>
                </a:cubicBezTo>
                <a:cubicBezTo>
                  <a:pt x="86" y="74"/>
                  <a:pt x="83" y="74"/>
                  <a:pt x="80" y="75"/>
                </a:cubicBezTo>
                <a:cubicBezTo>
                  <a:pt x="80" y="75"/>
                  <a:pt x="79" y="75"/>
                  <a:pt x="78" y="75"/>
                </a:cubicBezTo>
                <a:cubicBezTo>
                  <a:pt x="78" y="75"/>
                  <a:pt x="78" y="75"/>
                  <a:pt x="78" y="75"/>
                </a:cubicBezTo>
                <a:cubicBezTo>
                  <a:pt x="73" y="76"/>
                  <a:pt x="68" y="77"/>
                  <a:pt x="64" y="78"/>
                </a:cubicBezTo>
                <a:cubicBezTo>
                  <a:pt x="63" y="78"/>
                  <a:pt x="63" y="78"/>
                  <a:pt x="63" y="78"/>
                </a:cubicBezTo>
                <a:cubicBezTo>
                  <a:pt x="63" y="78"/>
                  <a:pt x="63" y="78"/>
                  <a:pt x="63" y="78"/>
                </a:cubicBezTo>
                <a:cubicBezTo>
                  <a:pt x="62" y="78"/>
                  <a:pt x="62" y="78"/>
                  <a:pt x="62" y="78"/>
                </a:cubicBezTo>
                <a:cubicBezTo>
                  <a:pt x="62" y="78"/>
                  <a:pt x="61" y="78"/>
                  <a:pt x="61" y="78"/>
                </a:cubicBezTo>
                <a:cubicBezTo>
                  <a:pt x="61" y="79"/>
                  <a:pt x="61" y="79"/>
                  <a:pt x="60" y="79"/>
                </a:cubicBezTo>
                <a:cubicBezTo>
                  <a:pt x="60" y="79"/>
                  <a:pt x="59" y="79"/>
                  <a:pt x="59" y="79"/>
                </a:cubicBezTo>
                <a:cubicBezTo>
                  <a:pt x="59" y="79"/>
                  <a:pt x="58" y="79"/>
                  <a:pt x="58" y="79"/>
                </a:cubicBezTo>
                <a:cubicBezTo>
                  <a:pt x="57" y="80"/>
                  <a:pt x="57" y="80"/>
                  <a:pt x="56" y="80"/>
                </a:cubicBezTo>
                <a:cubicBezTo>
                  <a:pt x="56" y="80"/>
                  <a:pt x="56" y="80"/>
                  <a:pt x="55" y="80"/>
                </a:cubicBezTo>
                <a:cubicBezTo>
                  <a:pt x="55" y="81"/>
                  <a:pt x="54" y="81"/>
                  <a:pt x="53" y="81"/>
                </a:cubicBezTo>
                <a:cubicBezTo>
                  <a:pt x="53" y="81"/>
                  <a:pt x="52" y="81"/>
                  <a:pt x="52" y="81"/>
                </a:cubicBezTo>
                <a:cubicBezTo>
                  <a:pt x="51" y="82"/>
                  <a:pt x="51" y="82"/>
                  <a:pt x="50" y="82"/>
                </a:cubicBezTo>
                <a:cubicBezTo>
                  <a:pt x="49" y="82"/>
                  <a:pt x="49" y="82"/>
                  <a:pt x="49" y="83"/>
                </a:cubicBezTo>
                <a:cubicBezTo>
                  <a:pt x="48" y="83"/>
                  <a:pt x="47" y="83"/>
                  <a:pt x="46" y="83"/>
                </a:cubicBezTo>
                <a:cubicBezTo>
                  <a:pt x="46" y="84"/>
                  <a:pt x="45" y="84"/>
                  <a:pt x="45" y="84"/>
                </a:cubicBezTo>
                <a:cubicBezTo>
                  <a:pt x="44" y="84"/>
                  <a:pt x="43" y="85"/>
                  <a:pt x="41" y="85"/>
                </a:cubicBezTo>
                <a:cubicBezTo>
                  <a:pt x="41" y="85"/>
                  <a:pt x="41" y="85"/>
                  <a:pt x="41" y="85"/>
                </a:cubicBezTo>
                <a:cubicBezTo>
                  <a:pt x="41" y="85"/>
                  <a:pt x="40" y="85"/>
                  <a:pt x="40" y="85"/>
                </a:cubicBezTo>
                <a:cubicBezTo>
                  <a:pt x="39" y="86"/>
                  <a:pt x="39" y="86"/>
                  <a:pt x="38" y="86"/>
                </a:cubicBezTo>
                <a:cubicBezTo>
                  <a:pt x="38" y="86"/>
                  <a:pt x="37" y="87"/>
                  <a:pt x="37" y="87"/>
                </a:cubicBezTo>
                <a:cubicBezTo>
                  <a:pt x="36" y="87"/>
                  <a:pt x="35" y="87"/>
                  <a:pt x="34" y="88"/>
                </a:cubicBezTo>
                <a:cubicBezTo>
                  <a:pt x="33" y="88"/>
                  <a:pt x="33" y="88"/>
                  <a:pt x="32" y="88"/>
                </a:cubicBezTo>
                <a:cubicBezTo>
                  <a:pt x="32" y="89"/>
                  <a:pt x="31" y="89"/>
                  <a:pt x="30" y="89"/>
                </a:cubicBezTo>
                <a:cubicBezTo>
                  <a:pt x="30" y="89"/>
                  <a:pt x="30" y="89"/>
                  <a:pt x="29" y="89"/>
                </a:cubicBezTo>
                <a:cubicBezTo>
                  <a:pt x="29" y="90"/>
                  <a:pt x="28" y="90"/>
                  <a:pt x="28" y="90"/>
                </a:cubicBezTo>
                <a:cubicBezTo>
                  <a:pt x="27" y="90"/>
                  <a:pt x="26" y="91"/>
                  <a:pt x="25" y="91"/>
                </a:cubicBezTo>
                <a:cubicBezTo>
                  <a:pt x="25" y="91"/>
                  <a:pt x="24" y="92"/>
                  <a:pt x="23" y="92"/>
                </a:cubicBezTo>
                <a:cubicBezTo>
                  <a:pt x="22" y="92"/>
                  <a:pt x="22" y="92"/>
                  <a:pt x="21" y="93"/>
                </a:cubicBezTo>
                <a:cubicBezTo>
                  <a:pt x="20" y="93"/>
                  <a:pt x="19" y="93"/>
                  <a:pt x="19" y="94"/>
                </a:cubicBezTo>
                <a:cubicBezTo>
                  <a:pt x="18" y="94"/>
                  <a:pt x="18" y="94"/>
                  <a:pt x="18" y="94"/>
                </a:cubicBezTo>
                <a:cubicBezTo>
                  <a:pt x="17" y="94"/>
                  <a:pt x="16" y="95"/>
                  <a:pt x="16" y="95"/>
                </a:cubicBezTo>
                <a:cubicBezTo>
                  <a:pt x="15" y="95"/>
                  <a:pt x="15" y="95"/>
                  <a:pt x="14" y="95"/>
                </a:cubicBezTo>
                <a:cubicBezTo>
                  <a:pt x="13" y="96"/>
                  <a:pt x="13" y="96"/>
                  <a:pt x="12" y="96"/>
                </a:cubicBezTo>
                <a:cubicBezTo>
                  <a:pt x="11" y="97"/>
                  <a:pt x="11" y="97"/>
                  <a:pt x="10" y="97"/>
                </a:cubicBezTo>
                <a:cubicBezTo>
                  <a:pt x="9" y="98"/>
                  <a:pt x="7" y="98"/>
                  <a:pt x="6" y="99"/>
                </a:cubicBezTo>
                <a:cubicBezTo>
                  <a:pt x="4" y="100"/>
                  <a:pt x="2" y="101"/>
                  <a:pt x="0" y="102"/>
                </a:cubicBezTo>
                <a:cubicBezTo>
                  <a:pt x="321" y="318"/>
                  <a:pt x="321" y="318"/>
                  <a:pt x="321" y="318"/>
                </a:cubicBezTo>
                <a:cubicBezTo>
                  <a:pt x="321" y="317"/>
                  <a:pt x="321" y="317"/>
                  <a:pt x="321" y="316"/>
                </a:cubicBezTo>
                <a:cubicBezTo>
                  <a:pt x="321" y="316"/>
                  <a:pt x="321" y="316"/>
                  <a:pt x="321" y="316"/>
                </a:cubicBezTo>
                <a:cubicBezTo>
                  <a:pt x="318" y="0"/>
                  <a:pt x="318" y="0"/>
                  <a:pt x="318" y="0"/>
                </a:cubicBezTo>
                <a:cubicBezTo>
                  <a:pt x="318" y="1"/>
                  <a:pt x="318" y="1"/>
                  <a:pt x="318" y="2"/>
                </a:cubicBezTo>
                <a:cubicBezTo>
                  <a:pt x="318" y="3"/>
                  <a:pt x="318" y="4"/>
                  <a:pt x="318" y="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17">
            <a:extLst>
              <a:ext uri="{FF2B5EF4-FFF2-40B4-BE49-F238E27FC236}">
                <a16:creationId xmlns:a16="http://schemas.microsoft.com/office/drawing/2014/main" id="{761FB47C-9A9A-B3F7-60DA-611FFFD3813A}"/>
              </a:ext>
            </a:extLst>
          </p:cNvPr>
          <p:cNvSpPr>
            <a:spLocks/>
          </p:cNvSpPr>
          <p:nvPr/>
        </p:nvSpPr>
        <p:spPr bwMode="auto">
          <a:xfrm>
            <a:off x="6853885" y="3119419"/>
            <a:ext cx="2981724" cy="1974731"/>
          </a:xfrm>
          <a:custGeom>
            <a:avLst/>
            <a:gdLst>
              <a:gd name="T0" fmla="*/ 1357 w 2418"/>
              <a:gd name="T1" fmla="*/ 0 h 1601"/>
              <a:gd name="T2" fmla="*/ 797 w 2418"/>
              <a:gd name="T3" fmla="*/ 499 h 1601"/>
              <a:gd name="T4" fmla="*/ 605 w 2418"/>
              <a:gd name="T5" fmla="*/ 368 h 1601"/>
              <a:gd name="T6" fmla="*/ 0 w 2418"/>
              <a:gd name="T7" fmla="*/ 571 h 1601"/>
              <a:gd name="T8" fmla="*/ 441 w 2418"/>
              <a:gd name="T9" fmla="*/ 1182 h 1601"/>
              <a:gd name="T10" fmla="*/ 475 w 2418"/>
              <a:gd name="T11" fmla="*/ 1168 h 1601"/>
              <a:gd name="T12" fmla="*/ 478 w 2418"/>
              <a:gd name="T13" fmla="*/ 1167 h 1601"/>
              <a:gd name="T14" fmla="*/ 480 w 2418"/>
              <a:gd name="T15" fmla="*/ 1166 h 1601"/>
              <a:gd name="T16" fmla="*/ 482 w 2418"/>
              <a:gd name="T17" fmla="*/ 1165 h 1601"/>
              <a:gd name="T18" fmla="*/ 484 w 2418"/>
              <a:gd name="T19" fmla="*/ 1164 h 1601"/>
              <a:gd name="T20" fmla="*/ 486 w 2418"/>
              <a:gd name="T21" fmla="*/ 1163 h 1601"/>
              <a:gd name="T22" fmla="*/ 487 w 2418"/>
              <a:gd name="T23" fmla="*/ 1162 h 1601"/>
              <a:gd name="T24" fmla="*/ 488 w 2418"/>
              <a:gd name="T25" fmla="*/ 1162 h 1601"/>
              <a:gd name="T26" fmla="*/ 497 w 2418"/>
              <a:gd name="T27" fmla="*/ 1156 h 1601"/>
              <a:gd name="T28" fmla="*/ 503 w 2418"/>
              <a:gd name="T29" fmla="*/ 1151 h 1601"/>
              <a:gd name="T30" fmla="*/ 508 w 2418"/>
              <a:gd name="T31" fmla="*/ 1146 h 1601"/>
              <a:gd name="T32" fmla="*/ 515 w 2418"/>
              <a:gd name="T33" fmla="*/ 1139 h 1601"/>
              <a:gd name="T34" fmla="*/ 515 w 2418"/>
              <a:gd name="T35" fmla="*/ 1139 h 1601"/>
              <a:gd name="T36" fmla="*/ 521 w 2418"/>
              <a:gd name="T37" fmla="*/ 1132 h 1601"/>
              <a:gd name="T38" fmla="*/ 525 w 2418"/>
              <a:gd name="T39" fmla="*/ 1126 h 1601"/>
              <a:gd name="T40" fmla="*/ 529 w 2418"/>
              <a:gd name="T41" fmla="*/ 1120 h 1601"/>
              <a:gd name="T42" fmla="*/ 532 w 2418"/>
              <a:gd name="T43" fmla="*/ 1116 h 1601"/>
              <a:gd name="T44" fmla="*/ 535 w 2418"/>
              <a:gd name="T45" fmla="*/ 1109 h 1601"/>
              <a:gd name="T46" fmla="*/ 538 w 2418"/>
              <a:gd name="T47" fmla="*/ 1102 h 1601"/>
              <a:gd name="T48" fmla="*/ 542 w 2418"/>
              <a:gd name="T49" fmla="*/ 1094 h 1601"/>
              <a:gd name="T50" fmla="*/ 545 w 2418"/>
              <a:gd name="T51" fmla="*/ 1087 h 1601"/>
              <a:gd name="T52" fmla="*/ 548 w 2418"/>
              <a:gd name="T53" fmla="*/ 1082 h 1601"/>
              <a:gd name="T54" fmla="*/ 551 w 2418"/>
              <a:gd name="T55" fmla="*/ 1076 h 1601"/>
              <a:gd name="T56" fmla="*/ 555 w 2418"/>
              <a:gd name="T57" fmla="*/ 1072 h 1601"/>
              <a:gd name="T58" fmla="*/ 559 w 2418"/>
              <a:gd name="T59" fmla="*/ 1067 h 1601"/>
              <a:gd name="T60" fmla="*/ 564 w 2418"/>
              <a:gd name="T61" fmla="*/ 1063 h 1601"/>
              <a:gd name="T62" fmla="*/ 570 w 2418"/>
              <a:gd name="T63" fmla="*/ 1059 h 1601"/>
              <a:gd name="T64" fmla="*/ 576 w 2418"/>
              <a:gd name="T65" fmla="*/ 1055 h 1601"/>
              <a:gd name="T66" fmla="*/ 585 w 2418"/>
              <a:gd name="T67" fmla="*/ 1050 h 1601"/>
              <a:gd name="T68" fmla="*/ 596 w 2418"/>
              <a:gd name="T69" fmla="*/ 1046 h 1601"/>
              <a:gd name="T70" fmla="*/ 610 w 2418"/>
              <a:gd name="T71" fmla="*/ 1043 h 1601"/>
              <a:gd name="T72" fmla="*/ 618 w 2418"/>
              <a:gd name="T73" fmla="*/ 1041 h 1601"/>
              <a:gd name="T74" fmla="*/ 623 w 2418"/>
              <a:gd name="T75" fmla="*/ 1305 h 1601"/>
              <a:gd name="T76" fmla="*/ 2418 w 2418"/>
              <a:gd name="T77" fmla="*/ 1030 h 1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18" h="1601">
                <a:moveTo>
                  <a:pt x="2415" y="714"/>
                </a:moveTo>
                <a:cubicBezTo>
                  <a:pt x="1357" y="0"/>
                  <a:pt x="1357" y="0"/>
                  <a:pt x="1357" y="0"/>
                </a:cubicBezTo>
                <a:cubicBezTo>
                  <a:pt x="795" y="236"/>
                  <a:pt x="795" y="236"/>
                  <a:pt x="795" y="236"/>
                </a:cubicBezTo>
                <a:cubicBezTo>
                  <a:pt x="797" y="499"/>
                  <a:pt x="797" y="499"/>
                  <a:pt x="797" y="499"/>
                </a:cubicBezTo>
                <a:cubicBezTo>
                  <a:pt x="732" y="507"/>
                  <a:pt x="673" y="500"/>
                  <a:pt x="641" y="479"/>
                </a:cubicBezTo>
                <a:cubicBezTo>
                  <a:pt x="597" y="449"/>
                  <a:pt x="631" y="402"/>
                  <a:pt x="605" y="368"/>
                </a:cubicBezTo>
                <a:cubicBezTo>
                  <a:pt x="603" y="365"/>
                  <a:pt x="580" y="346"/>
                  <a:pt x="561" y="334"/>
                </a:cubicBezTo>
                <a:cubicBezTo>
                  <a:pt x="0" y="571"/>
                  <a:pt x="0" y="571"/>
                  <a:pt x="0" y="571"/>
                </a:cubicBezTo>
                <a:cubicBezTo>
                  <a:pt x="2" y="886"/>
                  <a:pt x="2" y="886"/>
                  <a:pt x="2" y="886"/>
                </a:cubicBezTo>
                <a:cubicBezTo>
                  <a:pt x="441" y="1182"/>
                  <a:pt x="441" y="1182"/>
                  <a:pt x="441" y="1182"/>
                </a:cubicBezTo>
                <a:cubicBezTo>
                  <a:pt x="450" y="1179"/>
                  <a:pt x="460" y="1175"/>
                  <a:pt x="468" y="1171"/>
                </a:cubicBezTo>
                <a:cubicBezTo>
                  <a:pt x="470" y="1170"/>
                  <a:pt x="472" y="1169"/>
                  <a:pt x="475" y="1168"/>
                </a:cubicBezTo>
                <a:cubicBezTo>
                  <a:pt x="475" y="1168"/>
                  <a:pt x="475" y="1168"/>
                  <a:pt x="475" y="1168"/>
                </a:cubicBezTo>
                <a:cubicBezTo>
                  <a:pt x="476" y="1168"/>
                  <a:pt x="477" y="1167"/>
                  <a:pt x="478" y="1167"/>
                </a:cubicBezTo>
                <a:cubicBezTo>
                  <a:pt x="478" y="1167"/>
                  <a:pt x="478" y="1167"/>
                  <a:pt x="478" y="1167"/>
                </a:cubicBezTo>
                <a:cubicBezTo>
                  <a:pt x="478" y="1167"/>
                  <a:pt x="479" y="1166"/>
                  <a:pt x="480" y="1166"/>
                </a:cubicBezTo>
                <a:cubicBezTo>
                  <a:pt x="480" y="1166"/>
                  <a:pt x="480" y="1166"/>
                  <a:pt x="481" y="1166"/>
                </a:cubicBezTo>
                <a:cubicBezTo>
                  <a:pt x="481" y="1165"/>
                  <a:pt x="482" y="1165"/>
                  <a:pt x="482" y="1165"/>
                </a:cubicBezTo>
                <a:cubicBezTo>
                  <a:pt x="482" y="1165"/>
                  <a:pt x="483" y="1164"/>
                  <a:pt x="483" y="1164"/>
                </a:cubicBezTo>
                <a:cubicBezTo>
                  <a:pt x="483" y="1164"/>
                  <a:pt x="484" y="1164"/>
                  <a:pt x="484" y="1164"/>
                </a:cubicBezTo>
                <a:cubicBezTo>
                  <a:pt x="484" y="1164"/>
                  <a:pt x="485" y="1163"/>
                  <a:pt x="485" y="1163"/>
                </a:cubicBezTo>
                <a:cubicBezTo>
                  <a:pt x="485" y="1163"/>
                  <a:pt x="486" y="1163"/>
                  <a:pt x="486" y="1163"/>
                </a:cubicBezTo>
                <a:cubicBezTo>
                  <a:pt x="486" y="1163"/>
                  <a:pt x="486" y="1163"/>
                  <a:pt x="487" y="1162"/>
                </a:cubicBezTo>
                <a:cubicBezTo>
                  <a:pt x="487" y="1162"/>
                  <a:pt x="487" y="1162"/>
                  <a:pt x="487" y="1162"/>
                </a:cubicBezTo>
                <a:cubicBezTo>
                  <a:pt x="487" y="1162"/>
                  <a:pt x="487" y="1162"/>
                  <a:pt x="488" y="1162"/>
                </a:cubicBezTo>
                <a:cubicBezTo>
                  <a:pt x="488" y="1162"/>
                  <a:pt x="488" y="1162"/>
                  <a:pt x="488" y="1162"/>
                </a:cubicBezTo>
                <a:cubicBezTo>
                  <a:pt x="490" y="1160"/>
                  <a:pt x="493" y="1159"/>
                  <a:pt x="495" y="1157"/>
                </a:cubicBezTo>
                <a:cubicBezTo>
                  <a:pt x="496" y="1157"/>
                  <a:pt x="496" y="1156"/>
                  <a:pt x="497" y="1156"/>
                </a:cubicBezTo>
                <a:cubicBezTo>
                  <a:pt x="498" y="1154"/>
                  <a:pt x="500" y="1153"/>
                  <a:pt x="502" y="1152"/>
                </a:cubicBezTo>
                <a:cubicBezTo>
                  <a:pt x="502" y="1152"/>
                  <a:pt x="502" y="1151"/>
                  <a:pt x="503" y="1151"/>
                </a:cubicBezTo>
                <a:cubicBezTo>
                  <a:pt x="503" y="1151"/>
                  <a:pt x="503" y="1150"/>
                  <a:pt x="504" y="1150"/>
                </a:cubicBezTo>
                <a:cubicBezTo>
                  <a:pt x="505" y="1149"/>
                  <a:pt x="507" y="1148"/>
                  <a:pt x="508" y="1146"/>
                </a:cubicBezTo>
                <a:cubicBezTo>
                  <a:pt x="508" y="1146"/>
                  <a:pt x="509" y="1145"/>
                  <a:pt x="510" y="1145"/>
                </a:cubicBezTo>
                <a:cubicBezTo>
                  <a:pt x="512" y="1143"/>
                  <a:pt x="513" y="1141"/>
                  <a:pt x="515" y="1139"/>
                </a:cubicBezTo>
                <a:cubicBezTo>
                  <a:pt x="515" y="1139"/>
                  <a:pt x="515" y="1139"/>
                  <a:pt x="515" y="1139"/>
                </a:cubicBezTo>
                <a:cubicBezTo>
                  <a:pt x="515" y="1139"/>
                  <a:pt x="515" y="1139"/>
                  <a:pt x="515" y="1139"/>
                </a:cubicBezTo>
                <a:cubicBezTo>
                  <a:pt x="517" y="1137"/>
                  <a:pt x="519" y="1135"/>
                  <a:pt x="520" y="1134"/>
                </a:cubicBezTo>
                <a:cubicBezTo>
                  <a:pt x="520" y="1133"/>
                  <a:pt x="521" y="1132"/>
                  <a:pt x="521" y="1132"/>
                </a:cubicBezTo>
                <a:cubicBezTo>
                  <a:pt x="522" y="1130"/>
                  <a:pt x="524" y="1129"/>
                  <a:pt x="525" y="1128"/>
                </a:cubicBezTo>
                <a:cubicBezTo>
                  <a:pt x="525" y="1127"/>
                  <a:pt x="525" y="1127"/>
                  <a:pt x="525" y="1126"/>
                </a:cubicBezTo>
                <a:cubicBezTo>
                  <a:pt x="526" y="1126"/>
                  <a:pt x="526" y="1125"/>
                  <a:pt x="527" y="1125"/>
                </a:cubicBezTo>
                <a:cubicBezTo>
                  <a:pt x="528" y="1123"/>
                  <a:pt x="529" y="1122"/>
                  <a:pt x="529" y="1120"/>
                </a:cubicBezTo>
                <a:cubicBezTo>
                  <a:pt x="530" y="1119"/>
                  <a:pt x="530" y="1119"/>
                  <a:pt x="530" y="1118"/>
                </a:cubicBezTo>
                <a:cubicBezTo>
                  <a:pt x="531" y="1117"/>
                  <a:pt x="531" y="1116"/>
                  <a:pt x="532" y="1116"/>
                </a:cubicBezTo>
                <a:cubicBezTo>
                  <a:pt x="532" y="1115"/>
                  <a:pt x="532" y="1115"/>
                  <a:pt x="532" y="1115"/>
                </a:cubicBezTo>
                <a:cubicBezTo>
                  <a:pt x="533" y="1113"/>
                  <a:pt x="534" y="1111"/>
                  <a:pt x="535" y="1109"/>
                </a:cubicBezTo>
                <a:cubicBezTo>
                  <a:pt x="535" y="1108"/>
                  <a:pt x="536" y="1108"/>
                  <a:pt x="536" y="1107"/>
                </a:cubicBezTo>
                <a:cubicBezTo>
                  <a:pt x="537" y="1105"/>
                  <a:pt x="537" y="1104"/>
                  <a:pt x="538" y="1102"/>
                </a:cubicBezTo>
                <a:cubicBezTo>
                  <a:pt x="539" y="1100"/>
                  <a:pt x="540" y="1097"/>
                  <a:pt x="541" y="1095"/>
                </a:cubicBezTo>
                <a:cubicBezTo>
                  <a:pt x="541" y="1095"/>
                  <a:pt x="541" y="1094"/>
                  <a:pt x="542" y="1094"/>
                </a:cubicBezTo>
                <a:cubicBezTo>
                  <a:pt x="542" y="1092"/>
                  <a:pt x="543" y="1091"/>
                  <a:pt x="544" y="1089"/>
                </a:cubicBezTo>
                <a:cubicBezTo>
                  <a:pt x="544" y="1088"/>
                  <a:pt x="545" y="1088"/>
                  <a:pt x="545" y="1087"/>
                </a:cubicBezTo>
                <a:cubicBezTo>
                  <a:pt x="546" y="1086"/>
                  <a:pt x="546" y="1085"/>
                  <a:pt x="547" y="1084"/>
                </a:cubicBezTo>
                <a:cubicBezTo>
                  <a:pt x="547" y="1083"/>
                  <a:pt x="547" y="1082"/>
                  <a:pt x="548" y="1082"/>
                </a:cubicBezTo>
                <a:cubicBezTo>
                  <a:pt x="549" y="1081"/>
                  <a:pt x="549" y="1080"/>
                  <a:pt x="550" y="1079"/>
                </a:cubicBezTo>
                <a:cubicBezTo>
                  <a:pt x="550" y="1078"/>
                  <a:pt x="551" y="1077"/>
                  <a:pt x="551" y="1076"/>
                </a:cubicBezTo>
                <a:cubicBezTo>
                  <a:pt x="552" y="1076"/>
                  <a:pt x="552" y="1075"/>
                  <a:pt x="552" y="1075"/>
                </a:cubicBezTo>
                <a:cubicBezTo>
                  <a:pt x="553" y="1074"/>
                  <a:pt x="554" y="1073"/>
                  <a:pt x="555" y="1072"/>
                </a:cubicBezTo>
                <a:cubicBezTo>
                  <a:pt x="555" y="1072"/>
                  <a:pt x="556" y="1071"/>
                  <a:pt x="556" y="1071"/>
                </a:cubicBezTo>
                <a:cubicBezTo>
                  <a:pt x="557" y="1069"/>
                  <a:pt x="558" y="1068"/>
                  <a:pt x="559" y="1067"/>
                </a:cubicBezTo>
                <a:cubicBezTo>
                  <a:pt x="560" y="1067"/>
                  <a:pt x="560" y="1067"/>
                  <a:pt x="560" y="1067"/>
                </a:cubicBezTo>
                <a:cubicBezTo>
                  <a:pt x="561" y="1065"/>
                  <a:pt x="563" y="1064"/>
                  <a:pt x="564" y="1063"/>
                </a:cubicBezTo>
                <a:cubicBezTo>
                  <a:pt x="565" y="1062"/>
                  <a:pt x="565" y="1062"/>
                  <a:pt x="566" y="1061"/>
                </a:cubicBezTo>
                <a:cubicBezTo>
                  <a:pt x="567" y="1061"/>
                  <a:pt x="568" y="1060"/>
                  <a:pt x="570" y="1059"/>
                </a:cubicBezTo>
                <a:cubicBezTo>
                  <a:pt x="570" y="1058"/>
                  <a:pt x="571" y="1058"/>
                  <a:pt x="572" y="1057"/>
                </a:cubicBezTo>
                <a:cubicBezTo>
                  <a:pt x="573" y="1057"/>
                  <a:pt x="575" y="1056"/>
                  <a:pt x="576" y="1055"/>
                </a:cubicBezTo>
                <a:cubicBezTo>
                  <a:pt x="577" y="1055"/>
                  <a:pt x="577" y="1054"/>
                  <a:pt x="578" y="1054"/>
                </a:cubicBezTo>
                <a:cubicBezTo>
                  <a:pt x="580" y="1053"/>
                  <a:pt x="582" y="1052"/>
                  <a:pt x="585" y="1050"/>
                </a:cubicBezTo>
                <a:cubicBezTo>
                  <a:pt x="588" y="1049"/>
                  <a:pt x="591" y="1048"/>
                  <a:pt x="594" y="1047"/>
                </a:cubicBezTo>
                <a:cubicBezTo>
                  <a:pt x="595" y="1047"/>
                  <a:pt x="596" y="1046"/>
                  <a:pt x="596" y="1046"/>
                </a:cubicBezTo>
                <a:cubicBezTo>
                  <a:pt x="600" y="1045"/>
                  <a:pt x="603" y="1044"/>
                  <a:pt x="606" y="1043"/>
                </a:cubicBezTo>
                <a:cubicBezTo>
                  <a:pt x="607" y="1043"/>
                  <a:pt x="608" y="1043"/>
                  <a:pt x="610" y="1043"/>
                </a:cubicBezTo>
                <a:cubicBezTo>
                  <a:pt x="611" y="1042"/>
                  <a:pt x="612" y="1042"/>
                  <a:pt x="614" y="1042"/>
                </a:cubicBezTo>
                <a:cubicBezTo>
                  <a:pt x="615" y="1042"/>
                  <a:pt x="616" y="1041"/>
                  <a:pt x="618" y="1041"/>
                </a:cubicBezTo>
                <a:cubicBezTo>
                  <a:pt x="619" y="1041"/>
                  <a:pt x="620" y="1041"/>
                  <a:pt x="621" y="1041"/>
                </a:cubicBezTo>
                <a:cubicBezTo>
                  <a:pt x="623" y="1305"/>
                  <a:pt x="623" y="1305"/>
                  <a:pt x="623" y="1305"/>
                </a:cubicBezTo>
                <a:cubicBezTo>
                  <a:pt x="1061" y="1601"/>
                  <a:pt x="1061" y="1601"/>
                  <a:pt x="1061" y="1601"/>
                </a:cubicBezTo>
                <a:cubicBezTo>
                  <a:pt x="2418" y="1030"/>
                  <a:pt x="2418" y="1030"/>
                  <a:pt x="2418" y="1030"/>
                </a:cubicBezTo>
                <a:lnTo>
                  <a:pt x="2415" y="7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18">
            <a:extLst>
              <a:ext uri="{FF2B5EF4-FFF2-40B4-BE49-F238E27FC236}">
                <a16:creationId xmlns:a16="http://schemas.microsoft.com/office/drawing/2014/main" id="{14CB751C-33CA-6A6C-3F8A-8D5B1F3CB0AE}"/>
              </a:ext>
            </a:extLst>
          </p:cNvPr>
          <p:cNvSpPr>
            <a:spLocks/>
          </p:cNvSpPr>
          <p:nvPr/>
        </p:nvSpPr>
        <p:spPr bwMode="auto">
          <a:xfrm>
            <a:off x="8158295" y="3999593"/>
            <a:ext cx="1677314" cy="1094557"/>
          </a:xfrm>
          <a:custGeom>
            <a:avLst/>
            <a:gdLst>
              <a:gd name="T0" fmla="*/ 2217 w 2222"/>
              <a:gd name="T1" fmla="*/ 0 h 1450"/>
              <a:gd name="T2" fmla="*/ 2222 w 2222"/>
              <a:gd name="T3" fmla="*/ 517 h 1450"/>
              <a:gd name="T4" fmla="*/ 5 w 2222"/>
              <a:gd name="T5" fmla="*/ 1450 h 1450"/>
              <a:gd name="T6" fmla="*/ 0 w 2222"/>
              <a:gd name="T7" fmla="*/ 933 h 1450"/>
              <a:gd name="T8" fmla="*/ 2217 w 2222"/>
              <a:gd name="T9" fmla="*/ 0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2" h="1450">
                <a:moveTo>
                  <a:pt x="2217" y="0"/>
                </a:moveTo>
                <a:lnTo>
                  <a:pt x="2222" y="517"/>
                </a:lnTo>
                <a:lnTo>
                  <a:pt x="5" y="1450"/>
                </a:lnTo>
                <a:lnTo>
                  <a:pt x="0" y="933"/>
                </a:lnTo>
                <a:lnTo>
                  <a:pt x="2217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19">
            <a:extLst>
              <a:ext uri="{FF2B5EF4-FFF2-40B4-BE49-F238E27FC236}">
                <a16:creationId xmlns:a16="http://schemas.microsoft.com/office/drawing/2014/main" id="{86AEF2B9-D882-AC31-CFEB-23A465790A32}"/>
              </a:ext>
            </a:extLst>
          </p:cNvPr>
          <p:cNvSpPr>
            <a:spLocks/>
          </p:cNvSpPr>
          <p:nvPr/>
        </p:nvSpPr>
        <p:spPr bwMode="auto">
          <a:xfrm>
            <a:off x="6853885" y="3823709"/>
            <a:ext cx="1308184" cy="1270440"/>
          </a:xfrm>
          <a:custGeom>
            <a:avLst/>
            <a:gdLst>
              <a:gd name="T0" fmla="*/ 894 w 1061"/>
              <a:gd name="T1" fmla="*/ 374 h 1030"/>
              <a:gd name="T2" fmla="*/ 936 w 1061"/>
              <a:gd name="T3" fmla="*/ 305 h 1030"/>
              <a:gd name="T4" fmla="*/ 933 w 1061"/>
              <a:gd name="T5" fmla="*/ 293 h 1030"/>
              <a:gd name="T6" fmla="*/ 927 w 1061"/>
              <a:gd name="T7" fmla="*/ 281 h 1030"/>
              <a:gd name="T8" fmla="*/ 919 w 1061"/>
              <a:gd name="T9" fmla="*/ 268 h 1030"/>
              <a:gd name="T10" fmla="*/ 909 w 1061"/>
              <a:gd name="T11" fmla="*/ 254 h 1030"/>
              <a:gd name="T12" fmla="*/ 897 w 1061"/>
              <a:gd name="T13" fmla="*/ 242 h 1030"/>
              <a:gd name="T14" fmla="*/ 883 w 1061"/>
              <a:gd name="T15" fmla="*/ 230 h 1030"/>
              <a:gd name="T16" fmla="*/ 864 w 1061"/>
              <a:gd name="T17" fmla="*/ 216 h 1030"/>
              <a:gd name="T18" fmla="*/ 829 w 1061"/>
              <a:gd name="T19" fmla="*/ 196 h 1030"/>
              <a:gd name="T20" fmla="*/ 792 w 1061"/>
              <a:gd name="T21" fmla="*/ 179 h 1030"/>
              <a:gd name="T22" fmla="*/ 774 w 1061"/>
              <a:gd name="T23" fmla="*/ 172 h 1030"/>
              <a:gd name="T24" fmla="*/ 744 w 1061"/>
              <a:gd name="T25" fmla="*/ 163 h 1030"/>
              <a:gd name="T26" fmla="*/ 729 w 1061"/>
              <a:gd name="T27" fmla="*/ 160 h 1030"/>
              <a:gd name="T28" fmla="*/ 712 w 1061"/>
              <a:gd name="T29" fmla="*/ 156 h 1030"/>
              <a:gd name="T30" fmla="*/ 692 w 1061"/>
              <a:gd name="T31" fmla="*/ 154 h 1030"/>
              <a:gd name="T32" fmla="*/ 676 w 1061"/>
              <a:gd name="T33" fmla="*/ 152 h 1030"/>
              <a:gd name="T34" fmla="*/ 649 w 1061"/>
              <a:gd name="T35" fmla="*/ 151 h 1030"/>
              <a:gd name="T36" fmla="*/ 634 w 1061"/>
              <a:gd name="T37" fmla="*/ 152 h 1030"/>
              <a:gd name="T38" fmla="*/ 619 w 1061"/>
              <a:gd name="T39" fmla="*/ 154 h 1030"/>
              <a:gd name="T40" fmla="*/ 606 w 1061"/>
              <a:gd name="T41" fmla="*/ 156 h 1030"/>
              <a:gd name="T42" fmla="*/ 591 w 1061"/>
              <a:gd name="T43" fmla="*/ 160 h 1030"/>
              <a:gd name="T44" fmla="*/ 571 w 1061"/>
              <a:gd name="T45" fmla="*/ 170 h 1030"/>
              <a:gd name="T46" fmla="*/ 563 w 1061"/>
              <a:gd name="T47" fmla="*/ 175 h 1030"/>
              <a:gd name="T48" fmla="*/ 557 w 1061"/>
              <a:gd name="T49" fmla="*/ 180 h 1030"/>
              <a:gd name="T50" fmla="*/ 553 w 1061"/>
              <a:gd name="T51" fmla="*/ 184 h 1030"/>
              <a:gd name="T52" fmla="*/ 548 w 1061"/>
              <a:gd name="T53" fmla="*/ 190 h 1030"/>
              <a:gd name="T54" fmla="*/ 544 w 1061"/>
              <a:gd name="T55" fmla="*/ 197 h 1030"/>
              <a:gd name="T56" fmla="*/ 541 w 1061"/>
              <a:gd name="T57" fmla="*/ 202 h 1030"/>
              <a:gd name="T58" fmla="*/ 524 w 1061"/>
              <a:gd name="T59" fmla="*/ 238 h 1030"/>
              <a:gd name="T60" fmla="*/ 507 w 1061"/>
              <a:gd name="T61" fmla="*/ 258 h 1030"/>
              <a:gd name="T62" fmla="*/ 501 w 1061"/>
              <a:gd name="T63" fmla="*/ 263 h 1030"/>
              <a:gd name="T64" fmla="*/ 494 w 1061"/>
              <a:gd name="T65" fmla="*/ 269 h 1030"/>
              <a:gd name="T66" fmla="*/ 482 w 1061"/>
              <a:gd name="T67" fmla="*/ 277 h 1030"/>
              <a:gd name="T68" fmla="*/ 475 w 1061"/>
              <a:gd name="T69" fmla="*/ 280 h 1030"/>
              <a:gd name="T70" fmla="*/ 471 w 1061"/>
              <a:gd name="T71" fmla="*/ 282 h 1030"/>
              <a:gd name="T72" fmla="*/ 438 w 1061"/>
              <a:gd name="T73" fmla="*/ 296 h 1030"/>
              <a:gd name="T74" fmla="*/ 468 w 1061"/>
              <a:gd name="T75" fmla="*/ 600 h 1030"/>
              <a:gd name="T76" fmla="*/ 478 w 1061"/>
              <a:gd name="T77" fmla="*/ 596 h 1030"/>
              <a:gd name="T78" fmla="*/ 483 w 1061"/>
              <a:gd name="T79" fmla="*/ 593 h 1030"/>
              <a:gd name="T80" fmla="*/ 487 w 1061"/>
              <a:gd name="T81" fmla="*/ 591 h 1030"/>
              <a:gd name="T82" fmla="*/ 495 w 1061"/>
              <a:gd name="T83" fmla="*/ 586 h 1030"/>
              <a:gd name="T84" fmla="*/ 504 w 1061"/>
              <a:gd name="T85" fmla="*/ 579 h 1030"/>
              <a:gd name="T86" fmla="*/ 515 w 1061"/>
              <a:gd name="T87" fmla="*/ 568 h 1030"/>
              <a:gd name="T88" fmla="*/ 525 w 1061"/>
              <a:gd name="T89" fmla="*/ 557 h 1030"/>
              <a:gd name="T90" fmla="*/ 530 w 1061"/>
              <a:gd name="T91" fmla="*/ 547 h 1030"/>
              <a:gd name="T92" fmla="*/ 536 w 1061"/>
              <a:gd name="T93" fmla="*/ 536 h 1030"/>
              <a:gd name="T94" fmla="*/ 544 w 1061"/>
              <a:gd name="T95" fmla="*/ 518 h 1030"/>
              <a:gd name="T96" fmla="*/ 550 w 1061"/>
              <a:gd name="T97" fmla="*/ 508 h 1030"/>
              <a:gd name="T98" fmla="*/ 556 w 1061"/>
              <a:gd name="T99" fmla="*/ 500 h 1030"/>
              <a:gd name="T100" fmla="*/ 566 w 1061"/>
              <a:gd name="T101" fmla="*/ 490 h 1030"/>
              <a:gd name="T102" fmla="*/ 578 w 1061"/>
              <a:gd name="T103" fmla="*/ 483 h 1030"/>
              <a:gd name="T104" fmla="*/ 606 w 1061"/>
              <a:gd name="T105" fmla="*/ 472 h 1030"/>
              <a:gd name="T106" fmla="*/ 621 w 1061"/>
              <a:gd name="T107" fmla="*/ 470 h 1030"/>
              <a:gd name="T108" fmla="*/ 620 w 1061"/>
              <a:gd name="T109" fmla="*/ 418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61" h="1030">
                <a:moveTo>
                  <a:pt x="620" y="418"/>
                </a:moveTo>
                <a:cubicBezTo>
                  <a:pt x="622" y="418"/>
                  <a:pt x="624" y="417"/>
                  <a:pt x="626" y="416"/>
                </a:cubicBezTo>
                <a:cubicBezTo>
                  <a:pt x="647" y="406"/>
                  <a:pt x="679" y="396"/>
                  <a:pt x="683" y="395"/>
                </a:cubicBezTo>
                <a:cubicBezTo>
                  <a:pt x="749" y="380"/>
                  <a:pt x="837" y="398"/>
                  <a:pt x="894" y="374"/>
                </a:cubicBezTo>
                <a:cubicBezTo>
                  <a:pt x="924" y="361"/>
                  <a:pt x="938" y="340"/>
                  <a:pt x="938" y="316"/>
                </a:cubicBezTo>
                <a:cubicBezTo>
                  <a:pt x="938" y="315"/>
                  <a:pt x="937" y="313"/>
                  <a:pt x="937" y="312"/>
                </a:cubicBezTo>
                <a:cubicBezTo>
                  <a:pt x="937" y="311"/>
                  <a:pt x="937" y="311"/>
                  <a:pt x="937" y="310"/>
                </a:cubicBezTo>
                <a:cubicBezTo>
                  <a:pt x="937" y="309"/>
                  <a:pt x="937" y="307"/>
                  <a:pt x="936" y="305"/>
                </a:cubicBezTo>
                <a:cubicBezTo>
                  <a:pt x="936" y="304"/>
                  <a:pt x="936" y="304"/>
                  <a:pt x="936" y="303"/>
                </a:cubicBezTo>
                <a:cubicBezTo>
                  <a:pt x="936" y="302"/>
                  <a:pt x="935" y="300"/>
                  <a:pt x="935" y="299"/>
                </a:cubicBezTo>
                <a:cubicBezTo>
                  <a:pt x="935" y="298"/>
                  <a:pt x="934" y="298"/>
                  <a:pt x="934" y="297"/>
                </a:cubicBezTo>
                <a:cubicBezTo>
                  <a:pt x="934" y="296"/>
                  <a:pt x="933" y="294"/>
                  <a:pt x="933" y="293"/>
                </a:cubicBezTo>
                <a:cubicBezTo>
                  <a:pt x="933" y="292"/>
                  <a:pt x="932" y="292"/>
                  <a:pt x="932" y="291"/>
                </a:cubicBezTo>
                <a:cubicBezTo>
                  <a:pt x="932" y="290"/>
                  <a:pt x="931" y="288"/>
                  <a:pt x="931" y="287"/>
                </a:cubicBezTo>
                <a:cubicBezTo>
                  <a:pt x="930" y="286"/>
                  <a:pt x="930" y="286"/>
                  <a:pt x="929" y="285"/>
                </a:cubicBezTo>
                <a:cubicBezTo>
                  <a:pt x="929" y="284"/>
                  <a:pt x="928" y="282"/>
                  <a:pt x="927" y="281"/>
                </a:cubicBezTo>
                <a:cubicBezTo>
                  <a:pt x="927" y="280"/>
                  <a:pt x="927" y="280"/>
                  <a:pt x="926" y="279"/>
                </a:cubicBezTo>
                <a:cubicBezTo>
                  <a:pt x="926" y="277"/>
                  <a:pt x="925" y="276"/>
                  <a:pt x="924" y="275"/>
                </a:cubicBezTo>
                <a:cubicBezTo>
                  <a:pt x="923" y="274"/>
                  <a:pt x="923" y="273"/>
                  <a:pt x="923" y="273"/>
                </a:cubicBezTo>
                <a:cubicBezTo>
                  <a:pt x="922" y="271"/>
                  <a:pt x="921" y="270"/>
                  <a:pt x="919" y="268"/>
                </a:cubicBezTo>
                <a:cubicBezTo>
                  <a:pt x="919" y="268"/>
                  <a:pt x="919" y="267"/>
                  <a:pt x="918" y="267"/>
                </a:cubicBezTo>
                <a:cubicBezTo>
                  <a:pt x="917" y="265"/>
                  <a:pt x="915" y="263"/>
                  <a:pt x="914" y="260"/>
                </a:cubicBezTo>
                <a:cubicBezTo>
                  <a:pt x="913" y="260"/>
                  <a:pt x="913" y="260"/>
                  <a:pt x="913" y="260"/>
                </a:cubicBezTo>
                <a:cubicBezTo>
                  <a:pt x="912" y="258"/>
                  <a:pt x="910" y="256"/>
                  <a:pt x="909" y="254"/>
                </a:cubicBezTo>
                <a:cubicBezTo>
                  <a:pt x="908" y="254"/>
                  <a:pt x="907" y="253"/>
                  <a:pt x="907" y="252"/>
                </a:cubicBezTo>
                <a:cubicBezTo>
                  <a:pt x="905" y="251"/>
                  <a:pt x="904" y="250"/>
                  <a:pt x="903" y="248"/>
                </a:cubicBezTo>
                <a:cubicBezTo>
                  <a:pt x="902" y="248"/>
                  <a:pt x="901" y="247"/>
                  <a:pt x="901" y="246"/>
                </a:cubicBezTo>
                <a:cubicBezTo>
                  <a:pt x="899" y="245"/>
                  <a:pt x="898" y="243"/>
                  <a:pt x="897" y="242"/>
                </a:cubicBezTo>
                <a:cubicBezTo>
                  <a:pt x="896" y="241"/>
                  <a:pt x="895" y="241"/>
                  <a:pt x="894" y="240"/>
                </a:cubicBezTo>
                <a:cubicBezTo>
                  <a:pt x="893" y="239"/>
                  <a:pt x="891" y="237"/>
                  <a:pt x="890" y="236"/>
                </a:cubicBezTo>
                <a:cubicBezTo>
                  <a:pt x="889" y="235"/>
                  <a:pt x="888" y="235"/>
                  <a:pt x="887" y="234"/>
                </a:cubicBezTo>
                <a:cubicBezTo>
                  <a:pt x="886" y="233"/>
                  <a:pt x="884" y="231"/>
                  <a:pt x="883" y="230"/>
                </a:cubicBezTo>
                <a:cubicBezTo>
                  <a:pt x="882" y="229"/>
                  <a:pt x="881" y="229"/>
                  <a:pt x="880" y="228"/>
                </a:cubicBezTo>
                <a:cubicBezTo>
                  <a:pt x="878" y="226"/>
                  <a:pt x="876" y="225"/>
                  <a:pt x="874" y="224"/>
                </a:cubicBezTo>
                <a:cubicBezTo>
                  <a:pt x="874" y="223"/>
                  <a:pt x="873" y="222"/>
                  <a:pt x="872" y="222"/>
                </a:cubicBezTo>
                <a:cubicBezTo>
                  <a:pt x="869" y="220"/>
                  <a:pt x="866" y="218"/>
                  <a:pt x="864" y="216"/>
                </a:cubicBezTo>
                <a:cubicBezTo>
                  <a:pt x="858" y="212"/>
                  <a:pt x="853" y="209"/>
                  <a:pt x="847" y="205"/>
                </a:cubicBezTo>
                <a:cubicBezTo>
                  <a:pt x="847" y="205"/>
                  <a:pt x="847" y="205"/>
                  <a:pt x="847" y="205"/>
                </a:cubicBezTo>
                <a:cubicBezTo>
                  <a:pt x="847" y="205"/>
                  <a:pt x="847" y="205"/>
                  <a:pt x="846" y="205"/>
                </a:cubicBezTo>
                <a:cubicBezTo>
                  <a:pt x="841" y="202"/>
                  <a:pt x="835" y="199"/>
                  <a:pt x="829" y="196"/>
                </a:cubicBezTo>
                <a:cubicBezTo>
                  <a:pt x="829" y="196"/>
                  <a:pt x="829" y="196"/>
                  <a:pt x="829" y="195"/>
                </a:cubicBezTo>
                <a:cubicBezTo>
                  <a:pt x="823" y="192"/>
                  <a:pt x="817" y="190"/>
                  <a:pt x="811" y="187"/>
                </a:cubicBezTo>
                <a:cubicBezTo>
                  <a:pt x="811" y="187"/>
                  <a:pt x="810" y="187"/>
                  <a:pt x="810" y="187"/>
                </a:cubicBezTo>
                <a:cubicBezTo>
                  <a:pt x="804" y="184"/>
                  <a:pt x="798" y="181"/>
                  <a:pt x="792" y="179"/>
                </a:cubicBezTo>
                <a:cubicBezTo>
                  <a:pt x="792" y="179"/>
                  <a:pt x="792" y="179"/>
                  <a:pt x="792" y="179"/>
                </a:cubicBezTo>
                <a:cubicBezTo>
                  <a:pt x="792" y="179"/>
                  <a:pt x="791" y="179"/>
                  <a:pt x="791" y="178"/>
                </a:cubicBezTo>
                <a:cubicBezTo>
                  <a:pt x="786" y="176"/>
                  <a:pt x="780" y="174"/>
                  <a:pt x="775" y="173"/>
                </a:cubicBezTo>
                <a:cubicBezTo>
                  <a:pt x="775" y="173"/>
                  <a:pt x="775" y="172"/>
                  <a:pt x="774" y="172"/>
                </a:cubicBezTo>
                <a:cubicBezTo>
                  <a:pt x="769" y="171"/>
                  <a:pt x="764" y="169"/>
                  <a:pt x="758" y="167"/>
                </a:cubicBezTo>
                <a:cubicBezTo>
                  <a:pt x="758" y="167"/>
                  <a:pt x="758" y="167"/>
                  <a:pt x="758" y="167"/>
                </a:cubicBezTo>
                <a:cubicBezTo>
                  <a:pt x="757" y="167"/>
                  <a:pt x="757" y="167"/>
                  <a:pt x="756" y="167"/>
                </a:cubicBezTo>
                <a:cubicBezTo>
                  <a:pt x="752" y="166"/>
                  <a:pt x="748" y="164"/>
                  <a:pt x="744" y="163"/>
                </a:cubicBezTo>
                <a:cubicBezTo>
                  <a:pt x="744" y="163"/>
                  <a:pt x="743" y="163"/>
                  <a:pt x="742" y="163"/>
                </a:cubicBezTo>
                <a:cubicBezTo>
                  <a:pt x="739" y="162"/>
                  <a:pt x="736" y="161"/>
                  <a:pt x="732" y="160"/>
                </a:cubicBezTo>
                <a:cubicBezTo>
                  <a:pt x="732" y="160"/>
                  <a:pt x="732" y="160"/>
                  <a:pt x="732" y="160"/>
                </a:cubicBezTo>
                <a:cubicBezTo>
                  <a:pt x="731" y="160"/>
                  <a:pt x="730" y="160"/>
                  <a:pt x="729" y="160"/>
                </a:cubicBezTo>
                <a:cubicBezTo>
                  <a:pt x="729" y="160"/>
                  <a:pt x="729" y="160"/>
                  <a:pt x="729" y="160"/>
                </a:cubicBezTo>
                <a:cubicBezTo>
                  <a:pt x="727" y="159"/>
                  <a:pt x="725" y="159"/>
                  <a:pt x="723" y="158"/>
                </a:cubicBezTo>
                <a:cubicBezTo>
                  <a:pt x="721" y="158"/>
                  <a:pt x="720" y="158"/>
                  <a:pt x="718" y="158"/>
                </a:cubicBezTo>
                <a:cubicBezTo>
                  <a:pt x="716" y="157"/>
                  <a:pt x="714" y="157"/>
                  <a:pt x="712" y="156"/>
                </a:cubicBezTo>
                <a:cubicBezTo>
                  <a:pt x="712" y="156"/>
                  <a:pt x="712" y="156"/>
                  <a:pt x="712" y="156"/>
                </a:cubicBezTo>
                <a:cubicBezTo>
                  <a:pt x="711" y="156"/>
                  <a:pt x="710" y="156"/>
                  <a:pt x="709" y="156"/>
                </a:cubicBezTo>
                <a:cubicBezTo>
                  <a:pt x="709" y="156"/>
                  <a:pt x="709" y="156"/>
                  <a:pt x="709" y="156"/>
                </a:cubicBezTo>
                <a:cubicBezTo>
                  <a:pt x="703" y="155"/>
                  <a:pt x="698" y="154"/>
                  <a:pt x="692" y="154"/>
                </a:cubicBezTo>
                <a:cubicBezTo>
                  <a:pt x="692" y="154"/>
                  <a:pt x="692" y="154"/>
                  <a:pt x="692" y="154"/>
                </a:cubicBezTo>
                <a:cubicBezTo>
                  <a:pt x="692" y="153"/>
                  <a:pt x="691" y="153"/>
                  <a:pt x="690" y="153"/>
                </a:cubicBezTo>
                <a:cubicBezTo>
                  <a:pt x="690" y="153"/>
                  <a:pt x="690" y="153"/>
                  <a:pt x="690" y="153"/>
                </a:cubicBezTo>
                <a:cubicBezTo>
                  <a:pt x="686" y="153"/>
                  <a:pt x="681" y="152"/>
                  <a:pt x="676" y="152"/>
                </a:cubicBezTo>
                <a:cubicBezTo>
                  <a:pt x="676" y="152"/>
                  <a:pt x="676" y="152"/>
                  <a:pt x="676" y="152"/>
                </a:cubicBezTo>
                <a:cubicBezTo>
                  <a:pt x="675" y="152"/>
                  <a:pt x="675" y="152"/>
                  <a:pt x="674" y="152"/>
                </a:cubicBezTo>
                <a:cubicBezTo>
                  <a:pt x="674" y="152"/>
                  <a:pt x="674" y="152"/>
                  <a:pt x="674" y="152"/>
                </a:cubicBezTo>
                <a:cubicBezTo>
                  <a:pt x="665" y="151"/>
                  <a:pt x="657" y="151"/>
                  <a:pt x="649" y="151"/>
                </a:cubicBezTo>
                <a:cubicBezTo>
                  <a:pt x="649" y="151"/>
                  <a:pt x="649" y="151"/>
                  <a:pt x="649" y="151"/>
                </a:cubicBezTo>
                <a:cubicBezTo>
                  <a:pt x="648" y="151"/>
                  <a:pt x="647" y="151"/>
                  <a:pt x="646" y="151"/>
                </a:cubicBezTo>
                <a:cubicBezTo>
                  <a:pt x="646" y="151"/>
                  <a:pt x="646" y="151"/>
                  <a:pt x="646" y="151"/>
                </a:cubicBezTo>
                <a:cubicBezTo>
                  <a:pt x="642" y="152"/>
                  <a:pt x="638" y="152"/>
                  <a:pt x="634" y="152"/>
                </a:cubicBezTo>
                <a:cubicBezTo>
                  <a:pt x="634" y="152"/>
                  <a:pt x="634" y="152"/>
                  <a:pt x="633" y="152"/>
                </a:cubicBezTo>
                <a:cubicBezTo>
                  <a:pt x="633" y="152"/>
                  <a:pt x="633" y="152"/>
                  <a:pt x="633" y="152"/>
                </a:cubicBezTo>
                <a:cubicBezTo>
                  <a:pt x="629" y="152"/>
                  <a:pt x="625" y="153"/>
                  <a:pt x="622" y="153"/>
                </a:cubicBezTo>
                <a:cubicBezTo>
                  <a:pt x="621" y="154"/>
                  <a:pt x="620" y="154"/>
                  <a:pt x="619" y="154"/>
                </a:cubicBezTo>
                <a:cubicBezTo>
                  <a:pt x="619" y="154"/>
                  <a:pt x="619" y="154"/>
                  <a:pt x="619" y="154"/>
                </a:cubicBezTo>
                <a:cubicBezTo>
                  <a:pt x="618" y="154"/>
                  <a:pt x="616" y="154"/>
                  <a:pt x="615" y="155"/>
                </a:cubicBezTo>
                <a:cubicBezTo>
                  <a:pt x="613" y="155"/>
                  <a:pt x="612" y="155"/>
                  <a:pt x="611" y="155"/>
                </a:cubicBezTo>
                <a:cubicBezTo>
                  <a:pt x="610" y="155"/>
                  <a:pt x="608" y="156"/>
                  <a:pt x="606" y="156"/>
                </a:cubicBezTo>
                <a:cubicBezTo>
                  <a:pt x="606" y="156"/>
                  <a:pt x="606" y="156"/>
                  <a:pt x="606" y="156"/>
                </a:cubicBezTo>
                <a:cubicBezTo>
                  <a:pt x="605" y="156"/>
                  <a:pt x="604" y="157"/>
                  <a:pt x="604" y="157"/>
                </a:cubicBezTo>
                <a:cubicBezTo>
                  <a:pt x="600" y="158"/>
                  <a:pt x="597" y="159"/>
                  <a:pt x="594" y="160"/>
                </a:cubicBezTo>
                <a:cubicBezTo>
                  <a:pt x="593" y="160"/>
                  <a:pt x="592" y="160"/>
                  <a:pt x="591" y="160"/>
                </a:cubicBezTo>
                <a:cubicBezTo>
                  <a:pt x="588" y="161"/>
                  <a:pt x="585" y="163"/>
                  <a:pt x="582" y="164"/>
                </a:cubicBezTo>
                <a:cubicBezTo>
                  <a:pt x="579" y="165"/>
                  <a:pt x="577" y="166"/>
                  <a:pt x="575" y="167"/>
                </a:cubicBezTo>
                <a:cubicBezTo>
                  <a:pt x="574" y="168"/>
                  <a:pt x="574" y="168"/>
                  <a:pt x="573" y="168"/>
                </a:cubicBezTo>
                <a:cubicBezTo>
                  <a:pt x="572" y="169"/>
                  <a:pt x="572" y="169"/>
                  <a:pt x="571" y="170"/>
                </a:cubicBezTo>
                <a:cubicBezTo>
                  <a:pt x="571" y="170"/>
                  <a:pt x="571" y="170"/>
                  <a:pt x="571" y="170"/>
                </a:cubicBezTo>
                <a:cubicBezTo>
                  <a:pt x="570" y="170"/>
                  <a:pt x="570" y="170"/>
                  <a:pt x="569" y="171"/>
                </a:cubicBezTo>
                <a:cubicBezTo>
                  <a:pt x="568" y="171"/>
                  <a:pt x="568" y="172"/>
                  <a:pt x="567" y="172"/>
                </a:cubicBezTo>
                <a:cubicBezTo>
                  <a:pt x="566" y="173"/>
                  <a:pt x="564" y="174"/>
                  <a:pt x="563" y="175"/>
                </a:cubicBezTo>
                <a:cubicBezTo>
                  <a:pt x="563" y="175"/>
                  <a:pt x="562" y="176"/>
                  <a:pt x="561" y="176"/>
                </a:cubicBezTo>
                <a:cubicBezTo>
                  <a:pt x="561" y="176"/>
                  <a:pt x="561" y="176"/>
                  <a:pt x="561" y="176"/>
                </a:cubicBezTo>
                <a:cubicBezTo>
                  <a:pt x="561" y="177"/>
                  <a:pt x="561" y="177"/>
                  <a:pt x="560" y="177"/>
                </a:cubicBezTo>
                <a:cubicBezTo>
                  <a:pt x="559" y="178"/>
                  <a:pt x="558" y="179"/>
                  <a:pt x="557" y="180"/>
                </a:cubicBezTo>
                <a:cubicBezTo>
                  <a:pt x="557" y="180"/>
                  <a:pt x="557" y="180"/>
                  <a:pt x="557" y="180"/>
                </a:cubicBezTo>
                <a:cubicBezTo>
                  <a:pt x="556" y="181"/>
                  <a:pt x="555" y="182"/>
                  <a:pt x="554" y="183"/>
                </a:cubicBezTo>
                <a:cubicBezTo>
                  <a:pt x="554" y="183"/>
                  <a:pt x="554" y="183"/>
                  <a:pt x="554" y="184"/>
                </a:cubicBezTo>
                <a:cubicBezTo>
                  <a:pt x="553" y="184"/>
                  <a:pt x="553" y="184"/>
                  <a:pt x="553" y="184"/>
                </a:cubicBezTo>
                <a:cubicBezTo>
                  <a:pt x="553" y="184"/>
                  <a:pt x="552" y="185"/>
                  <a:pt x="552" y="185"/>
                </a:cubicBezTo>
                <a:cubicBezTo>
                  <a:pt x="551" y="186"/>
                  <a:pt x="550" y="187"/>
                  <a:pt x="550" y="188"/>
                </a:cubicBezTo>
                <a:cubicBezTo>
                  <a:pt x="549" y="189"/>
                  <a:pt x="549" y="189"/>
                  <a:pt x="549" y="190"/>
                </a:cubicBezTo>
                <a:cubicBezTo>
                  <a:pt x="549" y="190"/>
                  <a:pt x="548" y="190"/>
                  <a:pt x="548" y="190"/>
                </a:cubicBezTo>
                <a:cubicBezTo>
                  <a:pt x="548" y="190"/>
                  <a:pt x="548" y="191"/>
                  <a:pt x="548" y="191"/>
                </a:cubicBezTo>
                <a:cubicBezTo>
                  <a:pt x="548" y="191"/>
                  <a:pt x="547" y="192"/>
                  <a:pt x="547" y="192"/>
                </a:cubicBezTo>
                <a:cubicBezTo>
                  <a:pt x="546" y="193"/>
                  <a:pt x="546" y="194"/>
                  <a:pt x="545" y="195"/>
                </a:cubicBezTo>
                <a:cubicBezTo>
                  <a:pt x="545" y="196"/>
                  <a:pt x="544" y="197"/>
                  <a:pt x="544" y="197"/>
                </a:cubicBezTo>
                <a:cubicBezTo>
                  <a:pt x="543" y="198"/>
                  <a:pt x="543" y="199"/>
                  <a:pt x="542" y="200"/>
                </a:cubicBezTo>
                <a:cubicBezTo>
                  <a:pt x="542" y="200"/>
                  <a:pt x="542" y="201"/>
                  <a:pt x="542" y="201"/>
                </a:cubicBezTo>
                <a:cubicBezTo>
                  <a:pt x="542" y="201"/>
                  <a:pt x="542" y="201"/>
                  <a:pt x="542" y="201"/>
                </a:cubicBezTo>
                <a:cubicBezTo>
                  <a:pt x="542" y="202"/>
                  <a:pt x="541" y="202"/>
                  <a:pt x="541" y="202"/>
                </a:cubicBezTo>
                <a:cubicBezTo>
                  <a:pt x="540" y="204"/>
                  <a:pt x="540" y="206"/>
                  <a:pt x="539" y="207"/>
                </a:cubicBezTo>
                <a:cubicBezTo>
                  <a:pt x="539" y="208"/>
                  <a:pt x="538" y="208"/>
                  <a:pt x="538" y="208"/>
                </a:cubicBezTo>
                <a:cubicBezTo>
                  <a:pt x="537" y="211"/>
                  <a:pt x="536" y="213"/>
                  <a:pt x="535" y="215"/>
                </a:cubicBezTo>
                <a:cubicBezTo>
                  <a:pt x="532" y="223"/>
                  <a:pt x="529" y="231"/>
                  <a:pt x="524" y="238"/>
                </a:cubicBezTo>
                <a:cubicBezTo>
                  <a:pt x="522" y="240"/>
                  <a:pt x="520" y="243"/>
                  <a:pt x="519" y="245"/>
                </a:cubicBezTo>
                <a:cubicBezTo>
                  <a:pt x="519" y="245"/>
                  <a:pt x="519" y="245"/>
                  <a:pt x="519" y="245"/>
                </a:cubicBezTo>
                <a:cubicBezTo>
                  <a:pt x="518" y="245"/>
                  <a:pt x="518" y="245"/>
                  <a:pt x="518" y="246"/>
                </a:cubicBezTo>
                <a:cubicBezTo>
                  <a:pt x="515" y="250"/>
                  <a:pt x="511" y="254"/>
                  <a:pt x="507" y="258"/>
                </a:cubicBezTo>
                <a:cubicBezTo>
                  <a:pt x="507" y="258"/>
                  <a:pt x="507" y="258"/>
                  <a:pt x="507" y="258"/>
                </a:cubicBezTo>
                <a:cubicBezTo>
                  <a:pt x="506" y="259"/>
                  <a:pt x="506" y="259"/>
                  <a:pt x="505" y="260"/>
                </a:cubicBezTo>
                <a:cubicBezTo>
                  <a:pt x="505" y="260"/>
                  <a:pt x="505" y="260"/>
                  <a:pt x="505" y="260"/>
                </a:cubicBezTo>
                <a:cubicBezTo>
                  <a:pt x="504" y="261"/>
                  <a:pt x="502" y="262"/>
                  <a:pt x="501" y="263"/>
                </a:cubicBezTo>
                <a:cubicBezTo>
                  <a:pt x="501" y="263"/>
                  <a:pt x="501" y="263"/>
                  <a:pt x="501" y="263"/>
                </a:cubicBezTo>
                <a:cubicBezTo>
                  <a:pt x="500" y="264"/>
                  <a:pt x="499" y="265"/>
                  <a:pt x="499" y="265"/>
                </a:cubicBezTo>
                <a:cubicBezTo>
                  <a:pt x="499" y="265"/>
                  <a:pt x="499" y="265"/>
                  <a:pt x="499" y="265"/>
                </a:cubicBezTo>
                <a:cubicBezTo>
                  <a:pt x="497" y="266"/>
                  <a:pt x="496" y="268"/>
                  <a:pt x="494" y="269"/>
                </a:cubicBezTo>
                <a:cubicBezTo>
                  <a:pt x="494" y="269"/>
                  <a:pt x="494" y="269"/>
                  <a:pt x="494" y="269"/>
                </a:cubicBezTo>
                <a:cubicBezTo>
                  <a:pt x="494" y="269"/>
                  <a:pt x="493" y="270"/>
                  <a:pt x="493" y="270"/>
                </a:cubicBezTo>
                <a:cubicBezTo>
                  <a:pt x="490" y="272"/>
                  <a:pt x="488" y="273"/>
                  <a:pt x="485" y="275"/>
                </a:cubicBezTo>
                <a:cubicBezTo>
                  <a:pt x="484" y="275"/>
                  <a:pt x="483" y="276"/>
                  <a:pt x="482" y="277"/>
                </a:cubicBezTo>
                <a:cubicBezTo>
                  <a:pt x="482" y="277"/>
                  <a:pt x="482" y="277"/>
                  <a:pt x="482" y="277"/>
                </a:cubicBezTo>
                <a:cubicBezTo>
                  <a:pt x="482" y="277"/>
                  <a:pt x="482" y="277"/>
                  <a:pt x="481" y="277"/>
                </a:cubicBezTo>
                <a:cubicBezTo>
                  <a:pt x="479" y="278"/>
                  <a:pt x="477" y="279"/>
                  <a:pt x="475" y="280"/>
                </a:cubicBezTo>
                <a:cubicBezTo>
                  <a:pt x="475" y="280"/>
                  <a:pt x="475" y="280"/>
                  <a:pt x="475" y="280"/>
                </a:cubicBezTo>
                <a:cubicBezTo>
                  <a:pt x="475" y="280"/>
                  <a:pt x="475" y="280"/>
                  <a:pt x="474" y="280"/>
                </a:cubicBezTo>
                <a:cubicBezTo>
                  <a:pt x="474" y="281"/>
                  <a:pt x="473" y="281"/>
                  <a:pt x="472" y="282"/>
                </a:cubicBezTo>
                <a:cubicBezTo>
                  <a:pt x="472" y="282"/>
                  <a:pt x="472" y="282"/>
                  <a:pt x="472" y="282"/>
                </a:cubicBezTo>
                <a:cubicBezTo>
                  <a:pt x="472" y="282"/>
                  <a:pt x="471" y="282"/>
                  <a:pt x="471" y="282"/>
                </a:cubicBezTo>
                <a:cubicBezTo>
                  <a:pt x="470" y="282"/>
                  <a:pt x="470" y="283"/>
                  <a:pt x="469" y="283"/>
                </a:cubicBezTo>
                <a:cubicBezTo>
                  <a:pt x="469" y="283"/>
                  <a:pt x="469" y="283"/>
                  <a:pt x="469" y="283"/>
                </a:cubicBezTo>
                <a:cubicBezTo>
                  <a:pt x="467" y="284"/>
                  <a:pt x="466" y="284"/>
                  <a:pt x="465" y="285"/>
                </a:cubicBezTo>
                <a:cubicBezTo>
                  <a:pt x="457" y="289"/>
                  <a:pt x="447" y="293"/>
                  <a:pt x="438" y="296"/>
                </a:cubicBezTo>
                <a:cubicBezTo>
                  <a:pt x="0" y="0"/>
                  <a:pt x="0" y="0"/>
                  <a:pt x="0" y="0"/>
                </a:cubicBezTo>
                <a:cubicBezTo>
                  <a:pt x="2" y="315"/>
                  <a:pt x="2" y="315"/>
                  <a:pt x="2" y="315"/>
                </a:cubicBezTo>
                <a:cubicBezTo>
                  <a:pt x="441" y="611"/>
                  <a:pt x="441" y="611"/>
                  <a:pt x="441" y="611"/>
                </a:cubicBezTo>
                <a:cubicBezTo>
                  <a:pt x="450" y="608"/>
                  <a:pt x="460" y="604"/>
                  <a:pt x="468" y="600"/>
                </a:cubicBezTo>
                <a:cubicBezTo>
                  <a:pt x="470" y="599"/>
                  <a:pt x="472" y="598"/>
                  <a:pt x="475" y="597"/>
                </a:cubicBezTo>
                <a:cubicBezTo>
                  <a:pt x="475" y="597"/>
                  <a:pt x="475" y="597"/>
                  <a:pt x="475" y="597"/>
                </a:cubicBezTo>
                <a:cubicBezTo>
                  <a:pt x="476" y="597"/>
                  <a:pt x="477" y="596"/>
                  <a:pt x="478" y="596"/>
                </a:cubicBezTo>
                <a:cubicBezTo>
                  <a:pt x="478" y="596"/>
                  <a:pt x="478" y="596"/>
                  <a:pt x="478" y="596"/>
                </a:cubicBezTo>
                <a:cubicBezTo>
                  <a:pt x="478" y="596"/>
                  <a:pt x="479" y="595"/>
                  <a:pt x="480" y="595"/>
                </a:cubicBezTo>
                <a:cubicBezTo>
                  <a:pt x="480" y="595"/>
                  <a:pt x="480" y="595"/>
                  <a:pt x="481" y="595"/>
                </a:cubicBezTo>
                <a:cubicBezTo>
                  <a:pt x="481" y="594"/>
                  <a:pt x="482" y="594"/>
                  <a:pt x="482" y="594"/>
                </a:cubicBezTo>
                <a:cubicBezTo>
                  <a:pt x="482" y="594"/>
                  <a:pt x="483" y="593"/>
                  <a:pt x="483" y="593"/>
                </a:cubicBezTo>
                <a:cubicBezTo>
                  <a:pt x="483" y="593"/>
                  <a:pt x="484" y="593"/>
                  <a:pt x="484" y="593"/>
                </a:cubicBezTo>
                <a:cubicBezTo>
                  <a:pt x="484" y="593"/>
                  <a:pt x="485" y="592"/>
                  <a:pt x="485" y="592"/>
                </a:cubicBezTo>
                <a:cubicBezTo>
                  <a:pt x="485" y="592"/>
                  <a:pt x="486" y="592"/>
                  <a:pt x="486" y="592"/>
                </a:cubicBezTo>
                <a:cubicBezTo>
                  <a:pt x="486" y="592"/>
                  <a:pt x="486" y="592"/>
                  <a:pt x="487" y="591"/>
                </a:cubicBezTo>
                <a:cubicBezTo>
                  <a:pt x="487" y="591"/>
                  <a:pt x="487" y="591"/>
                  <a:pt x="487" y="591"/>
                </a:cubicBezTo>
                <a:cubicBezTo>
                  <a:pt x="487" y="591"/>
                  <a:pt x="487" y="591"/>
                  <a:pt x="488" y="591"/>
                </a:cubicBezTo>
                <a:cubicBezTo>
                  <a:pt x="488" y="591"/>
                  <a:pt x="488" y="591"/>
                  <a:pt x="488" y="591"/>
                </a:cubicBezTo>
                <a:cubicBezTo>
                  <a:pt x="490" y="589"/>
                  <a:pt x="493" y="588"/>
                  <a:pt x="495" y="586"/>
                </a:cubicBezTo>
                <a:cubicBezTo>
                  <a:pt x="496" y="586"/>
                  <a:pt x="496" y="585"/>
                  <a:pt x="497" y="585"/>
                </a:cubicBezTo>
                <a:cubicBezTo>
                  <a:pt x="498" y="583"/>
                  <a:pt x="500" y="582"/>
                  <a:pt x="502" y="581"/>
                </a:cubicBezTo>
                <a:cubicBezTo>
                  <a:pt x="502" y="581"/>
                  <a:pt x="502" y="580"/>
                  <a:pt x="503" y="580"/>
                </a:cubicBezTo>
                <a:cubicBezTo>
                  <a:pt x="503" y="580"/>
                  <a:pt x="503" y="579"/>
                  <a:pt x="504" y="579"/>
                </a:cubicBezTo>
                <a:cubicBezTo>
                  <a:pt x="505" y="578"/>
                  <a:pt x="507" y="577"/>
                  <a:pt x="508" y="575"/>
                </a:cubicBezTo>
                <a:cubicBezTo>
                  <a:pt x="508" y="575"/>
                  <a:pt x="509" y="574"/>
                  <a:pt x="510" y="574"/>
                </a:cubicBezTo>
                <a:cubicBezTo>
                  <a:pt x="512" y="572"/>
                  <a:pt x="513" y="570"/>
                  <a:pt x="515" y="568"/>
                </a:cubicBezTo>
                <a:cubicBezTo>
                  <a:pt x="515" y="568"/>
                  <a:pt x="515" y="568"/>
                  <a:pt x="515" y="568"/>
                </a:cubicBezTo>
                <a:cubicBezTo>
                  <a:pt x="515" y="568"/>
                  <a:pt x="515" y="568"/>
                  <a:pt x="515" y="568"/>
                </a:cubicBezTo>
                <a:cubicBezTo>
                  <a:pt x="517" y="566"/>
                  <a:pt x="519" y="564"/>
                  <a:pt x="520" y="563"/>
                </a:cubicBezTo>
                <a:cubicBezTo>
                  <a:pt x="520" y="562"/>
                  <a:pt x="521" y="561"/>
                  <a:pt x="521" y="561"/>
                </a:cubicBezTo>
                <a:cubicBezTo>
                  <a:pt x="522" y="559"/>
                  <a:pt x="524" y="558"/>
                  <a:pt x="525" y="557"/>
                </a:cubicBezTo>
                <a:cubicBezTo>
                  <a:pt x="525" y="556"/>
                  <a:pt x="525" y="556"/>
                  <a:pt x="525" y="555"/>
                </a:cubicBezTo>
                <a:cubicBezTo>
                  <a:pt x="526" y="555"/>
                  <a:pt x="526" y="554"/>
                  <a:pt x="527" y="554"/>
                </a:cubicBezTo>
                <a:cubicBezTo>
                  <a:pt x="528" y="552"/>
                  <a:pt x="529" y="551"/>
                  <a:pt x="529" y="549"/>
                </a:cubicBezTo>
                <a:cubicBezTo>
                  <a:pt x="530" y="548"/>
                  <a:pt x="530" y="548"/>
                  <a:pt x="530" y="547"/>
                </a:cubicBezTo>
                <a:cubicBezTo>
                  <a:pt x="531" y="546"/>
                  <a:pt x="531" y="545"/>
                  <a:pt x="532" y="545"/>
                </a:cubicBezTo>
                <a:cubicBezTo>
                  <a:pt x="532" y="544"/>
                  <a:pt x="532" y="544"/>
                  <a:pt x="532" y="544"/>
                </a:cubicBezTo>
                <a:cubicBezTo>
                  <a:pt x="533" y="542"/>
                  <a:pt x="534" y="540"/>
                  <a:pt x="535" y="538"/>
                </a:cubicBezTo>
                <a:cubicBezTo>
                  <a:pt x="535" y="537"/>
                  <a:pt x="536" y="537"/>
                  <a:pt x="536" y="536"/>
                </a:cubicBezTo>
                <a:cubicBezTo>
                  <a:pt x="537" y="534"/>
                  <a:pt x="537" y="533"/>
                  <a:pt x="538" y="531"/>
                </a:cubicBezTo>
                <a:cubicBezTo>
                  <a:pt x="539" y="529"/>
                  <a:pt x="540" y="526"/>
                  <a:pt x="541" y="524"/>
                </a:cubicBezTo>
                <a:cubicBezTo>
                  <a:pt x="541" y="524"/>
                  <a:pt x="541" y="523"/>
                  <a:pt x="542" y="523"/>
                </a:cubicBezTo>
                <a:cubicBezTo>
                  <a:pt x="542" y="521"/>
                  <a:pt x="543" y="520"/>
                  <a:pt x="544" y="518"/>
                </a:cubicBezTo>
                <a:cubicBezTo>
                  <a:pt x="544" y="517"/>
                  <a:pt x="545" y="517"/>
                  <a:pt x="545" y="516"/>
                </a:cubicBezTo>
                <a:cubicBezTo>
                  <a:pt x="546" y="515"/>
                  <a:pt x="546" y="514"/>
                  <a:pt x="547" y="513"/>
                </a:cubicBezTo>
                <a:cubicBezTo>
                  <a:pt x="547" y="512"/>
                  <a:pt x="547" y="511"/>
                  <a:pt x="548" y="511"/>
                </a:cubicBezTo>
                <a:cubicBezTo>
                  <a:pt x="549" y="510"/>
                  <a:pt x="549" y="509"/>
                  <a:pt x="550" y="508"/>
                </a:cubicBezTo>
                <a:cubicBezTo>
                  <a:pt x="550" y="507"/>
                  <a:pt x="551" y="506"/>
                  <a:pt x="551" y="505"/>
                </a:cubicBezTo>
                <a:cubicBezTo>
                  <a:pt x="552" y="505"/>
                  <a:pt x="552" y="504"/>
                  <a:pt x="552" y="504"/>
                </a:cubicBezTo>
                <a:cubicBezTo>
                  <a:pt x="553" y="503"/>
                  <a:pt x="554" y="502"/>
                  <a:pt x="555" y="501"/>
                </a:cubicBezTo>
                <a:cubicBezTo>
                  <a:pt x="555" y="501"/>
                  <a:pt x="556" y="500"/>
                  <a:pt x="556" y="500"/>
                </a:cubicBezTo>
                <a:cubicBezTo>
                  <a:pt x="557" y="498"/>
                  <a:pt x="558" y="497"/>
                  <a:pt x="559" y="496"/>
                </a:cubicBezTo>
                <a:cubicBezTo>
                  <a:pt x="560" y="496"/>
                  <a:pt x="560" y="496"/>
                  <a:pt x="560" y="496"/>
                </a:cubicBezTo>
                <a:cubicBezTo>
                  <a:pt x="561" y="494"/>
                  <a:pt x="563" y="493"/>
                  <a:pt x="564" y="492"/>
                </a:cubicBezTo>
                <a:cubicBezTo>
                  <a:pt x="565" y="491"/>
                  <a:pt x="565" y="491"/>
                  <a:pt x="566" y="490"/>
                </a:cubicBezTo>
                <a:cubicBezTo>
                  <a:pt x="567" y="490"/>
                  <a:pt x="568" y="489"/>
                  <a:pt x="570" y="488"/>
                </a:cubicBezTo>
                <a:cubicBezTo>
                  <a:pt x="570" y="487"/>
                  <a:pt x="571" y="487"/>
                  <a:pt x="572" y="486"/>
                </a:cubicBezTo>
                <a:cubicBezTo>
                  <a:pt x="573" y="486"/>
                  <a:pt x="575" y="485"/>
                  <a:pt x="576" y="484"/>
                </a:cubicBezTo>
                <a:cubicBezTo>
                  <a:pt x="577" y="484"/>
                  <a:pt x="577" y="483"/>
                  <a:pt x="578" y="483"/>
                </a:cubicBezTo>
                <a:cubicBezTo>
                  <a:pt x="580" y="482"/>
                  <a:pt x="582" y="481"/>
                  <a:pt x="585" y="479"/>
                </a:cubicBezTo>
                <a:cubicBezTo>
                  <a:pt x="588" y="478"/>
                  <a:pt x="591" y="477"/>
                  <a:pt x="594" y="476"/>
                </a:cubicBezTo>
                <a:cubicBezTo>
                  <a:pt x="595" y="476"/>
                  <a:pt x="596" y="475"/>
                  <a:pt x="596" y="475"/>
                </a:cubicBezTo>
                <a:cubicBezTo>
                  <a:pt x="600" y="474"/>
                  <a:pt x="603" y="473"/>
                  <a:pt x="606" y="472"/>
                </a:cubicBezTo>
                <a:cubicBezTo>
                  <a:pt x="607" y="472"/>
                  <a:pt x="608" y="472"/>
                  <a:pt x="610" y="472"/>
                </a:cubicBezTo>
                <a:cubicBezTo>
                  <a:pt x="611" y="471"/>
                  <a:pt x="612" y="471"/>
                  <a:pt x="614" y="471"/>
                </a:cubicBezTo>
                <a:cubicBezTo>
                  <a:pt x="615" y="471"/>
                  <a:pt x="616" y="470"/>
                  <a:pt x="618" y="470"/>
                </a:cubicBezTo>
                <a:cubicBezTo>
                  <a:pt x="619" y="470"/>
                  <a:pt x="620" y="470"/>
                  <a:pt x="621" y="470"/>
                </a:cubicBezTo>
                <a:cubicBezTo>
                  <a:pt x="623" y="734"/>
                  <a:pt x="623" y="734"/>
                  <a:pt x="623" y="734"/>
                </a:cubicBezTo>
                <a:cubicBezTo>
                  <a:pt x="1061" y="1030"/>
                  <a:pt x="1061" y="1030"/>
                  <a:pt x="1061" y="1030"/>
                </a:cubicBezTo>
                <a:cubicBezTo>
                  <a:pt x="1058" y="714"/>
                  <a:pt x="1058" y="714"/>
                  <a:pt x="1058" y="714"/>
                </a:cubicBezTo>
                <a:lnTo>
                  <a:pt x="620" y="418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20">
            <a:extLst>
              <a:ext uri="{FF2B5EF4-FFF2-40B4-BE49-F238E27FC236}">
                <a16:creationId xmlns:a16="http://schemas.microsoft.com/office/drawing/2014/main" id="{063C72D1-5246-71E5-1155-A28F3F38E900}"/>
              </a:ext>
            </a:extLst>
          </p:cNvPr>
          <p:cNvSpPr>
            <a:spLocks/>
          </p:cNvSpPr>
          <p:nvPr/>
        </p:nvSpPr>
        <p:spPr bwMode="auto">
          <a:xfrm>
            <a:off x="7834457" y="3410042"/>
            <a:ext cx="332896" cy="324593"/>
          </a:xfrm>
          <a:custGeom>
            <a:avLst/>
            <a:gdLst>
              <a:gd name="T0" fmla="*/ 144 w 270"/>
              <a:gd name="T1" fmla="*/ 225 h 263"/>
              <a:gd name="T2" fmla="*/ 153 w 270"/>
              <a:gd name="T3" fmla="*/ 221 h 263"/>
              <a:gd name="T4" fmla="*/ 269 w 270"/>
              <a:gd name="T5" fmla="*/ 112 h 263"/>
              <a:gd name="T6" fmla="*/ 268 w 270"/>
              <a:gd name="T7" fmla="*/ 109 h 263"/>
              <a:gd name="T8" fmla="*/ 268 w 270"/>
              <a:gd name="T9" fmla="*/ 107 h 263"/>
              <a:gd name="T10" fmla="*/ 267 w 270"/>
              <a:gd name="T11" fmla="*/ 102 h 263"/>
              <a:gd name="T12" fmla="*/ 267 w 270"/>
              <a:gd name="T13" fmla="*/ 102 h 263"/>
              <a:gd name="T14" fmla="*/ 266 w 270"/>
              <a:gd name="T15" fmla="*/ 97 h 263"/>
              <a:gd name="T16" fmla="*/ 265 w 270"/>
              <a:gd name="T17" fmla="*/ 96 h 263"/>
              <a:gd name="T18" fmla="*/ 263 w 270"/>
              <a:gd name="T19" fmla="*/ 93 h 263"/>
              <a:gd name="T20" fmla="*/ 262 w 270"/>
              <a:gd name="T21" fmla="*/ 91 h 263"/>
              <a:gd name="T22" fmla="*/ 260 w 270"/>
              <a:gd name="T23" fmla="*/ 89 h 263"/>
              <a:gd name="T24" fmla="*/ 259 w 270"/>
              <a:gd name="T25" fmla="*/ 87 h 263"/>
              <a:gd name="T26" fmla="*/ 257 w 270"/>
              <a:gd name="T27" fmla="*/ 84 h 263"/>
              <a:gd name="T28" fmla="*/ 255 w 270"/>
              <a:gd name="T29" fmla="*/ 83 h 263"/>
              <a:gd name="T30" fmla="*/ 252 w 270"/>
              <a:gd name="T31" fmla="*/ 80 h 263"/>
              <a:gd name="T32" fmla="*/ 251 w 270"/>
              <a:gd name="T33" fmla="*/ 79 h 263"/>
              <a:gd name="T34" fmla="*/ 246 w 270"/>
              <a:gd name="T35" fmla="*/ 75 h 263"/>
              <a:gd name="T36" fmla="*/ 241 w 270"/>
              <a:gd name="T37" fmla="*/ 72 h 263"/>
              <a:gd name="T38" fmla="*/ 238 w 270"/>
              <a:gd name="T39" fmla="*/ 70 h 263"/>
              <a:gd name="T40" fmla="*/ 235 w 270"/>
              <a:gd name="T41" fmla="*/ 69 h 263"/>
              <a:gd name="T42" fmla="*/ 230 w 270"/>
              <a:gd name="T43" fmla="*/ 67 h 263"/>
              <a:gd name="T44" fmla="*/ 230 w 270"/>
              <a:gd name="T45" fmla="*/ 67 h 263"/>
              <a:gd name="T46" fmla="*/ 227 w 270"/>
              <a:gd name="T47" fmla="*/ 65 h 263"/>
              <a:gd name="T48" fmla="*/ 217 w 270"/>
              <a:gd name="T49" fmla="*/ 62 h 263"/>
              <a:gd name="T50" fmla="*/ 217 w 270"/>
              <a:gd name="T51" fmla="*/ 62 h 263"/>
              <a:gd name="T52" fmla="*/ 217 w 270"/>
              <a:gd name="T53" fmla="*/ 62 h 263"/>
              <a:gd name="T54" fmla="*/ 216 w 270"/>
              <a:gd name="T55" fmla="*/ 62 h 263"/>
              <a:gd name="T56" fmla="*/ 206 w 270"/>
              <a:gd name="T57" fmla="*/ 59 h 263"/>
              <a:gd name="T58" fmla="*/ 206 w 270"/>
              <a:gd name="T59" fmla="*/ 59 h 263"/>
              <a:gd name="T60" fmla="*/ 203 w 270"/>
              <a:gd name="T61" fmla="*/ 59 h 263"/>
              <a:gd name="T62" fmla="*/ 203 w 270"/>
              <a:gd name="T63" fmla="*/ 59 h 263"/>
              <a:gd name="T64" fmla="*/ 190 w 270"/>
              <a:gd name="T65" fmla="*/ 56 h 263"/>
              <a:gd name="T66" fmla="*/ 190 w 270"/>
              <a:gd name="T67" fmla="*/ 56 h 263"/>
              <a:gd name="T68" fmla="*/ 188 w 270"/>
              <a:gd name="T69" fmla="*/ 56 h 263"/>
              <a:gd name="T70" fmla="*/ 188 w 270"/>
              <a:gd name="T71" fmla="*/ 56 h 263"/>
              <a:gd name="T72" fmla="*/ 174 w 270"/>
              <a:gd name="T73" fmla="*/ 54 h 263"/>
              <a:gd name="T74" fmla="*/ 173 w 270"/>
              <a:gd name="T75" fmla="*/ 54 h 263"/>
              <a:gd name="T76" fmla="*/ 173 w 270"/>
              <a:gd name="T77" fmla="*/ 54 h 263"/>
              <a:gd name="T78" fmla="*/ 158 w 270"/>
              <a:gd name="T79" fmla="*/ 52 h 263"/>
              <a:gd name="T80" fmla="*/ 157 w 270"/>
              <a:gd name="T81" fmla="*/ 52 h 263"/>
              <a:gd name="T82" fmla="*/ 154 w 270"/>
              <a:gd name="T83" fmla="*/ 51 h 263"/>
              <a:gd name="T84" fmla="*/ 151 w 270"/>
              <a:gd name="T85" fmla="*/ 51 h 263"/>
              <a:gd name="T86" fmla="*/ 129 w 270"/>
              <a:gd name="T87" fmla="*/ 48 h 263"/>
              <a:gd name="T88" fmla="*/ 128 w 270"/>
              <a:gd name="T89" fmla="*/ 48 h 263"/>
              <a:gd name="T90" fmla="*/ 127 w 270"/>
              <a:gd name="T91" fmla="*/ 48 h 263"/>
              <a:gd name="T92" fmla="*/ 114 w 270"/>
              <a:gd name="T93" fmla="*/ 46 h 263"/>
              <a:gd name="T94" fmla="*/ 114 w 270"/>
              <a:gd name="T95" fmla="*/ 46 h 263"/>
              <a:gd name="T96" fmla="*/ 107 w 270"/>
              <a:gd name="T97" fmla="*/ 45 h 263"/>
              <a:gd name="T98" fmla="*/ 80 w 270"/>
              <a:gd name="T99" fmla="*/ 39 h 263"/>
              <a:gd name="T100" fmla="*/ 80 w 270"/>
              <a:gd name="T101" fmla="*/ 39 h 263"/>
              <a:gd name="T102" fmla="*/ 79 w 270"/>
              <a:gd name="T103" fmla="*/ 39 h 263"/>
              <a:gd name="T104" fmla="*/ 47 w 270"/>
              <a:gd name="T105" fmla="*/ 29 h 263"/>
              <a:gd name="T106" fmla="*/ 46 w 270"/>
              <a:gd name="T107" fmla="*/ 28 h 263"/>
              <a:gd name="T108" fmla="*/ 46 w 270"/>
              <a:gd name="T109" fmla="*/ 28 h 263"/>
              <a:gd name="T110" fmla="*/ 37 w 270"/>
              <a:gd name="T111" fmla="*/ 25 h 263"/>
              <a:gd name="T112" fmla="*/ 0 w 270"/>
              <a:gd name="T113" fmla="*/ 0 h 263"/>
              <a:gd name="T114" fmla="*/ 2 w 270"/>
              <a:gd name="T115" fmla="*/ 263 h 263"/>
              <a:gd name="T116" fmla="*/ 144 w 270"/>
              <a:gd name="T117" fmla="*/ 225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0" h="263">
                <a:moveTo>
                  <a:pt x="144" y="225"/>
                </a:moveTo>
                <a:cubicBezTo>
                  <a:pt x="147" y="224"/>
                  <a:pt x="150" y="223"/>
                  <a:pt x="153" y="221"/>
                </a:cubicBezTo>
                <a:cubicBezTo>
                  <a:pt x="227" y="188"/>
                  <a:pt x="270" y="146"/>
                  <a:pt x="269" y="112"/>
                </a:cubicBezTo>
                <a:cubicBezTo>
                  <a:pt x="269" y="111"/>
                  <a:pt x="268" y="110"/>
                  <a:pt x="268" y="109"/>
                </a:cubicBezTo>
                <a:cubicBezTo>
                  <a:pt x="268" y="108"/>
                  <a:pt x="268" y="107"/>
                  <a:pt x="268" y="107"/>
                </a:cubicBezTo>
                <a:cubicBezTo>
                  <a:pt x="268" y="105"/>
                  <a:pt x="268" y="104"/>
                  <a:pt x="267" y="102"/>
                </a:cubicBezTo>
                <a:cubicBezTo>
                  <a:pt x="267" y="102"/>
                  <a:pt x="267" y="102"/>
                  <a:pt x="267" y="102"/>
                </a:cubicBezTo>
                <a:cubicBezTo>
                  <a:pt x="267" y="100"/>
                  <a:pt x="266" y="99"/>
                  <a:pt x="266" y="97"/>
                </a:cubicBezTo>
                <a:cubicBezTo>
                  <a:pt x="265" y="97"/>
                  <a:pt x="265" y="96"/>
                  <a:pt x="265" y="96"/>
                </a:cubicBezTo>
                <a:cubicBezTo>
                  <a:pt x="264" y="95"/>
                  <a:pt x="264" y="94"/>
                  <a:pt x="263" y="93"/>
                </a:cubicBezTo>
                <a:cubicBezTo>
                  <a:pt x="263" y="92"/>
                  <a:pt x="263" y="92"/>
                  <a:pt x="262" y="91"/>
                </a:cubicBezTo>
                <a:cubicBezTo>
                  <a:pt x="262" y="90"/>
                  <a:pt x="261" y="89"/>
                  <a:pt x="260" y="89"/>
                </a:cubicBezTo>
                <a:cubicBezTo>
                  <a:pt x="260" y="88"/>
                  <a:pt x="259" y="87"/>
                  <a:pt x="259" y="87"/>
                </a:cubicBezTo>
                <a:cubicBezTo>
                  <a:pt x="258" y="86"/>
                  <a:pt x="258" y="85"/>
                  <a:pt x="257" y="84"/>
                </a:cubicBezTo>
                <a:cubicBezTo>
                  <a:pt x="256" y="84"/>
                  <a:pt x="256" y="83"/>
                  <a:pt x="255" y="83"/>
                </a:cubicBezTo>
                <a:cubicBezTo>
                  <a:pt x="254" y="82"/>
                  <a:pt x="253" y="81"/>
                  <a:pt x="252" y="80"/>
                </a:cubicBezTo>
                <a:cubicBezTo>
                  <a:pt x="252" y="80"/>
                  <a:pt x="251" y="79"/>
                  <a:pt x="251" y="79"/>
                </a:cubicBezTo>
                <a:cubicBezTo>
                  <a:pt x="249" y="77"/>
                  <a:pt x="248" y="76"/>
                  <a:pt x="246" y="75"/>
                </a:cubicBezTo>
                <a:cubicBezTo>
                  <a:pt x="244" y="74"/>
                  <a:pt x="242" y="73"/>
                  <a:pt x="241" y="72"/>
                </a:cubicBezTo>
                <a:cubicBezTo>
                  <a:pt x="240" y="71"/>
                  <a:pt x="239" y="71"/>
                  <a:pt x="238" y="70"/>
                </a:cubicBezTo>
                <a:cubicBezTo>
                  <a:pt x="237" y="70"/>
                  <a:pt x="236" y="70"/>
                  <a:pt x="235" y="69"/>
                </a:cubicBezTo>
                <a:cubicBezTo>
                  <a:pt x="234" y="68"/>
                  <a:pt x="232" y="67"/>
                  <a:pt x="230" y="67"/>
                </a:cubicBezTo>
                <a:cubicBezTo>
                  <a:pt x="230" y="67"/>
                  <a:pt x="230" y="67"/>
                  <a:pt x="230" y="67"/>
                </a:cubicBezTo>
                <a:cubicBezTo>
                  <a:pt x="229" y="66"/>
                  <a:pt x="228" y="66"/>
                  <a:pt x="227" y="65"/>
                </a:cubicBezTo>
                <a:cubicBezTo>
                  <a:pt x="223" y="64"/>
                  <a:pt x="220" y="63"/>
                  <a:pt x="217" y="62"/>
                </a:cubicBezTo>
                <a:cubicBezTo>
                  <a:pt x="217" y="62"/>
                  <a:pt x="217" y="62"/>
                  <a:pt x="217" y="62"/>
                </a:cubicBezTo>
                <a:cubicBezTo>
                  <a:pt x="217" y="62"/>
                  <a:pt x="217" y="62"/>
                  <a:pt x="217" y="62"/>
                </a:cubicBezTo>
                <a:cubicBezTo>
                  <a:pt x="217" y="62"/>
                  <a:pt x="216" y="62"/>
                  <a:pt x="216" y="62"/>
                </a:cubicBezTo>
                <a:cubicBezTo>
                  <a:pt x="213" y="61"/>
                  <a:pt x="209" y="60"/>
                  <a:pt x="206" y="59"/>
                </a:cubicBezTo>
                <a:cubicBezTo>
                  <a:pt x="206" y="59"/>
                  <a:pt x="206" y="59"/>
                  <a:pt x="206" y="59"/>
                </a:cubicBezTo>
                <a:cubicBezTo>
                  <a:pt x="205" y="59"/>
                  <a:pt x="204" y="59"/>
                  <a:pt x="203" y="59"/>
                </a:cubicBezTo>
                <a:cubicBezTo>
                  <a:pt x="203" y="59"/>
                  <a:pt x="203" y="59"/>
                  <a:pt x="203" y="59"/>
                </a:cubicBezTo>
                <a:cubicBezTo>
                  <a:pt x="199" y="58"/>
                  <a:pt x="194" y="57"/>
                  <a:pt x="190" y="56"/>
                </a:cubicBezTo>
                <a:cubicBezTo>
                  <a:pt x="190" y="56"/>
                  <a:pt x="190" y="56"/>
                  <a:pt x="190" y="56"/>
                </a:cubicBezTo>
                <a:cubicBezTo>
                  <a:pt x="189" y="56"/>
                  <a:pt x="189" y="56"/>
                  <a:pt x="188" y="56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84" y="55"/>
                  <a:pt x="179" y="54"/>
                  <a:pt x="174" y="54"/>
                </a:cubicBezTo>
                <a:cubicBezTo>
                  <a:pt x="174" y="54"/>
                  <a:pt x="173" y="54"/>
                  <a:pt x="173" y="54"/>
                </a:cubicBezTo>
                <a:cubicBezTo>
                  <a:pt x="173" y="54"/>
                  <a:pt x="173" y="54"/>
                  <a:pt x="173" y="54"/>
                </a:cubicBezTo>
                <a:cubicBezTo>
                  <a:pt x="168" y="53"/>
                  <a:pt x="163" y="52"/>
                  <a:pt x="158" y="52"/>
                </a:cubicBezTo>
                <a:cubicBezTo>
                  <a:pt x="157" y="52"/>
                  <a:pt x="157" y="52"/>
                  <a:pt x="157" y="52"/>
                </a:cubicBezTo>
                <a:cubicBezTo>
                  <a:pt x="156" y="52"/>
                  <a:pt x="155" y="51"/>
                  <a:pt x="154" y="51"/>
                </a:cubicBezTo>
                <a:cubicBezTo>
                  <a:pt x="153" y="51"/>
                  <a:pt x="152" y="51"/>
                  <a:pt x="151" y="51"/>
                </a:cubicBezTo>
                <a:cubicBezTo>
                  <a:pt x="144" y="50"/>
                  <a:pt x="136" y="49"/>
                  <a:pt x="129" y="48"/>
                </a:cubicBezTo>
                <a:cubicBezTo>
                  <a:pt x="128" y="48"/>
                  <a:pt x="128" y="48"/>
                  <a:pt x="128" y="48"/>
                </a:cubicBezTo>
                <a:cubicBezTo>
                  <a:pt x="128" y="48"/>
                  <a:pt x="127" y="48"/>
                  <a:pt x="127" y="48"/>
                </a:cubicBezTo>
                <a:cubicBezTo>
                  <a:pt x="123" y="48"/>
                  <a:pt x="118" y="47"/>
                  <a:pt x="114" y="46"/>
                </a:cubicBezTo>
                <a:cubicBezTo>
                  <a:pt x="114" y="46"/>
                  <a:pt x="114" y="46"/>
                  <a:pt x="114" y="46"/>
                </a:cubicBezTo>
                <a:cubicBezTo>
                  <a:pt x="111" y="46"/>
                  <a:pt x="109" y="45"/>
                  <a:pt x="107" y="45"/>
                </a:cubicBezTo>
                <a:cubicBezTo>
                  <a:pt x="98" y="43"/>
                  <a:pt x="89" y="41"/>
                  <a:pt x="80" y="39"/>
                </a:cubicBezTo>
                <a:cubicBezTo>
                  <a:pt x="80" y="39"/>
                  <a:pt x="80" y="39"/>
                  <a:pt x="80" y="39"/>
                </a:cubicBezTo>
                <a:cubicBezTo>
                  <a:pt x="80" y="39"/>
                  <a:pt x="79" y="39"/>
                  <a:pt x="79" y="39"/>
                </a:cubicBezTo>
                <a:cubicBezTo>
                  <a:pt x="68" y="36"/>
                  <a:pt x="57" y="33"/>
                  <a:pt x="47" y="29"/>
                </a:cubicBezTo>
                <a:cubicBezTo>
                  <a:pt x="47" y="29"/>
                  <a:pt x="46" y="29"/>
                  <a:pt x="46" y="28"/>
                </a:cubicBezTo>
                <a:cubicBezTo>
                  <a:pt x="46" y="28"/>
                  <a:pt x="46" y="28"/>
                  <a:pt x="46" y="28"/>
                </a:cubicBezTo>
                <a:cubicBezTo>
                  <a:pt x="43" y="27"/>
                  <a:pt x="40" y="26"/>
                  <a:pt x="37" y="25"/>
                </a:cubicBezTo>
                <a:cubicBezTo>
                  <a:pt x="33" y="23"/>
                  <a:pt x="12" y="11"/>
                  <a:pt x="0" y="0"/>
                </a:cubicBezTo>
                <a:cubicBezTo>
                  <a:pt x="2" y="263"/>
                  <a:pt x="2" y="263"/>
                  <a:pt x="2" y="263"/>
                </a:cubicBezTo>
                <a:cubicBezTo>
                  <a:pt x="48" y="257"/>
                  <a:pt x="98" y="245"/>
                  <a:pt x="144" y="225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989510-0B5D-FC07-2C24-21CF95F20F34}"/>
              </a:ext>
            </a:extLst>
          </p:cNvPr>
          <p:cNvSpPr txBox="1"/>
          <p:nvPr/>
        </p:nvSpPr>
        <p:spPr>
          <a:xfrm>
            <a:off x="1371600" y="1887348"/>
            <a:ext cx="2133600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Nunc </a:t>
            </a:r>
            <a:r>
              <a:rPr lang="en-US" sz="1200" dirty="0" err="1"/>
              <a:t>mattis</a:t>
            </a:r>
            <a:r>
              <a:rPr lang="en-US" sz="1200" dirty="0"/>
              <a:t> </a:t>
            </a:r>
            <a:r>
              <a:rPr lang="en-US" sz="1200" dirty="0" err="1"/>
              <a:t>erat</a:t>
            </a:r>
            <a:r>
              <a:rPr lang="en-US" sz="1200" dirty="0"/>
              <a:t> id </a:t>
            </a:r>
            <a:r>
              <a:rPr lang="en-US" sz="1200" dirty="0" err="1"/>
              <a:t>sagittis</a:t>
            </a:r>
            <a:r>
              <a:rPr lang="en-US" sz="1200" dirty="0"/>
              <a:t> </a:t>
            </a:r>
            <a:r>
              <a:rPr lang="en-US" sz="1200" dirty="0" err="1"/>
              <a:t>malesuada</a:t>
            </a:r>
            <a:r>
              <a:rPr lang="en-US" sz="1200" dirty="0"/>
              <a:t> </a:t>
            </a:r>
            <a:r>
              <a:rPr lang="en-US" sz="1200" dirty="0" err="1"/>
              <a:t>facilisis</a:t>
            </a:r>
            <a:r>
              <a:rPr lang="en-US" sz="1200" dirty="0"/>
              <a:t> </a:t>
            </a:r>
            <a:r>
              <a:rPr lang="en-US" sz="1200" dirty="0" err="1"/>
              <a:t>risus</a:t>
            </a:r>
            <a:r>
              <a:rPr lang="en-US" sz="1200" dirty="0"/>
              <a:t> at </a:t>
            </a:r>
            <a:r>
              <a:rPr lang="en-US" sz="1200" dirty="0" err="1"/>
              <a:t>felis</a:t>
            </a:r>
            <a:r>
              <a:rPr lang="en-US" sz="1200" dirty="0"/>
              <a:t> </a:t>
            </a:r>
            <a:r>
              <a:rPr lang="en-US" sz="1200" dirty="0" err="1"/>
              <a:t>tristique</a:t>
            </a:r>
            <a:r>
              <a:rPr lang="en-US" sz="1200" dirty="0"/>
              <a:t> ac </a:t>
            </a:r>
            <a:r>
              <a:rPr lang="en-US" sz="1200" dirty="0" err="1"/>
              <a:t>viverra</a:t>
            </a:r>
            <a:r>
              <a:rPr lang="en-US" sz="1200" dirty="0"/>
              <a:t>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776970-87D7-1804-8936-2144B8F69DCF}"/>
              </a:ext>
            </a:extLst>
          </p:cNvPr>
          <p:cNvSpPr txBox="1"/>
          <p:nvPr/>
        </p:nvSpPr>
        <p:spPr>
          <a:xfrm>
            <a:off x="1371600" y="1582305"/>
            <a:ext cx="2133600" cy="33855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r>
              <a:rPr lang="en-US" sz="1600" b="1" spc="50" dirty="0">
                <a:solidFill>
                  <a:schemeClr val="accent1"/>
                </a:solidFill>
                <a:latin typeface="+mj-lt"/>
              </a:rPr>
              <a:t>Your Option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C59F667-E207-C92B-CAFA-D09CE4E2FA83}"/>
              </a:ext>
            </a:extLst>
          </p:cNvPr>
          <p:cNvSpPr/>
          <p:nvPr/>
        </p:nvSpPr>
        <p:spPr>
          <a:xfrm>
            <a:off x="762000" y="1613686"/>
            <a:ext cx="385226" cy="385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73" name="Freeform 16">
            <a:extLst>
              <a:ext uri="{FF2B5EF4-FFF2-40B4-BE49-F238E27FC236}">
                <a16:creationId xmlns:a16="http://schemas.microsoft.com/office/drawing/2014/main" id="{CAC4C983-F4BA-5CCE-E056-DE947CC1BE2D}"/>
              </a:ext>
            </a:extLst>
          </p:cNvPr>
          <p:cNvSpPr>
            <a:spLocks/>
          </p:cNvSpPr>
          <p:nvPr/>
        </p:nvSpPr>
        <p:spPr bwMode="auto">
          <a:xfrm>
            <a:off x="861966" y="1746964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072A97-47DD-93C7-098C-EFDC74B3F0BC}"/>
              </a:ext>
            </a:extLst>
          </p:cNvPr>
          <p:cNvSpPr txBox="1"/>
          <p:nvPr/>
        </p:nvSpPr>
        <p:spPr>
          <a:xfrm>
            <a:off x="1371600" y="5248871"/>
            <a:ext cx="2133600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Nunc mattis erat id sagittis malesuada facilisis risus at felis tristique ac viverra.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650A2B-3BA7-DEBC-80C6-541D4B0C02B8}"/>
              </a:ext>
            </a:extLst>
          </p:cNvPr>
          <p:cNvSpPr txBox="1"/>
          <p:nvPr/>
        </p:nvSpPr>
        <p:spPr>
          <a:xfrm>
            <a:off x="1371600" y="4943828"/>
            <a:ext cx="2133600" cy="33855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r>
              <a:rPr lang="en-US" sz="1600" b="1" spc="50" dirty="0">
                <a:solidFill>
                  <a:schemeClr val="accent2"/>
                </a:solidFill>
                <a:latin typeface="+mj-lt"/>
              </a:rPr>
              <a:t>Your Option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49F86B5-BE25-C1BF-2B86-7803A57B00F2}"/>
              </a:ext>
            </a:extLst>
          </p:cNvPr>
          <p:cNvSpPr/>
          <p:nvPr/>
        </p:nvSpPr>
        <p:spPr>
          <a:xfrm>
            <a:off x="762000" y="4975209"/>
            <a:ext cx="385226" cy="3852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79" name="Freeform 16">
            <a:extLst>
              <a:ext uri="{FF2B5EF4-FFF2-40B4-BE49-F238E27FC236}">
                <a16:creationId xmlns:a16="http://schemas.microsoft.com/office/drawing/2014/main" id="{179634C4-632D-498F-B061-FDC9CC7B6C3F}"/>
              </a:ext>
            </a:extLst>
          </p:cNvPr>
          <p:cNvSpPr>
            <a:spLocks/>
          </p:cNvSpPr>
          <p:nvPr/>
        </p:nvSpPr>
        <p:spPr bwMode="auto">
          <a:xfrm>
            <a:off x="861966" y="5108487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67DEE38-773C-A53F-B734-A072474FF7DD}"/>
              </a:ext>
            </a:extLst>
          </p:cNvPr>
          <p:cNvSpPr txBox="1"/>
          <p:nvPr/>
        </p:nvSpPr>
        <p:spPr>
          <a:xfrm flipH="1">
            <a:off x="8686800" y="1887348"/>
            <a:ext cx="2133600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Nunc mattis erat id sagittis malesuada facilisis risus at felis tristique ac viverra.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AE8D98-66CE-5BB0-5B26-4E6B6FD594FB}"/>
              </a:ext>
            </a:extLst>
          </p:cNvPr>
          <p:cNvSpPr txBox="1"/>
          <p:nvPr/>
        </p:nvSpPr>
        <p:spPr>
          <a:xfrm flipH="1">
            <a:off x="8686800" y="1582305"/>
            <a:ext cx="2133600" cy="33855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/>
            <a:r>
              <a:rPr lang="en-US" sz="1600" b="1" spc="50">
                <a:solidFill>
                  <a:schemeClr val="accent2"/>
                </a:solidFill>
                <a:latin typeface="+mj-lt"/>
              </a:rPr>
              <a:t>Your Option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DEF305D-05DD-BFE6-EA3F-0E103461B692}"/>
              </a:ext>
            </a:extLst>
          </p:cNvPr>
          <p:cNvSpPr/>
          <p:nvPr/>
        </p:nvSpPr>
        <p:spPr>
          <a:xfrm>
            <a:off x="11044774" y="1613686"/>
            <a:ext cx="385226" cy="3852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85" name="Freeform 16">
            <a:extLst>
              <a:ext uri="{FF2B5EF4-FFF2-40B4-BE49-F238E27FC236}">
                <a16:creationId xmlns:a16="http://schemas.microsoft.com/office/drawing/2014/main" id="{71AF0AA3-BB3F-6BF8-B611-44DC1F14B434}"/>
              </a:ext>
            </a:extLst>
          </p:cNvPr>
          <p:cNvSpPr>
            <a:spLocks/>
          </p:cNvSpPr>
          <p:nvPr/>
        </p:nvSpPr>
        <p:spPr bwMode="auto">
          <a:xfrm>
            <a:off x="11144740" y="1746964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047858-9815-A891-2417-E03016DA1B62}"/>
              </a:ext>
            </a:extLst>
          </p:cNvPr>
          <p:cNvSpPr txBox="1"/>
          <p:nvPr/>
        </p:nvSpPr>
        <p:spPr>
          <a:xfrm flipH="1">
            <a:off x="8686800" y="5248871"/>
            <a:ext cx="2133600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Nunc mattis erat id sagittis malesuada facilisis risus at felis tristique ac viverra.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2BBBFA-5AC9-CB62-6951-41C2266EF84B}"/>
              </a:ext>
            </a:extLst>
          </p:cNvPr>
          <p:cNvSpPr txBox="1"/>
          <p:nvPr/>
        </p:nvSpPr>
        <p:spPr>
          <a:xfrm flipH="1">
            <a:off x="8686800" y="4943828"/>
            <a:ext cx="2133600" cy="33855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/>
            <a:r>
              <a:rPr lang="en-US" sz="1600" b="1" spc="50">
                <a:solidFill>
                  <a:schemeClr val="accent1"/>
                </a:solidFill>
                <a:latin typeface="+mj-lt"/>
              </a:rPr>
              <a:t>Your Option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DDB0E30-339A-4F1D-D597-646B93136D1D}"/>
              </a:ext>
            </a:extLst>
          </p:cNvPr>
          <p:cNvSpPr/>
          <p:nvPr/>
        </p:nvSpPr>
        <p:spPr>
          <a:xfrm>
            <a:off x="11044774" y="4975209"/>
            <a:ext cx="385226" cy="385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91" name="Freeform 16">
            <a:extLst>
              <a:ext uri="{FF2B5EF4-FFF2-40B4-BE49-F238E27FC236}">
                <a16:creationId xmlns:a16="http://schemas.microsoft.com/office/drawing/2014/main" id="{F60BAE65-2887-9098-CA5C-4E752BEF06FA}"/>
              </a:ext>
            </a:extLst>
          </p:cNvPr>
          <p:cNvSpPr>
            <a:spLocks/>
          </p:cNvSpPr>
          <p:nvPr/>
        </p:nvSpPr>
        <p:spPr bwMode="auto">
          <a:xfrm>
            <a:off x="11144740" y="5108487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527F984-4C58-FD08-F9E2-AA7763BB41E9}"/>
              </a:ext>
            </a:extLst>
          </p:cNvPr>
          <p:cNvGrpSpPr/>
          <p:nvPr/>
        </p:nvGrpSpPr>
        <p:grpSpPr>
          <a:xfrm>
            <a:off x="8603861" y="-705658"/>
            <a:ext cx="1712486" cy="1736578"/>
            <a:chOff x="9761542" y="1403215"/>
            <a:chExt cx="1712486" cy="1736578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0DD5B1D-5BA7-3D62-7CC2-6B28698CBC99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AF99CD04-2E00-079D-B0A9-8BFED3E36351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589340-2D37-F2BB-1117-BC832501C8FE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83E57ED-6A68-6E00-AF38-6337458028EE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81F8C40-C145-9D9A-E52F-E148105A202B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754A659-FEC9-C58C-15BD-54EA2C620A24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D59FA1F-4EF0-CAA0-7515-7AFA90279CAF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E73A42C-F948-079C-C35C-2E49167AEFD1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E80DC24-CD44-C800-921C-5AF62FE63DD4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F11054F-6211-F016-659E-8129BCE15DF1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550E92B-4E96-5251-EA49-761AD6B6996B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A6F41AD-C0BB-BC30-41BF-75259FF59A80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B6F942C-75BE-FC59-4B1F-CA3DE47BD7BD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A5A9FA5-7D39-4937-E1C7-746F69245903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5CC916A-3367-874A-D08E-87A791847494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52040CA-48D9-F2F1-8C55-9D8E62710E41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EA55D98-DDC4-90D1-F7FF-A556989234DA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C4CF25C-1941-536C-8E0B-F507020572BD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FB88B11-3CA0-5AF3-F3B4-3A0B566E9F7A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D359448-E4BF-3598-1971-F4A5979907C5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2F80FBE-DA88-4A49-33B0-49613DF3F4BC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CA07BEF-4D23-2519-2779-03D06D82A23A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33CE4BD-7BB7-A6DB-4236-1AC0145E9A06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3DC89D6-9A92-25BE-A7E3-493AC34BF77A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A0F6617-EE77-A0D6-C83A-FE96DE995586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0D01577-08BB-398F-8994-B28B1FA27EB4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17EC2685-16ED-CDFF-2073-C357803584E0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5DC9C93-FF3E-219C-7E4E-21143398D12A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BC3952-3134-1AF3-8574-B82B37986254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60950D4-3917-3192-06CD-F5C2BEA3C3D7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1BBEFFC-3003-A815-467E-5E4D323799A9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9A7ED1B-1EC8-D2F4-5952-CB26EB6C7A2B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796EC0E-D342-2F8D-D269-F4E44680EA1C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33B0E45-E0AD-4691-A8A8-13346DFEACC3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E58E49D-7EDC-6475-C55A-222DFD80E989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BD14BDE-9865-B3F7-8890-2C4C357C6D34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ED5BC20-7F04-032D-5E00-8DD4AA040F84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BEE6675-2966-B3D8-F2DD-1BD1D3F4B0ED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BDC259F-4C9C-916A-1EFD-F44784095580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C17E373-1E78-37FC-C414-7D67AD6B9F38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991C0B44-69F5-18B5-3943-EB021E521AF0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C72ADD0-6880-1B21-B585-952A4BFC94A8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D025538-E915-BB63-F84C-5B634A756D90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3DB683C-38EA-520A-9045-5A5C7E36C5E4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B4267E2C-B5F5-62D8-51DC-7419B53796B6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733CE8D-7A25-6A69-C3E2-42CE0B0A3086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EA95D2E-5977-3A89-809F-F719ABDDEB44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5D26ACF-F871-17C8-6724-298B785F50B9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99834C7-317F-42C9-66FE-527A2B4F7708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48278B1-4896-AFE2-BB52-0C933E82109A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EF0FEA7-CDF7-C617-7169-210BFF1EDC25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CE2B823-889B-AE95-A4DA-B17D4A719C54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2E043E4-4350-56FD-FFD4-1CD36364CC2C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63AE2A9-79CE-BBFA-1263-A925229295E9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17B258E-A7E2-FA10-DDD5-01C30D135CA3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9B60B09-5A5C-946C-0FF5-E01DB5194598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D484DD8-8EF9-ABB1-98DD-27DABA56FAEB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80CB8C5-E6D8-4190-21D2-D753B5A46160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0C87329-1236-E726-06F5-CF63CD174E4A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D53708C-A0EF-5AED-7291-57132030F924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A3991097-6C88-C089-17F1-8356EF4FCCAE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ED8EB9D-10EF-FD10-2523-4E2024EDB070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F0B8575-E00C-40D7-7E71-F1974FA5CEE4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804F90D-4EAA-FFCE-ABA5-AD649F041E30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FB9D2BEB-9108-357B-3EB8-B474D1652C50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28B2024-BBF6-4E17-DCF2-B46454F6F7E1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191D5F0-8492-5195-3556-1A9716CA1A68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E49A938-01B0-6AAE-B44A-4493D0888D75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05AB02A0-1A7F-4E5E-D61C-264ED4BAE5D8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451B197-3B81-0318-DD44-3693D82C29EC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1E2629D5-8C1D-91F2-6666-7FA4FAE9DE09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2948E88D-D059-DE8A-21C4-5E359175A8AE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F02A6C9-9BE3-5E1A-BBC1-48993CB769D5}"/>
              </a:ext>
            </a:extLst>
          </p:cNvPr>
          <p:cNvGrpSpPr/>
          <p:nvPr/>
        </p:nvGrpSpPr>
        <p:grpSpPr>
          <a:xfrm rot="1270545">
            <a:off x="1134596" y="-170833"/>
            <a:ext cx="1411936" cy="1260424"/>
            <a:chOff x="6452894" y="5331089"/>
            <a:chExt cx="1200142" cy="1221256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815D1CB-EF91-7A80-4D0C-33F5B99ECA37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98EA726-F912-2EA2-7BDE-738880483F91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449E2CE-29D5-3DD9-46FF-BB86586AD59F}"/>
              </a:ext>
            </a:extLst>
          </p:cNvPr>
          <p:cNvGrpSpPr/>
          <p:nvPr/>
        </p:nvGrpSpPr>
        <p:grpSpPr>
          <a:xfrm rot="3009346">
            <a:off x="2521506" y="250291"/>
            <a:ext cx="782550" cy="796317"/>
            <a:chOff x="6452894" y="5331089"/>
            <a:chExt cx="1200142" cy="1221256"/>
          </a:xfrm>
        </p:grpSpPr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080EF62-D3D6-3F34-A998-C71AAAF4D85A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C1157C11-897D-92B6-E43E-31C8E13B2A2E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7178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F8978-3261-3EA7-E368-4BFED809E5C9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FE3914-C113-ECBE-84D3-7A7A06FB1E05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13</a:t>
            </a:fld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4B053-4733-7644-213A-37F10EFC4FA6}"/>
              </a:ext>
            </a:extLst>
          </p:cNvPr>
          <p:cNvSpPr txBox="1"/>
          <p:nvPr/>
        </p:nvSpPr>
        <p:spPr>
          <a:xfrm>
            <a:off x="762002" y="579708"/>
            <a:ext cx="10667996" cy="86421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latin typeface="+mj-lt"/>
                <a:cs typeface="Poppins ExtraBold" panose="00000900000000000000" pitchFamily="2" charset="0"/>
              </a:rPr>
              <a:t>Pyramid</a:t>
            </a:r>
            <a:r>
              <a:rPr lang="en-US" sz="4800" b="1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Infographic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8BB43AAA-5FEF-81EC-60D7-E19B41FB9FB4}"/>
              </a:ext>
            </a:extLst>
          </p:cNvPr>
          <p:cNvSpPr>
            <a:spLocks/>
          </p:cNvSpPr>
          <p:nvPr/>
        </p:nvSpPr>
        <p:spPr bwMode="auto">
          <a:xfrm>
            <a:off x="4517536" y="2945429"/>
            <a:ext cx="4553900" cy="3943609"/>
          </a:xfrm>
          <a:custGeom>
            <a:avLst/>
            <a:gdLst>
              <a:gd name="T0" fmla="*/ 929 w 1858"/>
              <a:gd name="T1" fmla="*/ 0 h 1609"/>
              <a:gd name="T2" fmla="*/ 1858 w 1858"/>
              <a:gd name="T3" fmla="*/ 1609 h 1609"/>
              <a:gd name="T4" fmla="*/ 0 w 1858"/>
              <a:gd name="T5" fmla="*/ 1609 h 1609"/>
              <a:gd name="T6" fmla="*/ 929 w 1858"/>
              <a:gd name="T7" fmla="*/ 0 h 1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58" h="1609">
                <a:moveTo>
                  <a:pt x="929" y="0"/>
                </a:moveTo>
                <a:lnTo>
                  <a:pt x="1858" y="1609"/>
                </a:lnTo>
                <a:lnTo>
                  <a:pt x="0" y="1609"/>
                </a:lnTo>
                <a:lnTo>
                  <a:pt x="9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FF8389C-8C76-AB59-6FDF-EDF2CA3736E7}"/>
              </a:ext>
            </a:extLst>
          </p:cNvPr>
          <p:cNvSpPr>
            <a:spLocks/>
          </p:cNvSpPr>
          <p:nvPr/>
        </p:nvSpPr>
        <p:spPr bwMode="auto">
          <a:xfrm>
            <a:off x="6794485" y="2945429"/>
            <a:ext cx="2276949" cy="3943609"/>
          </a:xfrm>
          <a:custGeom>
            <a:avLst/>
            <a:gdLst>
              <a:gd name="T0" fmla="*/ 929 w 929"/>
              <a:gd name="T1" fmla="*/ 1609 h 1609"/>
              <a:gd name="T2" fmla="*/ 0 w 929"/>
              <a:gd name="T3" fmla="*/ 1609 h 1609"/>
              <a:gd name="T4" fmla="*/ 0 w 929"/>
              <a:gd name="T5" fmla="*/ 0 h 1609"/>
              <a:gd name="T6" fmla="*/ 929 w 929"/>
              <a:gd name="T7" fmla="*/ 1609 h 1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29" h="1609">
                <a:moveTo>
                  <a:pt x="929" y="1609"/>
                </a:moveTo>
                <a:lnTo>
                  <a:pt x="0" y="1609"/>
                </a:lnTo>
                <a:lnTo>
                  <a:pt x="0" y="0"/>
                </a:lnTo>
                <a:lnTo>
                  <a:pt x="929" y="1609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1">
            <a:extLst>
              <a:ext uri="{FF2B5EF4-FFF2-40B4-BE49-F238E27FC236}">
                <a16:creationId xmlns:a16="http://schemas.microsoft.com/office/drawing/2014/main" id="{BEA88FC6-65D3-C289-B861-51B28C8972B2}"/>
              </a:ext>
            </a:extLst>
          </p:cNvPr>
          <p:cNvSpPr>
            <a:spLocks/>
          </p:cNvSpPr>
          <p:nvPr/>
        </p:nvSpPr>
        <p:spPr bwMode="auto">
          <a:xfrm>
            <a:off x="3772441" y="3908660"/>
            <a:ext cx="3443611" cy="2980378"/>
          </a:xfrm>
          <a:custGeom>
            <a:avLst/>
            <a:gdLst>
              <a:gd name="T0" fmla="*/ 703 w 1405"/>
              <a:gd name="T1" fmla="*/ 0 h 1216"/>
              <a:gd name="T2" fmla="*/ 1405 w 1405"/>
              <a:gd name="T3" fmla="*/ 1216 h 1216"/>
              <a:gd name="T4" fmla="*/ 0 w 1405"/>
              <a:gd name="T5" fmla="*/ 1216 h 1216"/>
              <a:gd name="T6" fmla="*/ 703 w 1405"/>
              <a:gd name="T7" fmla="*/ 0 h 1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5" h="1216">
                <a:moveTo>
                  <a:pt x="703" y="0"/>
                </a:moveTo>
                <a:lnTo>
                  <a:pt x="1405" y="1216"/>
                </a:lnTo>
                <a:lnTo>
                  <a:pt x="0" y="1216"/>
                </a:lnTo>
                <a:lnTo>
                  <a:pt x="70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E6616EA8-CD6D-5360-89D4-0F2A679AAAA9}"/>
              </a:ext>
            </a:extLst>
          </p:cNvPr>
          <p:cNvSpPr>
            <a:spLocks/>
          </p:cNvSpPr>
          <p:nvPr/>
        </p:nvSpPr>
        <p:spPr bwMode="auto">
          <a:xfrm>
            <a:off x="5495472" y="3908660"/>
            <a:ext cx="1720580" cy="2980378"/>
          </a:xfrm>
          <a:custGeom>
            <a:avLst/>
            <a:gdLst>
              <a:gd name="T0" fmla="*/ 702 w 702"/>
              <a:gd name="T1" fmla="*/ 1216 h 1216"/>
              <a:gd name="T2" fmla="*/ 0 w 702"/>
              <a:gd name="T3" fmla="*/ 1216 h 1216"/>
              <a:gd name="T4" fmla="*/ 0 w 702"/>
              <a:gd name="T5" fmla="*/ 0 h 1216"/>
              <a:gd name="T6" fmla="*/ 702 w 702"/>
              <a:gd name="T7" fmla="*/ 1216 h 1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2" h="1216">
                <a:moveTo>
                  <a:pt x="702" y="1216"/>
                </a:moveTo>
                <a:lnTo>
                  <a:pt x="0" y="1216"/>
                </a:lnTo>
                <a:lnTo>
                  <a:pt x="0" y="0"/>
                </a:lnTo>
                <a:lnTo>
                  <a:pt x="702" y="1216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38">
            <a:extLst>
              <a:ext uri="{FF2B5EF4-FFF2-40B4-BE49-F238E27FC236}">
                <a16:creationId xmlns:a16="http://schemas.microsoft.com/office/drawing/2014/main" id="{AF7C0C2B-86EB-7552-8713-955B939C91B4}"/>
              </a:ext>
            </a:extLst>
          </p:cNvPr>
          <p:cNvSpPr>
            <a:spLocks/>
          </p:cNvSpPr>
          <p:nvPr/>
        </p:nvSpPr>
        <p:spPr bwMode="auto">
          <a:xfrm>
            <a:off x="7073896" y="4901302"/>
            <a:ext cx="2299008" cy="1987736"/>
          </a:xfrm>
          <a:custGeom>
            <a:avLst/>
            <a:gdLst>
              <a:gd name="T0" fmla="*/ 470 w 938"/>
              <a:gd name="T1" fmla="*/ 0 h 811"/>
              <a:gd name="T2" fmla="*/ 938 w 938"/>
              <a:gd name="T3" fmla="*/ 811 h 811"/>
              <a:gd name="T4" fmla="*/ 0 w 938"/>
              <a:gd name="T5" fmla="*/ 811 h 811"/>
              <a:gd name="T6" fmla="*/ 470 w 938"/>
              <a:gd name="T7" fmla="*/ 0 h 8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38" h="811">
                <a:moveTo>
                  <a:pt x="470" y="0"/>
                </a:moveTo>
                <a:lnTo>
                  <a:pt x="938" y="811"/>
                </a:lnTo>
                <a:lnTo>
                  <a:pt x="0" y="811"/>
                </a:lnTo>
                <a:lnTo>
                  <a:pt x="4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39">
            <a:extLst>
              <a:ext uri="{FF2B5EF4-FFF2-40B4-BE49-F238E27FC236}">
                <a16:creationId xmlns:a16="http://schemas.microsoft.com/office/drawing/2014/main" id="{E5CEB5F5-2B7D-9F9B-24C7-38BAA5AE897F}"/>
              </a:ext>
            </a:extLst>
          </p:cNvPr>
          <p:cNvSpPr>
            <a:spLocks/>
          </p:cNvSpPr>
          <p:nvPr/>
        </p:nvSpPr>
        <p:spPr bwMode="auto">
          <a:xfrm>
            <a:off x="8225851" y="4901302"/>
            <a:ext cx="1147053" cy="1987736"/>
          </a:xfrm>
          <a:custGeom>
            <a:avLst/>
            <a:gdLst>
              <a:gd name="T0" fmla="*/ 468 w 468"/>
              <a:gd name="T1" fmla="*/ 811 h 811"/>
              <a:gd name="T2" fmla="*/ 0 w 468"/>
              <a:gd name="T3" fmla="*/ 811 h 811"/>
              <a:gd name="T4" fmla="*/ 0 w 468"/>
              <a:gd name="T5" fmla="*/ 0 h 811"/>
              <a:gd name="T6" fmla="*/ 468 w 468"/>
              <a:gd name="T7" fmla="*/ 811 h 8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8" h="811">
                <a:moveTo>
                  <a:pt x="468" y="811"/>
                </a:moveTo>
                <a:lnTo>
                  <a:pt x="0" y="811"/>
                </a:lnTo>
                <a:lnTo>
                  <a:pt x="0" y="0"/>
                </a:lnTo>
                <a:lnTo>
                  <a:pt x="468" y="811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5B0D7A66-65E2-4CA6-5C2E-6707EAB40B42}"/>
              </a:ext>
            </a:extLst>
          </p:cNvPr>
          <p:cNvSpPr>
            <a:spLocks/>
          </p:cNvSpPr>
          <p:nvPr/>
        </p:nvSpPr>
        <p:spPr bwMode="auto">
          <a:xfrm>
            <a:off x="3429306" y="5359634"/>
            <a:ext cx="1769599" cy="1529404"/>
          </a:xfrm>
          <a:custGeom>
            <a:avLst/>
            <a:gdLst>
              <a:gd name="T0" fmla="*/ 360 w 722"/>
              <a:gd name="T1" fmla="*/ 0 h 624"/>
              <a:gd name="T2" fmla="*/ 722 w 722"/>
              <a:gd name="T3" fmla="*/ 624 h 624"/>
              <a:gd name="T4" fmla="*/ 0 w 722"/>
              <a:gd name="T5" fmla="*/ 624 h 624"/>
              <a:gd name="T6" fmla="*/ 360 w 722"/>
              <a:gd name="T7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2" h="624">
                <a:moveTo>
                  <a:pt x="360" y="0"/>
                </a:moveTo>
                <a:lnTo>
                  <a:pt x="722" y="624"/>
                </a:lnTo>
                <a:lnTo>
                  <a:pt x="0" y="624"/>
                </a:lnTo>
                <a:lnTo>
                  <a:pt x="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7">
            <a:extLst>
              <a:ext uri="{FF2B5EF4-FFF2-40B4-BE49-F238E27FC236}">
                <a16:creationId xmlns:a16="http://schemas.microsoft.com/office/drawing/2014/main" id="{E2628AA4-89A8-1A89-8F4A-288E003D3B44}"/>
              </a:ext>
            </a:extLst>
          </p:cNvPr>
          <p:cNvSpPr>
            <a:spLocks/>
          </p:cNvSpPr>
          <p:nvPr/>
        </p:nvSpPr>
        <p:spPr bwMode="auto">
          <a:xfrm>
            <a:off x="4311654" y="5359634"/>
            <a:ext cx="887251" cy="1529404"/>
          </a:xfrm>
          <a:custGeom>
            <a:avLst/>
            <a:gdLst>
              <a:gd name="T0" fmla="*/ 362 w 362"/>
              <a:gd name="T1" fmla="*/ 624 h 624"/>
              <a:gd name="T2" fmla="*/ 0 w 362"/>
              <a:gd name="T3" fmla="*/ 624 h 624"/>
              <a:gd name="T4" fmla="*/ 0 w 362"/>
              <a:gd name="T5" fmla="*/ 0 h 624"/>
              <a:gd name="T6" fmla="*/ 362 w 362"/>
              <a:gd name="T7" fmla="*/ 624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2" h="624">
                <a:moveTo>
                  <a:pt x="362" y="624"/>
                </a:moveTo>
                <a:lnTo>
                  <a:pt x="0" y="624"/>
                </a:lnTo>
                <a:lnTo>
                  <a:pt x="0" y="0"/>
                </a:lnTo>
                <a:lnTo>
                  <a:pt x="362" y="62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080A3B-98DB-7DA6-0BB7-347459CB320A}"/>
              </a:ext>
            </a:extLst>
          </p:cNvPr>
          <p:cNvSpPr txBox="1"/>
          <p:nvPr/>
        </p:nvSpPr>
        <p:spPr>
          <a:xfrm>
            <a:off x="9011509" y="3999503"/>
            <a:ext cx="2524225" cy="61683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E7D2B0-1A71-FF06-521B-01D278FE1084}"/>
              </a:ext>
            </a:extLst>
          </p:cNvPr>
          <p:cNvSpPr txBox="1"/>
          <p:nvPr/>
        </p:nvSpPr>
        <p:spPr>
          <a:xfrm>
            <a:off x="9011509" y="3643562"/>
            <a:ext cx="2524225" cy="368049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</a:rPr>
              <a:t>Your Option Here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08FB8-0570-B895-B7C2-E0F66D314687}"/>
              </a:ext>
            </a:extLst>
          </p:cNvPr>
          <p:cNvSpPr txBox="1"/>
          <p:nvPr/>
        </p:nvSpPr>
        <p:spPr>
          <a:xfrm>
            <a:off x="7556914" y="2072367"/>
            <a:ext cx="2524225" cy="61683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25066E-5892-3428-6BE7-865033173A8B}"/>
              </a:ext>
            </a:extLst>
          </p:cNvPr>
          <p:cNvSpPr txBox="1"/>
          <p:nvPr/>
        </p:nvSpPr>
        <p:spPr>
          <a:xfrm>
            <a:off x="7556914" y="1713091"/>
            <a:ext cx="2524225" cy="371384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50">
                <a:solidFill>
                  <a:schemeClr val="accent1"/>
                </a:solidFill>
                <a:latin typeface="+mj-lt"/>
              </a:rPr>
              <a:t>Your Option Here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68D7B5-F336-CD07-3676-AAFB75B5AB91}"/>
              </a:ext>
            </a:extLst>
          </p:cNvPr>
          <p:cNvSpPr txBox="1"/>
          <p:nvPr/>
        </p:nvSpPr>
        <p:spPr>
          <a:xfrm>
            <a:off x="2181857" y="3066218"/>
            <a:ext cx="2524225" cy="61683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E8C2CE-1F23-6258-37D9-AB9BB046ACDF}"/>
              </a:ext>
            </a:extLst>
          </p:cNvPr>
          <p:cNvSpPr txBox="1"/>
          <p:nvPr/>
        </p:nvSpPr>
        <p:spPr>
          <a:xfrm>
            <a:off x="2181857" y="2706942"/>
            <a:ext cx="2524225" cy="371384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600" b="1" spc="50" dirty="0">
                <a:solidFill>
                  <a:schemeClr val="accent2"/>
                </a:solidFill>
                <a:latin typeface="+mj-lt"/>
              </a:rPr>
              <a:t>Your Option Here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C00B28-A9DF-5E1B-523E-B64C9785B03F}"/>
              </a:ext>
            </a:extLst>
          </p:cNvPr>
          <p:cNvSpPr txBox="1"/>
          <p:nvPr/>
        </p:nvSpPr>
        <p:spPr>
          <a:xfrm>
            <a:off x="1016000" y="4497387"/>
            <a:ext cx="2524225" cy="61683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0B9BAE-2462-0DA8-0697-39EED0014375}"/>
              </a:ext>
            </a:extLst>
          </p:cNvPr>
          <p:cNvSpPr txBox="1"/>
          <p:nvPr/>
        </p:nvSpPr>
        <p:spPr>
          <a:xfrm>
            <a:off x="1016000" y="4138111"/>
            <a:ext cx="2524225" cy="371384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600" b="1" spc="50" dirty="0">
                <a:solidFill>
                  <a:schemeClr val="accent1"/>
                </a:solidFill>
                <a:latin typeface="+mj-lt"/>
              </a:rPr>
              <a:t>Your Option Here </a:t>
            </a: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4B84EC4C-8DCB-074D-3531-B41D1D475F77}"/>
              </a:ext>
            </a:extLst>
          </p:cNvPr>
          <p:cNvSpPr>
            <a:spLocks/>
          </p:cNvSpPr>
          <p:nvPr/>
        </p:nvSpPr>
        <p:spPr bwMode="auto">
          <a:xfrm>
            <a:off x="6390076" y="1700337"/>
            <a:ext cx="801467" cy="1061270"/>
          </a:xfrm>
          <a:custGeom>
            <a:avLst/>
            <a:gdLst>
              <a:gd name="T0" fmla="*/ 0 w 200"/>
              <a:gd name="T1" fmla="*/ 101 h 265"/>
              <a:gd name="T2" fmla="*/ 100 w 200"/>
              <a:gd name="T3" fmla="*/ 265 h 265"/>
              <a:gd name="T4" fmla="*/ 200 w 200"/>
              <a:gd name="T5" fmla="*/ 101 h 265"/>
              <a:gd name="T6" fmla="*/ 100 w 200"/>
              <a:gd name="T7" fmla="*/ 0 h 265"/>
              <a:gd name="T8" fmla="*/ 0 w 200"/>
              <a:gd name="T9" fmla="*/ 101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265">
                <a:moveTo>
                  <a:pt x="0" y="101"/>
                </a:moveTo>
                <a:cubicBezTo>
                  <a:pt x="0" y="169"/>
                  <a:pt x="100" y="265"/>
                  <a:pt x="100" y="265"/>
                </a:cubicBezTo>
                <a:cubicBezTo>
                  <a:pt x="100" y="265"/>
                  <a:pt x="200" y="171"/>
                  <a:pt x="200" y="101"/>
                </a:cubicBezTo>
                <a:cubicBezTo>
                  <a:pt x="200" y="45"/>
                  <a:pt x="155" y="0"/>
                  <a:pt x="100" y="0"/>
                </a:cubicBezTo>
                <a:cubicBezTo>
                  <a:pt x="45" y="0"/>
                  <a:pt x="0" y="45"/>
                  <a:pt x="0" y="1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C3DEDE49-7A94-E911-E019-F7C990206BD0}"/>
              </a:ext>
            </a:extLst>
          </p:cNvPr>
          <p:cNvSpPr>
            <a:spLocks noEditPoints="1"/>
          </p:cNvSpPr>
          <p:nvPr/>
        </p:nvSpPr>
        <p:spPr bwMode="auto">
          <a:xfrm>
            <a:off x="6550180" y="1894555"/>
            <a:ext cx="481257" cy="481257"/>
          </a:xfrm>
          <a:custGeom>
            <a:avLst/>
            <a:gdLst>
              <a:gd name="T0" fmla="*/ 776 w 788"/>
              <a:gd name="T1" fmla="*/ 67 h 788"/>
              <a:gd name="T2" fmla="*/ 632 w 788"/>
              <a:gd name="T3" fmla="*/ 14 h 788"/>
              <a:gd name="T4" fmla="*/ 620 w 788"/>
              <a:gd name="T5" fmla="*/ 0 h 788"/>
              <a:gd name="T6" fmla="*/ 158 w 788"/>
              <a:gd name="T7" fmla="*/ 4 h 788"/>
              <a:gd name="T8" fmla="*/ 163 w 788"/>
              <a:gd name="T9" fmla="*/ 67 h 788"/>
              <a:gd name="T10" fmla="*/ 3 w 788"/>
              <a:gd name="T11" fmla="*/ 71 h 788"/>
              <a:gd name="T12" fmla="*/ 24 w 788"/>
              <a:gd name="T13" fmla="*/ 240 h 788"/>
              <a:gd name="T14" fmla="*/ 339 w 788"/>
              <a:gd name="T15" fmla="*/ 541 h 788"/>
              <a:gd name="T16" fmla="*/ 263 w 788"/>
              <a:gd name="T17" fmla="*/ 668 h 788"/>
              <a:gd name="T18" fmla="*/ 203 w 788"/>
              <a:gd name="T19" fmla="*/ 776 h 788"/>
              <a:gd name="T20" fmla="*/ 573 w 788"/>
              <a:gd name="T21" fmla="*/ 788 h 788"/>
              <a:gd name="T22" fmla="*/ 585 w 788"/>
              <a:gd name="T23" fmla="*/ 728 h 788"/>
              <a:gd name="T24" fmla="*/ 522 w 788"/>
              <a:gd name="T25" fmla="*/ 668 h 788"/>
              <a:gd name="T26" fmla="*/ 576 w 788"/>
              <a:gd name="T27" fmla="*/ 412 h 788"/>
              <a:gd name="T28" fmla="*/ 788 w 788"/>
              <a:gd name="T29" fmla="*/ 81 h 788"/>
              <a:gd name="T30" fmla="*/ 47 w 788"/>
              <a:gd name="T31" fmla="*/ 237 h 788"/>
              <a:gd name="T32" fmla="*/ 166 w 788"/>
              <a:gd name="T33" fmla="*/ 91 h 788"/>
              <a:gd name="T34" fmla="*/ 207 w 788"/>
              <a:gd name="T35" fmla="*/ 388 h 788"/>
              <a:gd name="T36" fmla="*/ 525 w 788"/>
              <a:gd name="T37" fmla="*/ 692 h 788"/>
              <a:gd name="T38" fmla="*/ 561 w 788"/>
              <a:gd name="T39" fmla="*/ 764 h 788"/>
              <a:gd name="T40" fmla="*/ 227 w 788"/>
              <a:gd name="T41" fmla="*/ 728 h 788"/>
              <a:gd name="T42" fmla="*/ 525 w 788"/>
              <a:gd name="T43" fmla="*/ 692 h 788"/>
              <a:gd name="T44" fmla="*/ 306 w 788"/>
              <a:gd name="T45" fmla="*/ 668 h 788"/>
              <a:gd name="T46" fmla="*/ 394 w 788"/>
              <a:gd name="T47" fmla="*/ 549 h 788"/>
              <a:gd name="T48" fmla="*/ 482 w 788"/>
              <a:gd name="T49" fmla="*/ 668 h 788"/>
              <a:gd name="T50" fmla="*/ 394 w 788"/>
              <a:gd name="T51" fmla="*/ 525 h 788"/>
              <a:gd name="T52" fmla="*/ 305 w 788"/>
              <a:gd name="T53" fmla="*/ 120 h 788"/>
              <a:gd name="T54" fmla="*/ 282 w 788"/>
              <a:gd name="T55" fmla="*/ 122 h 788"/>
              <a:gd name="T56" fmla="*/ 339 w 788"/>
              <a:gd name="T57" fmla="*/ 515 h 788"/>
              <a:gd name="T58" fmla="*/ 181 w 788"/>
              <a:gd name="T59" fmla="*/ 24 h 788"/>
              <a:gd name="T60" fmla="*/ 558 w 788"/>
              <a:gd name="T61" fmla="*/ 382 h 788"/>
              <a:gd name="T62" fmla="*/ 581 w 788"/>
              <a:gd name="T63" fmla="*/ 388 h 788"/>
              <a:gd name="T64" fmla="*/ 622 w 788"/>
              <a:gd name="T65" fmla="*/ 91 h 788"/>
              <a:gd name="T66" fmla="*/ 740 w 788"/>
              <a:gd name="T67" fmla="*/ 237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88" h="788">
                <a:moveTo>
                  <a:pt x="785" y="71"/>
                </a:moveTo>
                <a:cubicBezTo>
                  <a:pt x="783" y="69"/>
                  <a:pt x="779" y="67"/>
                  <a:pt x="776" y="67"/>
                </a:cubicBezTo>
                <a:cubicBezTo>
                  <a:pt x="625" y="67"/>
                  <a:pt x="625" y="67"/>
                  <a:pt x="625" y="67"/>
                </a:cubicBezTo>
                <a:cubicBezTo>
                  <a:pt x="632" y="14"/>
                  <a:pt x="632" y="14"/>
                  <a:pt x="632" y="14"/>
                </a:cubicBezTo>
                <a:cubicBezTo>
                  <a:pt x="633" y="10"/>
                  <a:pt x="632" y="7"/>
                  <a:pt x="630" y="4"/>
                </a:cubicBezTo>
                <a:cubicBezTo>
                  <a:pt x="628" y="2"/>
                  <a:pt x="624" y="0"/>
                  <a:pt x="620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164" y="0"/>
                  <a:pt x="160" y="2"/>
                  <a:pt x="158" y="4"/>
                </a:cubicBezTo>
                <a:cubicBezTo>
                  <a:pt x="156" y="7"/>
                  <a:pt x="155" y="10"/>
                  <a:pt x="155" y="14"/>
                </a:cubicBezTo>
                <a:cubicBezTo>
                  <a:pt x="163" y="67"/>
                  <a:pt x="163" y="67"/>
                  <a:pt x="163" y="67"/>
                </a:cubicBezTo>
                <a:cubicBezTo>
                  <a:pt x="12" y="67"/>
                  <a:pt x="12" y="67"/>
                  <a:pt x="12" y="67"/>
                </a:cubicBezTo>
                <a:cubicBezTo>
                  <a:pt x="8" y="67"/>
                  <a:pt x="5" y="69"/>
                  <a:pt x="3" y="71"/>
                </a:cubicBezTo>
                <a:cubicBezTo>
                  <a:pt x="1" y="74"/>
                  <a:pt x="0" y="77"/>
                  <a:pt x="0" y="81"/>
                </a:cubicBezTo>
                <a:cubicBezTo>
                  <a:pt x="24" y="240"/>
                  <a:pt x="24" y="240"/>
                  <a:pt x="24" y="240"/>
                </a:cubicBezTo>
                <a:cubicBezTo>
                  <a:pt x="38" y="335"/>
                  <a:pt x="118" y="407"/>
                  <a:pt x="212" y="412"/>
                </a:cubicBezTo>
                <a:cubicBezTo>
                  <a:pt x="230" y="474"/>
                  <a:pt x="279" y="522"/>
                  <a:pt x="339" y="541"/>
                </a:cubicBezTo>
                <a:cubicBezTo>
                  <a:pt x="339" y="622"/>
                  <a:pt x="278" y="661"/>
                  <a:pt x="266" y="668"/>
                </a:cubicBezTo>
                <a:cubicBezTo>
                  <a:pt x="263" y="668"/>
                  <a:pt x="263" y="668"/>
                  <a:pt x="263" y="668"/>
                </a:cubicBezTo>
                <a:cubicBezTo>
                  <a:pt x="230" y="668"/>
                  <a:pt x="203" y="695"/>
                  <a:pt x="203" y="728"/>
                </a:cubicBezTo>
                <a:cubicBezTo>
                  <a:pt x="203" y="776"/>
                  <a:pt x="203" y="776"/>
                  <a:pt x="203" y="776"/>
                </a:cubicBezTo>
                <a:cubicBezTo>
                  <a:pt x="203" y="782"/>
                  <a:pt x="208" y="788"/>
                  <a:pt x="215" y="788"/>
                </a:cubicBezTo>
                <a:cubicBezTo>
                  <a:pt x="573" y="788"/>
                  <a:pt x="573" y="788"/>
                  <a:pt x="573" y="788"/>
                </a:cubicBezTo>
                <a:cubicBezTo>
                  <a:pt x="579" y="788"/>
                  <a:pt x="585" y="782"/>
                  <a:pt x="585" y="776"/>
                </a:cubicBezTo>
                <a:cubicBezTo>
                  <a:pt x="585" y="728"/>
                  <a:pt x="585" y="728"/>
                  <a:pt x="585" y="728"/>
                </a:cubicBezTo>
                <a:cubicBezTo>
                  <a:pt x="585" y="695"/>
                  <a:pt x="558" y="668"/>
                  <a:pt x="525" y="668"/>
                </a:cubicBezTo>
                <a:cubicBezTo>
                  <a:pt x="522" y="668"/>
                  <a:pt x="522" y="668"/>
                  <a:pt x="522" y="668"/>
                </a:cubicBezTo>
                <a:cubicBezTo>
                  <a:pt x="510" y="661"/>
                  <a:pt x="449" y="622"/>
                  <a:pt x="448" y="541"/>
                </a:cubicBezTo>
                <a:cubicBezTo>
                  <a:pt x="509" y="522"/>
                  <a:pt x="557" y="474"/>
                  <a:pt x="576" y="412"/>
                </a:cubicBezTo>
                <a:cubicBezTo>
                  <a:pt x="670" y="407"/>
                  <a:pt x="750" y="335"/>
                  <a:pt x="764" y="240"/>
                </a:cubicBezTo>
                <a:cubicBezTo>
                  <a:pt x="788" y="81"/>
                  <a:pt x="788" y="81"/>
                  <a:pt x="788" y="81"/>
                </a:cubicBezTo>
                <a:cubicBezTo>
                  <a:pt x="788" y="77"/>
                  <a:pt x="787" y="74"/>
                  <a:pt x="785" y="71"/>
                </a:cubicBezTo>
                <a:close/>
                <a:moveTo>
                  <a:pt x="47" y="237"/>
                </a:moveTo>
                <a:cubicBezTo>
                  <a:pt x="26" y="91"/>
                  <a:pt x="26" y="91"/>
                  <a:pt x="26" y="91"/>
                </a:cubicBezTo>
                <a:cubicBezTo>
                  <a:pt x="166" y="91"/>
                  <a:pt x="166" y="91"/>
                  <a:pt x="166" y="91"/>
                </a:cubicBezTo>
                <a:cubicBezTo>
                  <a:pt x="206" y="385"/>
                  <a:pt x="206" y="385"/>
                  <a:pt x="206" y="385"/>
                </a:cubicBezTo>
                <a:cubicBezTo>
                  <a:pt x="206" y="386"/>
                  <a:pt x="206" y="387"/>
                  <a:pt x="207" y="388"/>
                </a:cubicBezTo>
                <a:cubicBezTo>
                  <a:pt x="126" y="380"/>
                  <a:pt x="59" y="318"/>
                  <a:pt x="47" y="237"/>
                </a:cubicBezTo>
                <a:close/>
                <a:moveTo>
                  <a:pt x="525" y="692"/>
                </a:moveTo>
                <a:cubicBezTo>
                  <a:pt x="545" y="692"/>
                  <a:pt x="561" y="708"/>
                  <a:pt x="561" y="728"/>
                </a:cubicBezTo>
                <a:cubicBezTo>
                  <a:pt x="561" y="764"/>
                  <a:pt x="561" y="764"/>
                  <a:pt x="561" y="764"/>
                </a:cubicBezTo>
                <a:cubicBezTo>
                  <a:pt x="227" y="764"/>
                  <a:pt x="227" y="764"/>
                  <a:pt x="227" y="764"/>
                </a:cubicBezTo>
                <a:cubicBezTo>
                  <a:pt x="227" y="728"/>
                  <a:pt x="227" y="728"/>
                  <a:pt x="227" y="728"/>
                </a:cubicBezTo>
                <a:cubicBezTo>
                  <a:pt x="227" y="708"/>
                  <a:pt x="243" y="692"/>
                  <a:pt x="263" y="692"/>
                </a:cubicBezTo>
                <a:lnTo>
                  <a:pt x="525" y="692"/>
                </a:lnTo>
                <a:close/>
                <a:moveTo>
                  <a:pt x="482" y="668"/>
                </a:moveTo>
                <a:cubicBezTo>
                  <a:pt x="306" y="668"/>
                  <a:pt x="306" y="668"/>
                  <a:pt x="306" y="668"/>
                </a:cubicBezTo>
                <a:cubicBezTo>
                  <a:pt x="331" y="646"/>
                  <a:pt x="361" y="606"/>
                  <a:pt x="363" y="546"/>
                </a:cubicBezTo>
                <a:cubicBezTo>
                  <a:pt x="373" y="548"/>
                  <a:pt x="384" y="549"/>
                  <a:pt x="394" y="549"/>
                </a:cubicBezTo>
                <a:cubicBezTo>
                  <a:pt x="404" y="549"/>
                  <a:pt x="414" y="548"/>
                  <a:pt x="425" y="546"/>
                </a:cubicBezTo>
                <a:cubicBezTo>
                  <a:pt x="426" y="606"/>
                  <a:pt x="457" y="646"/>
                  <a:pt x="482" y="668"/>
                </a:cubicBezTo>
                <a:close/>
                <a:moveTo>
                  <a:pt x="558" y="382"/>
                </a:moveTo>
                <a:cubicBezTo>
                  <a:pt x="547" y="463"/>
                  <a:pt x="476" y="525"/>
                  <a:pt x="394" y="525"/>
                </a:cubicBezTo>
                <a:cubicBezTo>
                  <a:pt x="363" y="525"/>
                  <a:pt x="328" y="472"/>
                  <a:pt x="322" y="383"/>
                </a:cubicBezTo>
                <a:cubicBezTo>
                  <a:pt x="305" y="120"/>
                  <a:pt x="305" y="120"/>
                  <a:pt x="305" y="120"/>
                </a:cubicBezTo>
                <a:cubicBezTo>
                  <a:pt x="305" y="113"/>
                  <a:pt x="300" y="108"/>
                  <a:pt x="293" y="109"/>
                </a:cubicBezTo>
                <a:cubicBezTo>
                  <a:pt x="286" y="110"/>
                  <a:pt x="281" y="115"/>
                  <a:pt x="282" y="122"/>
                </a:cubicBezTo>
                <a:cubicBezTo>
                  <a:pt x="299" y="384"/>
                  <a:pt x="299" y="384"/>
                  <a:pt x="299" y="384"/>
                </a:cubicBezTo>
                <a:cubicBezTo>
                  <a:pt x="302" y="440"/>
                  <a:pt x="317" y="486"/>
                  <a:pt x="339" y="515"/>
                </a:cubicBezTo>
                <a:cubicBezTo>
                  <a:pt x="282" y="495"/>
                  <a:pt x="238" y="445"/>
                  <a:pt x="229" y="382"/>
                </a:cubicBezTo>
                <a:cubicBezTo>
                  <a:pt x="181" y="24"/>
                  <a:pt x="181" y="24"/>
                  <a:pt x="181" y="24"/>
                </a:cubicBezTo>
                <a:cubicBezTo>
                  <a:pt x="607" y="24"/>
                  <a:pt x="607" y="24"/>
                  <a:pt x="607" y="24"/>
                </a:cubicBezTo>
                <a:lnTo>
                  <a:pt x="558" y="382"/>
                </a:lnTo>
                <a:close/>
                <a:moveTo>
                  <a:pt x="740" y="237"/>
                </a:moveTo>
                <a:cubicBezTo>
                  <a:pt x="728" y="318"/>
                  <a:pt x="662" y="380"/>
                  <a:pt x="581" y="388"/>
                </a:cubicBezTo>
                <a:cubicBezTo>
                  <a:pt x="581" y="387"/>
                  <a:pt x="581" y="386"/>
                  <a:pt x="582" y="385"/>
                </a:cubicBezTo>
                <a:cubicBezTo>
                  <a:pt x="622" y="91"/>
                  <a:pt x="622" y="91"/>
                  <a:pt x="622" y="91"/>
                </a:cubicBezTo>
                <a:cubicBezTo>
                  <a:pt x="762" y="91"/>
                  <a:pt x="762" y="91"/>
                  <a:pt x="762" y="91"/>
                </a:cubicBezTo>
                <a:lnTo>
                  <a:pt x="740" y="2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23">
            <a:extLst>
              <a:ext uri="{FF2B5EF4-FFF2-40B4-BE49-F238E27FC236}">
                <a16:creationId xmlns:a16="http://schemas.microsoft.com/office/drawing/2014/main" id="{28C16B01-C766-1B12-EE26-1B79A4A4A30F}"/>
              </a:ext>
            </a:extLst>
          </p:cNvPr>
          <p:cNvSpPr>
            <a:spLocks/>
          </p:cNvSpPr>
          <p:nvPr/>
        </p:nvSpPr>
        <p:spPr bwMode="auto">
          <a:xfrm>
            <a:off x="5091063" y="2690528"/>
            <a:ext cx="803918" cy="1061270"/>
          </a:xfrm>
          <a:custGeom>
            <a:avLst/>
            <a:gdLst>
              <a:gd name="T0" fmla="*/ 0 w 201"/>
              <a:gd name="T1" fmla="*/ 101 h 265"/>
              <a:gd name="T2" fmla="*/ 100 w 201"/>
              <a:gd name="T3" fmla="*/ 265 h 265"/>
              <a:gd name="T4" fmla="*/ 201 w 201"/>
              <a:gd name="T5" fmla="*/ 101 h 265"/>
              <a:gd name="T6" fmla="*/ 100 w 201"/>
              <a:gd name="T7" fmla="*/ 0 h 265"/>
              <a:gd name="T8" fmla="*/ 0 w 201"/>
              <a:gd name="T9" fmla="*/ 101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265">
                <a:moveTo>
                  <a:pt x="0" y="101"/>
                </a:moveTo>
                <a:cubicBezTo>
                  <a:pt x="0" y="169"/>
                  <a:pt x="100" y="265"/>
                  <a:pt x="100" y="265"/>
                </a:cubicBezTo>
                <a:cubicBezTo>
                  <a:pt x="100" y="265"/>
                  <a:pt x="201" y="171"/>
                  <a:pt x="201" y="101"/>
                </a:cubicBezTo>
                <a:cubicBezTo>
                  <a:pt x="201" y="45"/>
                  <a:pt x="156" y="0"/>
                  <a:pt x="100" y="0"/>
                </a:cubicBezTo>
                <a:cubicBezTo>
                  <a:pt x="45" y="0"/>
                  <a:pt x="0" y="45"/>
                  <a:pt x="0" y="10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32">
            <a:extLst>
              <a:ext uri="{FF2B5EF4-FFF2-40B4-BE49-F238E27FC236}">
                <a16:creationId xmlns:a16="http://schemas.microsoft.com/office/drawing/2014/main" id="{BDD45606-0612-DE30-1E8B-D62AEEF615C9}"/>
              </a:ext>
            </a:extLst>
          </p:cNvPr>
          <p:cNvSpPr>
            <a:spLocks noEditPoints="1"/>
          </p:cNvSpPr>
          <p:nvPr/>
        </p:nvSpPr>
        <p:spPr bwMode="auto">
          <a:xfrm>
            <a:off x="5289068" y="2858245"/>
            <a:ext cx="407908" cy="481257"/>
          </a:xfrm>
          <a:custGeom>
            <a:avLst/>
            <a:gdLst>
              <a:gd name="T0" fmla="*/ 296 w 668"/>
              <a:gd name="T1" fmla="*/ 378 h 788"/>
              <a:gd name="T2" fmla="*/ 271 w 668"/>
              <a:gd name="T3" fmla="*/ 605 h 788"/>
              <a:gd name="T4" fmla="*/ 259 w 668"/>
              <a:gd name="T5" fmla="*/ 616 h 788"/>
              <a:gd name="T6" fmla="*/ 260 w 668"/>
              <a:gd name="T7" fmla="*/ 492 h 788"/>
              <a:gd name="T8" fmla="*/ 286 w 668"/>
              <a:gd name="T9" fmla="*/ 365 h 788"/>
              <a:gd name="T10" fmla="*/ 656 w 668"/>
              <a:gd name="T11" fmla="*/ 788 h 788"/>
              <a:gd name="T12" fmla="*/ 0 w 668"/>
              <a:gd name="T13" fmla="*/ 776 h 788"/>
              <a:gd name="T14" fmla="*/ 143 w 668"/>
              <a:gd name="T15" fmla="*/ 490 h 788"/>
              <a:gd name="T16" fmla="*/ 143 w 668"/>
              <a:gd name="T17" fmla="*/ 267 h 788"/>
              <a:gd name="T18" fmla="*/ 134 w 668"/>
              <a:gd name="T19" fmla="*/ 16 h 788"/>
              <a:gd name="T20" fmla="*/ 145 w 668"/>
              <a:gd name="T21" fmla="*/ 0 h 788"/>
              <a:gd name="T22" fmla="*/ 229 w 668"/>
              <a:gd name="T23" fmla="*/ 11 h 788"/>
              <a:gd name="T24" fmla="*/ 290 w 668"/>
              <a:gd name="T25" fmla="*/ 108 h 788"/>
              <a:gd name="T26" fmla="*/ 280 w 668"/>
              <a:gd name="T27" fmla="*/ 4 h 788"/>
              <a:gd name="T28" fmla="*/ 379 w 668"/>
              <a:gd name="T29" fmla="*/ 0 h 788"/>
              <a:gd name="T30" fmla="*/ 391 w 668"/>
              <a:gd name="T31" fmla="*/ 13 h 788"/>
              <a:gd name="T32" fmla="*/ 425 w 668"/>
              <a:gd name="T33" fmla="*/ 108 h 788"/>
              <a:gd name="T34" fmla="*/ 451 w 668"/>
              <a:gd name="T35" fmla="*/ 0 h 788"/>
              <a:gd name="T36" fmla="*/ 532 w 668"/>
              <a:gd name="T37" fmla="*/ 5 h 788"/>
              <a:gd name="T38" fmla="*/ 490 w 668"/>
              <a:gd name="T39" fmla="*/ 221 h 788"/>
              <a:gd name="T40" fmla="*/ 482 w 668"/>
              <a:gd name="T41" fmla="*/ 314 h 788"/>
              <a:gd name="T42" fmla="*/ 570 w 668"/>
              <a:gd name="T43" fmla="*/ 669 h 788"/>
              <a:gd name="T44" fmla="*/ 201 w 668"/>
              <a:gd name="T45" fmla="*/ 219 h 788"/>
              <a:gd name="T46" fmla="*/ 506 w 668"/>
              <a:gd name="T47" fmla="*/ 24 h 788"/>
              <a:gd name="T48" fmla="*/ 446 w 668"/>
              <a:gd name="T49" fmla="*/ 123 h 788"/>
              <a:gd name="T50" fmla="*/ 363 w 668"/>
              <a:gd name="T51" fmla="*/ 132 h 788"/>
              <a:gd name="T52" fmla="*/ 351 w 668"/>
              <a:gd name="T53" fmla="*/ 118 h 788"/>
              <a:gd name="T54" fmla="*/ 302 w 668"/>
              <a:gd name="T55" fmla="*/ 24 h 788"/>
              <a:gd name="T56" fmla="*/ 314 w 668"/>
              <a:gd name="T57" fmla="*/ 128 h 788"/>
              <a:gd name="T58" fmla="*/ 233 w 668"/>
              <a:gd name="T59" fmla="*/ 132 h 788"/>
              <a:gd name="T60" fmla="*/ 206 w 668"/>
              <a:gd name="T61" fmla="*/ 24 h 788"/>
              <a:gd name="T62" fmla="*/ 201 w 668"/>
              <a:gd name="T63" fmla="*/ 219 h 788"/>
              <a:gd name="T64" fmla="*/ 477 w 668"/>
              <a:gd name="T65" fmla="*/ 291 h 788"/>
              <a:gd name="T66" fmla="*/ 477 w 668"/>
              <a:gd name="T67" fmla="*/ 243 h 788"/>
              <a:gd name="T68" fmla="*/ 167 w 668"/>
              <a:gd name="T69" fmla="*/ 267 h 788"/>
              <a:gd name="T70" fmla="*/ 121 w 668"/>
              <a:gd name="T71" fmla="*/ 668 h 788"/>
              <a:gd name="T72" fmla="*/ 502 w 668"/>
              <a:gd name="T73" fmla="*/ 498 h 788"/>
              <a:gd name="T74" fmla="*/ 210 w 668"/>
              <a:gd name="T75" fmla="*/ 315 h 788"/>
              <a:gd name="T76" fmla="*/ 121 w 668"/>
              <a:gd name="T77" fmla="*/ 668 h 788"/>
              <a:gd name="T78" fmla="*/ 560 w 668"/>
              <a:gd name="T79" fmla="*/ 692 h 788"/>
              <a:gd name="T80" fmla="*/ 24 w 668"/>
              <a:gd name="T81" fmla="*/ 764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68" h="788">
                <a:moveTo>
                  <a:pt x="286" y="365"/>
                </a:moveTo>
                <a:cubicBezTo>
                  <a:pt x="292" y="366"/>
                  <a:pt x="297" y="371"/>
                  <a:pt x="296" y="378"/>
                </a:cubicBezTo>
                <a:cubicBezTo>
                  <a:pt x="293" y="417"/>
                  <a:pt x="288" y="457"/>
                  <a:pt x="284" y="495"/>
                </a:cubicBezTo>
                <a:cubicBezTo>
                  <a:pt x="279" y="531"/>
                  <a:pt x="274" y="568"/>
                  <a:pt x="271" y="605"/>
                </a:cubicBezTo>
                <a:cubicBezTo>
                  <a:pt x="271" y="611"/>
                  <a:pt x="266" y="616"/>
                  <a:pt x="260" y="616"/>
                </a:cubicBezTo>
                <a:cubicBezTo>
                  <a:pt x="259" y="616"/>
                  <a:pt x="259" y="616"/>
                  <a:pt x="259" y="616"/>
                </a:cubicBezTo>
                <a:cubicBezTo>
                  <a:pt x="252" y="615"/>
                  <a:pt x="247" y="609"/>
                  <a:pt x="248" y="603"/>
                </a:cubicBezTo>
                <a:cubicBezTo>
                  <a:pt x="251" y="565"/>
                  <a:pt x="255" y="528"/>
                  <a:pt x="260" y="492"/>
                </a:cubicBezTo>
                <a:cubicBezTo>
                  <a:pt x="265" y="454"/>
                  <a:pt x="270" y="414"/>
                  <a:pt x="273" y="376"/>
                </a:cubicBezTo>
                <a:cubicBezTo>
                  <a:pt x="273" y="369"/>
                  <a:pt x="278" y="365"/>
                  <a:pt x="286" y="365"/>
                </a:cubicBezTo>
                <a:close/>
                <a:moveTo>
                  <a:pt x="668" y="776"/>
                </a:moveTo>
                <a:cubicBezTo>
                  <a:pt x="668" y="782"/>
                  <a:pt x="662" y="788"/>
                  <a:pt x="656" y="788"/>
                </a:cubicBezTo>
                <a:cubicBezTo>
                  <a:pt x="11" y="788"/>
                  <a:pt x="11" y="788"/>
                  <a:pt x="11" y="788"/>
                </a:cubicBezTo>
                <a:cubicBezTo>
                  <a:pt x="5" y="788"/>
                  <a:pt x="0" y="782"/>
                  <a:pt x="0" y="776"/>
                </a:cubicBezTo>
                <a:cubicBezTo>
                  <a:pt x="0" y="720"/>
                  <a:pt x="43" y="674"/>
                  <a:pt x="97" y="669"/>
                </a:cubicBezTo>
                <a:cubicBezTo>
                  <a:pt x="100" y="607"/>
                  <a:pt x="122" y="547"/>
                  <a:pt x="143" y="490"/>
                </a:cubicBezTo>
                <a:cubicBezTo>
                  <a:pt x="165" y="429"/>
                  <a:pt x="186" y="372"/>
                  <a:pt x="186" y="314"/>
                </a:cubicBezTo>
                <a:cubicBezTo>
                  <a:pt x="162" y="312"/>
                  <a:pt x="143" y="292"/>
                  <a:pt x="143" y="267"/>
                </a:cubicBezTo>
                <a:cubicBezTo>
                  <a:pt x="143" y="245"/>
                  <a:pt x="158" y="227"/>
                  <a:pt x="178" y="221"/>
                </a:cubicBezTo>
                <a:cubicBezTo>
                  <a:pt x="163" y="104"/>
                  <a:pt x="135" y="17"/>
                  <a:pt x="134" y="16"/>
                </a:cubicBezTo>
                <a:cubicBezTo>
                  <a:pt x="133" y="12"/>
                  <a:pt x="134" y="8"/>
                  <a:pt x="136" y="5"/>
                </a:cubicBezTo>
                <a:cubicBezTo>
                  <a:pt x="138" y="2"/>
                  <a:pt x="142" y="0"/>
                  <a:pt x="145" y="0"/>
                </a:cubicBezTo>
                <a:cubicBezTo>
                  <a:pt x="217" y="0"/>
                  <a:pt x="217" y="0"/>
                  <a:pt x="217" y="0"/>
                </a:cubicBezTo>
                <a:cubicBezTo>
                  <a:pt x="223" y="0"/>
                  <a:pt x="229" y="5"/>
                  <a:pt x="229" y="11"/>
                </a:cubicBezTo>
                <a:cubicBezTo>
                  <a:pt x="229" y="12"/>
                  <a:pt x="231" y="50"/>
                  <a:pt x="242" y="108"/>
                </a:cubicBezTo>
                <a:cubicBezTo>
                  <a:pt x="290" y="108"/>
                  <a:pt x="290" y="108"/>
                  <a:pt x="290" y="108"/>
                </a:cubicBezTo>
                <a:cubicBezTo>
                  <a:pt x="279" y="51"/>
                  <a:pt x="277" y="14"/>
                  <a:pt x="277" y="13"/>
                </a:cubicBezTo>
                <a:cubicBezTo>
                  <a:pt x="277" y="9"/>
                  <a:pt x="278" y="6"/>
                  <a:pt x="280" y="4"/>
                </a:cubicBezTo>
                <a:cubicBezTo>
                  <a:pt x="282" y="2"/>
                  <a:pt x="286" y="0"/>
                  <a:pt x="289" y="0"/>
                </a:cubicBezTo>
                <a:cubicBezTo>
                  <a:pt x="379" y="0"/>
                  <a:pt x="379" y="0"/>
                  <a:pt x="379" y="0"/>
                </a:cubicBezTo>
                <a:cubicBezTo>
                  <a:pt x="382" y="0"/>
                  <a:pt x="385" y="2"/>
                  <a:pt x="388" y="4"/>
                </a:cubicBezTo>
                <a:cubicBezTo>
                  <a:pt x="390" y="6"/>
                  <a:pt x="391" y="9"/>
                  <a:pt x="391" y="13"/>
                </a:cubicBezTo>
                <a:cubicBezTo>
                  <a:pt x="391" y="14"/>
                  <a:pt x="389" y="51"/>
                  <a:pt x="378" y="108"/>
                </a:cubicBezTo>
                <a:cubicBezTo>
                  <a:pt x="425" y="108"/>
                  <a:pt x="425" y="108"/>
                  <a:pt x="425" y="108"/>
                </a:cubicBezTo>
                <a:cubicBezTo>
                  <a:pt x="436" y="50"/>
                  <a:pt x="439" y="12"/>
                  <a:pt x="439" y="11"/>
                </a:cubicBezTo>
                <a:cubicBezTo>
                  <a:pt x="439" y="5"/>
                  <a:pt x="444" y="0"/>
                  <a:pt x="451" y="0"/>
                </a:cubicBezTo>
                <a:cubicBezTo>
                  <a:pt x="522" y="0"/>
                  <a:pt x="522" y="0"/>
                  <a:pt x="522" y="0"/>
                </a:cubicBezTo>
                <a:cubicBezTo>
                  <a:pt x="526" y="0"/>
                  <a:pt x="530" y="2"/>
                  <a:pt x="532" y="5"/>
                </a:cubicBezTo>
                <a:cubicBezTo>
                  <a:pt x="534" y="8"/>
                  <a:pt x="534" y="12"/>
                  <a:pt x="533" y="16"/>
                </a:cubicBezTo>
                <a:cubicBezTo>
                  <a:pt x="533" y="17"/>
                  <a:pt x="504" y="104"/>
                  <a:pt x="490" y="221"/>
                </a:cubicBezTo>
                <a:cubicBezTo>
                  <a:pt x="510" y="227"/>
                  <a:pt x="525" y="245"/>
                  <a:pt x="525" y="267"/>
                </a:cubicBezTo>
                <a:cubicBezTo>
                  <a:pt x="525" y="292"/>
                  <a:pt x="506" y="312"/>
                  <a:pt x="482" y="314"/>
                </a:cubicBezTo>
                <a:cubicBezTo>
                  <a:pt x="482" y="372"/>
                  <a:pt x="502" y="429"/>
                  <a:pt x="525" y="490"/>
                </a:cubicBezTo>
                <a:cubicBezTo>
                  <a:pt x="546" y="547"/>
                  <a:pt x="567" y="607"/>
                  <a:pt x="570" y="669"/>
                </a:cubicBezTo>
                <a:cubicBezTo>
                  <a:pt x="625" y="674"/>
                  <a:pt x="668" y="720"/>
                  <a:pt x="668" y="776"/>
                </a:cubicBezTo>
                <a:close/>
                <a:moveTo>
                  <a:pt x="201" y="219"/>
                </a:moveTo>
                <a:cubicBezTo>
                  <a:pt x="466" y="219"/>
                  <a:pt x="466" y="219"/>
                  <a:pt x="466" y="219"/>
                </a:cubicBezTo>
                <a:cubicBezTo>
                  <a:pt x="477" y="128"/>
                  <a:pt x="497" y="55"/>
                  <a:pt x="506" y="24"/>
                </a:cubicBezTo>
                <a:cubicBezTo>
                  <a:pt x="462" y="24"/>
                  <a:pt x="462" y="24"/>
                  <a:pt x="462" y="24"/>
                </a:cubicBezTo>
                <a:cubicBezTo>
                  <a:pt x="460" y="41"/>
                  <a:pt x="456" y="76"/>
                  <a:pt x="446" y="123"/>
                </a:cubicBezTo>
                <a:cubicBezTo>
                  <a:pt x="445" y="128"/>
                  <a:pt x="441" y="132"/>
                  <a:pt x="435" y="132"/>
                </a:cubicBezTo>
                <a:cubicBezTo>
                  <a:pt x="363" y="132"/>
                  <a:pt x="363" y="132"/>
                  <a:pt x="363" y="132"/>
                </a:cubicBezTo>
                <a:cubicBezTo>
                  <a:pt x="360" y="132"/>
                  <a:pt x="356" y="131"/>
                  <a:pt x="354" y="128"/>
                </a:cubicBezTo>
                <a:cubicBezTo>
                  <a:pt x="352" y="125"/>
                  <a:pt x="351" y="122"/>
                  <a:pt x="351" y="118"/>
                </a:cubicBezTo>
                <a:cubicBezTo>
                  <a:pt x="361" y="74"/>
                  <a:pt x="364" y="41"/>
                  <a:pt x="366" y="24"/>
                </a:cubicBezTo>
                <a:cubicBezTo>
                  <a:pt x="302" y="24"/>
                  <a:pt x="302" y="24"/>
                  <a:pt x="302" y="24"/>
                </a:cubicBezTo>
                <a:cubicBezTo>
                  <a:pt x="303" y="41"/>
                  <a:pt x="307" y="74"/>
                  <a:pt x="316" y="118"/>
                </a:cubicBezTo>
                <a:cubicBezTo>
                  <a:pt x="317" y="122"/>
                  <a:pt x="316" y="125"/>
                  <a:pt x="314" y="128"/>
                </a:cubicBezTo>
                <a:cubicBezTo>
                  <a:pt x="311" y="131"/>
                  <a:pt x="308" y="132"/>
                  <a:pt x="304" y="132"/>
                </a:cubicBezTo>
                <a:cubicBezTo>
                  <a:pt x="233" y="132"/>
                  <a:pt x="233" y="132"/>
                  <a:pt x="233" y="132"/>
                </a:cubicBezTo>
                <a:cubicBezTo>
                  <a:pt x="227" y="132"/>
                  <a:pt x="222" y="128"/>
                  <a:pt x="221" y="123"/>
                </a:cubicBezTo>
                <a:cubicBezTo>
                  <a:pt x="212" y="76"/>
                  <a:pt x="208" y="41"/>
                  <a:pt x="206" y="24"/>
                </a:cubicBezTo>
                <a:cubicBezTo>
                  <a:pt x="162" y="24"/>
                  <a:pt x="162" y="24"/>
                  <a:pt x="162" y="24"/>
                </a:cubicBezTo>
                <a:cubicBezTo>
                  <a:pt x="171" y="55"/>
                  <a:pt x="190" y="128"/>
                  <a:pt x="201" y="219"/>
                </a:cubicBezTo>
                <a:close/>
                <a:moveTo>
                  <a:pt x="191" y="291"/>
                </a:moveTo>
                <a:cubicBezTo>
                  <a:pt x="477" y="291"/>
                  <a:pt x="477" y="291"/>
                  <a:pt x="477" y="291"/>
                </a:cubicBezTo>
                <a:cubicBezTo>
                  <a:pt x="490" y="291"/>
                  <a:pt x="501" y="280"/>
                  <a:pt x="501" y="267"/>
                </a:cubicBezTo>
                <a:cubicBezTo>
                  <a:pt x="501" y="254"/>
                  <a:pt x="490" y="243"/>
                  <a:pt x="477" y="243"/>
                </a:cubicBezTo>
                <a:cubicBezTo>
                  <a:pt x="191" y="243"/>
                  <a:pt x="191" y="243"/>
                  <a:pt x="191" y="243"/>
                </a:cubicBezTo>
                <a:cubicBezTo>
                  <a:pt x="178" y="243"/>
                  <a:pt x="167" y="254"/>
                  <a:pt x="167" y="267"/>
                </a:cubicBezTo>
                <a:cubicBezTo>
                  <a:pt x="167" y="280"/>
                  <a:pt x="178" y="291"/>
                  <a:pt x="191" y="291"/>
                </a:cubicBezTo>
                <a:close/>
                <a:moveTo>
                  <a:pt x="121" y="668"/>
                </a:moveTo>
                <a:cubicBezTo>
                  <a:pt x="546" y="668"/>
                  <a:pt x="546" y="668"/>
                  <a:pt x="546" y="668"/>
                </a:cubicBezTo>
                <a:cubicBezTo>
                  <a:pt x="543" y="611"/>
                  <a:pt x="523" y="553"/>
                  <a:pt x="502" y="498"/>
                </a:cubicBezTo>
                <a:cubicBezTo>
                  <a:pt x="480" y="438"/>
                  <a:pt x="458" y="377"/>
                  <a:pt x="458" y="315"/>
                </a:cubicBezTo>
                <a:cubicBezTo>
                  <a:pt x="210" y="315"/>
                  <a:pt x="210" y="315"/>
                  <a:pt x="210" y="315"/>
                </a:cubicBezTo>
                <a:cubicBezTo>
                  <a:pt x="209" y="377"/>
                  <a:pt x="187" y="438"/>
                  <a:pt x="165" y="498"/>
                </a:cubicBezTo>
                <a:cubicBezTo>
                  <a:pt x="145" y="553"/>
                  <a:pt x="124" y="611"/>
                  <a:pt x="121" y="668"/>
                </a:cubicBezTo>
                <a:close/>
                <a:moveTo>
                  <a:pt x="643" y="764"/>
                </a:moveTo>
                <a:cubicBezTo>
                  <a:pt x="638" y="723"/>
                  <a:pt x="602" y="692"/>
                  <a:pt x="560" y="692"/>
                </a:cubicBezTo>
                <a:cubicBezTo>
                  <a:pt x="107" y="692"/>
                  <a:pt x="107" y="692"/>
                  <a:pt x="107" y="692"/>
                </a:cubicBezTo>
                <a:cubicBezTo>
                  <a:pt x="65" y="692"/>
                  <a:pt x="30" y="723"/>
                  <a:pt x="24" y="764"/>
                </a:cubicBezTo>
                <a:lnTo>
                  <a:pt x="643" y="7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49">
            <a:extLst>
              <a:ext uri="{FF2B5EF4-FFF2-40B4-BE49-F238E27FC236}">
                <a16:creationId xmlns:a16="http://schemas.microsoft.com/office/drawing/2014/main" id="{9973CD31-D799-6AF1-BC1B-C35491933888}"/>
              </a:ext>
            </a:extLst>
          </p:cNvPr>
          <p:cNvSpPr>
            <a:spLocks/>
          </p:cNvSpPr>
          <p:nvPr/>
        </p:nvSpPr>
        <p:spPr bwMode="auto">
          <a:xfrm>
            <a:off x="3912146" y="4129247"/>
            <a:ext cx="806369" cy="1061270"/>
          </a:xfrm>
          <a:custGeom>
            <a:avLst/>
            <a:gdLst>
              <a:gd name="T0" fmla="*/ 0 w 201"/>
              <a:gd name="T1" fmla="*/ 101 h 265"/>
              <a:gd name="T2" fmla="*/ 101 w 201"/>
              <a:gd name="T3" fmla="*/ 265 h 265"/>
              <a:gd name="T4" fmla="*/ 201 w 201"/>
              <a:gd name="T5" fmla="*/ 101 h 265"/>
              <a:gd name="T6" fmla="*/ 101 w 201"/>
              <a:gd name="T7" fmla="*/ 0 h 265"/>
              <a:gd name="T8" fmla="*/ 0 w 201"/>
              <a:gd name="T9" fmla="*/ 101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265">
                <a:moveTo>
                  <a:pt x="0" y="101"/>
                </a:moveTo>
                <a:cubicBezTo>
                  <a:pt x="0" y="170"/>
                  <a:pt x="101" y="265"/>
                  <a:pt x="101" y="265"/>
                </a:cubicBezTo>
                <a:cubicBezTo>
                  <a:pt x="101" y="265"/>
                  <a:pt x="201" y="171"/>
                  <a:pt x="201" y="101"/>
                </a:cubicBezTo>
                <a:cubicBezTo>
                  <a:pt x="201" y="45"/>
                  <a:pt x="156" y="0"/>
                  <a:pt x="101" y="0"/>
                </a:cubicBezTo>
                <a:cubicBezTo>
                  <a:pt x="45" y="0"/>
                  <a:pt x="0" y="45"/>
                  <a:pt x="0" y="1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35">
            <a:extLst>
              <a:ext uri="{FF2B5EF4-FFF2-40B4-BE49-F238E27FC236}">
                <a16:creationId xmlns:a16="http://schemas.microsoft.com/office/drawing/2014/main" id="{E8AED0FC-72C7-659F-BFC8-43A59009A5FC}"/>
              </a:ext>
            </a:extLst>
          </p:cNvPr>
          <p:cNvSpPr>
            <a:spLocks noEditPoints="1"/>
          </p:cNvSpPr>
          <p:nvPr/>
        </p:nvSpPr>
        <p:spPr bwMode="auto">
          <a:xfrm>
            <a:off x="4071212" y="4289788"/>
            <a:ext cx="480884" cy="480510"/>
          </a:xfrm>
          <a:custGeom>
            <a:avLst/>
            <a:gdLst>
              <a:gd name="T0" fmla="*/ 352 w 787"/>
              <a:gd name="T1" fmla="*/ 137 h 786"/>
              <a:gd name="T2" fmla="*/ 435 w 787"/>
              <a:gd name="T3" fmla="*/ 137 h 786"/>
              <a:gd name="T4" fmla="*/ 393 w 787"/>
              <a:gd name="T5" fmla="*/ 155 h 786"/>
              <a:gd name="T6" fmla="*/ 393 w 787"/>
              <a:gd name="T7" fmla="*/ 120 h 786"/>
              <a:gd name="T8" fmla="*/ 393 w 787"/>
              <a:gd name="T9" fmla="*/ 155 h 786"/>
              <a:gd name="T10" fmla="*/ 787 w 787"/>
              <a:gd name="T11" fmla="*/ 452 h 786"/>
              <a:gd name="T12" fmla="*/ 786 w 787"/>
              <a:gd name="T13" fmla="*/ 448 h 786"/>
              <a:gd name="T14" fmla="*/ 666 w 787"/>
              <a:gd name="T15" fmla="*/ 130 h 786"/>
              <a:gd name="T16" fmla="*/ 662 w 787"/>
              <a:gd name="T17" fmla="*/ 128 h 786"/>
              <a:gd name="T18" fmla="*/ 658 w 787"/>
              <a:gd name="T19" fmla="*/ 126 h 786"/>
              <a:gd name="T20" fmla="*/ 657 w 787"/>
              <a:gd name="T21" fmla="*/ 126 h 786"/>
              <a:gd name="T22" fmla="*/ 441 w 787"/>
              <a:gd name="T23" fmla="*/ 55 h 786"/>
              <a:gd name="T24" fmla="*/ 429 w 787"/>
              <a:gd name="T25" fmla="*/ 0 h 786"/>
              <a:gd name="T26" fmla="*/ 345 w 787"/>
              <a:gd name="T27" fmla="*/ 12 h 786"/>
              <a:gd name="T28" fmla="*/ 299 w 787"/>
              <a:gd name="T29" fmla="*/ 126 h 786"/>
              <a:gd name="T30" fmla="*/ 128 w 787"/>
              <a:gd name="T31" fmla="*/ 127 h 786"/>
              <a:gd name="T32" fmla="*/ 124 w 787"/>
              <a:gd name="T33" fmla="*/ 128 h 786"/>
              <a:gd name="T34" fmla="*/ 120 w 787"/>
              <a:gd name="T35" fmla="*/ 131 h 786"/>
              <a:gd name="T36" fmla="*/ 118 w 787"/>
              <a:gd name="T37" fmla="*/ 134 h 786"/>
              <a:gd name="T38" fmla="*/ 0 w 787"/>
              <a:gd name="T39" fmla="*/ 448 h 786"/>
              <a:gd name="T40" fmla="*/ 0 w 787"/>
              <a:gd name="T41" fmla="*/ 452 h 786"/>
              <a:gd name="T42" fmla="*/ 0 w 787"/>
              <a:gd name="T43" fmla="*/ 453 h 786"/>
              <a:gd name="T44" fmla="*/ 259 w 787"/>
              <a:gd name="T45" fmla="*/ 453 h 786"/>
              <a:gd name="T46" fmla="*/ 259 w 787"/>
              <a:gd name="T47" fmla="*/ 452 h 786"/>
              <a:gd name="T48" fmla="*/ 258 w 787"/>
              <a:gd name="T49" fmla="*/ 448 h 786"/>
              <a:gd name="T50" fmla="*/ 299 w 787"/>
              <a:gd name="T51" fmla="*/ 150 h 786"/>
              <a:gd name="T52" fmla="*/ 345 w 787"/>
              <a:gd name="T53" fmla="*/ 643 h 786"/>
              <a:gd name="T54" fmla="*/ 202 w 787"/>
              <a:gd name="T55" fmla="*/ 655 h 786"/>
              <a:gd name="T56" fmla="*/ 155 w 787"/>
              <a:gd name="T57" fmla="*/ 703 h 786"/>
              <a:gd name="T58" fmla="*/ 143 w 787"/>
              <a:gd name="T59" fmla="*/ 774 h 786"/>
              <a:gd name="T60" fmla="*/ 632 w 787"/>
              <a:gd name="T61" fmla="*/ 786 h 786"/>
              <a:gd name="T62" fmla="*/ 644 w 787"/>
              <a:gd name="T63" fmla="*/ 714 h 786"/>
              <a:gd name="T64" fmla="*/ 584 w 787"/>
              <a:gd name="T65" fmla="*/ 703 h 786"/>
              <a:gd name="T66" fmla="*/ 572 w 787"/>
              <a:gd name="T67" fmla="*/ 643 h 786"/>
              <a:gd name="T68" fmla="*/ 441 w 787"/>
              <a:gd name="T69" fmla="*/ 220 h 786"/>
              <a:gd name="T70" fmla="*/ 640 w 787"/>
              <a:gd name="T71" fmla="*/ 150 h 786"/>
              <a:gd name="T72" fmla="*/ 528 w 787"/>
              <a:gd name="T73" fmla="*/ 451 h 786"/>
              <a:gd name="T74" fmla="*/ 528 w 787"/>
              <a:gd name="T75" fmla="*/ 453 h 786"/>
              <a:gd name="T76" fmla="*/ 658 w 787"/>
              <a:gd name="T77" fmla="*/ 554 h 786"/>
              <a:gd name="T78" fmla="*/ 129 w 787"/>
              <a:gd name="T79" fmla="*/ 530 h 786"/>
              <a:gd name="T80" fmla="*/ 233 w 787"/>
              <a:gd name="T81" fmla="*/ 463 h 786"/>
              <a:gd name="T82" fmla="*/ 29 w 787"/>
              <a:gd name="T83" fmla="*/ 440 h 786"/>
              <a:gd name="T84" fmla="*/ 230 w 787"/>
              <a:gd name="T85" fmla="*/ 440 h 786"/>
              <a:gd name="T86" fmla="*/ 620 w 787"/>
              <a:gd name="T87" fmla="*/ 762 h 786"/>
              <a:gd name="T88" fmla="*/ 166 w 787"/>
              <a:gd name="T89" fmla="*/ 726 h 786"/>
              <a:gd name="T90" fmla="*/ 572 w 787"/>
              <a:gd name="T91" fmla="*/ 726 h 786"/>
              <a:gd name="T92" fmla="*/ 620 w 787"/>
              <a:gd name="T93" fmla="*/ 762 h 786"/>
              <a:gd name="T94" fmla="*/ 226 w 787"/>
              <a:gd name="T95" fmla="*/ 703 h 786"/>
              <a:gd name="T96" fmla="*/ 357 w 787"/>
              <a:gd name="T97" fmla="*/ 667 h 786"/>
              <a:gd name="T98" fmla="*/ 560 w 787"/>
              <a:gd name="T99" fmla="*/ 667 h 786"/>
              <a:gd name="T100" fmla="*/ 424 w 787"/>
              <a:gd name="T101" fmla="*/ 202 h 786"/>
              <a:gd name="T102" fmla="*/ 417 w 787"/>
              <a:gd name="T103" fmla="*/ 643 h 786"/>
              <a:gd name="T104" fmla="*/ 369 w 787"/>
              <a:gd name="T105" fmla="*/ 213 h 786"/>
              <a:gd name="T106" fmla="*/ 322 w 787"/>
              <a:gd name="T107" fmla="*/ 137 h 786"/>
              <a:gd name="T108" fmla="*/ 369 w 787"/>
              <a:gd name="T109" fmla="*/ 62 h 786"/>
              <a:gd name="T110" fmla="*/ 417 w 787"/>
              <a:gd name="T111" fmla="*/ 24 h 786"/>
              <a:gd name="T112" fmla="*/ 424 w 787"/>
              <a:gd name="T113" fmla="*/ 73 h 786"/>
              <a:gd name="T114" fmla="*/ 424 w 787"/>
              <a:gd name="T115" fmla="*/ 202 h 786"/>
              <a:gd name="T116" fmla="*/ 758 w 787"/>
              <a:gd name="T117" fmla="*/ 440 h 786"/>
              <a:gd name="T118" fmla="*/ 658 w 787"/>
              <a:gd name="T119" fmla="*/ 172 h 786"/>
              <a:gd name="T120" fmla="*/ 553 w 787"/>
              <a:gd name="T121" fmla="*/ 463 h 786"/>
              <a:gd name="T122" fmla="*/ 658 w 787"/>
              <a:gd name="T123" fmla="*/ 530 h 7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87" h="786">
                <a:moveTo>
                  <a:pt x="393" y="96"/>
                </a:moveTo>
                <a:cubicBezTo>
                  <a:pt x="370" y="96"/>
                  <a:pt x="352" y="114"/>
                  <a:pt x="352" y="137"/>
                </a:cubicBezTo>
                <a:cubicBezTo>
                  <a:pt x="352" y="160"/>
                  <a:pt x="370" y="179"/>
                  <a:pt x="393" y="179"/>
                </a:cubicBezTo>
                <a:cubicBezTo>
                  <a:pt x="416" y="179"/>
                  <a:pt x="435" y="160"/>
                  <a:pt x="435" y="137"/>
                </a:cubicBezTo>
                <a:cubicBezTo>
                  <a:pt x="435" y="114"/>
                  <a:pt x="416" y="96"/>
                  <a:pt x="393" y="96"/>
                </a:cubicBezTo>
                <a:close/>
                <a:moveTo>
                  <a:pt x="393" y="155"/>
                </a:moveTo>
                <a:cubicBezTo>
                  <a:pt x="384" y="155"/>
                  <a:pt x="375" y="147"/>
                  <a:pt x="375" y="137"/>
                </a:cubicBezTo>
                <a:cubicBezTo>
                  <a:pt x="375" y="127"/>
                  <a:pt x="384" y="120"/>
                  <a:pt x="393" y="120"/>
                </a:cubicBezTo>
                <a:cubicBezTo>
                  <a:pt x="403" y="120"/>
                  <a:pt x="411" y="127"/>
                  <a:pt x="411" y="137"/>
                </a:cubicBezTo>
                <a:cubicBezTo>
                  <a:pt x="411" y="147"/>
                  <a:pt x="403" y="155"/>
                  <a:pt x="393" y="155"/>
                </a:cubicBezTo>
                <a:close/>
                <a:moveTo>
                  <a:pt x="787" y="453"/>
                </a:moveTo>
                <a:cubicBezTo>
                  <a:pt x="787" y="453"/>
                  <a:pt x="787" y="452"/>
                  <a:pt x="787" y="452"/>
                </a:cubicBezTo>
                <a:cubicBezTo>
                  <a:pt x="787" y="451"/>
                  <a:pt x="787" y="451"/>
                  <a:pt x="787" y="451"/>
                </a:cubicBezTo>
                <a:cubicBezTo>
                  <a:pt x="787" y="450"/>
                  <a:pt x="787" y="449"/>
                  <a:pt x="786" y="448"/>
                </a:cubicBezTo>
                <a:cubicBezTo>
                  <a:pt x="669" y="134"/>
                  <a:pt x="669" y="134"/>
                  <a:pt x="669" y="134"/>
                </a:cubicBezTo>
                <a:cubicBezTo>
                  <a:pt x="668" y="133"/>
                  <a:pt x="667" y="131"/>
                  <a:pt x="666" y="130"/>
                </a:cubicBezTo>
                <a:cubicBezTo>
                  <a:pt x="666" y="130"/>
                  <a:pt x="665" y="130"/>
                  <a:pt x="665" y="130"/>
                </a:cubicBezTo>
                <a:cubicBezTo>
                  <a:pt x="665" y="129"/>
                  <a:pt x="663" y="128"/>
                  <a:pt x="662" y="128"/>
                </a:cubicBezTo>
                <a:cubicBezTo>
                  <a:pt x="662" y="128"/>
                  <a:pt x="662" y="127"/>
                  <a:pt x="662" y="127"/>
                </a:cubicBezTo>
                <a:cubicBezTo>
                  <a:pt x="661" y="127"/>
                  <a:pt x="659" y="126"/>
                  <a:pt x="658" y="126"/>
                </a:cubicBezTo>
                <a:cubicBezTo>
                  <a:pt x="658" y="126"/>
                  <a:pt x="658" y="126"/>
                  <a:pt x="657" y="126"/>
                </a:cubicBezTo>
                <a:cubicBezTo>
                  <a:pt x="657" y="126"/>
                  <a:pt x="657" y="126"/>
                  <a:pt x="657" y="126"/>
                </a:cubicBezTo>
                <a:cubicBezTo>
                  <a:pt x="488" y="126"/>
                  <a:pt x="488" y="126"/>
                  <a:pt x="488" y="126"/>
                </a:cubicBezTo>
                <a:cubicBezTo>
                  <a:pt x="485" y="97"/>
                  <a:pt x="467" y="70"/>
                  <a:pt x="441" y="55"/>
                </a:cubicBezTo>
                <a:cubicBezTo>
                  <a:pt x="441" y="12"/>
                  <a:pt x="441" y="12"/>
                  <a:pt x="441" y="12"/>
                </a:cubicBezTo>
                <a:cubicBezTo>
                  <a:pt x="441" y="5"/>
                  <a:pt x="436" y="0"/>
                  <a:pt x="429" y="0"/>
                </a:cubicBezTo>
                <a:cubicBezTo>
                  <a:pt x="357" y="0"/>
                  <a:pt x="357" y="0"/>
                  <a:pt x="357" y="0"/>
                </a:cubicBezTo>
                <a:cubicBezTo>
                  <a:pt x="351" y="0"/>
                  <a:pt x="345" y="5"/>
                  <a:pt x="345" y="12"/>
                </a:cubicBezTo>
                <a:cubicBezTo>
                  <a:pt x="345" y="55"/>
                  <a:pt x="345" y="55"/>
                  <a:pt x="345" y="55"/>
                </a:cubicBezTo>
                <a:cubicBezTo>
                  <a:pt x="319" y="70"/>
                  <a:pt x="302" y="97"/>
                  <a:pt x="299" y="126"/>
                </a:cubicBezTo>
                <a:cubicBezTo>
                  <a:pt x="129" y="126"/>
                  <a:pt x="129" y="126"/>
                  <a:pt x="129" y="126"/>
                </a:cubicBezTo>
                <a:cubicBezTo>
                  <a:pt x="129" y="126"/>
                  <a:pt x="129" y="127"/>
                  <a:pt x="128" y="127"/>
                </a:cubicBezTo>
                <a:cubicBezTo>
                  <a:pt x="127" y="127"/>
                  <a:pt x="126" y="127"/>
                  <a:pt x="125" y="127"/>
                </a:cubicBezTo>
                <a:cubicBezTo>
                  <a:pt x="124" y="127"/>
                  <a:pt x="124" y="128"/>
                  <a:pt x="124" y="128"/>
                </a:cubicBezTo>
                <a:cubicBezTo>
                  <a:pt x="123" y="128"/>
                  <a:pt x="122" y="129"/>
                  <a:pt x="122" y="130"/>
                </a:cubicBezTo>
                <a:cubicBezTo>
                  <a:pt x="121" y="130"/>
                  <a:pt x="121" y="130"/>
                  <a:pt x="120" y="131"/>
                </a:cubicBezTo>
                <a:cubicBezTo>
                  <a:pt x="120" y="131"/>
                  <a:pt x="119" y="132"/>
                  <a:pt x="119" y="133"/>
                </a:cubicBezTo>
                <a:cubicBezTo>
                  <a:pt x="119" y="133"/>
                  <a:pt x="118" y="133"/>
                  <a:pt x="118" y="134"/>
                </a:cubicBezTo>
                <a:cubicBezTo>
                  <a:pt x="118" y="134"/>
                  <a:pt x="118" y="134"/>
                  <a:pt x="118" y="134"/>
                </a:cubicBezTo>
                <a:cubicBezTo>
                  <a:pt x="0" y="448"/>
                  <a:pt x="0" y="448"/>
                  <a:pt x="0" y="448"/>
                </a:cubicBezTo>
                <a:cubicBezTo>
                  <a:pt x="0" y="449"/>
                  <a:pt x="0" y="450"/>
                  <a:pt x="0" y="451"/>
                </a:cubicBezTo>
                <a:cubicBezTo>
                  <a:pt x="0" y="451"/>
                  <a:pt x="0" y="451"/>
                  <a:pt x="0" y="452"/>
                </a:cubicBezTo>
                <a:cubicBezTo>
                  <a:pt x="0" y="452"/>
                  <a:pt x="0" y="453"/>
                  <a:pt x="0" y="453"/>
                </a:cubicBezTo>
                <a:cubicBezTo>
                  <a:pt x="0" y="453"/>
                  <a:pt x="0" y="453"/>
                  <a:pt x="0" y="453"/>
                </a:cubicBezTo>
                <a:cubicBezTo>
                  <a:pt x="1" y="508"/>
                  <a:pt x="58" y="554"/>
                  <a:pt x="129" y="554"/>
                </a:cubicBezTo>
                <a:cubicBezTo>
                  <a:pt x="200" y="554"/>
                  <a:pt x="258" y="508"/>
                  <a:pt x="259" y="453"/>
                </a:cubicBezTo>
                <a:cubicBezTo>
                  <a:pt x="259" y="453"/>
                  <a:pt x="259" y="453"/>
                  <a:pt x="259" y="453"/>
                </a:cubicBezTo>
                <a:cubicBezTo>
                  <a:pt x="259" y="453"/>
                  <a:pt x="259" y="452"/>
                  <a:pt x="259" y="452"/>
                </a:cubicBezTo>
                <a:cubicBezTo>
                  <a:pt x="259" y="451"/>
                  <a:pt x="259" y="451"/>
                  <a:pt x="259" y="451"/>
                </a:cubicBezTo>
                <a:cubicBezTo>
                  <a:pt x="259" y="450"/>
                  <a:pt x="258" y="449"/>
                  <a:pt x="258" y="448"/>
                </a:cubicBezTo>
                <a:cubicBezTo>
                  <a:pt x="146" y="150"/>
                  <a:pt x="146" y="150"/>
                  <a:pt x="146" y="150"/>
                </a:cubicBezTo>
                <a:cubicBezTo>
                  <a:pt x="299" y="150"/>
                  <a:pt x="299" y="150"/>
                  <a:pt x="299" y="150"/>
                </a:cubicBezTo>
                <a:cubicBezTo>
                  <a:pt x="303" y="179"/>
                  <a:pt x="320" y="205"/>
                  <a:pt x="345" y="220"/>
                </a:cubicBezTo>
                <a:cubicBezTo>
                  <a:pt x="345" y="643"/>
                  <a:pt x="345" y="643"/>
                  <a:pt x="345" y="643"/>
                </a:cubicBezTo>
                <a:cubicBezTo>
                  <a:pt x="214" y="643"/>
                  <a:pt x="214" y="643"/>
                  <a:pt x="214" y="643"/>
                </a:cubicBezTo>
                <a:cubicBezTo>
                  <a:pt x="208" y="643"/>
                  <a:pt x="202" y="648"/>
                  <a:pt x="202" y="655"/>
                </a:cubicBezTo>
                <a:cubicBezTo>
                  <a:pt x="202" y="703"/>
                  <a:pt x="202" y="703"/>
                  <a:pt x="202" y="703"/>
                </a:cubicBezTo>
                <a:cubicBezTo>
                  <a:pt x="155" y="703"/>
                  <a:pt x="155" y="703"/>
                  <a:pt x="155" y="703"/>
                </a:cubicBezTo>
                <a:cubicBezTo>
                  <a:pt x="148" y="703"/>
                  <a:pt x="143" y="708"/>
                  <a:pt x="143" y="714"/>
                </a:cubicBezTo>
                <a:cubicBezTo>
                  <a:pt x="143" y="774"/>
                  <a:pt x="143" y="774"/>
                  <a:pt x="143" y="774"/>
                </a:cubicBezTo>
                <a:cubicBezTo>
                  <a:pt x="143" y="781"/>
                  <a:pt x="148" y="786"/>
                  <a:pt x="155" y="786"/>
                </a:cubicBezTo>
                <a:cubicBezTo>
                  <a:pt x="632" y="786"/>
                  <a:pt x="632" y="786"/>
                  <a:pt x="632" y="786"/>
                </a:cubicBezTo>
                <a:cubicBezTo>
                  <a:pt x="639" y="786"/>
                  <a:pt x="644" y="781"/>
                  <a:pt x="644" y="774"/>
                </a:cubicBezTo>
                <a:cubicBezTo>
                  <a:pt x="644" y="714"/>
                  <a:pt x="644" y="714"/>
                  <a:pt x="644" y="714"/>
                </a:cubicBezTo>
                <a:cubicBezTo>
                  <a:pt x="644" y="708"/>
                  <a:pt x="639" y="703"/>
                  <a:pt x="632" y="703"/>
                </a:cubicBezTo>
                <a:cubicBezTo>
                  <a:pt x="584" y="703"/>
                  <a:pt x="584" y="703"/>
                  <a:pt x="584" y="703"/>
                </a:cubicBezTo>
                <a:cubicBezTo>
                  <a:pt x="584" y="655"/>
                  <a:pt x="584" y="655"/>
                  <a:pt x="584" y="655"/>
                </a:cubicBezTo>
                <a:cubicBezTo>
                  <a:pt x="584" y="648"/>
                  <a:pt x="579" y="643"/>
                  <a:pt x="572" y="643"/>
                </a:cubicBezTo>
                <a:cubicBezTo>
                  <a:pt x="441" y="643"/>
                  <a:pt x="441" y="643"/>
                  <a:pt x="441" y="643"/>
                </a:cubicBezTo>
                <a:cubicBezTo>
                  <a:pt x="441" y="220"/>
                  <a:pt x="441" y="220"/>
                  <a:pt x="441" y="220"/>
                </a:cubicBezTo>
                <a:cubicBezTo>
                  <a:pt x="466" y="205"/>
                  <a:pt x="484" y="179"/>
                  <a:pt x="488" y="150"/>
                </a:cubicBezTo>
                <a:cubicBezTo>
                  <a:pt x="640" y="150"/>
                  <a:pt x="640" y="150"/>
                  <a:pt x="640" y="150"/>
                </a:cubicBezTo>
                <a:cubicBezTo>
                  <a:pt x="529" y="448"/>
                  <a:pt x="529" y="448"/>
                  <a:pt x="529" y="448"/>
                </a:cubicBezTo>
                <a:cubicBezTo>
                  <a:pt x="528" y="449"/>
                  <a:pt x="528" y="450"/>
                  <a:pt x="528" y="451"/>
                </a:cubicBezTo>
                <a:cubicBezTo>
                  <a:pt x="528" y="451"/>
                  <a:pt x="528" y="451"/>
                  <a:pt x="528" y="452"/>
                </a:cubicBezTo>
                <a:cubicBezTo>
                  <a:pt x="528" y="452"/>
                  <a:pt x="528" y="453"/>
                  <a:pt x="528" y="453"/>
                </a:cubicBezTo>
                <a:cubicBezTo>
                  <a:pt x="528" y="453"/>
                  <a:pt x="528" y="453"/>
                  <a:pt x="528" y="453"/>
                </a:cubicBezTo>
                <a:cubicBezTo>
                  <a:pt x="529" y="508"/>
                  <a:pt x="587" y="554"/>
                  <a:pt x="658" y="554"/>
                </a:cubicBezTo>
                <a:cubicBezTo>
                  <a:pt x="729" y="554"/>
                  <a:pt x="786" y="508"/>
                  <a:pt x="787" y="453"/>
                </a:cubicBezTo>
                <a:close/>
                <a:moveTo>
                  <a:pt x="129" y="530"/>
                </a:moveTo>
                <a:cubicBezTo>
                  <a:pt x="76" y="530"/>
                  <a:pt x="32" y="501"/>
                  <a:pt x="24" y="463"/>
                </a:cubicBezTo>
                <a:cubicBezTo>
                  <a:pt x="233" y="463"/>
                  <a:pt x="233" y="463"/>
                  <a:pt x="233" y="463"/>
                </a:cubicBezTo>
                <a:cubicBezTo>
                  <a:pt x="226" y="501"/>
                  <a:pt x="182" y="530"/>
                  <a:pt x="129" y="530"/>
                </a:cubicBezTo>
                <a:close/>
                <a:moveTo>
                  <a:pt x="29" y="440"/>
                </a:moveTo>
                <a:cubicBezTo>
                  <a:pt x="129" y="172"/>
                  <a:pt x="129" y="172"/>
                  <a:pt x="129" y="172"/>
                </a:cubicBezTo>
                <a:cubicBezTo>
                  <a:pt x="230" y="440"/>
                  <a:pt x="230" y="440"/>
                  <a:pt x="230" y="440"/>
                </a:cubicBezTo>
                <a:lnTo>
                  <a:pt x="29" y="440"/>
                </a:lnTo>
                <a:close/>
                <a:moveTo>
                  <a:pt x="620" y="762"/>
                </a:moveTo>
                <a:cubicBezTo>
                  <a:pt x="166" y="762"/>
                  <a:pt x="166" y="762"/>
                  <a:pt x="166" y="762"/>
                </a:cubicBezTo>
                <a:cubicBezTo>
                  <a:pt x="166" y="726"/>
                  <a:pt x="166" y="726"/>
                  <a:pt x="166" y="726"/>
                </a:cubicBezTo>
                <a:cubicBezTo>
                  <a:pt x="214" y="726"/>
                  <a:pt x="214" y="726"/>
                  <a:pt x="214" y="726"/>
                </a:cubicBezTo>
                <a:cubicBezTo>
                  <a:pt x="572" y="726"/>
                  <a:pt x="572" y="726"/>
                  <a:pt x="572" y="726"/>
                </a:cubicBezTo>
                <a:cubicBezTo>
                  <a:pt x="620" y="726"/>
                  <a:pt x="620" y="726"/>
                  <a:pt x="620" y="726"/>
                </a:cubicBezTo>
                <a:lnTo>
                  <a:pt x="620" y="762"/>
                </a:lnTo>
                <a:close/>
                <a:moveTo>
                  <a:pt x="560" y="703"/>
                </a:moveTo>
                <a:cubicBezTo>
                  <a:pt x="226" y="703"/>
                  <a:pt x="226" y="703"/>
                  <a:pt x="226" y="703"/>
                </a:cubicBezTo>
                <a:cubicBezTo>
                  <a:pt x="226" y="667"/>
                  <a:pt x="226" y="667"/>
                  <a:pt x="226" y="667"/>
                </a:cubicBezTo>
                <a:cubicBezTo>
                  <a:pt x="357" y="667"/>
                  <a:pt x="357" y="667"/>
                  <a:pt x="357" y="667"/>
                </a:cubicBezTo>
                <a:cubicBezTo>
                  <a:pt x="429" y="667"/>
                  <a:pt x="429" y="667"/>
                  <a:pt x="429" y="667"/>
                </a:cubicBezTo>
                <a:cubicBezTo>
                  <a:pt x="560" y="667"/>
                  <a:pt x="560" y="667"/>
                  <a:pt x="560" y="667"/>
                </a:cubicBezTo>
                <a:lnTo>
                  <a:pt x="560" y="703"/>
                </a:lnTo>
                <a:close/>
                <a:moveTo>
                  <a:pt x="424" y="202"/>
                </a:moveTo>
                <a:cubicBezTo>
                  <a:pt x="420" y="204"/>
                  <a:pt x="417" y="208"/>
                  <a:pt x="417" y="213"/>
                </a:cubicBezTo>
                <a:cubicBezTo>
                  <a:pt x="417" y="643"/>
                  <a:pt x="417" y="643"/>
                  <a:pt x="417" y="643"/>
                </a:cubicBezTo>
                <a:cubicBezTo>
                  <a:pt x="369" y="643"/>
                  <a:pt x="369" y="643"/>
                  <a:pt x="369" y="643"/>
                </a:cubicBezTo>
                <a:cubicBezTo>
                  <a:pt x="369" y="213"/>
                  <a:pt x="369" y="213"/>
                  <a:pt x="369" y="213"/>
                </a:cubicBezTo>
                <a:cubicBezTo>
                  <a:pt x="369" y="208"/>
                  <a:pt x="367" y="204"/>
                  <a:pt x="363" y="202"/>
                </a:cubicBezTo>
                <a:cubicBezTo>
                  <a:pt x="338" y="190"/>
                  <a:pt x="322" y="165"/>
                  <a:pt x="322" y="137"/>
                </a:cubicBezTo>
                <a:cubicBezTo>
                  <a:pt x="322" y="110"/>
                  <a:pt x="338" y="85"/>
                  <a:pt x="363" y="73"/>
                </a:cubicBezTo>
                <a:cubicBezTo>
                  <a:pt x="367" y="71"/>
                  <a:pt x="369" y="67"/>
                  <a:pt x="369" y="62"/>
                </a:cubicBezTo>
                <a:cubicBezTo>
                  <a:pt x="369" y="24"/>
                  <a:pt x="369" y="24"/>
                  <a:pt x="369" y="24"/>
                </a:cubicBezTo>
                <a:cubicBezTo>
                  <a:pt x="417" y="24"/>
                  <a:pt x="417" y="24"/>
                  <a:pt x="417" y="24"/>
                </a:cubicBezTo>
                <a:cubicBezTo>
                  <a:pt x="417" y="62"/>
                  <a:pt x="417" y="62"/>
                  <a:pt x="417" y="62"/>
                </a:cubicBezTo>
                <a:cubicBezTo>
                  <a:pt x="417" y="67"/>
                  <a:pt x="420" y="71"/>
                  <a:pt x="424" y="73"/>
                </a:cubicBezTo>
                <a:cubicBezTo>
                  <a:pt x="449" y="85"/>
                  <a:pt x="465" y="110"/>
                  <a:pt x="465" y="137"/>
                </a:cubicBezTo>
                <a:cubicBezTo>
                  <a:pt x="465" y="165"/>
                  <a:pt x="449" y="190"/>
                  <a:pt x="424" y="202"/>
                </a:cubicBezTo>
                <a:close/>
                <a:moveTo>
                  <a:pt x="658" y="172"/>
                </a:moveTo>
                <a:cubicBezTo>
                  <a:pt x="758" y="440"/>
                  <a:pt x="758" y="440"/>
                  <a:pt x="758" y="440"/>
                </a:cubicBezTo>
                <a:cubicBezTo>
                  <a:pt x="557" y="440"/>
                  <a:pt x="557" y="440"/>
                  <a:pt x="557" y="440"/>
                </a:cubicBezTo>
                <a:lnTo>
                  <a:pt x="658" y="172"/>
                </a:lnTo>
                <a:close/>
                <a:moveTo>
                  <a:pt x="658" y="530"/>
                </a:moveTo>
                <a:cubicBezTo>
                  <a:pt x="605" y="530"/>
                  <a:pt x="561" y="501"/>
                  <a:pt x="553" y="463"/>
                </a:cubicBezTo>
                <a:cubicBezTo>
                  <a:pt x="762" y="463"/>
                  <a:pt x="762" y="463"/>
                  <a:pt x="762" y="463"/>
                </a:cubicBezTo>
                <a:cubicBezTo>
                  <a:pt x="754" y="501"/>
                  <a:pt x="710" y="530"/>
                  <a:pt x="658" y="5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40">
            <a:extLst>
              <a:ext uri="{FF2B5EF4-FFF2-40B4-BE49-F238E27FC236}">
                <a16:creationId xmlns:a16="http://schemas.microsoft.com/office/drawing/2014/main" id="{560C78A0-DF55-67A0-BE96-176E5A5DEE75}"/>
              </a:ext>
            </a:extLst>
          </p:cNvPr>
          <p:cNvSpPr>
            <a:spLocks/>
          </p:cNvSpPr>
          <p:nvPr/>
        </p:nvSpPr>
        <p:spPr bwMode="auto">
          <a:xfrm>
            <a:off x="7823892" y="3624348"/>
            <a:ext cx="806369" cy="1061270"/>
          </a:xfrm>
          <a:custGeom>
            <a:avLst/>
            <a:gdLst>
              <a:gd name="T0" fmla="*/ 0 w 201"/>
              <a:gd name="T1" fmla="*/ 101 h 265"/>
              <a:gd name="T2" fmla="*/ 100 w 201"/>
              <a:gd name="T3" fmla="*/ 265 h 265"/>
              <a:gd name="T4" fmla="*/ 201 w 201"/>
              <a:gd name="T5" fmla="*/ 101 h 265"/>
              <a:gd name="T6" fmla="*/ 100 w 201"/>
              <a:gd name="T7" fmla="*/ 0 h 265"/>
              <a:gd name="T8" fmla="*/ 0 w 201"/>
              <a:gd name="T9" fmla="*/ 101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265">
                <a:moveTo>
                  <a:pt x="0" y="101"/>
                </a:moveTo>
                <a:cubicBezTo>
                  <a:pt x="0" y="169"/>
                  <a:pt x="100" y="265"/>
                  <a:pt x="100" y="265"/>
                </a:cubicBezTo>
                <a:cubicBezTo>
                  <a:pt x="100" y="265"/>
                  <a:pt x="201" y="171"/>
                  <a:pt x="201" y="101"/>
                </a:cubicBezTo>
                <a:cubicBezTo>
                  <a:pt x="201" y="45"/>
                  <a:pt x="156" y="0"/>
                  <a:pt x="100" y="0"/>
                </a:cubicBezTo>
                <a:cubicBezTo>
                  <a:pt x="45" y="0"/>
                  <a:pt x="0" y="45"/>
                  <a:pt x="0" y="10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D50750B-100E-E146-0D8D-FA8EFB99D160}"/>
              </a:ext>
            </a:extLst>
          </p:cNvPr>
          <p:cNvSpPr>
            <a:spLocks noEditPoints="1"/>
          </p:cNvSpPr>
          <p:nvPr/>
        </p:nvSpPr>
        <p:spPr bwMode="auto">
          <a:xfrm>
            <a:off x="8039341" y="3803451"/>
            <a:ext cx="364124" cy="481631"/>
          </a:xfrm>
          <a:custGeom>
            <a:avLst/>
            <a:gdLst>
              <a:gd name="T0" fmla="*/ 0 w 596"/>
              <a:gd name="T1" fmla="*/ 289 h 788"/>
              <a:gd name="T2" fmla="*/ 95 w 596"/>
              <a:gd name="T3" fmla="*/ 574 h 788"/>
              <a:gd name="T4" fmla="*/ 108 w 596"/>
              <a:gd name="T5" fmla="*/ 598 h 788"/>
              <a:gd name="T6" fmla="*/ 95 w 596"/>
              <a:gd name="T7" fmla="*/ 641 h 788"/>
              <a:gd name="T8" fmla="*/ 108 w 596"/>
              <a:gd name="T9" fmla="*/ 665 h 788"/>
              <a:gd name="T10" fmla="*/ 95 w 596"/>
              <a:gd name="T11" fmla="*/ 708 h 788"/>
              <a:gd name="T12" fmla="*/ 113 w 596"/>
              <a:gd name="T13" fmla="*/ 731 h 788"/>
              <a:gd name="T14" fmla="*/ 366 w 596"/>
              <a:gd name="T15" fmla="*/ 788 h 788"/>
              <a:gd name="T16" fmla="*/ 501 w 596"/>
              <a:gd name="T17" fmla="*/ 731 h 788"/>
              <a:gd name="T18" fmla="*/ 488 w 596"/>
              <a:gd name="T19" fmla="*/ 708 h 788"/>
              <a:gd name="T20" fmla="*/ 501 w 596"/>
              <a:gd name="T21" fmla="*/ 665 h 788"/>
              <a:gd name="T22" fmla="*/ 488 w 596"/>
              <a:gd name="T23" fmla="*/ 641 h 788"/>
              <a:gd name="T24" fmla="*/ 501 w 596"/>
              <a:gd name="T25" fmla="*/ 598 h 788"/>
              <a:gd name="T26" fmla="*/ 500 w 596"/>
              <a:gd name="T27" fmla="*/ 574 h 788"/>
              <a:gd name="T28" fmla="*/ 282 w 596"/>
              <a:gd name="T29" fmla="*/ 333 h 788"/>
              <a:gd name="T30" fmla="*/ 289 w 596"/>
              <a:gd name="T31" fmla="*/ 285 h 788"/>
              <a:gd name="T32" fmla="*/ 283 w 596"/>
              <a:gd name="T33" fmla="*/ 237 h 788"/>
              <a:gd name="T34" fmla="*/ 268 w 596"/>
              <a:gd name="T35" fmla="*/ 187 h 788"/>
              <a:gd name="T36" fmla="*/ 341 w 596"/>
              <a:gd name="T37" fmla="*/ 477 h 788"/>
              <a:gd name="T38" fmla="*/ 362 w 596"/>
              <a:gd name="T39" fmla="*/ 574 h 788"/>
              <a:gd name="T40" fmla="*/ 234 w 596"/>
              <a:gd name="T41" fmla="*/ 574 h 788"/>
              <a:gd name="T42" fmla="*/ 255 w 596"/>
              <a:gd name="T43" fmla="*/ 477 h 788"/>
              <a:gd name="T44" fmla="*/ 289 w 596"/>
              <a:gd name="T45" fmla="*/ 350 h 788"/>
              <a:gd name="T46" fmla="*/ 279 w 596"/>
              <a:gd name="T47" fmla="*/ 547 h 788"/>
              <a:gd name="T48" fmla="*/ 338 w 596"/>
              <a:gd name="T49" fmla="*/ 574 h 788"/>
              <a:gd name="T50" fmla="*/ 230 w 596"/>
              <a:gd name="T51" fmla="*/ 764 h 788"/>
              <a:gd name="T52" fmla="*/ 366 w 596"/>
              <a:gd name="T53" fmla="*/ 764 h 788"/>
              <a:gd name="T54" fmla="*/ 178 w 596"/>
              <a:gd name="T55" fmla="*/ 708 h 788"/>
              <a:gd name="T56" fmla="*/ 135 w 596"/>
              <a:gd name="T57" fmla="*/ 665 h 788"/>
              <a:gd name="T58" fmla="*/ 461 w 596"/>
              <a:gd name="T59" fmla="*/ 708 h 788"/>
              <a:gd name="T60" fmla="*/ 135 w 596"/>
              <a:gd name="T61" fmla="*/ 598 h 788"/>
              <a:gd name="T62" fmla="*/ 461 w 596"/>
              <a:gd name="T63" fmla="*/ 641 h 788"/>
              <a:gd name="T64" fmla="*/ 428 w 596"/>
              <a:gd name="T65" fmla="*/ 574 h 788"/>
              <a:gd name="T66" fmla="*/ 361 w 596"/>
              <a:gd name="T67" fmla="*/ 181 h 788"/>
              <a:gd name="T68" fmla="*/ 242 w 596"/>
              <a:gd name="T69" fmla="*/ 179 h 788"/>
              <a:gd name="T70" fmla="*/ 266 w 596"/>
              <a:gd name="T71" fmla="*/ 220 h 788"/>
              <a:gd name="T72" fmla="*/ 256 w 596"/>
              <a:gd name="T73" fmla="*/ 276 h 788"/>
              <a:gd name="T74" fmla="*/ 238 w 596"/>
              <a:gd name="T75" fmla="*/ 319 h 788"/>
              <a:gd name="T76" fmla="*/ 265 w 596"/>
              <a:gd name="T77" fmla="*/ 350 h 788"/>
              <a:gd name="T78" fmla="*/ 232 w 596"/>
              <a:gd name="T79" fmla="*/ 470 h 788"/>
              <a:gd name="T80" fmla="*/ 80 w 596"/>
              <a:gd name="T81" fmla="*/ 474 h 788"/>
              <a:gd name="T82" fmla="*/ 572 w 596"/>
              <a:gd name="T83" fmla="*/ 289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96" h="788">
                <a:moveTo>
                  <a:pt x="596" y="289"/>
                </a:moveTo>
                <a:cubicBezTo>
                  <a:pt x="596" y="130"/>
                  <a:pt x="462" y="0"/>
                  <a:pt x="298" y="0"/>
                </a:cubicBezTo>
                <a:cubicBezTo>
                  <a:pt x="133" y="0"/>
                  <a:pt x="0" y="130"/>
                  <a:pt x="0" y="289"/>
                </a:cubicBezTo>
                <a:cubicBezTo>
                  <a:pt x="0" y="352"/>
                  <a:pt x="29" y="419"/>
                  <a:pt x="58" y="484"/>
                </a:cubicBezTo>
                <a:cubicBezTo>
                  <a:pt x="72" y="514"/>
                  <a:pt x="85" y="544"/>
                  <a:pt x="95" y="574"/>
                </a:cubicBezTo>
                <a:cubicBezTo>
                  <a:pt x="95" y="574"/>
                  <a:pt x="95" y="574"/>
                  <a:pt x="95" y="574"/>
                </a:cubicBezTo>
                <a:cubicBezTo>
                  <a:pt x="89" y="574"/>
                  <a:pt x="83" y="579"/>
                  <a:pt x="83" y="586"/>
                </a:cubicBezTo>
                <a:cubicBezTo>
                  <a:pt x="83" y="593"/>
                  <a:pt x="89" y="598"/>
                  <a:pt x="95" y="598"/>
                </a:cubicBezTo>
                <a:cubicBezTo>
                  <a:pt x="108" y="598"/>
                  <a:pt x="108" y="598"/>
                  <a:pt x="108" y="598"/>
                </a:cubicBezTo>
                <a:cubicBezTo>
                  <a:pt x="112" y="604"/>
                  <a:pt x="115" y="611"/>
                  <a:pt x="115" y="619"/>
                </a:cubicBezTo>
                <a:cubicBezTo>
                  <a:pt x="115" y="627"/>
                  <a:pt x="112" y="635"/>
                  <a:pt x="108" y="641"/>
                </a:cubicBezTo>
                <a:cubicBezTo>
                  <a:pt x="95" y="641"/>
                  <a:pt x="95" y="641"/>
                  <a:pt x="95" y="641"/>
                </a:cubicBezTo>
                <a:cubicBezTo>
                  <a:pt x="89" y="641"/>
                  <a:pt x="83" y="646"/>
                  <a:pt x="83" y="653"/>
                </a:cubicBezTo>
                <a:cubicBezTo>
                  <a:pt x="83" y="659"/>
                  <a:pt x="89" y="665"/>
                  <a:pt x="95" y="665"/>
                </a:cubicBezTo>
                <a:cubicBezTo>
                  <a:pt x="108" y="665"/>
                  <a:pt x="108" y="665"/>
                  <a:pt x="108" y="665"/>
                </a:cubicBezTo>
                <a:cubicBezTo>
                  <a:pt x="112" y="671"/>
                  <a:pt x="115" y="678"/>
                  <a:pt x="115" y="686"/>
                </a:cubicBezTo>
                <a:cubicBezTo>
                  <a:pt x="115" y="694"/>
                  <a:pt x="112" y="702"/>
                  <a:pt x="108" y="708"/>
                </a:cubicBezTo>
                <a:cubicBezTo>
                  <a:pt x="95" y="708"/>
                  <a:pt x="95" y="708"/>
                  <a:pt x="95" y="708"/>
                </a:cubicBezTo>
                <a:cubicBezTo>
                  <a:pt x="89" y="708"/>
                  <a:pt x="83" y="713"/>
                  <a:pt x="83" y="719"/>
                </a:cubicBezTo>
                <a:cubicBezTo>
                  <a:pt x="83" y="726"/>
                  <a:pt x="89" y="731"/>
                  <a:pt x="95" y="731"/>
                </a:cubicBezTo>
                <a:cubicBezTo>
                  <a:pt x="113" y="731"/>
                  <a:pt x="113" y="731"/>
                  <a:pt x="113" y="731"/>
                </a:cubicBezTo>
                <a:cubicBezTo>
                  <a:pt x="168" y="731"/>
                  <a:pt x="168" y="731"/>
                  <a:pt x="168" y="731"/>
                </a:cubicBezTo>
                <a:cubicBezTo>
                  <a:pt x="173" y="764"/>
                  <a:pt x="199" y="788"/>
                  <a:pt x="230" y="788"/>
                </a:cubicBezTo>
                <a:cubicBezTo>
                  <a:pt x="366" y="788"/>
                  <a:pt x="366" y="788"/>
                  <a:pt x="366" y="788"/>
                </a:cubicBezTo>
                <a:cubicBezTo>
                  <a:pt x="397" y="788"/>
                  <a:pt x="423" y="764"/>
                  <a:pt x="428" y="731"/>
                </a:cubicBezTo>
                <a:cubicBezTo>
                  <a:pt x="483" y="731"/>
                  <a:pt x="483" y="731"/>
                  <a:pt x="483" y="731"/>
                </a:cubicBezTo>
                <a:cubicBezTo>
                  <a:pt x="501" y="731"/>
                  <a:pt x="501" y="731"/>
                  <a:pt x="501" y="731"/>
                </a:cubicBezTo>
                <a:cubicBezTo>
                  <a:pt x="507" y="731"/>
                  <a:pt x="513" y="726"/>
                  <a:pt x="513" y="719"/>
                </a:cubicBezTo>
                <a:cubicBezTo>
                  <a:pt x="513" y="713"/>
                  <a:pt x="507" y="708"/>
                  <a:pt x="501" y="708"/>
                </a:cubicBezTo>
                <a:cubicBezTo>
                  <a:pt x="488" y="708"/>
                  <a:pt x="488" y="708"/>
                  <a:pt x="488" y="708"/>
                </a:cubicBezTo>
                <a:cubicBezTo>
                  <a:pt x="484" y="702"/>
                  <a:pt x="481" y="694"/>
                  <a:pt x="481" y="686"/>
                </a:cubicBezTo>
                <a:cubicBezTo>
                  <a:pt x="481" y="678"/>
                  <a:pt x="484" y="671"/>
                  <a:pt x="488" y="665"/>
                </a:cubicBezTo>
                <a:cubicBezTo>
                  <a:pt x="501" y="665"/>
                  <a:pt x="501" y="665"/>
                  <a:pt x="501" y="665"/>
                </a:cubicBezTo>
                <a:cubicBezTo>
                  <a:pt x="507" y="665"/>
                  <a:pt x="513" y="659"/>
                  <a:pt x="513" y="653"/>
                </a:cubicBezTo>
                <a:cubicBezTo>
                  <a:pt x="513" y="646"/>
                  <a:pt x="507" y="641"/>
                  <a:pt x="501" y="641"/>
                </a:cubicBezTo>
                <a:cubicBezTo>
                  <a:pt x="488" y="641"/>
                  <a:pt x="488" y="641"/>
                  <a:pt x="488" y="641"/>
                </a:cubicBezTo>
                <a:cubicBezTo>
                  <a:pt x="484" y="635"/>
                  <a:pt x="481" y="627"/>
                  <a:pt x="481" y="619"/>
                </a:cubicBezTo>
                <a:cubicBezTo>
                  <a:pt x="481" y="611"/>
                  <a:pt x="484" y="604"/>
                  <a:pt x="488" y="598"/>
                </a:cubicBezTo>
                <a:cubicBezTo>
                  <a:pt x="501" y="598"/>
                  <a:pt x="501" y="598"/>
                  <a:pt x="501" y="598"/>
                </a:cubicBezTo>
                <a:cubicBezTo>
                  <a:pt x="507" y="598"/>
                  <a:pt x="513" y="593"/>
                  <a:pt x="513" y="586"/>
                </a:cubicBezTo>
                <a:cubicBezTo>
                  <a:pt x="513" y="579"/>
                  <a:pt x="507" y="574"/>
                  <a:pt x="501" y="574"/>
                </a:cubicBezTo>
                <a:cubicBezTo>
                  <a:pt x="500" y="574"/>
                  <a:pt x="500" y="574"/>
                  <a:pt x="500" y="574"/>
                </a:cubicBezTo>
                <a:cubicBezTo>
                  <a:pt x="511" y="543"/>
                  <a:pt x="525" y="511"/>
                  <a:pt x="538" y="480"/>
                </a:cubicBezTo>
                <a:cubicBezTo>
                  <a:pt x="567" y="417"/>
                  <a:pt x="596" y="352"/>
                  <a:pt x="596" y="289"/>
                </a:cubicBezTo>
                <a:close/>
                <a:moveTo>
                  <a:pt x="282" y="333"/>
                </a:moveTo>
                <a:cubicBezTo>
                  <a:pt x="267" y="317"/>
                  <a:pt x="267" y="317"/>
                  <a:pt x="267" y="317"/>
                </a:cubicBezTo>
                <a:cubicBezTo>
                  <a:pt x="282" y="303"/>
                  <a:pt x="282" y="303"/>
                  <a:pt x="282" y="303"/>
                </a:cubicBezTo>
                <a:cubicBezTo>
                  <a:pt x="286" y="298"/>
                  <a:pt x="289" y="292"/>
                  <a:pt x="289" y="285"/>
                </a:cubicBezTo>
                <a:cubicBezTo>
                  <a:pt x="289" y="279"/>
                  <a:pt x="286" y="272"/>
                  <a:pt x="282" y="268"/>
                </a:cubicBezTo>
                <a:cubicBezTo>
                  <a:pt x="267" y="253"/>
                  <a:pt x="267" y="253"/>
                  <a:pt x="267" y="253"/>
                </a:cubicBezTo>
                <a:cubicBezTo>
                  <a:pt x="283" y="237"/>
                  <a:pt x="283" y="237"/>
                  <a:pt x="283" y="237"/>
                </a:cubicBezTo>
                <a:cubicBezTo>
                  <a:pt x="288" y="232"/>
                  <a:pt x="290" y="226"/>
                  <a:pt x="290" y="219"/>
                </a:cubicBezTo>
                <a:cubicBezTo>
                  <a:pt x="290" y="213"/>
                  <a:pt x="288" y="207"/>
                  <a:pt x="283" y="202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300" y="154"/>
                  <a:pt x="300" y="154"/>
                  <a:pt x="300" y="154"/>
                </a:cubicBezTo>
                <a:cubicBezTo>
                  <a:pt x="341" y="195"/>
                  <a:pt x="341" y="195"/>
                  <a:pt x="341" y="195"/>
                </a:cubicBezTo>
                <a:cubicBezTo>
                  <a:pt x="341" y="477"/>
                  <a:pt x="341" y="477"/>
                  <a:pt x="341" y="477"/>
                </a:cubicBezTo>
                <a:cubicBezTo>
                  <a:pt x="341" y="482"/>
                  <a:pt x="343" y="486"/>
                  <a:pt x="347" y="488"/>
                </a:cubicBezTo>
                <a:cubicBezTo>
                  <a:pt x="380" y="505"/>
                  <a:pt x="401" y="538"/>
                  <a:pt x="404" y="574"/>
                </a:cubicBezTo>
                <a:cubicBezTo>
                  <a:pt x="362" y="574"/>
                  <a:pt x="362" y="574"/>
                  <a:pt x="362" y="574"/>
                </a:cubicBezTo>
                <a:cubicBezTo>
                  <a:pt x="359" y="554"/>
                  <a:pt x="346" y="536"/>
                  <a:pt x="328" y="526"/>
                </a:cubicBezTo>
                <a:cubicBezTo>
                  <a:pt x="309" y="516"/>
                  <a:pt x="287" y="516"/>
                  <a:pt x="268" y="526"/>
                </a:cubicBezTo>
                <a:cubicBezTo>
                  <a:pt x="249" y="536"/>
                  <a:pt x="237" y="554"/>
                  <a:pt x="234" y="574"/>
                </a:cubicBezTo>
                <a:cubicBezTo>
                  <a:pt x="191" y="574"/>
                  <a:pt x="191" y="574"/>
                  <a:pt x="191" y="574"/>
                </a:cubicBezTo>
                <a:cubicBezTo>
                  <a:pt x="194" y="538"/>
                  <a:pt x="216" y="505"/>
                  <a:pt x="249" y="488"/>
                </a:cubicBezTo>
                <a:cubicBezTo>
                  <a:pt x="253" y="486"/>
                  <a:pt x="255" y="482"/>
                  <a:pt x="255" y="477"/>
                </a:cubicBezTo>
                <a:cubicBezTo>
                  <a:pt x="255" y="394"/>
                  <a:pt x="255" y="394"/>
                  <a:pt x="255" y="394"/>
                </a:cubicBezTo>
                <a:cubicBezTo>
                  <a:pt x="282" y="367"/>
                  <a:pt x="282" y="367"/>
                  <a:pt x="282" y="367"/>
                </a:cubicBezTo>
                <a:cubicBezTo>
                  <a:pt x="286" y="363"/>
                  <a:pt x="289" y="357"/>
                  <a:pt x="289" y="350"/>
                </a:cubicBezTo>
                <a:cubicBezTo>
                  <a:pt x="289" y="344"/>
                  <a:pt x="286" y="337"/>
                  <a:pt x="282" y="333"/>
                </a:cubicBezTo>
                <a:close/>
                <a:moveTo>
                  <a:pt x="258" y="574"/>
                </a:moveTo>
                <a:cubicBezTo>
                  <a:pt x="261" y="562"/>
                  <a:pt x="268" y="553"/>
                  <a:pt x="279" y="547"/>
                </a:cubicBezTo>
                <a:cubicBezTo>
                  <a:pt x="285" y="544"/>
                  <a:pt x="291" y="542"/>
                  <a:pt x="298" y="542"/>
                </a:cubicBezTo>
                <a:cubicBezTo>
                  <a:pt x="305" y="542"/>
                  <a:pt x="311" y="544"/>
                  <a:pt x="317" y="547"/>
                </a:cubicBezTo>
                <a:cubicBezTo>
                  <a:pt x="328" y="553"/>
                  <a:pt x="335" y="562"/>
                  <a:pt x="338" y="574"/>
                </a:cubicBezTo>
                <a:lnTo>
                  <a:pt x="258" y="574"/>
                </a:lnTo>
                <a:close/>
                <a:moveTo>
                  <a:pt x="366" y="764"/>
                </a:moveTo>
                <a:cubicBezTo>
                  <a:pt x="230" y="764"/>
                  <a:pt x="230" y="764"/>
                  <a:pt x="230" y="764"/>
                </a:cubicBezTo>
                <a:cubicBezTo>
                  <a:pt x="212" y="764"/>
                  <a:pt x="197" y="750"/>
                  <a:pt x="192" y="731"/>
                </a:cubicBezTo>
                <a:cubicBezTo>
                  <a:pt x="404" y="731"/>
                  <a:pt x="404" y="731"/>
                  <a:pt x="404" y="731"/>
                </a:cubicBezTo>
                <a:cubicBezTo>
                  <a:pt x="399" y="750"/>
                  <a:pt x="384" y="764"/>
                  <a:pt x="366" y="764"/>
                </a:cubicBezTo>
                <a:close/>
                <a:moveTo>
                  <a:pt x="461" y="708"/>
                </a:moveTo>
                <a:cubicBezTo>
                  <a:pt x="417" y="708"/>
                  <a:pt x="417" y="708"/>
                  <a:pt x="417" y="708"/>
                </a:cubicBezTo>
                <a:cubicBezTo>
                  <a:pt x="178" y="708"/>
                  <a:pt x="178" y="708"/>
                  <a:pt x="178" y="708"/>
                </a:cubicBezTo>
                <a:cubicBezTo>
                  <a:pt x="135" y="708"/>
                  <a:pt x="135" y="708"/>
                  <a:pt x="135" y="708"/>
                </a:cubicBezTo>
                <a:cubicBezTo>
                  <a:pt x="137" y="701"/>
                  <a:pt x="139" y="693"/>
                  <a:pt x="139" y="686"/>
                </a:cubicBezTo>
                <a:cubicBezTo>
                  <a:pt x="139" y="679"/>
                  <a:pt x="137" y="672"/>
                  <a:pt x="135" y="665"/>
                </a:cubicBezTo>
                <a:cubicBezTo>
                  <a:pt x="461" y="665"/>
                  <a:pt x="461" y="665"/>
                  <a:pt x="461" y="665"/>
                </a:cubicBezTo>
                <a:cubicBezTo>
                  <a:pt x="459" y="672"/>
                  <a:pt x="457" y="679"/>
                  <a:pt x="457" y="686"/>
                </a:cubicBezTo>
                <a:cubicBezTo>
                  <a:pt x="457" y="693"/>
                  <a:pt x="458" y="701"/>
                  <a:pt x="461" y="708"/>
                </a:cubicBezTo>
                <a:close/>
                <a:moveTo>
                  <a:pt x="135" y="641"/>
                </a:moveTo>
                <a:cubicBezTo>
                  <a:pt x="137" y="634"/>
                  <a:pt x="139" y="627"/>
                  <a:pt x="139" y="619"/>
                </a:cubicBezTo>
                <a:cubicBezTo>
                  <a:pt x="139" y="612"/>
                  <a:pt x="137" y="605"/>
                  <a:pt x="135" y="598"/>
                </a:cubicBezTo>
                <a:cubicBezTo>
                  <a:pt x="461" y="598"/>
                  <a:pt x="461" y="598"/>
                  <a:pt x="461" y="598"/>
                </a:cubicBezTo>
                <a:cubicBezTo>
                  <a:pt x="458" y="605"/>
                  <a:pt x="457" y="612"/>
                  <a:pt x="457" y="619"/>
                </a:cubicBezTo>
                <a:cubicBezTo>
                  <a:pt x="457" y="627"/>
                  <a:pt x="459" y="634"/>
                  <a:pt x="461" y="641"/>
                </a:cubicBezTo>
                <a:lnTo>
                  <a:pt x="135" y="641"/>
                </a:lnTo>
                <a:close/>
                <a:moveTo>
                  <a:pt x="475" y="574"/>
                </a:moveTo>
                <a:cubicBezTo>
                  <a:pt x="428" y="574"/>
                  <a:pt x="428" y="574"/>
                  <a:pt x="428" y="574"/>
                </a:cubicBezTo>
                <a:cubicBezTo>
                  <a:pt x="426" y="531"/>
                  <a:pt x="402" y="492"/>
                  <a:pt x="364" y="470"/>
                </a:cubicBezTo>
                <a:cubicBezTo>
                  <a:pt x="364" y="190"/>
                  <a:pt x="364" y="190"/>
                  <a:pt x="364" y="190"/>
                </a:cubicBezTo>
                <a:cubicBezTo>
                  <a:pt x="364" y="187"/>
                  <a:pt x="363" y="184"/>
                  <a:pt x="361" y="181"/>
                </a:cubicBezTo>
                <a:cubicBezTo>
                  <a:pt x="309" y="129"/>
                  <a:pt x="309" y="129"/>
                  <a:pt x="309" y="129"/>
                </a:cubicBezTo>
                <a:cubicBezTo>
                  <a:pt x="304" y="125"/>
                  <a:pt x="296" y="125"/>
                  <a:pt x="292" y="129"/>
                </a:cubicBezTo>
                <a:cubicBezTo>
                  <a:pt x="242" y="179"/>
                  <a:pt x="242" y="179"/>
                  <a:pt x="242" y="179"/>
                </a:cubicBezTo>
                <a:cubicBezTo>
                  <a:pt x="240" y="181"/>
                  <a:pt x="239" y="184"/>
                  <a:pt x="239" y="187"/>
                </a:cubicBezTo>
                <a:cubicBezTo>
                  <a:pt x="239" y="190"/>
                  <a:pt x="240" y="193"/>
                  <a:pt x="242" y="196"/>
                </a:cubicBezTo>
                <a:cubicBezTo>
                  <a:pt x="266" y="220"/>
                  <a:pt x="266" y="220"/>
                  <a:pt x="266" y="220"/>
                </a:cubicBezTo>
                <a:cubicBezTo>
                  <a:pt x="241" y="244"/>
                  <a:pt x="241" y="244"/>
                  <a:pt x="241" y="244"/>
                </a:cubicBezTo>
                <a:cubicBezTo>
                  <a:pt x="237" y="249"/>
                  <a:pt x="237" y="256"/>
                  <a:pt x="241" y="261"/>
                </a:cubicBezTo>
                <a:cubicBezTo>
                  <a:pt x="256" y="276"/>
                  <a:pt x="256" y="276"/>
                  <a:pt x="256" y="276"/>
                </a:cubicBezTo>
                <a:cubicBezTo>
                  <a:pt x="265" y="286"/>
                  <a:pt x="265" y="286"/>
                  <a:pt x="265" y="286"/>
                </a:cubicBezTo>
                <a:cubicBezTo>
                  <a:pt x="241" y="309"/>
                  <a:pt x="241" y="309"/>
                  <a:pt x="241" y="309"/>
                </a:cubicBezTo>
                <a:cubicBezTo>
                  <a:pt x="239" y="312"/>
                  <a:pt x="237" y="315"/>
                  <a:pt x="238" y="319"/>
                </a:cubicBezTo>
                <a:cubicBezTo>
                  <a:pt x="238" y="322"/>
                  <a:pt x="239" y="324"/>
                  <a:pt x="241" y="326"/>
                </a:cubicBezTo>
                <a:cubicBezTo>
                  <a:pt x="256" y="341"/>
                  <a:pt x="256" y="341"/>
                  <a:pt x="256" y="341"/>
                </a:cubicBezTo>
                <a:cubicBezTo>
                  <a:pt x="265" y="350"/>
                  <a:pt x="265" y="350"/>
                  <a:pt x="265" y="350"/>
                </a:cubicBezTo>
                <a:cubicBezTo>
                  <a:pt x="235" y="380"/>
                  <a:pt x="235" y="380"/>
                  <a:pt x="235" y="380"/>
                </a:cubicBezTo>
                <a:cubicBezTo>
                  <a:pt x="233" y="383"/>
                  <a:pt x="232" y="385"/>
                  <a:pt x="232" y="389"/>
                </a:cubicBezTo>
                <a:cubicBezTo>
                  <a:pt x="232" y="470"/>
                  <a:pt x="232" y="470"/>
                  <a:pt x="232" y="470"/>
                </a:cubicBezTo>
                <a:cubicBezTo>
                  <a:pt x="194" y="492"/>
                  <a:pt x="171" y="531"/>
                  <a:pt x="167" y="574"/>
                </a:cubicBezTo>
                <a:cubicBezTo>
                  <a:pt x="120" y="574"/>
                  <a:pt x="120" y="574"/>
                  <a:pt x="120" y="574"/>
                </a:cubicBezTo>
                <a:cubicBezTo>
                  <a:pt x="110" y="541"/>
                  <a:pt x="95" y="507"/>
                  <a:pt x="80" y="474"/>
                </a:cubicBezTo>
                <a:cubicBezTo>
                  <a:pt x="52" y="412"/>
                  <a:pt x="23" y="348"/>
                  <a:pt x="23" y="289"/>
                </a:cubicBezTo>
                <a:cubicBezTo>
                  <a:pt x="23" y="143"/>
                  <a:pt x="147" y="25"/>
                  <a:pt x="298" y="25"/>
                </a:cubicBezTo>
                <a:cubicBezTo>
                  <a:pt x="449" y="25"/>
                  <a:pt x="572" y="143"/>
                  <a:pt x="572" y="289"/>
                </a:cubicBezTo>
                <a:cubicBezTo>
                  <a:pt x="572" y="347"/>
                  <a:pt x="545" y="407"/>
                  <a:pt x="517" y="470"/>
                </a:cubicBezTo>
                <a:cubicBezTo>
                  <a:pt x="501" y="504"/>
                  <a:pt x="486" y="539"/>
                  <a:pt x="475" y="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B612A7-1780-CBA3-7CA2-973C25C7CB8B}"/>
              </a:ext>
            </a:extLst>
          </p:cNvPr>
          <p:cNvGrpSpPr/>
          <p:nvPr/>
        </p:nvGrpSpPr>
        <p:grpSpPr>
          <a:xfrm>
            <a:off x="1016000" y="-666901"/>
            <a:ext cx="1712486" cy="1736578"/>
            <a:chOff x="4754471" y="2060578"/>
            <a:chExt cx="2686210" cy="2724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6CF5C14-79D3-D547-ED6C-1159D59EAE8E}"/>
                </a:ext>
              </a:extLst>
            </p:cNvPr>
            <p:cNvSpPr/>
            <p:nvPr/>
          </p:nvSpPr>
          <p:spPr>
            <a:xfrm>
              <a:off x="4754471" y="2060578"/>
              <a:ext cx="2686210" cy="2724000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47B764A-A495-3D21-BCAA-266DEBF07007}"/>
                </a:ext>
              </a:extLst>
            </p:cNvPr>
            <p:cNvSpPr/>
            <p:nvPr/>
          </p:nvSpPr>
          <p:spPr>
            <a:xfrm>
              <a:off x="4930212" y="2477756"/>
              <a:ext cx="284251" cy="260827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588F39A-4E7E-B9E6-EEF7-EE93E49A4579}"/>
                </a:ext>
              </a:extLst>
            </p:cNvPr>
            <p:cNvSpPr/>
            <p:nvPr/>
          </p:nvSpPr>
          <p:spPr>
            <a:xfrm>
              <a:off x="7077835" y="3707912"/>
              <a:ext cx="183852" cy="72255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30749A8-3105-BA2F-0051-D729FA9A0E37}"/>
                </a:ext>
              </a:extLst>
            </p:cNvPr>
            <p:cNvSpPr/>
            <p:nvPr/>
          </p:nvSpPr>
          <p:spPr>
            <a:xfrm>
              <a:off x="7047657" y="3832654"/>
              <a:ext cx="95166" cy="196717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C38DB9-8695-7A3B-0D69-0383F76F7B5D}"/>
                </a:ext>
              </a:extLst>
            </p:cNvPr>
            <p:cNvSpPr/>
            <p:nvPr/>
          </p:nvSpPr>
          <p:spPr>
            <a:xfrm>
              <a:off x="5156067" y="2494160"/>
              <a:ext cx="1784548" cy="1782464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0047E74-4BCE-8EA6-B5E7-F62DD7749D61}"/>
                </a:ext>
              </a:extLst>
            </p:cNvPr>
            <p:cNvSpPr/>
            <p:nvPr/>
          </p:nvSpPr>
          <p:spPr>
            <a:xfrm>
              <a:off x="5248638" y="2586632"/>
              <a:ext cx="1599406" cy="1597521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rgbClr val="E47CA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312661F-A9D0-E2A9-8810-BCE2E8A8A7AC}"/>
                </a:ext>
              </a:extLst>
            </p:cNvPr>
            <p:cNvSpPr/>
            <p:nvPr/>
          </p:nvSpPr>
          <p:spPr>
            <a:xfrm>
              <a:off x="6643191" y="3418846"/>
              <a:ext cx="95845" cy="95746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8590FC9-52B9-B6D0-DE27-9AA1E6286741}"/>
                </a:ext>
              </a:extLst>
            </p:cNvPr>
            <p:cNvSpPr/>
            <p:nvPr/>
          </p:nvSpPr>
          <p:spPr>
            <a:xfrm>
              <a:off x="5356324" y="3256194"/>
              <a:ext cx="95845" cy="95746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60E96DD-AD10-CECF-5E16-F339A4E27805}"/>
                </a:ext>
              </a:extLst>
            </p:cNvPr>
            <p:cNvSpPr/>
            <p:nvPr/>
          </p:nvSpPr>
          <p:spPr>
            <a:xfrm>
              <a:off x="6081183" y="2694847"/>
              <a:ext cx="95845" cy="95746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9394F51-984E-FC67-5885-34FB79654E06}"/>
                </a:ext>
              </a:extLst>
            </p:cNvPr>
            <p:cNvSpPr/>
            <p:nvPr/>
          </p:nvSpPr>
          <p:spPr>
            <a:xfrm>
              <a:off x="5918332" y="3980193"/>
              <a:ext cx="95878" cy="95746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365FFC7-EEF2-E677-0944-644BA959D974}"/>
                </a:ext>
              </a:extLst>
            </p:cNvPr>
            <p:cNvSpPr/>
            <p:nvPr/>
          </p:nvSpPr>
          <p:spPr>
            <a:xfrm>
              <a:off x="5602519" y="2825353"/>
              <a:ext cx="95878" cy="95746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8F915AE-CE91-8962-8B34-595A713529A2}"/>
                </a:ext>
              </a:extLst>
            </p:cNvPr>
            <p:cNvSpPr/>
            <p:nvPr/>
          </p:nvSpPr>
          <p:spPr>
            <a:xfrm>
              <a:off x="6396963" y="3849687"/>
              <a:ext cx="95878" cy="95746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7B157FC-C47F-E79E-B1EB-FF3C27866AA6}"/>
                </a:ext>
              </a:extLst>
            </p:cNvPr>
            <p:cNvSpPr/>
            <p:nvPr/>
          </p:nvSpPr>
          <p:spPr>
            <a:xfrm>
              <a:off x="5486962" y="3734263"/>
              <a:ext cx="95878" cy="95746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7BB9868-209D-FEFA-6D87-174FAB25900F}"/>
                </a:ext>
              </a:extLst>
            </p:cNvPr>
            <p:cNvSpPr/>
            <p:nvPr/>
          </p:nvSpPr>
          <p:spPr>
            <a:xfrm>
              <a:off x="6037121" y="2828781"/>
              <a:ext cx="617786" cy="593997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081ACF8-EC7B-16ED-4930-D5601D1F8C47}"/>
                </a:ext>
              </a:extLst>
            </p:cNvPr>
            <p:cNvSpPr/>
            <p:nvPr/>
          </p:nvSpPr>
          <p:spPr>
            <a:xfrm>
              <a:off x="6203288" y="2906646"/>
              <a:ext cx="173335" cy="17313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rgbClr val="E47CA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6277453-6C20-5F54-2A31-63E848487B94}"/>
                </a:ext>
              </a:extLst>
            </p:cNvPr>
            <p:cNvSpPr/>
            <p:nvPr/>
          </p:nvSpPr>
          <p:spPr>
            <a:xfrm>
              <a:off x="7129420" y="3137791"/>
              <a:ext cx="255589" cy="22163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276C8CC-39A6-0666-511F-7C64EEFB56B2}"/>
                </a:ext>
              </a:extLst>
            </p:cNvPr>
            <p:cNvSpPr/>
            <p:nvPr/>
          </p:nvSpPr>
          <p:spPr>
            <a:xfrm>
              <a:off x="7168362" y="3222918"/>
              <a:ext cx="153808" cy="5087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6400893-E779-CC9E-776F-0F6E758CE032}"/>
                </a:ext>
              </a:extLst>
            </p:cNvPr>
            <p:cNvSpPr/>
            <p:nvPr/>
          </p:nvSpPr>
          <p:spPr>
            <a:xfrm>
              <a:off x="6911605" y="2793311"/>
              <a:ext cx="248230" cy="224947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A181CF9-F5D9-F465-9F55-A69089D94323}"/>
                </a:ext>
              </a:extLst>
            </p:cNvPr>
            <p:cNvSpPr/>
            <p:nvPr/>
          </p:nvSpPr>
          <p:spPr>
            <a:xfrm>
              <a:off x="6957032" y="2865224"/>
              <a:ext cx="140766" cy="80130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ED3252C-8910-EC4C-7257-9C7588C94DC1}"/>
                </a:ext>
              </a:extLst>
            </p:cNvPr>
            <p:cNvSpPr/>
            <p:nvPr/>
          </p:nvSpPr>
          <p:spPr>
            <a:xfrm>
              <a:off x="7012526" y="3494575"/>
              <a:ext cx="255849" cy="220992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4FCE72C-445E-BA03-EFDA-4206C03F4B90}"/>
                </a:ext>
              </a:extLst>
            </p:cNvPr>
            <p:cNvSpPr/>
            <p:nvPr/>
          </p:nvSpPr>
          <p:spPr>
            <a:xfrm>
              <a:off x="7051253" y="3580846"/>
              <a:ext cx="154534" cy="48566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115596-ACE4-406B-4156-C111C73C624B}"/>
                </a:ext>
              </a:extLst>
            </p:cNvPr>
            <p:cNvSpPr/>
            <p:nvPr/>
          </p:nvSpPr>
          <p:spPr>
            <a:xfrm>
              <a:off x="4806858" y="3410027"/>
              <a:ext cx="255577" cy="221023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073D6C3-2F27-9E01-F9CD-3826FAF79EF9}"/>
                </a:ext>
              </a:extLst>
            </p:cNvPr>
            <p:cNvSpPr/>
            <p:nvPr/>
          </p:nvSpPr>
          <p:spPr>
            <a:xfrm>
              <a:off x="4869034" y="3495741"/>
              <a:ext cx="153808" cy="5087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D4D5EBA-8160-A5B3-0F32-3625CA1F3905}"/>
                </a:ext>
              </a:extLst>
            </p:cNvPr>
            <p:cNvSpPr/>
            <p:nvPr/>
          </p:nvSpPr>
          <p:spPr>
            <a:xfrm>
              <a:off x="4853299" y="3039785"/>
              <a:ext cx="254327" cy="221803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EA4AED2-B8BF-FCE6-A6FC-0E36146176BF}"/>
                </a:ext>
              </a:extLst>
            </p:cNvPr>
            <p:cNvSpPr/>
            <p:nvPr/>
          </p:nvSpPr>
          <p:spPr>
            <a:xfrm>
              <a:off x="4915486" y="3122182"/>
              <a:ext cx="152213" cy="55364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109271E-4D49-1771-375F-2785CDDD442C}"/>
                </a:ext>
              </a:extLst>
            </p:cNvPr>
            <p:cNvSpPr/>
            <p:nvPr/>
          </p:nvSpPr>
          <p:spPr>
            <a:xfrm>
              <a:off x="4960717" y="3763137"/>
              <a:ext cx="218313" cy="194603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374F4D0-C9E2-F8BB-DEFC-E4427D0E1F8F}"/>
                </a:ext>
              </a:extLst>
            </p:cNvPr>
            <p:cNvSpPr/>
            <p:nvPr/>
          </p:nvSpPr>
          <p:spPr>
            <a:xfrm>
              <a:off x="5014622" y="3829059"/>
              <a:ext cx="126430" cy="63779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673A0D7-7E9E-E195-3E9E-E48CEF8F77D6}"/>
                </a:ext>
              </a:extLst>
            </p:cNvPr>
            <p:cNvSpPr/>
            <p:nvPr/>
          </p:nvSpPr>
          <p:spPr>
            <a:xfrm>
              <a:off x="6852149" y="3880683"/>
              <a:ext cx="237303" cy="234156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219EC48-098B-63EC-7925-815E0D71B0EE}"/>
                </a:ext>
              </a:extLst>
            </p:cNvPr>
            <p:cNvSpPr/>
            <p:nvPr/>
          </p:nvSpPr>
          <p:spPr>
            <a:xfrm>
              <a:off x="6907098" y="3939640"/>
              <a:ext cx="118166" cy="110690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3E198A1-82ED-52C3-1550-970D1DE363FF}"/>
                </a:ext>
              </a:extLst>
            </p:cNvPr>
            <p:cNvSpPr/>
            <p:nvPr/>
          </p:nvSpPr>
          <p:spPr>
            <a:xfrm>
              <a:off x="6691282" y="4194810"/>
              <a:ext cx="237303" cy="233969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6C4D50A-7DAE-4D48-D659-8FD58A0A7C56}"/>
                </a:ext>
              </a:extLst>
            </p:cNvPr>
            <p:cNvSpPr/>
            <p:nvPr/>
          </p:nvSpPr>
          <p:spPr>
            <a:xfrm>
              <a:off x="6746281" y="4253386"/>
              <a:ext cx="118173" cy="110698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7AE6DDA-5196-2F38-F6C8-1649C5FAB618}"/>
                </a:ext>
              </a:extLst>
            </p:cNvPr>
            <p:cNvSpPr/>
            <p:nvPr/>
          </p:nvSpPr>
          <p:spPr>
            <a:xfrm>
              <a:off x="6401326" y="4282938"/>
              <a:ext cx="187987" cy="215224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398D1F0-5405-C3FA-109C-6AFF7A4F1B5B}"/>
                </a:ext>
              </a:extLst>
            </p:cNvPr>
            <p:cNvSpPr/>
            <p:nvPr/>
          </p:nvSpPr>
          <p:spPr>
            <a:xfrm>
              <a:off x="6471721" y="4316636"/>
              <a:ext cx="48819" cy="12836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812328B-99C3-04AA-EA55-B0D8D5852F38}"/>
                </a:ext>
              </a:extLst>
            </p:cNvPr>
            <p:cNvSpPr/>
            <p:nvPr/>
          </p:nvSpPr>
          <p:spPr>
            <a:xfrm>
              <a:off x="6088224" y="4355143"/>
              <a:ext cx="221589" cy="255383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BC1486C-B4C6-5F12-109A-CB3B1C842C21}"/>
                </a:ext>
              </a:extLst>
            </p:cNvPr>
            <p:cNvSpPr/>
            <p:nvPr/>
          </p:nvSpPr>
          <p:spPr>
            <a:xfrm>
              <a:off x="6174741" y="4394027"/>
              <a:ext cx="48026" cy="154563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4C1FCE6-B75E-2D04-E4AE-BE698D537C32}"/>
                </a:ext>
              </a:extLst>
            </p:cNvPr>
            <p:cNvSpPr/>
            <p:nvPr/>
          </p:nvSpPr>
          <p:spPr>
            <a:xfrm>
              <a:off x="5776986" y="4311858"/>
              <a:ext cx="194050" cy="223903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06710C4-E7B7-11ED-0EE4-48AA057DA381}"/>
                </a:ext>
              </a:extLst>
            </p:cNvPr>
            <p:cNvSpPr/>
            <p:nvPr/>
          </p:nvSpPr>
          <p:spPr>
            <a:xfrm>
              <a:off x="5852578" y="4345178"/>
              <a:ext cx="42674" cy="136217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67EC82D-787C-D714-1436-F9AC838D606C}"/>
                </a:ext>
              </a:extLst>
            </p:cNvPr>
            <p:cNvSpPr/>
            <p:nvPr/>
          </p:nvSpPr>
          <p:spPr>
            <a:xfrm>
              <a:off x="5125432" y="4046692"/>
              <a:ext cx="205687" cy="208229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B70A54A-3C86-DB26-4D6E-83CC47DB3601}"/>
                </a:ext>
              </a:extLst>
            </p:cNvPr>
            <p:cNvSpPr/>
            <p:nvPr/>
          </p:nvSpPr>
          <p:spPr>
            <a:xfrm>
              <a:off x="5181940" y="4095347"/>
              <a:ext cx="97755" cy="104091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749A938-2838-E254-0ABA-031D03429B45}"/>
                </a:ext>
              </a:extLst>
            </p:cNvPr>
            <p:cNvSpPr/>
            <p:nvPr/>
          </p:nvSpPr>
          <p:spPr>
            <a:xfrm>
              <a:off x="5407093" y="4237552"/>
              <a:ext cx="226138" cy="247740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9D76E72-003F-420E-68E3-099BB4D92093}"/>
                </a:ext>
              </a:extLst>
            </p:cNvPr>
            <p:cNvSpPr/>
            <p:nvPr/>
          </p:nvSpPr>
          <p:spPr>
            <a:xfrm>
              <a:off x="5478252" y="4283080"/>
              <a:ext cx="83101" cy="138881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51DED02-63A8-BFD5-A491-9F482DE16231}"/>
                </a:ext>
              </a:extLst>
            </p:cNvPr>
            <p:cNvSpPr/>
            <p:nvPr/>
          </p:nvSpPr>
          <p:spPr>
            <a:xfrm>
              <a:off x="6667862" y="2434332"/>
              <a:ext cx="228522" cy="244379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1645BE30-428C-E7E9-88D5-FFBF2FA061A8}"/>
                </a:ext>
              </a:extLst>
            </p:cNvPr>
            <p:cNvSpPr/>
            <p:nvPr/>
          </p:nvSpPr>
          <p:spPr>
            <a:xfrm>
              <a:off x="6735098" y="2497301"/>
              <a:ext cx="92245" cy="133021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DD6B32F-F901-AAFA-FE94-73C4904BCEDB}"/>
                </a:ext>
              </a:extLst>
            </p:cNvPr>
            <p:cNvSpPr/>
            <p:nvPr/>
          </p:nvSpPr>
          <p:spPr>
            <a:xfrm>
              <a:off x="6376341" y="2261195"/>
              <a:ext cx="228535" cy="244388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3DB66F8-51BE-0219-A123-4A2FEB74E563}"/>
                </a:ext>
              </a:extLst>
            </p:cNvPr>
            <p:cNvSpPr/>
            <p:nvPr/>
          </p:nvSpPr>
          <p:spPr>
            <a:xfrm>
              <a:off x="6444255" y="2323998"/>
              <a:ext cx="92278" cy="132989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720FF5-9D0C-A7C9-C47C-C03F09CCBF35}"/>
                </a:ext>
              </a:extLst>
            </p:cNvPr>
            <p:cNvSpPr/>
            <p:nvPr/>
          </p:nvSpPr>
          <p:spPr>
            <a:xfrm>
              <a:off x="6092257" y="2112457"/>
              <a:ext cx="187928" cy="217167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95CD5DC-F5AD-3702-67DF-F158BDCD7D47}"/>
                </a:ext>
              </a:extLst>
            </p:cNvPr>
            <p:cNvSpPr/>
            <p:nvPr/>
          </p:nvSpPr>
          <p:spPr>
            <a:xfrm>
              <a:off x="6165696" y="2166301"/>
              <a:ext cx="41019" cy="131050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F9385E8-C35E-9BC2-61D7-D5341D1417AF}"/>
                </a:ext>
              </a:extLst>
            </p:cNvPr>
            <p:cNvSpPr/>
            <p:nvPr/>
          </p:nvSpPr>
          <p:spPr>
            <a:xfrm>
              <a:off x="5792674" y="2197622"/>
              <a:ext cx="223119" cy="252237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7FE9392-9A55-A490-6017-818B755D3C07}"/>
                </a:ext>
              </a:extLst>
            </p:cNvPr>
            <p:cNvSpPr/>
            <p:nvPr/>
          </p:nvSpPr>
          <p:spPr>
            <a:xfrm>
              <a:off x="5869764" y="2260289"/>
              <a:ext cx="65715" cy="147898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B4D5F16-784C-2E0C-BCEB-A90A4E4A2C25}"/>
                </a:ext>
              </a:extLst>
            </p:cNvPr>
            <p:cNvSpPr/>
            <p:nvPr/>
          </p:nvSpPr>
          <p:spPr>
            <a:xfrm>
              <a:off x="5485155" y="2338969"/>
              <a:ext cx="194928" cy="220911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2743B1F-90BA-68FF-1414-9AC3739FD391}"/>
                </a:ext>
              </a:extLst>
            </p:cNvPr>
            <p:cNvSpPr/>
            <p:nvPr/>
          </p:nvSpPr>
          <p:spPr>
            <a:xfrm>
              <a:off x="5553190" y="2393462"/>
              <a:ext cx="58142" cy="130361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69DB1E7-8DCE-4A00-F6EC-D62AE3B10DAF}"/>
                </a:ext>
              </a:extLst>
            </p:cNvPr>
            <p:cNvSpPr/>
            <p:nvPr/>
          </p:nvSpPr>
          <p:spPr>
            <a:xfrm>
              <a:off x="4936666" y="2719679"/>
              <a:ext cx="214208" cy="199652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8D31DDE-361E-D0C3-E437-A44E23BF6019}"/>
                </a:ext>
              </a:extLst>
            </p:cNvPr>
            <p:cNvSpPr/>
            <p:nvPr/>
          </p:nvSpPr>
          <p:spPr>
            <a:xfrm>
              <a:off x="4991031" y="2778973"/>
              <a:ext cx="117379" cy="81348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C2E3F49-FBC8-A6D8-93AB-934389D799B3}"/>
                </a:ext>
              </a:extLst>
            </p:cNvPr>
            <p:cNvSpPr/>
            <p:nvPr/>
          </p:nvSpPr>
          <p:spPr>
            <a:xfrm>
              <a:off x="5177249" y="2512936"/>
              <a:ext cx="234343" cy="237766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1E40181-C0C2-A495-488B-7876D1D8F6FB}"/>
                </a:ext>
              </a:extLst>
            </p:cNvPr>
            <p:cNvSpPr/>
            <p:nvPr/>
          </p:nvSpPr>
          <p:spPr>
            <a:xfrm>
              <a:off x="5242111" y="2576541"/>
              <a:ext cx="110066" cy="118737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14D52CD-1CFE-D5A0-E74B-9303B8EFC0D6}"/>
                </a:ext>
              </a:extLst>
            </p:cNvPr>
            <p:cNvSpPr/>
            <p:nvPr/>
          </p:nvSpPr>
          <p:spPr>
            <a:xfrm>
              <a:off x="7106841" y="3766536"/>
              <a:ext cx="249818" cy="224137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706A7EE-5EE6-DBFD-69B0-5D99F42C1DAF}"/>
                </a:ext>
              </a:extLst>
            </p:cNvPr>
            <p:cNvSpPr/>
            <p:nvPr/>
          </p:nvSpPr>
          <p:spPr>
            <a:xfrm>
              <a:off x="7150561" y="3841504"/>
              <a:ext cx="143458" cy="75169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6BD977A-94E9-F4E5-CC8C-C7BC1BD6E10D}"/>
                </a:ext>
              </a:extLst>
            </p:cNvPr>
            <p:cNvSpPr/>
            <p:nvPr/>
          </p:nvSpPr>
          <p:spPr>
            <a:xfrm>
              <a:off x="4928012" y="2434451"/>
              <a:ext cx="226995" cy="244897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6D38790-16D2-AE8F-0B74-5C45125689ED}"/>
                </a:ext>
              </a:extLst>
            </p:cNvPr>
            <p:cNvSpPr/>
            <p:nvPr/>
          </p:nvSpPr>
          <p:spPr>
            <a:xfrm>
              <a:off x="4996738" y="2496799"/>
              <a:ext cx="88735" cy="135382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A4B6FEE-286C-49F2-DAFC-C56D440E2684}"/>
                </a:ext>
              </a:extLst>
            </p:cNvPr>
            <p:cNvSpPr/>
            <p:nvPr/>
          </p:nvSpPr>
          <p:spPr>
            <a:xfrm>
              <a:off x="5561369" y="4471045"/>
              <a:ext cx="221388" cy="254758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24A7DCA-F41D-6B1B-62FD-1D41B9780579}"/>
                </a:ext>
              </a:extLst>
            </p:cNvPr>
            <p:cNvSpPr/>
            <p:nvPr/>
          </p:nvSpPr>
          <p:spPr>
            <a:xfrm>
              <a:off x="5644021" y="4511143"/>
              <a:ext cx="55434" cy="152047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381F72B-8B51-A7D7-593E-3C3100727E5E}"/>
                </a:ext>
              </a:extLst>
            </p:cNvPr>
            <p:cNvSpPr/>
            <p:nvPr/>
          </p:nvSpPr>
          <p:spPr>
            <a:xfrm>
              <a:off x="6709344" y="4027267"/>
              <a:ext cx="159440" cy="148221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A189264-F168-20F3-FE94-45DFA0A95F0E}"/>
                </a:ext>
              </a:extLst>
            </p:cNvPr>
            <p:cNvSpPr/>
            <p:nvPr/>
          </p:nvSpPr>
          <p:spPr>
            <a:xfrm>
              <a:off x="6741087" y="4070901"/>
              <a:ext cx="87610" cy="59454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97DDD0B-75DF-92DB-657A-5C847A8B86B5}"/>
                </a:ext>
              </a:extLst>
            </p:cNvPr>
            <p:cNvSpPr/>
            <p:nvPr/>
          </p:nvSpPr>
          <p:spPr>
            <a:xfrm>
              <a:off x="6975548" y="3102165"/>
              <a:ext cx="159140" cy="138146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89204FB6-EB7B-8CEF-9FF8-BC590E8DE4F5}"/>
                </a:ext>
              </a:extLst>
            </p:cNvPr>
            <p:cNvSpPr/>
            <p:nvPr/>
          </p:nvSpPr>
          <p:spPr>
            <a:xfrm>
              <a:off x="6999412" y="3155453"/>
              <a:ext cx="96454" cy="32411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88849B40-B999-2B38-FD72-FF95DBA52D34}"/>
                </a:ext>
              </a:extLst>
            </p:cNvPr>
            <p:cNvSpPr/>
            <p:nvPr/>
          </p:nvSpPr>
          <p:spPr>
            <a:xfrm>
              <a:off x="6038430" y="2318378"/>
              <a:ext cx="105149" cy="121398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67AA3DD-3AE8-66FA-982A-DEF2DA16CE4E}"/>
                </a:ext>
              </a:extLst>
            </p:cNvPr>
            <p:cNvSpPr/>
            <p:nvPr/>
          </p:nvSpPr>
          <p:spPr>
            <a:xfrm>
              <a:off x="6079099" y="2348603"/>
              <a:ext cx="22490" cy="73395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43EA519-FC2C-41E0-6272-019C4C74B797}"/>
                </a:ext>
              </a:extLst>
            </p:cNvPr>
            <p:cNvSpPr/>
            <p:nvPr/>
          </p:nvSpPr>
          <p:spPr>
            <a:xfrm>
              <a:off x="5052907" y="3601085"/>
              <a:ext cx="121602" cy="10571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C866A7C-EF6C-5F80-8D7D-1F389826D49D}"/>
                </a:ext>
              </a:extLst>
            </p:cNvPr>
            <p:cNvSpPr/>
            <p:nvPr/>
          </p:nvSpPr>
          <p:spPr>
            <a:xfrm>
              <a:off x="5082807" y="3642311"/>
              <a:ext cx="73433" cy="22659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B19D494E-0117-B123-624A-4335F7FDE955}"/>
                </a:ext>
              </a:extLst>
            </p:cNvPr>
            <p:cNvSpPr/>
            <p:nvPr/>
          </p:nvSpPr>
          <p:spPr>
            <a:xfrm>
              <a:off x="5670546" y="3076164"/>
              <a:ext cx="286370" cy="266236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9CD7244-CA3D-0D68-4B59-98F6010701F9}"/>
                </a:ext>
              </a:extLst>
            </p:cNvPr>
            <p:cNvSpPr/>
            <p:nvPr/>
          </p:nvSpPr>
          <p:spPr>
            <a:xfrm>
              <a:off x="5523821" y="3500918"/>
              <a:ext cx="344574" cy="156069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E0A6897-85B8-9726-B99C-091FF9F32799}"/>
                </a:ext>
              </a:extLst>
            </p:cNvPr>
            <p:cNvSpPr/>
            <p:nvPr/>
          </p:nvSpPr>
          <p:spPr>
            <a:xfrm>
              <a:off x="6004652" y="3618584"/>
              <a:ext cx="339216" cy="175449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58D8882-E9BA-9CBF-2FC0-C95C5BEFE5DD}"/>
              </a:ext>
            </a:extLst>
          </p:cNvPr>
          <p:cNvGrpSpPr/>
          <p:nvPr/>
        </p:nvGrpSpPr>
        <p:grpSpPr>
          <a:xfrm>
            <a:off x="1806390" y="998356"/>
            <a:ext cx="943443" cy="956716"/>
            <a:chOff x="9761542" y="1403215"/>
            <a:chExt cx="1712486" cy="1736578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2163832-01D9-522E-8447-CE64335FCF93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8F7B675-396D-8B59-7A56-D46DF34070A2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0D9543A-E191-7BC5-E6DF-5CC6BF01417C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3DB47EE-44D8-7A74-EE00-0DEEB8E04256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69FA34F-E123-D123-C059-5A435F06F83E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9438D9A-23F5-2993-EA72-1920C6664D61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A1CC44B-9581-4C82-F502-59248DD0273C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06BCA909-25C1-889C-C333-A6226AEE3322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A894370-6FCE-5EAA-C8A1-CFD72C63F5EF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54773E3-C5B6-F6C3-02EF-1C344EFF51F8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6910F27-6599-53DD-49E6-08359F4100FB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AA9FD47-8CB6-CF69-C4D4-E5C21DC9B31E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1327CCB-4D2A-727C-A3FF-04AAE3ED4DD9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DCCA986-60EA-3E75-D8A0-D20FA8329AF1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7F9C4E1-0C5B-5431-2909-7C4C17243E46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5446E27-1734-9E66-28FD-B22589C3DE0F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A3A644FF-75AD-EE60-487A-2477C3FB320D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00A5715-B55A-FCD1-2976-A6D17DD2BF22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F5AAACD9-D2E1-7CD8-CBE9-5A2676EEF536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A0491D1-1956-CD98-6CBC-81256E01A270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450F902-5893-4C28-67CB-F576A44C7169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DF5B45E-0277-DBE7-516C-8AB172F23A09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CB4CF0C-93E5-5F79-F4F6-F3D73879E425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D16E1F8-2680-FA95-4E9E-30F5B88F3380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474676D-9D66-5FAD-5FC4-A33B42FA48C8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3705584-F9C8-A389-592B-0AA8BBB7D46B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BDC43A7-20F7-4335-94B0-6314996A7242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C57F627-93A6-919C-2D29-BAA55E4EF7F4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8202789-9324-D198-B237-B087D701F57E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4B5849E-3F90-B5B8-E4F6-7B6145C5838F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466AF6B-CB3E-8ABC-006C-105FD4DC2190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837F6B0-E827-B10C-68AD-7A4DEF8FF79F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94115CFE-4A4C-3E25-04B3-4251A53C1CEB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4A13945-4E6D-8E87-74CD-FE35C37589D5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04CDE208-515E-CE2F-8B30-95E24C931469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56521C1-7D95-8C68-A92E-344C4D5A0576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6C24DB5-F9C8-EFBA-BB81-75D04AC7C921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89712481-2FD6-E535-6C16-9DFA9154B92B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29BCFD5-0189-32EC-C905-2901F35BAB7D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A9F1933-DF67-D279-0E11-D0E120DCE5BD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E05308EB-9D87-F472-FE73-0A9D3A6CB202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7526356-68CA-0FE9-9975-9672B857C64C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92F3AA1-235F-1C6C-9DFF-FA25CA349373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C5824B3-D638-70B3-E85B-2B5CDCADE4E3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036F775B-A50B-39FA-06E6-888FE293EE1E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3ED09E10-886B-9F5F-B69E-55DC575851A9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15310F0-C6A0-7C19-8D31-68D5473F0093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6D075D34-AA91-8287-9B73-DC4B63DC1441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414B0A1-E625-5A98-E835-DAB412CE123A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8AD744A-9D0F-53F0-8FA5-E2E36F441E5D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611D781-5910-516D-FD31-22382D37F4EC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04B2638-0AF0-C2A3-CEB1-DD8AFD39A1A1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7BF644C-089C-E6BC-689E-A39C19F664FF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D71ED78C-093A-D8CC-C48D-D0BC4A374485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F306B4FE-7156-2830-8899-3BC4CD4C69C9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25934E1-7133-D964-8DE6-885B691B8E6E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30F628E-23F0-B08E-411B-8193EC41F60D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39A4166-FC5F-9960-EC89-63ABABE0A9FF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EC2C61B4-73A5-9769-003C-BED2DFCDDF17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9DB8A2F-4320-62FA-8BA4-769381C37B2E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E2E7125-686F-07BF-7594-D3F975005381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0A75FA01-4002-170B-8076-CC8C0CEE06F5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01689EE-FCB1-C913-A0E4-27FF43640C8A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3FA3DB5D-8A35-8185-8F4B-472F53C9B20E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253208F-1524-ACB5-4515-0AAB4E62BA58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BF7B8AC0-D92A-0A13-AC42-773335172F8E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65899CFB-9682-EE41-C5AD-D1824BB50C9A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B0DC47FD-40B3-9FDB-5933-ABD982D18596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AA3F43BC-F32E-B4C6-198F-CAA8CD8E0AAD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3A47B50D-BF32-48A7-BA38-1F257E189DB7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8D8D0AA-E70F-A992-F3F0-228EE6043F44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FC71629-BE9A-EF3B-34F1-9DB9FE2384AB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FE6B7A24-DD89-3827-DA14-89E8719A4A88}"/>
              </a:ext>
            </a:extLst>
          </p:cNvPr>
          <p:cNvGrpSpPr/>
          <p:nvPr/>
        </p:nvGrpSpPr>
        <p:grpSpPr>
          <a:xfrm>
            <a:off x="10724030" y="1359614"/>
            <a:ext cx="1411936" cy="1260424"/>
            <a:chOff x="6452894" y="5331089"/>
            <a:chExt cx="1200142" cy="1221256"/>
          </a:xfrm>
        </p:grpSpPr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8805F92-55D6-60AD-79D4-29E6E5ADEDDE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FB3E41F-EF3E-B197-A07A-A301F4277CD2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81ED3E1-8113-7F84-1977-0705EB5CCEAF}"/>
              </a:ext>
            </a:extLst>
          </p:cNvPr>
          <p:cNvGrpSpPr/>
          <p:nvPr/>
        </p:nvGrpSpPr>
        <p:grpSpPr>
          <a:xfrm rot="10856068">
            <a:off x="10559391" y="2537324"/>
            <a:ext cx="782550" cy="796317"/>
            <a:chOff x="6452894" y="5331089"/>
            <a:chExt cx="1200142" cy="1221256"/>
          </a:xfrm>
        </p:grpSpPr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6F6B6E75-E0D4-4962-2856-1F5D8C668507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18F17C98-F6B6-37EF-69C6-F9953A88DB4F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6960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7F1C55C-EF24-00B9-D891-21FEE60FB69E}"/>
              </a:ext>
            </a:extLst>
          </p:cNvPr>
          <p:cNvSpPr/>
          <p:nvPr/>
        </p:nvSpPr>
        <p:spPr>
          <a:xfrm>
            <a:off x="11137231" y="2274810"/>
            <a:ext cx="609600" cy="60696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A7B8ED6-BC06-D33D-6B9E-6EEA7BBE443A}"/>
              </a:ext>
            </a:extLst>
          </p:cNvPr>
          <p:cNvSpPr/>
          <p:nvPr/>
        </p:nvSpPr>
        <p:spPr>
          <a:xfrm>
            <a:off x="10926678" y="4470757"/>
            <a:ext cx="609600" cy="60696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DF4F50C-BB27-188E-4900-16176C493536}"/>
              </a:ext>
            </a:extLst>
          </p:cNvPr>
          <p:cNvSpPr/>
          <p:nvPr/>
        </p:nvSpPr>
        <p:spPr>
          <a:xfrm>
            <a:off x="1271467" y="4462290"/>
            <a:ext cx="609600" cy="60696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28E5850-86DC-2BAF-A6E1-456B3305E0C5}"/>
              </a:ext>
            </a:extLst>
          </p:cNvPr>
          <p:cNvSpPr/>
          <p:nvPr/>
        </p:nvSpPr>
        <p:spPr>
          <a:xfrm>
            <a:off x="1066800" y="2266343"/>
            <a:ext cx="609600" cy="60696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84EFB-5DED-DC53-C6C1-619D9B1087BD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0E14F2-7D66-00A8-3196-2E24DB6FFF52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14</a:t>
            </a:fld>
            <a:endParaRPr lang="en-US" sz="1100" dirty="0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52298EB0-1F94-B63B-F450-5DCB0E9B115F}"/>
              </a:ext>
            </a:extLst>
          </p:cNvPr>
          <p:cNvSpPr>
            <a:spLocks/>
          </p:cNvSpPr>
          <p:nvPr/>
        </p:nvSpPr>
        <p:spPr bwMode="auto">
          <a:xfrm>
            <a:off x="5373482" y="5622188"/>
            <a:ext cx="2020485" cy="550012"/>
          </a:xfrm>
          <a:custGeom>
            <a:avLst/>
            <a:gdLst>
              <a:gd name="T0" fmla="*/ 298 w 298"/>
              <a:gd name="T1" fmla="*/ 0 h 81"/>
              <a:gd name="T2" fmla="*/ 298 w 298"/>
              <a:gd name="T3" fmla="*/ 51 h 81"/>
              <a:gd name="T4" fmla="*/ 268 w 298"/>
              <a:gd name="T5" fmla="*/ 81 h 81"/>
              <a:gd name="T6" fmla="*/ 30 w 298"/>
              <a:gd name="T7" fmla="*/ 81 h 81"/>
              <a:gd name="T8" fmla="*/ 0 w 298"/>
              <a:gd name="T9" fmla="*/ 51 h 81"/>
              <a:gd name="T10" fmla="*/ 0 w 298"/>
              <a:gd name="T11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8" h="81">
                <a:moveTo>
                  <a:pt x="298" y="0"/>
                </a:moveTo>
                <a:cubicBezTo>
                  <a:pt x="298" y="51"/>
                  <a:pt x="298" y="51"/>
                  <a:pt x="298" y="51"/>
                </a:cubicBezTo>
                <a:cubicBezTo>
                  <a:pt x="298" y="67"/>
                  <a:pt x="284" y="81"/>
                  <a:pt x="268" y="81"/>
                </a:cubicBezTo>
                <a:cubicBezTo>
                  <a:pt x="30" y="81"/>
                  <a:pt x="30" y="81"/>
                  <a:pt x="30" y="81"/>
                </a:cubicBezTo>
                <a:cubicBezTo>
                  <a:pt x="13" y="81"/>
                  <a:pt x="0" y="67"/>
                  <a:pt x="0" y="5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D918C-13CB-9C4C-302F-790358B7E53E}"/>
              </a:ext>
            </a:extLst>
          </p:cNvPr>
          <p:cNvSpPr txBox="1"/>
          <p:nvPr/>
        </p:nvSpPr>
        <p:spPr>
          <a:xfrm>
            <a:off x="762002" y="579708"/>
            <a:ext cx="10667996" cy="86421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Funnel</a:t>
            </a:r>
            <a:r>
              <a:rPr lang="en-US" sz="4800" b="1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Infographic</a:t>
            </a:r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A7D3CC7B-3F6F-FDAF-D9B4-DEFE27B5F203}"/>
              </a:ext>
            </a:extLst>
          </p:cNvPr>
          <p:cNvSpPr>
            <a:spLocks/>
          </p:cNvSpPr>
          <p:nvPr/>
        </p:nvSpPr>
        <p:spPr bwMode="auto">
          <a:xfrm>
            <a:off x="3945012" y="1888578"/>
            <a:ext cx="4911576" cy="933402"/>
          </a:xfrm>
          <a:custGeom>
            <a:avLst/>
            <a:gdLst>
              <a:gd name="connsiteX0" fmla="*/ 115590 w 4911576"/>
              <a:gd name="connsiteY0" fmla="*/ 0 h 933402"/>
              <a:gd name="connsiteX1" fmla="*/ 4795988 w 4911576"/>
              <a:gd name="connsiteY1" fmla="*/ 0 h 933402"/>
              <a:gd name="connsiteX2" fmla="*/ 4904518 w 4911576"/>
              <a:gd name="connsiteY2" fmla="*/ 156133 h 933402"/>
              <a:gd name="connsiteX3" fmla="*/ 4603508 w 4911576"/>
              <a:gd name="connsiteY3" fmla="*/ 904971 h 933402"/>
              <a:gd name="connsiteX4" fmla="*/ 4592080 w 4911576"/>
              <a:gd name="connsiteY4" fmla="*/ 933402 h 933402"/>
              <a:gd name="connsiteX5" fmla="*/ 319497 w 4911576"/>
              <a:gd name="connsiteY5" fmla="*/ 933402 h 933402"/>
              <a:gd name="connsiteX6" fmla="*/ 7059 w 4911576"/>
              <a:gd name="connsiteY6" fmla="*/ 156133 h 933402"/>
              <a:gd name="connsiteX7" fmla="*/ 115590 w 4911576"/>
              <a:gd name="connsiteY7" fmla="*/ 0 h 933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11576" h="933402">
                <a:moveTo>
                  <a:pt x="115590" y="0"/>
                </a:moveTo>
                <a:cubicBezTo>
                  <a:pt x="115590" y="0"/>
                  <a:pt x="115590" y="0"/>
                  <a:pt x="4795988" y="0"/>
                </a:cubicBezTo>
                <a:cubicBezTo>
                  <a:pt x="4877386" y="0"/>
                  <a:pt x="4931651" y="81461"/>
                  <a:pt x="4904518" y="156133"/>
                </a:cubicBezTo>
                <a:cubicBezTo>
                  <a:pt x="4904518" y="156133"/>
                  <a:pt x="4904518" y="156133"/>
                  <a:pt x="4603508" y="904971"/>
                </a:cubicBezTo>
                <a:lnTo>
                  <a:pt x="4592080" y="933402"/>
                </a:lnTo>
                <a:lnTo>
                  <a:pt x="319497" y="933402"/>
                </a:lnTo>
                <a:lnTo>
                  <a:pt x="7059" y="156133"/>
                </a:lnTo>
                <a:cubicBezTo>
                  <a:pt x="-20074" y="81461"/>
                  <a:pt x="34192" y="0"/>
                  <a:pt x="1155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384D15-0495-4387-6119-2510573A9A16}"/>
              </a:ext>
            </a:extLst>
          </p:cNvPr>
          <p:cNvSpPr txBox="1"/>
          <p:nvPr/>
        </p:nvSpPr>
        <p:spPr>
          <a:xfrm>
            <a:off x="4724401" y="2101364"/>
            <a:ext cx="3352800" cy="507831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HERE’S YOUR OPTION 01</a:t>
            </a:r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59EE6541-8BCF-7EA6-6674-E94A635B80A2}"/>
              </a:ext>
            </a:extLst>
          </p:cNvPr>
          <p:cNvSpPr>
            <a:spLocks/>
          </p:cNvSpPr>
          <p:nvPr/>
        </p:nvSpPr>
        <p:spPr bwMode="auto">
          <a:xfrm>
            <a:off x="4264509" y="2821980"/>
            <a:ext cx="4272583" cy="933403"/>
          </a:xfrm>
          <a:custGeom>
            <a:avLst/>
            <a:gdLst>
              <a:gd name="connsiteX0" fmla="*/ 0 w 4272583"/>
              <a:gd name="connsiteY0" fmla="*/ 0 h 933403"/>
              <a:gd name="connsiteX1" fmla="*/ 4272583 w 4272583"/>
              <a:gd name="connsiteY1" fmla="*/ 0 h 933403"/>
              <a:gd name="connsiteX2" fmla="*/ 4233938 w 4272583"/>
              <a:gd name="connsiteY2" fmla="*/ 96139 h 933403"/>
              <a:gd name="connsiteX3" fmla="*/ 3899312 w 4272583"/>
              <a:gd name="connsiteY3" fmla="*/ 928605 h 933403"/>
              <a:gd name="connsiteX4" fmla="*/ 3897384 w 4272583"/>
              <a:gd name="connsiteY4" fmla="*/ 933403 h 933403"/>
              <a:gd name="connsiteX5" fmla="*/ 375199 w 4272583"/>
              <a:gd name="connsiteY5" fmla="*/ 933403 h 933403"/>
              <a:gd name="connsiteX6" fmla="*/ 0 w 4272583"/>
              <a:gd name="connsiteY6" fmla="*/ 0 h 9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72583" h="933403">
                <a:moveTo>
                  <a:pt x="0" y="0"/>
                </a:moveTo>
                <a:lnTo>
                  <a:pt x="4272583" y="0"/>
                </a:lnTo>
                <a:lnTo>
                  <a:pt x="4233938" y="96139"/>
                </a:lnTo>
                <a:cubicBezTo>
                  <a:pt x="4146168" y="314491"/>
                  <a:pt x="4036454" y="587431"/>
                  <a:pt x="3899312" y="928605"/>
                </a:cubicBezTo>
                <a:lnTo>
                  <a:pt x="3897384" y="933403"/>
                </a:lnTo>
                <a:lnTo>
                  <a:pt x="375199" y="9334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60C8AC-4A0C-08CE-686B-6090939CFFBB}"/>
              </a:ext>
            </a:extLst>
          </p:cNvPr>
          <p:cNvSpPr txBox="1"/>
          <p:nvPr/>
        </p:nvSpPr>
        <p:spPr>
          <a:xfrm>
            <a:off x="5271838" y="3034766"/>
            <a:ext cx="2257925" cy="507831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YOUR OPTION 02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7DB2D69-A95B-D115-6F8E-43086C29610B}"/>
              </a:ext>
            </a:extLst>
          </p:cNvPr>
          <p:cNvSpPr>
            <a:spLocks/>
          </p:cNvSpPr>
          <p:nvPr/>
        </p:nvSpPr>
        <p:spPr bwMode="auto">
          <a:xfrm>
            <a:off x="4639708" y="3755383"/>
            <a:ext cx="3522185" cy="933402"/>
          </a:xfrm>
          <a:custGeom>
            <a:avLst/>
            <a:gdLst>
              <a:gd name="connsiteX0" fmla="*/ 0 w 3522185"/>
              <a:gd name="connsiteY0" fmla="*/ 0 h 933402"/>
              <a:gd name="connsiteX1" fmla="*/ 3522185 w 3522185"/>
              <a:gd name="connsiteY1" fmla="*/ 0 h 933402"/>
              <a:gd name="connsiteX2" fmla="*/ 3438493 w 3522185"/>
              <a:gd name="connsiteY2" fmla="*/ 208205 h 933402"/>
              <a:gd name="connsiteX3" fmla="*/ 3246451 w 3522185"/>
              <a:gd name="connsiteY3" fmla="*/ 685959 h 933402"/>
              <a:gd name="connsiteX4" fmla="*/ 3146987 w 3522185"/>
              <a:gd name="connsiteY4" fmla="*/ 933402 h 933402"/>
              <a:gd name="connsiteX5" fmla="*/ 375199 w 3522185"/>
              <a:gd name="connsiteY5" fmla="*/ 933402 h 933402"/>
              <a:gd name="connsiteX6" fmla="*/ 0 w 3522185"/>
              <a:gd name="connsiteY6" fmla="*/ 0 h 933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2185" h="933402">
                <a:moveTo>
                  <a:pt x="0" y="0"/>
                </a:moveTo>
                <a:lnTo>
                  <a:pt x="3522185" y="0"/>
                </a:lnTo>
                <a:lnTo>
                  <a:pt x="3438493" y="208205"/>
                </a:lnTo>
                <a:cubicBezTo>
                  <a:pt x="3379160" y="355811"/>
                  <a:pt x="3315263" y="514771"/>
                  <a:pt x="3246451" y="685959"/>
                </a:cubicBezTo>
                <a:lnTo>
                  <a:pt x="3146987" y="933402"/>
                </a:lnTo>
                <a:lnTo>
                  <a:pt x="375199" y="9334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6ABD5-D8C1-298B-5BEE-E3ED851DD720}"/>
              </a:ext>
            </a:extLst>
          </p:cNvPr>
          <p:cNvSpPr txBox="1"/>
          <p:nvPr/>
        </p:nvSpPr>
        <p:spPr>
          <a:xfrm>
            <a:off x="5271838" y="3968169"/>
            <a:ext cx="2257925" cy="507831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OPTION 03</a:t>
            </a:r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ED127F7-FA07-BDF0-C13F-8DD3C31699BC}"/>
              </a:ext>
            </a:extLst>
          </p:cNvPr>
          <p:cNvSpPr>
            <a:spLocks/>
          </p:cNvSpPr>
          <p:nvPr/>
        </p:nvSpPr>
        <p:spPr bwMode="auto">
          <a:xfrm>
            <a:off x="5014907" y="4688785"/>
            <a:ext cx="2771788" cy="933404"/>
          </a:xfrm>
          <a:custGeom>
            <a:avLst/>
            <a:gdLst>
              <a:gd name="connsiteX0" fmla="*/ 0 w 2771788"/>
              <a:gd name="connsiteY0" fmla="*/ 0 h 933404"/>
              <a:gd name="connsiteX1" fmla="*/ 2771788 w 2771788"/>
              <a:gd name="connsiteY1" fmla="*/ 0 h 933404"/>
              <a:gd name="connsiteX2" fmla="*/ 2764303 w 2771788"/>
              <a:gd name="connsiteY2" fmla="*/ 18619 h 933404"/>
              <a:gd name="connsiteX3" fmla="*/ 2396588 w 2771788"/>
              <a:gd name="connsiteY3" fmla="*/ 933404 h 933404"/>
              <a:gd name="connsiteX4" fmla="*/ 375199 w 2771788"/>
              <a:gd name="connsiteY4" fmla="*/ 933404 h 933404"/>
              <a:gd name="connsiteX5" fmla="*/ 0 w 2771788"/>
              <a:gd name="connsiteY5" fmla="*/ 0 h 93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1788" h="933404">
                <a:moveTo>
                  <a:pt x="0" y="0"/>
                </a:moveTo>
                <a:lnTo>
                  <a:pt x="2771788" y="0"/>
                </a:lnTo>
                <a:lnTo>
                  <a:pt x="2764303" y="18619"/>
                </a:lnTo>
                <a:cubicBezTo>
                  <a:pt x="2653581" y="294070"/>
                  <a:pt x="2531404" y="598016"/>
                  <a:pt x="2396588" y="933404"/>
                </a:cubicBezTo>
                <a:cubicBezTo>
                  <a:pt x="2396588" y="933404"/>
                  <a:pt x="2396588" y="933404"/>
                  <a:pt x="375199" y="93340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937A0-39E6-1B96-978C-D5FC8340F89E}"/>
              </a:ext>
            </a:extLst>
          </p:cNvPr>
          <p:cNvSpPr txBox="1"/>
          <p:nvPr/>
        </p:nvSpPr>
        <p:spPr>
          <a:xfrm>
            <a:off x="5271838" y="4901572"/>
            <a:ext cx="2257925" cy="507831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FINISH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82951-474D-0106-B377-59EB17CCD3DE}"/>
              </a:ext>
            </a:extLst>
          </p:cNvPr>
          <p:cNvSpPr txBox="1"/>
          <p:nvPr/>
        </p:nvSpPr>
        <p:spPr>
          <a:xfrm>
            <a:off x="1868905" y="2531712"/>
            <a:ext cx="1941095" cy="89716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28516A-11B1-CCBD-B7C8-55761AA69B60}"/>
              </a:ext>
            </a:extLst>
          </p:cNvPr>
          <p:cNvSpPr txBox="1"/>
          <p:nvPr/>
        </p:nvSpPr>
        <p:spPr>
          <a:xfrm>
            <a:off x="1868905" y="2135788"/>
            <a:ext cx="1941095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CCC6A02B-9F55-8ECB-A8C0-68666C9F80CD}"/>
              </a:ext>
            </a:extLst>
          </p:cNvPr>
          <p:cNvSpPr>
            <a:spLocks noEditPoints="1"/>
          </p:cNvSpPr>
          <p:nvPr/>
        </p:nvSpPr>
        <p:spPr bwMode="auto">
          <a:xfrm>
            <a:off x="1203947" y="2403621"/>
            <a:ext cx="335306" cy="335045"/>
          </a:xfrm>
          <a:custGeom>
            <a:avLst/>
            <a:gdLst>
              <a:gd name="T0" fmla="*/ 156 w 788"/>
              <a:gd name="T1" fmla="*/ 0 h 788"/>
              <a:gd name="T2" fmla="*/ 2 w 788"/>
              <a:gd name="T3" fmla="*/ 378 h 788"/>
              <a:gd name="T4" fmla="*/ 60 w 788"/>
              <a:gd name="T5" fmla="*/ 776 h 788"/>
              <a:gd name="T6" fmla="*/ 471 w 788"/>
              <a:gd name="T7" fmla="*/ 788 h 788"/>
              <a:gd name="T8" fmla="*/ 728 w 788"/>
              <a:gd name="T9" fmla="*/ 384 h 788"/>
              <a:gd name="T10" fmla="*/ 787 w 788"/>
              <a:gd name="T11" fmla="*/ 367 h 788"/>
              <a:gd name="T12" fmla="*/ 328 w 788"/>
              <a:gd name="T13" fmla="*/ 764 h 788"/>
              <a:gd name="T14" fmla="*/ 459 w 788"/>
              <a:gd name="T15" fmla="*/ 764 h 788"/>
              <a:gd name="T16" fmla="*/ 483 w 788"/>
              <a:gd name="T17" fmla="*/ 492 h 788"/>
              <a:gd name="T18" fmla="*/ 304 w 788"/>
              <a:gd name="T19" fmla="*/ 492 h 788"/>
              <a:gd name="T20" fmla="*/ 84 w 788"/>
              <a:gd name="T21" fmla="*/ 384 h 788"/>
              <a:gd name="T22" fmla="*/ 716 w 788"/>
              <a:gd name="T23" fmla="*/ 360 h 788"/>
              <a:gd name="T24" fmla="*/ 163 w 788"/>
              <a:gd name="T25" fmla="*/ 24 h 788"/>
              <a:gd name="T26" fmla="*/ 716 w 788"/>
              <a:gd name="T27" fmla="*/ 360 h 788"/>
              <a:gd name="T28" fmla="*/ 253 w 788"/>
              <a:gd name="T29" fmla="*/ 540 h 788"/>
              <a:gd name="T30" fmla="*/ 134 w 788"/>
              <a:gd name="T31" fmla="*/ 658 h 788"/>
              <a:gd name="T32" fmla="*/ 157 w 788"/>
              <a:gd name="T33" fmla="*/ 540 h 788"/>
              <a:gd name="T34" fmla="*/ 229 w 788"/>
              <a:gd name="T35" fmla="*/ 562 h 788"/>
              <a:gd name="T36" fmla="*/ 157 w 788"/>
              <a:gd name="T37" fmla="*/ 585 h 788"/>
              <a:gd name="T38" fmla="*/ 157 w 788"/>
              <a:gd name="T39" fmla="*/ 646 h 788"/>
              <a:gd name="T40" fmla="*/ 334 w 788"/>
              <a:gd name="T41" fmla="*/ 157 h 788"/>
              <a:gd name="T42" fmla="*/ 442 w 788"/>
              <a:gd name="T43" fmla="*/ 287 h 788"/>
              <a:gd name="T44" fmla="*/ 394 w 788"/>
              <a:gd name="T45" fmla="*/ 97 h 788"/>
              <a:gd name="T46" fmla="*/ 358 w 788"/>
              <a:gd name="T47" fmla="*/ 204 h 788"/>
              <a:gd name="T48" fmla="*/ 430 w 788"/>
              <a:gd name="T49" fmla="*/ 180 h 788"/>
              <a:gd name="T50" fmla="*/ 394 w 788"/>
              <a:gd name="T51" fmla="*/ 121 h 788"/>
              <a:gd name="T52" fmla="*/ 227 w 788"/>
              <a:gd name="T53" fmla="*/ 97 h 788"/>
              <a:gd name="T54" fmla="*/ 179 w 788"/>
              <a:gd name="T55" fmla="*/ 287 h 788"/>
              <a:gd name="T56" fmla="*/ 287 w 788"/>
              <a:gd name="T57" fmla="*/ 157 h 788"/>
              <a:gd name="T58" fmla="*/ 191 w 788"/>
              <a:gd name="T59" fmla="*/ 263 h 788"/>
              <a:gd name="T60" fmla="*/ 262 w 788"/>
              <a:gd name="T61" fmla="*/ 263 h 788"/>
              <a:gd name="T62" fmla="*/ 191 w 788"/>
              <a:gd name="T63" fmla="*/ 157 h 788"/>
              <a:gd name="T64" fmla="*/ 262 w 788"/>
              <a:gd name="T65" fmla="*/ 180 h 788"/>
              <a:gd name="T66" fmla="*/ 501 w 788"/>
              <a:gd name="T67" fmla="*/ 275 h 788"/>
              <a:gd name="T68" fmla="*/ 621 w 788"/>
              <a:gd name="T69" fmla="*/ 275 h 788"/>
              <a:gd name="T70" fmla="*/ 597 w 788"/>
              <a:gd name="T71" fmla="*/ 263 h 788"/>
              <a:gd name="T72" fmla="*/ 597 w 788"/>
              <a:gd name="T73" fmla="*/ 204 h 788"/>
              <a:gd name="T74" fmla="*/ 525 w 788"/>
              <a:gd name="T75" fmla="*/ 180 h 788"/>
              <a:gd name="T76" fmla="*/ 597 w 788"/>
              <a:gd name="T77" fmla="*/ 157 h 788"/>
              <a:gd name="T78" fmla="*/ 654 w 788"/>
              <a:gd name="T79" fmla="*/ 658 h 788"/>
              <a:gd name="T80" fmla="*/ 535 w 788"/>
              <a:gd name="T81" fmla="*/ 540 h 788"/>
              <a:gd name="T82" fmla="*/ 642 w 788"/>
              <a:gd name="T83" fmla="*/ 670 h 788"/>
              <a:gd name="T84" fmla="*/ 630 w 788"/>
              <a:gd name="T85" fmla="*/ 540 h 788"/>
              <a:gd name="T86" fmla="*/ 559 w 788"/>
              <a:gd name="T87" fmla="*/ 540 h 788"/>
              <a:gd name="T88" fmla="*/ 630 w 788"/>
              <a:gd name="T89" fmla="*/ 646 h 788"/>
              <a:gd name="T90" fmla="*/ 431 w 788"/>
              <a:gd name="T91" fmla="*/ 670 h 788"/>
              <a:gd name="T92" fmla="*/ 443 w 788"/>
              <a:gd name="T93" fmla="*/ 658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88" h="788">
                <a:moveTo>
                  <a:pt x="644" y="8"/>
                </a:moveTo>
                <a:cubicBezTo>
                  <a:pt x="642" y="3"/>
                  <a:pt x="637" y="0"/>
                  <a:pt x="633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1" y="0"/>
                  <a:pt x="146" y="3"/>
                  <a:pt x="144" y="8"/>
                </a:cubicBezTo>
                <a:cubicBezTo>
                  <a:pt x="1" y="367"/>
                  <a:pt x="1" y="367"/>
                  <a:pt x="1" y="367"/>
                </a:cubicBezTo>
                <a:cubicBezTo>
                  <a:pt x="0" y="371"/>
                  <a:pt x="0" y="375"/>
                  <a:pt x="2" y="378"/>
                </a:cubicBezTo>
                <a:cubicBezTo>
                  <a:pt x="5" y="381"/>
                  <a:pt x="8" y="384"/>
                  <a:pt x="12" y="384"/>
                </a:cubicBezTo>
                <a:cubicBezTo>
                  <a:pt x="60" y="384"/>
                  <a:pt x="60" y="384"/>
                  <a:pt x="60" y="384"/>
                </a:cubicBezTo>
                <a:cubicBezTo>
                  <a:pt x="60" y="776"/>
                  <a:pt x="60" y="776"/>
                  <a:pt x="60" y="776"/>
                </a:cubicBezTo>
                <a:cubicBezTo>
                  <a:pt x="60" y="782"/>
                  <a:pt x="65" y="788"/>
                  <a:pt x="72" y="788"/>
                </a:cubicBezTo>
                <a:cubicBezTo>
                  <a:pt x="316" y="788"/>
                  <a:pt x="316" y="788"/>
                  <a:pt x="316" y="788"/>
                </a:cubicBezTo>
                <a:cubicBezTo>
                  <a:pt x="471" y="788"/>
                  <a:pt x="471" y="788"/>
                  <a:pt x="471" y="788"/>
                </a:cubicBezTo>
                <a:cubicBezTo>
                  <a:pt x="716" y="788"/>
                  <a:pt x="716" y="788"/>
                  <a:pt x="716" y="788"/>
                </a:cubicBezTo>
                <a:cubicBezTo>
                  <a:pt x="723" y="788"/>
                  <a:pt x="728" y="782"/>
                  <a:pt x="728" y="776"/>
                </a:cubicBezTo>
                <a:cubicBezTo>
                  <a:pt x="728" y="384"/>
                  <a:pt x="728" y="384"/>
                  <a:pt x="728" y="384"/>
                </a:cubicBezTo>
                <a:cubicBezTo>
                  <a:pt x="776" y="384"/>
                  <a:pt x="776" y="384"/>
                  <a:pt x="776" y="384"/>
                </a:cubicBezTo>
                <a:cubicBezTo>
                  <a:pt x="779" y="384"/>
                  <a:pt x="783" y="381"/>
                  <a:pt x="786" y="378"/>
                </a:cubicBezTo>
                <a:cubicBezTo>
                  <a:pt x="788" y="375"/>
                  <a:pt x="788" y="371"/>
                  <a:pt x="787" y="367"/>
                </a:cubicBezTo>
                <a:lnTo>
                  <a:pt x="644" y="8"/>
                </a:lnTo>
                <a:close/>
                <a:moveTo>
                  <a:pt x="459" y="764"/>
                </a:moveTo>
                <a:cubicBezTo>
                  <a:pt x="328" y="764"/>
                  <a:pt x="328" y="764"/>
                  <a:pt x="328" y="764"/>
                </a:cubicBezTo>
                <a:cubicBezTo>
                  <a:pt x="328" y="504"/>
                  <a:pt x="328" y="504"/>
                  <a:pt x="328" y="504"/>
                </a:cubicBezTo>
                <a:cubicBezTo>
                  <a:pt x="459" y="504"/>
                  <a:pt x="459" y="504"/>
                  <a:pt x="459" y="504"/>
                </a:cubicBezTo>
                <a:lnTo>
                  <a:pt x="459" y="764"/>
                </a:lnTo>
                <a:close/>
                <a:moveTo>
                  <a:pt x="704" y="764"/>
                </a:moveTo>
                <a:cubicBezTo>
                  <a:pt x="483" y="764"/>
                  <a:pt x="483" y="764"/>
                  <a:pt x="483" y="764"/>
                </a:cubicBezTo>
                <a:cubicBezTo>
                  <a:pt x="483" y="492"/>
                  <a:pt x="483" y="492"/>
                  <a:pt x="483" y="492"/>
                </a:cubicBezTo>
                <a:cubicBezTo>
                  <a:pt x="483" y="486"/>
                  <a:pt x="478" y="480"/>
                  <a:pt x="471" y="480"/>
                </a:cubicBezTo>
                <a:cubicBezTo>
                  <a:pt x="316" y="480"/>
                  <a:pt x="316" y="480"/>
                  <a:pt x="316" y="480"/>
                </a:cubicBezTo>
                <a:cubicBezTo>
                  <a:pt x="310" y="480"/>
                  <a:pt x="304" y="486"/>
                  <a:pt x="304" y="492"/>
                </a:cubicBezTo>
                <a:cubicBezTo>
                  <a:pt x="304" y="764"/>
                  <a:pt x="304" y="764"/>
                  <a:pt x="304" y="764"/>
                </a:cubicBezTo>
                <a:cubicBezTo>
                  <a:pt x="84" y="764"/>
                  <a:pt x="84" y="764"/>
                  <a:pt x="84" y="764"/>
                </a:cubicBezTo>
                <a:cubicBezTo>
                  <a:pt x="84" y="384"/>
                  <a:pt x="84" y="384"/>
                  <a:pt x="84" y="384"/>
                </a:cubicBezTo>
                <a:cubicBezTo>
                  <a:pt x="704" y="384"/>
                  <a:pt x="704" y="384"/>
                  <a:pt x="704" y="384"/>
                </a:cubicBezTo>
                <a:lnTo>
                  <a:pt x="704" y="764"/>
                </a:lnTo>
                <a:close/>
                <a:moveTo>
                  <a:pt x="716" y="360"/>
                </a:moveTo>
                <a:cubicBezTo>
                  <a:pt x="72" y="360"/>
                  <a:pt x="72" y="360"/>
                  <a:pt x="72" y="360"/>
                </a:cubicBezTo>
                <a:cubicBezTo>
                  <a:pt x="29" y="360"/>
                  <a:pt x="29" y="360"/>
                  <a:pt x="29" y="360"/>
                </a:cubicBezTo>
                <a:cubicBezTo>
                  <a:pt x="163" y="24"/>
                  <a:pt x="163" y="24"/>
                  <a:pt x="163" y="24"/>
                </a:cubicBezTo>
                <a:cubicBezTo>
                  <a:pt x="624" y="24"/>
                  <a:pt x="624" y="24"/>
                  <a:pt x="624" y="24"/>
                </a:cubicBezTo>
                <a:cubicBezTo>
                  <a:pt x="758" y="360"/>
                  <a:pt x="758" y="360"/>
                  <a:pt x="758" y="360"/>
                </a:cubicBezTo>
                <a:lnTo>
                  <a:pt x="716" y="360"/>
                </a:lnTo>
                <a:close/>
                <a:moveTo>
                  <a:pt x="240" y="670"/>
                </a:moveTo>
                <a:cubicBezTo>
                  <a:pt x="248" y="670"/>
                  <a:pt x="253" y="665"/>
                  <a:pt x="253" y="658"/>
                </a:cubicBezTo>
                <a:cubicBezTo>
                  <a:pt x="253" y="540"/>
                  <a:pt x="253" y="540"/>
                  <a:pt x="253" y="540"/>
                </a:cubicBezTo>
                <a:cubicBezTo>
                  <a:pt x="253" y="507"/>
                  <a:pt x="226" y="480"/>
                  <a:pt x="193" y="480"/>
                </a:cubicBezTo>
                <a:cubicBezTo>
                  <a:pt x="160" y="480"/>
                  <a:pt x="134" y="507"/>
                  <a:pt x="134" y="540"/>
                </a:cubicBezTo>
                <a:cubicBezTo>
                  <a:pt x="134" y="658"/>
                  <a:pt x="134" y="658"/>
                  <a:pt x="134" y="658"/>
                </a:cubicBezTo>
                <a:cubicBezTo>
                  <a:pt x="134" y="665"/>
                  <a:pt x="139" y="670"/>
                  <a:pt x="145" y="670"/>
                </a:cubicBezTo>
                <a:lnTo>
                  <a:pt x="240" y="670"/>
                </a:lnTo>
                <a:close/>
                <a:moveTo>
                  <a:pt x="157" y="540"/>
                </a:moveTo>
                <a:cubicBezTo>
                  <a:pt x="157" y="520"/>
                  <a:pt x="173" y="504"/>
                  <a:pt x="193" y="504"/>
                </a:cubicBezTo>
                <a:cubicBezTo>
                  <a:pt x="213" y="504"/>
                  <a:pt x="229" y="520"/>
                  <a:pt x="229" y="540"/>
                </a:cubicBezTo>
                <a:cubicBezTo>
                  <a:pt x="229" y="562"/>
                  <a:pt x="229" y="562"/>
                  <a:pt x="229" y="562"/>
                </a:cubicBezTo>
                <a:cubicBezTo>
                  <a:pt x="157" y="562"/>
                  <a:pt x="157" y="562"/>
                  <a:pt x="157" y="562"/>
                </a:cubicBezTo>
                <a:lnTo>
                  <a:pt x="157" y="540"/>
                </a:lnTo>
                <a:close/>
                <a:moveTo>
                  <a:pt x="157" y="585"/>
                </a:moveTo>
                <a:cubicBezTo>
                  <a:pt x="229" y="585"/>
                  <a:pt x="229" y="585"/>
                  <a:pt x="229" y="585"/>
                </a:cubicBezTo>
                <a:cubicBezTo>
                  <a:pt x="229" y="646"/>
                  <a:pt x="229" y="646"/>
                  <a:pt x="229" y="646"/>
                </a:cubicBezTo>
                <a:cubicBezTo>
                  <a:pt x="157" y="646"/>
                  <a:pt x="157" y="646"/>
                  <a:pt x="157" y="646"/>
                </a:cubicBezTo>
                <a:lnTo>
                  <a:pt x="157" y="585"/>
                </a:lnTo>
                <a:close/>
                <a:moveTo>
                  <a:pt x="394" y="97"/>
                </a:moveTo>
                <a:cubicBezTo>
                  <a:pt x="361" y="97"/>
                  <a:pt x="334" y="124"/>
                  <a:pt x="334" y="157"/>
                </a:cubicBezTo>
                <a:cubicBezTo>
                  <a:pt x="334" y="275"/>
                  <a:pt x="334" y="275"/>
                  <a:pt x="334" y="275"/>
                </a:cubicBezTo>
                <a:cubicBezTo>
                  <a:pt x="334" y="281"/>
                  <a:pt x="340" y="287"/>
                  <a:pt x="346" y="287"/>
                </a:cubicBezTo>
                <a:cubicBezTo>
                  <a:pt x="442" y="287"/>
                  <a:pt x="442" y="287"/>
                  <a:pt x="442" y="287"/>
                </a:cubicBezTo>
                <a:cubicBezTo>
                  <a:pt x="448" y="287"/>
                  <a:pt x="454" y="281"/>
                  <a:pt x="454" y="275"/>
                </a:cubicBezTo>
                <a:cubicBezTo>
                  <a:pt x="454" y="157"/>
                  <a:pt x="454" y="157"/>
                  <a:pt x="454" y="157"/>
                </a:cubicBezTo>
                <a:cubicBezTo>
                  <a:pt x="454" y="124"/>
                  <a:pt x="427" y="97"/>
                  <a:pt x="394" y="97"/>
                </a:cubicBezTo>
                <a:close/>
                <a:moveTo>
                  <a:pt x="430" y="263"/>
                </a:moveTo>
                <a:cubicBezTo>
                  <a:pt x="358" y="263"/>
                  <a:pt x="358" y="263"/>
                  <a:pt x="358" y="263"/>
                </a:cubicBezTo>
                <a:cubicBezTo>
                  <a:pt x="358" y="204"/>
                  <a:pt x="358" y="204"/>
                  <a:pt x="358" y="204"/>
                </a:cubicBezTo>
                <a:cubicBezTo>
                  <a:pt x="430" y="204"/>
                  <a:pt x="430" y="204"/>
                  <a:pt x="430" y="204"/>
                </a:cubicBezTo>
                <a:lnTo>
                  <a:pt x="430" y="263"/>
                </a:lnTo>
                <a:close/>
                <a:moveTo>
                  <a:pt x="430" y="180"/>
                </a:moveTo>
                <a:cubicBezTo>
                  <a:pt x="358" y="180"/>
                  <a:pt x="358" y="180"/>
                  <a:pt x="358" y="180"/>
                </a:cubicBezTo>
                <a:cubicBezTo>
                  <a:pt x="358" y="157"/>
                  <a:pt x="358" y="157"/>
                  <a:pt x="358" y="157"/>
                </a:cubicBezTo>
                <a:cubicBezTo>
                  <a:pt x="358" y="137"/>
                  <a:pt x="374" y="121"/>
                  <a:pt x="394" y="121"/>
                </a:cubicBezTo>
                <a:cubicBezTo>
                  <a:pt x="414" y="121"/>
                  <a:pt x="430" y="137"/>
                  <a:pt x="430" y="157"/>
                </a:cubicBezTo>
                <a:lnTo>
                  <a:pt x="430" y="180"/>
                </a:lnTo>
                <a:close/>
                <a:moveTo>
                  <a:pt x="227" y="97"/>
                </a:moveTo>
                <a:cubicBezTo>
                  <a:pt x="194" y="97"/>
                  <a:pt x="167" y="124"/>
                  <a:pt x="167" y="157"/>
                </a:cubicBezTo>
                <a:cubicBezTo>
                  <a:pt x="167" y="275"/>
                  <a:pt x="167" y="275"/>
                  <a:pt x="167" y="275"/>
                </a:cubicBezTo>
                <a:cubicBezTo>
                  <a:pt x="167" y="281"/>
                  <a:pt x="173" y="287"/>
                  <a:pt x="179" y="287"/>
                </a:cubicBezTo>
                <a:cubicBezTo>
                  <a:pt x="274" y="287"/>
                  <a:pt x="274" y="287"/>
                  <a:pt x="274" y="287"/>
                </a:cubicBezTo>
                <a:cubicBezTo>
                  <a:pt x="281" y="287"/>
                  <a:pt x="287" y="281"/>
                  <a:pt x="287" y="275"/>
                </a:cubicBezTo>
                <a:cubicBezTo>
                  <a:pt x="287" y="157"/>
                  <a:pt x="287" y="157"/>
                  <a:pt x="287" y="157"/>
                </a:cubicBezTo>
                <a:cubicBezTo>
                  <a:pt x="287" y="124"/>
                  <a:pt x="260" y="97"/>
                  <a:pt x="227" y="97"/>
                </a:cubicBezTo>
                <a:close/>
                <a:moveTo>
                  <a:pt x="262" y="263"/>
                </a:moveTo>
                <a:cubicBezTo>
                  <a:pt x="191" y="263"/>
                  <a:pt x="191" y="263"/>
                  <a:pt x="191" y="263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262" y="204"/>
                  <a:pt x="262" y="204"/>
                  <a:pt x="262" y="204"/>
                </a:cubicBezTo>
                <a:lnTo>
                  <a:pt x="262" y="263"/>
                </a:lnTo>
                <a:close/>
                <a:moveTo>
                  <a:pt x="262" y="180"/>
                </a:moveTo>
                <a:cubicBezTo>
                  <a:pt x="191" y="180"/>
                  <a:pt x="191" y="180"/>
                  <a:pt x="191" y="180"/>
                </a:cubicBezTo>
                <a:cubicBezTo>
                  <a:pt x="191" y="157"/>
                  <a:pt x="191" y="157"/>
                  <a:pt x="191" y="157"/>
                </a:cubicBezTo>
                <a:cubicBezTo>
                  <a:pt x="191" y="137"/>
                  <a:pt x="207" y="121"/>
                  <a:pt x="227" y="121"/>
                </a:cubicBezTo>
                <a:cubicBezTo>
                  <a:pt x="247" y="121"/>
                  <a:pt x="262" y="137"/>
                  <a:pt x="262" y="157"/>
                </a:cubicBezTo>
                <a:lnTo>
                  <a:pt x="262" y="180"/>
                </a:lnTo>
                <a:close/>
                <a:moveTo>
                  <a:pt x="561" y="97"/>
                </a:moveTo>
                <a:cubicBezTo>
                  <a:pt x="528" y="97"/>
                  <a:pt x="501" y="124"/>
                  <a:pt x="501" y="157"/>
                </a:cubicBezTo>
                <a:cubicBezTo>
                  <a:pt x="501" y="275"/>
                  <a:pt x="501" y="275"/>
                  <a:pt x="501" y="275"/>
                </a:cubicBezTo>
                <a:cubicBezTo>
                  <a:pt x="501" y="281"/>
                  <a:pt x="507" y="287"/>
                  <a:pt x="513" y="287"/>
                </a:cubicBezTo>
                <a:cubicBezTo>
                  <a:pt x="609" y="287"/>
                  <a:pt x="609" y="287"/>
                  <a:pt x="609" y="287"/>
                </a:cubicBezTo>
                <a:cubicBezTo>
                  <a:pt x="615" y="287"/>
                  <a:pt x="621" y="281"/>
                  <a:pt x="621" y="275"/>
                </a:cubicBezTo>
                <a:cubicBezTo>
                  <a:pt x="621" y="157"/>
                  <a:pt x="621" y="157"/>
                  <a:pt x="621" y="157"/>
                </a:cubicBezTo>
                <a:cubicBezTo>
                  <a:pt x="621" y="124"/>
                  <a:pt x="594" y="97"/>
                  <a:pt x="561" y="97"/>
                </a:cubicBezTo>
                <a:close/>
                <a:moveTo>
                  <a:pt x="597" y="263"/>
                </a:moveTo>
                <a:cubicBezTo>
                  <a:pt x="525" y="263"/>
                  <a:pt x="525" y="263"/>
                  <a:pt x="525" y="263"/>
                </a:cubicBezTo>
                <a:cubicBezTo>
                  <a:pt x="525" y="204"/>
                  <a:pt x="525" y="204"/>
                  <a:pt x="525" y="204"/>
                </a:cubicBezTo>
                <a:cubicBezTo>
                  <a:pt x="597" y="204"/>
                  <a:pt x="597" y="204"/>
                  <a:pt x="597" y="204"/>
                </a:cubicBezTo>
                <a:lnTo>
                  <a:pt x="597" y="263"/>
                </a:lnTo>
                <a:close/>
                <a:moveTo>
                  <a:pt x="597" y="180"/>
                </a:moveTo>
                <a:cubicBezTo>
                  <a:pt x="525" y="180"/>
                  <a:pt x="525" y="180"/>
                  <a:pt x="525" y="180"/>
                </a:cubicBezTo>
                <a:cubicBezTo>
                  <a:pt x="525" y="157"/>
                  <a:pt x="525" y="157"/>
                  <a:pt x="525" y="157"/>
                </a:cubicBezTo>
                <a:cubicBezTo>
                  <a:pt x="525" y="137"/>
                  <a:pt x="541" y="121"/>
                  <a:pt x="561" y="121"/>
                </a:cubicBezTo>
                <a:cubicBezTo>
                  <a:pt x="580" y="121"/>
                  <a:pt x="597" y="137"/>
                  <a:pt x="597" y="157"/>
                </a:cubicBezTo>
                <a:lnTo>
                  <a:pt x="597" y="180"/>
                </a:lnTo>
                <a:close/>
                <a:moveTo>
                  <a:pt x="642" y="670"/>
                </a:moveTo>
                <a:cubicBezTo>
                  <a:pt x="649" y="670"/>
                  <a:pt x="654" y="665"/>
                  <a:pt x="654" y="658"/>
                </a:cubicBezTo>
                <a:cubicBezTo>
                  <a:pt x="654" y="540"/>
                  <a:pt x="654" y="540"/>
                  <a:pt x="654" y="540"/>
                </a:cubicBezTo>
                <a:cubicBezTo>
                  <a:pt x="654" y="507"/>
                  <a:pt x="628" y="480"/>
                  <a:pt x="595" y="480"/>
                </a:cubicBezTo>
                <a:cubicBezTo>
                  <a:pt x="562" y="480"/>
                  <a:pt x="535" y="507"/>
                  <a:pt x="535" y="540"/>
                </a:cubicBezTo>
                <a:cubicBezTo>
                  <a:pt x="535" y="658"/>
                  <a:pt x="535" y="658"/>
                  <a:pt x="535" y="658"/>
                </a:cubicBezTo>
                <a:cubicBezTo>
                  <a:pt x="535" y="665"/>
                  <a:pt x="540" y="670"/>
                  <a:pt x="547" y="670"/>
                </a:cubicBezTo>
                <a:lnTo>
                  <a:pt x="642" y="670"/>
                </a:lnTo>
                <a:close/>
                <a:moveTo>
                  <a:pt x="559" y="540"/>
                </a:moveTo>
                <a:cubicBezTo>
                  <a:pt x="559" y="520"/>
                  <a:pt x="575" y="504"/>
                  <a:pt x="595" y="504"/>
                </a:cubicBezTo>
                <a:cubicBezTo>
                  <a:pt x="614" y="504"/>
                  <a:pt x="630" y="520"/>
                  <a:pt x="630" y="540"/>
                </a:cubicBezTo>
                <a:cubicBezTo>
                  <a:pt x="630" y="562"/>
                  <a:pt x="630" y="562"/>
                  <a:pt x="630" y="562"/>
                </a:cubicBezTo>
                <a:cubicBezTo>
                  <a:pt x="559" y="562"/>
                  <a:pt x="559" y="562"/>
                  <a:pt x="559" y="562"/>
                </a:cubicBezTo>
                <a:lnTo>
                  <a:pt x="559" y="540"/>
                </a:lnTo>
                <a:close/>
                <a:moveTo>
                  <a:pt x="559" y="585"/>
                </a:moveTo>
                <a:cubicBezTo>
                  <a:pt x="630" y="585"/>
                  <a:pt x="630" y="585"/>
                  <a:pt x="630" y="585"/>
                </a:cubicBezTo>
                <a:cubicBezTo>
                  <a:pt x="630" y="646"/>
                  <a:pt x="630" y="646"/>
                  <a:pt x="630" y="646"/>
                </a:cubicBezTo>
                <a:cubicBezTo>
                  <a:pt x="559" y="646"/>
                  <a:pt x="559" y="646"/>
                  <a:pt x="559" y="646"/>
                </a:cubicBezTo>
                <a:lnTo>
                  <a:pt x="559" y="585"/>
                </a:lnTo>
                <a:close/>
                <a:moveTo>
                  <a:pt x="431" y="670"/>
                </a:moveTo>
                <a:cubicBezTo>
                  <a:pt x="425" y="670"/>
                  <a:pt x="419" y="665"/>
                  <a:pt x="419" y="658"/>
                </a:cubicBezTo>
                <a:cubicBezTo>
                  <a:pt x="419" y="652"/>
                  <a:pt x="425" y="646"/>
                  <a:pt x="431" y="646"/>
                </a:cubicBezTo>
                <a:cubicBezTo>
                  <a:pt x="437" y="646"/>
                  <a:pt x="443" y="652"/>
                  <a:pt x="443" y="658"/>
                </a:cubicBezTo>
                <a:cubicBezTo>
                  <a:pt x="443" y="665"/>
                  <a:pt x="437" y="670"/>
                  <a:pt x="431" y="6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7E3495-1F08-3D44-7837-046E8968A55D}"/>
              </a:ext>
            </a:extLst>
          </p:cNvPr>
          <p:cNvSpPr txBox="1"/>
          <p:nvPr/>
        </p:nvSpPr>
        <p:spPr>
          <a:xfrm flipH="1">
            <a:off x="9003631" y="2531712"/>
            <a:ext cx="1941095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244B3C-0326-905D-5ABA-8A7BBFCDE18F}"/>
              </a:ext>
            </a:extLst>
          </p:cNvPr>
          <p:cNvSpPr txBox="1"/>
          <p:nvPr/>
        </p:nvSpPr>
        <p:spPr>
          <a:xfrm flipH="1">
            <a:off x="9003631" y="2135788"/>
            <a:ext cx="1941095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08F51B22-91BA-0B85-0C5C-E187D145F51B}"/>
              </a:ext>
            </a:extLst>
          </p:cNvPr>
          <p:cNvSpPr>
            <a:spLocks noEditPoints="1"/>
          </p:cNvSpPr>
          <p:nvPr/>
        </p:nvSpPr>
        <p:spPr bwMode="auto">
          <a:xfrm>
            <a:off x="11274378" y="2403621"/>
            <a:ext cx="335306" cy="335045"/>
          </a:xfrm>
          <a:custGeom>
            <a:avLst/>
            <a:gdLst>
              <a:gd name="T0" fmla="*/ 365 w 788"/>
              <a:gd name="T1" fmla="*/ 132 h 788"/>
              <a:gd name="T2" fmla="*/ 388 w 788"/>
              <a:gd name="T3" fmla="*/ 132 h 788"/>
              <a:gd name="T4" fmla="*/ 376 w 788"/>
              <a:gd name="T5" fmla="*/ 247 h 788"/>
              <a:gd name="T6" fmla="*/ 376 w 788"/>
              <a:gd name="T7" fmla="*/ 576 h 788"/>
              <a:gd name="T8" fmla="*/ 365 w 788"/>
              <a:gd name="T9" fmla="*/ 691 h 788"/>
              <a:gd name="T10" fmla="*/ 388 w 788"/>
              <a:gd name="T11" fmla="*/ 691 h 788"/>
              <a:gd name="T12" fmla="*/ 376 w 788"/>
              <a:gd name="T13" fmla="*/ 576 h 788"/>
              <a:gd name="T14" fmla="*/ 553 w 788"/>
              <a:gd name="T15" fmla="*/ 423 h 788"/>
              <a:gd name="T16" fmla="*/ 667 w 788"/>
              <a:gd name="T17" fmla="*/ 411 h 788"/>
              <a:gd name="T18" fmla="*/ 553 w 788"/>
              <a:gd name="T19" fmla="*/ 400 h 788"/>
              <a:gd name="T20" fmla="*/ 212 w 788"/>
              <a:gd name="T21" fmla="*/ 411 h 788"/>
              <a:gd name="T22" fmla="*/ 97 w 788"/>
              <a:gd name="T23" fmla="*/ 400 h 788"/>
              <a:gd name="T24" fmla="*/ 97 w 788"/>
              <a:gd name="T25" fmla="*/ 423 h 788"/>
              <a:gd name="T26" fmla="*/ 212 w 788"/>
              <a:gd name="T27" fmla="*/ 411 h 788"/>
              <a:gd name="T28" fmla="*/ 165 w 788"/>
              <a:gd name="T29" fmla="*/ 455 h 788"/>
              <a:gd name="T30" fmla="*/ 141 w 788"/>
              <a:gd name="T31" fmla="*/ 460 h 788"/>
              <a:gd name="T32" fmla="*/ 331 w 788"/>
              <a:gd name="T33" fmla="*/ 647 h 788"/>
              <a:gd name="T34" fmla="*/ 333 w 788"/>
              <a:gd name="T35" fmla="*/ 623 h 788"/>
              <a:gd name="T36" fmla="*/ 153 w 788"/>
              <a:gd name="T37" fmla="*/ 378 h 788"/>
              <a:gd name="T38" fmla="*/ 333 w 788"/>
              <a:gd name="T39" fmla="*/ 200 h 788"/>
              <a:gd name="T40" fmla="*/ 328 w 788"/>
              <a:gd name="T41" fmla="*/ 177 h 788"/>
              <a:gd name="T42" fmla="*/ 151 w 788"/>
              <a:gd name="T43" fmla="*/ 378 h 788"/>
              <a:gd name="T44" fmla="*/ 588 w 788"/>
              <a:gd name="T45" fmla="*/ 455 h 788"/>
              <a:gd name="T46" fmla="*/ 410 w 788"/>
              <a:gd name="T47" fmla="*/ 637 h 788"/>
              <a:gd name="T48" fmla="*/ 424 w 788"/>
              <a:gd name="T49" fmla="*/ 646 h 788"/>
              <a:gd name="T50" fmla="*/ 602 w 788"/>
              <a:gd name="T51" fmla="*/ 446 h 788"/>
              <a:gd name="T52" fmla="*/ 651 w 788"/>
              <a:gd name="T53" fmla="*/ 154 h 788"/>
              <a:gd name="T54" fmla="*/ 376 w 788"/>
              <a:gd name="T55" fmla="*/ 788 h 788"/>
              <a:gd name="T56" fmla="*/ 376 w 788"/>
              <a:gd name="T57" fmla="*/ 35 h 788"/>
              <a:gd name="T58" fmla="*/ 659 w 788"/>
              <a:gd name="T59" fmla="*/ 112 h 788"/>
              <a:gd name="T60" fmla="*/ 662 w 788"/>
              <a:gd name="T61" fmla="*/ 57 h 788"/>
              <a:gd name="T62" fmla="*/ 728 w 788"/>
              <a:gd name="T63" fmla="*/ 2 h 788"/>
              <a:gd name="T64" fmla="*/ 735 w 788"/>
              <a:gd name="T65" fmla="*/ 53 h 788"/>
              <a:gd name="T66" fmla="*/ 786 w 788"/>
              <a:gd name="T67" fmla="*/ 60 h 788"/>
              <a:gd name="T68" fmla="*/ 731 w 788"/>
              <a:gd name="T69" fmla="*/ 126 h 788"/>
              <a:gd name="T70" fmla="*/ 675 w 788"/>
              <a:gd name="T71" fmla="*/ 129 h 788"/>
              <a:gd name="T72" fmla="*/ 718 w 788"/>
              <a:gd name="T73" fmla="*/ 105 h 788"/>
              <a:gd name="T74" fmla="*/ 723 w 788"/>
              <a:gd name="T75" fmla="*/ 77 h 788"/>
              <a:gd name="T76" fmla="*/ 711 w 788"/>
              <a:gd name="T77" fmla="*/ 42 h 788"/>
              <a:gd name="T78" fmla="*/ 683 w 788"/>
              <a:gd name="T79" fmla="*/ 105 h 788"/>
              <a:gd name="T80" fmla="*/ 554 w 788"/>
              <a:gd name="T81" fmla="*/ 251 h 788"/>
              <a:gd name="T82" fmla="*/ 602 w 788"/>
              <a:gd name="T83" fmla="*/ 378 h 788"/>
              <a:gd name="T84" fmla="*/ 588 w 788"/>
              <a:gd name="T85" fmla="*/ 369 h 788"/>
              <a:gd name="T86" fmla="*/ 449 w 788"/>
              <a:gd name="T87" fmla="*/ 356 h 788"/>
              <a:gd name="T88" fmla="*/ 376 w 788"/>
              <a:gd name="T89" fmla="*/ 503 h 788"/>
              <a:gd name="T90" fmla="*/ 376 w 788"/>
              <a:gd name="T91" fmla="*/ 320 h 788"/>
              <a:gd name="T92" fmla="*/ 521 w 788"/>
              <a:gd name="T93" fmla="*/ 251 h 788"/>
              <a:gd name="T94" fmla="*/ 410 w 788"/>
              <a:gd name="T95" fmla="*/ 186 h 788"/>
              <a:gd name="T96" fmla="*/ 538 w 788"/>
              <a:gd name="T97" fmla="*/ 234 h 788"/>
              <a:gd name="T98" fmla="*/ 376 w 788"/>
              <a:gd name="T99" fmla="*/ 59 h 788"/>
              <a:gd name="T100" fmla="*/ 376 w 788"/>
              <a:gd name="T101" fmla="*/ 764 h 788"/>
              <a:gd name="T102" fmla="*/ 634 w 788"/>
              <a:gd name="T103" fmla="*/ 171 h 788"/>
              <a:gd name="T104" fmla="*/ 415 w 788"/>
              <a:gd name="T105" fmla="*/ 356 h 788"/>
              <a:gd name="T106" fmla="*/ 309 w 788"/>
              <a:gd name="T107" fmla="*/ 411 h 788"/>
              <a:gd name="T108" fmla="*/ 444 w 788"/>
              <a:gd name="T109" fmla="*/ 411 h 788"/>
              <a:gd name="T110" fmla="*/ 385 w 788"/>
              <a:gd name="T111" fmla="*/ 420 h 788"/>
              <a:gd name="T112" fmla="*/ 368 w 788"/>
              <a:gd name="T113" fmla="*/ 420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88" h="788">
                <a:moveTo>
                  <a:pt x="365" y="235"/>
                </a:moveTo>
                <a:cubicBezTo>
                  <a:pt x="365" y="132"/>
                  <a:pt x="365" y="132"/>
                  <a:pt x="365" y="132"/>
                </a:cubicBezTo>
                <a:cubicBezTo>
                  <a:pt x="365" y="126"/>
                  <a:pt x="370" y="121"/>
                  <a:pt x="376" y="121"/>
                </a:cubicBezTo>
                <a:cubicBezTo>
                  <a:pt x="383" y="121"/>
                  <a:pt x="388" y="126"/>
                  <a:pt x="388" y="132"/>
                </a:cubicBezTo>
                <a:cubicBezTo>
                  <a:pt x="388" y="235"/>
                  <a:pt x="388" y="235"/>
                  <a:pt x="388" y="235"/>
                </a:cubicBezTo>
                <a:cubicBezTo>
                  <a:pt x="388" y="241"/>
                  <a:pt x="383" y="247"/>
                  <a:pt x="376" y="247"/>
                </a:cubicBezTo>
                <a:cubicBezTo>
                  <a:pt x="370" y="247"/>
                  <a:pt x="365" y="241"/>
                  <a:pt x="365" y="235"/>
                </a:cubicBezTo>
                <a:close/>
                <a:moveTo>
                  <a:pt x="376" y="576"/>
                </a:moveTo>
                <a:cubicBezTo>
                  <a:pt x="370" y="576"/>
                  <a:pt x="365" y="582"/>
                  <a:pt x="365" y="588"/>
                </a:cubicBezTo>
                <a:cubicBezTo>
                  <a:pt x="365" y="691"/>
                  <a:pt x="365" y="691"/>
                  <a:pt x="365" y="691"/>
                </a:cubicBezTo>
                <a:cubicBezTo>
                  <a:pt x="365" y="697"/>
                  <a:pt x="370" y="702"/>
                  <a:pt x="376" y="702"/>
                </a:cubicBezTo>
                <a:cubicBezTo>
                  <a:pt x="383" y="702"/>
                  <a:pt x="388" y="697"/>
                  <a:pt x="388" y="691"/>
                </a:cubicBezTo>
                <a:cubicBezTo>
                  <a:pt x="388" y="588"/>
                  <a:pt x="388" y="588"/>
                  <a:pt x="388" y="588"/>
                </a:cubicBezTo>
                <a:cubicBezTo>
                  <a:pt x="388" y="582"/>
                  <a:pt x="383" y="576"/>
                  <a:pt x="376" y="576"/>
                </a:cubicBezTo>
                <a:close/>
                <a:moveTo>
                  <a:pt x="541" y="411"/>
                </a:moveTo>
                <a:cubicBezTo>
                  <a:pt x="541" y="418"/>
                  <a:pt x="547" y="423"/>
                  <a:pt x="553" y="423"/>
                </a:cubicBezTo>
                <a:cubicBezTo>
                  <a:pt x="656" y="423"/>
                  <a:pt x="656" y="423"/>
                  <a:pt x="656" y="423"/>
                </a:cubicBezTo>
                <a:cubicBezTo>
                  <a:pt x="662" y="423"/>
                  <a:pt x="667" y="418"/>
                  <a:pt x="667" y="411"/>
                </a:cubicBezTo>
                <a:cubicBezTo>
                  <a:pt x="667" y="405"/>
                  <a:pt x="662" y="400"/>
                  <a:pt x="656" y="400"/>
                </a:cubicBezTo>
                <a:cubicBezTo>
                  <a:pt x="553" y="400"/>
                  <a:pt x="553" y="400"/>
                  <a:pt x="553" y="400"/>
                </a:cubicBezTo>
                <a:cubicBezTo>
                  <a:pt x="547" y="400"/>
                  <a:pt x="541" y="405"/>
                  <a:pt x="541" y="411"/>
                </a:cubicBezTo>
                <a:close/>
                <a:moveTo>
                  <a:pt x="212" y="411"/>
                </a:moveTo>
                <a:cubicBezTo>
                  <a:pt x="212" y="405"/>
                  <a:pt x="206" y="400"/>
                  <a:pt x="200" y="400"/>
                </a:cubicBezTo>
                <a:cubicBezTo>
                  <a:pt x="97" y="400"/>
                  <a:pt x="97" y="400"/>
                  <a:pt x="97" y="400"/>
                </a:cubicBezTo>
                <a:cubicBezTo>
                  <a:pt x="91" y="400"/>
                  <a:pt x="85" y="405"/>
                  <a:pt x="85" y="411"/>
                </a:cubicBezTo>
                <a:cubicBezTo>
                  <a:pt x="85" y="418"/>
                  <a:pt x="91" y="423"/>
                  <a:pt x="97" y="423"/>
                </a:cubicBezTo>
                <a:cubicBezTo>
                  <a:pt x="200" y="423"/>
                  <a:pt x="200" y="423"/>
                  <a:pt x="200" y="423"/>
                </a:cubicBezTo>
                <a:cubicBezTo>
                  <a:pt x="206" y="423"/>
                  <a:pt x="212" y="418"/>
                  <a:pt x="212" y="411"/>
                </a:cubicBezTo>
                <a:close/>
                <a:moveTo>
                  <a:pt x="333" y="623"/>
                </a:moveTo>
                <a:cubicBezTo>
                  <a:pt x="248" y="606"/>
                  <a:pt x="182" y="540"/>
                  <a:pt x="165" y="455"/>
                </a:cubicBezTo>
                <a:cubicBezTo>
                  <a:pt x="164" y="448"/>
                  <a:pt x="157" y="444"/>
                  <a:pt x="151" y="446"/>
                </a:cubicBezTo>
                <a:cubicBezTo>
                  <a:pt x="144" y="447"/>
                  <a:pt x="140" y="453"/>
                  <a:pt x="141" y="460"/>
                </a:cubicBezTo>
                <a:cubicBezTo>
                  <a:pt x="161" y="554"/>
                  <a:pt x="234" y="627"/>
                  <a:pt x="328" y="646"/>
                </a:cubicBezTo>
                <a:cubicBezTo>
                  <a:pt x="330" y="647"/>
                  <a:pt x="330" y="647"/>
                  <a:pt x="331" y="647"/>
                </a:cubicBezTo>
                <a:cubicBezTo>
                  <a:pt x="337" y="647"/>
                  <a:pt x="342" y="643"/>
                  <a:pt x="343" y="637"/>
                </a:cubicBezTo>
                <a:cubicBezTo>
                  <a:pt x="344" y="631"/>
                  <a:pt x="340" y="624"/>
                  <a:pt x="333" y="623"/>
                </a:cubicBezTo>
                <a:close/>
                <a:moveTo>
                  <a:pt x="151" y="378"/>
                </a:moveTo>
                <a:cubicBezTo>
                  <a:pt x="152" y="378"/>
                  <a:pt x="152" y="378"/>
                  <a:pt x="153" y="378"/>
                </a:cubicBezTo>
                <a:cubicBezTo>
                  <a:pt x="159" y="378"/>
                  <a:pt x="164" y="374"/>
                  <a:pt x="165" y="369"/>
                </a:cubicBezTo>
                <a:cubicBezTo>
                  <a:pt x="182" y="283"/>
                  <a:pt x="248" y="217"/>
                  <a:pt x="333" y="200"/>
                </a:cubicBezTo>
                <a:cubicBezTo>
                  <a:pt x="340" y="198"/>
                  <a:pt x="344" y="192"/>
                  <a:pt x="343" y="186"/>
                </a:cubicBezTo>
                <a:cubicBezTo>
                  <a:pt x="342" y="179"/>
                  <a:pt x="335" y="175"/>
                  <a:pt x="328" y="177"/>
                </a:cubicBezTo>
                <a:cubicBezTo>
                  <a:pt x="234" y="196"/>
                  <a:pt x="160" y="269"/>
                  <a:pt x="141" y="364"/>
                </a:cubicBezTo>
                <a:cubicBezTo>
                  <a:pt x="140" y="370"/>
                  <a:pt x="144" y="377"/>
                  <a:pt x="151" y="378"/>
                </a:cubicBezTo>
                <a:close/>
                <a:moveTo>
                  <a:pt x="602" y="446"/>
                </a:moveTo>
                <a:cubicBezTo>
                  <a:pt x="596" y="444"/>
                  <a:pt x="589" y="448"/>
                  <a:pt x="588" y="455"/>
                </a:cubicBezTo>
                <a:cubicBezTo>
                  <a:pt x="571" y="540"/>
                  <a:pt x="504" y="606"/>
                  <a:pt x="419" y="623"/>
                </a:cubicBezTo>
                <a:cubicBezTo>
                  <a:pt x="413" y="624"/>
                  <a:pt x="409" y="631"/>
                  <a:pt x="410" y="637"/>
                </a:cubicBezTo>
                <a:cubicBezTo>
                  <a:pt x="412" y="643"/>
                  <a:pt x="417" y="647"/>
                  <a:pt x="422" y="647"/>
                </a:cubicBezTo>
                <a:cubicBezTo>
                  <a:pt x="423" y="647"/>
                  <a:pt x="424" y="647"/>
                  <a:pt x="424" y="646"/>
                </a:cubicBezTo>
                <a:cubicBezTo>
                  <a:pt x="519" y="627"/>
                  <a:pt x="592" y="554"/>
                  <a:pt x="611" y="460"/>
                </a:cubicBezTo>
                <a:cubicBezTo>
                  <a:pt x="613" y="453"/>
                  <a:pt x="609" y="447"/>
                  <a:pt x="602" y="446"/>
                </a:cubicBezTo>
                <a:close/>
                <a:moveTo>
                  <a:pt x="675" y="129"/>
                </a:moveTo>
                <a:cubicBezTo>
                  <a:pt x="651" y="154"/>
                  <a:pt x="651" y="154"/>
                  <a:pt x="651" y="154"/>
                </a:cubicBezTo>
                <a:cubicBezTo>
                  <a:pt x="714" y="221"/>
                  <a:pt x="753" y="312"/>
                  <a:pt x="753" y="411"/>
                </a:cubicBezTo>
                <a:cubicBezTo>
                  <a:pt x="753" y="619"/>
                  <a:pt x="584" y="788"/>
                  <a:pt x="376" y="788"/>
                </a:cubicBezTo>
                <a:cubicBezTo>
                  <a:pt x="169" y="788"/>
                  <a:pt x="0" y="619"/>
                  <a:pt x="0" y="411"/>
                </a:cubicBezTo>
                <a:cubicBezTo>
                  <a:pt x="0" y="204"/>
                  <a:pt x="169" y="35"/>
                  <a:pt x="376" y="35"/>
                </a:cubicBezTo>
                <a:cubicBezTo>
                  <a:pt x="476" y="35"/>
                  <a:pt x="567" y="74"/>
                  <a:pt x="634" y="137"/>
                </a:cubicBezTo>
                <a:cubicBezTo>
                  <a:pt x="659" y="112"/>
                  <a:pt x="659" y="112"/>
                  <a:pt x="659" y="112"/>
                </a:cubicBezTo>
                <a:cubicBezTo>
                  <a:pt x="659" y="65"/>
                  <a:pt x="659" y="65"/>
                  <a:pt x="659" y="65"/>
                </a:cubicBezTo>
                <a:cubicBezTo>
                  <a:pt x="659" y="62"/>
                  <a:pt x="660" y="59"/>
                  <a:pt x="662" y="57"/>
                </a:cubicBezTo>
                <a:cubicBezTo>
                  <a:pt x="715" y="4"/>
                  <a:pt x="715" y="4"/>
                  <a:pt x="715" y="4"/>
                </a:cubicBezTo>
                <a:cubicBezTo>
                  <a:pt x="718" y="1"/>
                  <a:pt x="723" y="0"/>
                  <a:pt x="728" y="2"/>
                </a:cubicBezTo>
                <a:cubicBezTo>
                  <a:pt x="733" y="3"/>
                  <a:pt x="735" y="8"/>
                  <a:pt x="735" y="13"/>
                </a:cubicBezTo>
                <a:cubicBezTo>
                  <a:pt x="735" y="53"/>
                  <a:pt x="735" y="53"/>
                  <a:pt x="735" y="53"/>
                </a:cubicBezTo>
                <a:cubicBezTo>
                  <a:pt x="775" y="53"/>
                  <a:pt x="775" y="53"/>
                  <a:pt x="775" y="53"/>
                </a:cubicBezTo>
                <a:cubicBezTo>
                  <a:pt x="780" y="53"/>
                  <a:pt x="785" y="56"/>
                  <a:pt x="786" y="60"/>
                </a:cubicBezTo>
                <a:cubicBezTo>
                  <a:pt x="788" y="65"/>
                  <a:pt x="787" y="70"/>
                  <a:pt x="784" y="73"/>
                </a:cubicBezTo>
                <a:cubicBezTo>
                  <a:pt x="731" y="126"/>
                  <a:pt x="731" y="126"/>
                  <a:pt x="731" y="126"/>
                </a:cubicBezTo>
                <a:cubicBezTo>
                  <a:pt x="729" y="128"/>
                  <a:pt x="726" y="129"/>
                  <a:pt x="723" y="129"/>
                </a:cubicBezTo>
                <a:lnTo>
                  <a:pt x="675" y="129"/>
                </a:lnTo>
                <a:close/>
                <a:moveTo>
                  <a:pt x="683" y="105"/>
                </a:moveTo>
                <a:cubicBezTo>
                  <a:pt x="718" y="105"/>
                  <a:pt x="718" y="105"/>
                  <a:pt x="718" y="105"/>
                </a:cubicBezTo>
                <a:cubicBezTo>
                  <a:pt x="747" y="77"/>
                  <a:pt x="747" y="77"/>
                  <a:pt x="747" y="77"/>
                </a:cubicBezTo>
                <a:cubicBezTo>
                  <a:pt x="723" y="77"/>
                  <a:pt x="723" y="77"/>
                  <a:pt x="723" y="77"/>
                </a:cubicBezTo>
                <a:cubicBezTo>
                  <a:pt x="717" y="77"/>
                  <a:pt x="711" y="71"/>
                  <a:pt x="711" y="65"/>
                </a:cubicBezTo>
                <a:cubicBezTo>
                  <a:pt x="711" y="42"/>
                  <a:pt x="711" y="42"/>
                  <a:pt x="711" y="42"/>
                </a:cubicBezTo>
                <a:cubicBezTo>
                  <a:pt x="683" y="70"/>
                  <a:pt x="683" y="70"/>
                  <a:pt x="683" y="70"/>
                </a:cubicBezTo>
                <a:lnTo>
                  <a:pt x="683" y="105"/>
                </a:lnTo>
                <a:close/>
                <a:moveTo>
                  <a:pt x="634" y="171"/>
                </a:moveTo>
                <a:cubicBezTo>
                  <a:pt x="554" y="251"/>
                  <a:pt x="554" y="251"/>
                  <a:pt x="554" y="251"/>
                </a:cubicBezTo>
                <a:cubicBezTo>
                  <a:pt x="583" y="282"/>
                  <a:pt x="603" y="321"/>
                  <a:pt x="611" y="364"/>
                </a:cubicBezTo>
                <a:cubicBezTo>
                  <a:pt x="613" y="370"/>
                  <a:pt x="609" y="377"/>
                  <a:pt x="602" y="378"/>
                </a:cubicBezTo>
                <a:cubicBezTo>
                  <a:pt x="601" y="378"/>
                  <a:pt x="601" y="378"/>
                  <a:pt x="600" y="378"/>
                </a:cubicBezTo>
                <a:cubicBezTo>
                  <a:pt x="594" y="378"/>
                  <a:pt x="589" y="374"/>
                  <a:pt x="588" y="369"/>
                </a:cubicBezTo>
                <a:cubicBezTo>
                  <a:pt x="580" y="330"/>
                  <a:pt x="563" y="296"/>
                  <a:pt x="538" y="268"/>
                </a:cubicBezTo>
                <a:cubicBezTo>
                  <a:pt x="449" y="356"/>
                  <a:pt x="449" y="356"/>
                  <a:pt x="449" y="356"/>
                </a:cubicBezTo>
                <a:cubicBezTo>
                  <a:pt x="461" y="371"/>
                  <a:pt x="468" y="390"/>
                  <a:pt x="468" y="411"/>
                </a:cubicBezTo>
                <a:cubicBezTo>
                  <a:pt x="468" y="462"/>
                  <a:pt x="427" y="503"/>
                  <a:pt x="376" y="503"/>
                </a:cubicBezTo>
                <a:cubicBezTo>
                  <a:pt x="326" y="503"/>
                  <a:pt x="285" y="462"/>
                  <a:pt x="285" y="411"/>
                </a:cubicBezTo>
                <a:cubicBezTo>
                  <a:pt x="285" y="361"/>
                  <a:pt x="326" y="320"/>
                  <a:pt x="376" y="320"/>
                </a:cubicBezTo>
                <a:cubicBezTo>
                  <a:pt x="397" y="320"/>
                  <a:pt x="417" y="327"/>
                  <a:pt x="432" y="339"/>
                </a:cubicBezTo>
                <a:cubicBezTo>
                  <a:pt x="521" y="251"/>
                  <a:pt x="521" y="251"/>
                  <a:pt x="521" y="251"/>
                </a:cubicBezTo>
                <a:cubicBezTo>
                  <a:pt x="492" y="226"/>
                  <a:pt x="458" y="208"/>
                  <a:pt x="419" y="200"/>
                </a:cubicBezTo>
                <a:cubicBezTo>
                  <a:pt x="413" y="198"/>
                  <a:pt x="409" y="192"/>
                  <a:pt x="410" y="186"/>
                </a:cubicBezTo>
                <a:cubicBezTo>
                  <a:pt x="412" y="179"/>
                  <a:pt x="418" y="175"/>
                  <a:pt x="424" y="177"/>
                </a:cubicBezTo>
                <a:cubicBezTo>
                  <a:pt x="468" y="185"/>
                  <a:pt x="507" y="205"/>
                  <a:pt x="538" y="234"/>
                </a:cubicBezTo>
                <a:cubicBezTo>
                  <a:pt x="617" y="154"/>
                  <a:pt x="617" y="154"/>
                  <a:pt x="617" y="154"/>
                </a:cubicBezTo>
                <a:cubicBezTo>
                  <a:pt x="554" y="95"/>
                  <a:pt x="469" y="59"/>
                  <a:pt x="376" y="59"/>
                </a:cubicBezTo>
                <a:cubicBezTo>
                  <a:pt x="182" y="59"/>
                  <a:pt x="24" y="217"/>
                  <a:pt x="24" y="411"/>
                </a:cubicBezTo>
                <a:cubicBezTo>
                  <a:pt x="24" y="606"/>
                  <a:pt x="182" y="764"/>
                  <a:pt x="376" y="764"/>
                </a:cubicBezTo>
                <a:cubicBezTo>
                  <a:pt x="571" y="764"/>
                  <a:pt x="729" y="606"/>
                  <a:pt x="729" y="411"/>
                </a:cubicBezTo>
                <a:cubicBezTo>
                  <a:pt x="729" y="319"/>
                  <a:pt x="693" y="234"/>
                  <a:pt x="634" y="171"/>
                </a:cubicBezTo>
                <a:close/>
                <a:moveTo>
                  <a:pt x="368" y="403"/>
                </a:moveTo>
                <a:cubicBezTo>
                  <a:pt x="415" y="356"/>
                  <a:pt x="415" y="356"/>
                  <a:pt x="415" y="356"/>
                </a:cubicBezTo>
                <a:cubicBezTo>
                  <a:pt x="404" y="348"/>
                  <a:pt x="391" y="344"/>
                  <a:pt x="376" y="344"/>
                </a:cubicBezTo>
                <a:cubicBezTo>
                  <a:pt x="339" y="344"/>
                  <a:pt x="309" y="374"/>
                  <a:pt x="309" y="411"/>
                </a:cubicBezTo>
                <a:cubicBezTo>
                  <a:pt x="309" y="449"/>
                  <a:pt x="339" y="479"/>
                  <a:pt x="376" y="479"/>
                </a:cubicBezTo>
                <a:cubicBezTo>
                  <a:pt x="414" y="479"/>
                  <a:pt x="444" y="449"/>
                  <a:pt x="444" y="411"/>
                </a:cubicBezTo>
                <a:cubicBezTo>
                  <a:pt x="444" y="397"/>
                  <a:pt x="440" y="384"/>
                  <a:pt x="432" y="373"/>
                </a:cubicBezTo>
                <a:cubicBezTo>
                  <a:pt x="385" y="420"/>
                  <a:pt x="385" y="420"/>
                  <a:pt x="385" y="420"/>
                </a:cubicBezTo>
                <a:cubicBezTo>
                  <a:pt x="383" y="422"/>
                  <a:pt x="380" y="423"/>
                  <a:pt x="376" y="423"/>
                </a:cubicBezTo>
                <a:cubicBezTo>
                  <a:pt x="373" y="423"/>
                  <a:pt x="371" y="422"/>
                  <a:pt x="368" y="420"/>
                </a:cubicBezTo>
                <a:cubicBezTo>
                  <a:pt x="364" y="415"/>
                  <a:pt x="364" y="408"/>
                  <a:pt x="368" y="40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DA6062-EBD7-3D20-27A8-721A773AF7FE}"/>
              </a:ext>
            </a:extLst>
          </p:cNvPr>
          <p:cNvSpPr txBox="1"/>
          <p:nvPr/>
        </p:nvSpPr>
        <p:spPr>
          <a:xfrm>
            <a:off x="2079458" y="4725020"/>
            <a:ext cx="1941095" cy="89716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AC7061-BE74-1057-B976-9E8ED86C2E4F}"/>
              </a:ext>
            </a:extLst>
          </p:cNvPr>
          <p:cNvSpPr txBox="1"/>
          <p:nvPr/>
        </p:nvSpPr>
        <p:spPr>
          <a:xfrm>
            <a:off x="2079458" y="4329096"/>
            <a:ext cx="1941095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36" name="Freeform 14">
            <a:extLst>
              <a:ext uri="{FF2B5EF4-FFF2-40B4-BE49-F238E27FC236}">
                <a16:creationId xmlns:a16="http://schemas.microsoft.com/office/drawing/2014/main" id="{A4D1F22B-78E9-1C08-6951-32DB07B1C56C}"/>
              </a:ext>
            </a:extLst>
          </p:cNvPr>
          <p:cNvSpPr>
            <a:spLocks noEditPoints="1"/>
          </p:cNvSpPr>
          <p:nvPr/>
        </p:nvSpPr>
        <p:spPr bwMode="auto">
          <a:xfrm>
            <a:off x="1414760" y="4609824"/>
            <a:ext cx="334786" cy="309254"/>
          </a:xfrm>
          <a:custGeom>
            <a:avLst/>
            <a:gdLst>
              <a:gd name="T0" fmla="*/ 286 w 787"/>
              <a:gd name="T1" fmla="*/ 263 h 727"/>
              <a:gd name="T2" fmla="*/ 363 w 787"/>
              <a:gd name="T3" fmla="*/ 522 h 727"/>
              <a:gd name="T4" fmla="*/ 367 w 787"/>
              <a:gd name="T5" fmla="*/ 546 h 727"/>
              <a:gd name="T6" fmla="*/ 351 w 787"/>
              <a:gd name="T7" fmla="*/ 595 h 727"/>
              <a:gd name="T8" fmla="*/ 367 w 787"/>
              <a:gd name="T9" fmla="*/ 643 h 727"/>
              <a:gd name="T10" fmla="*/ 363 w 787"/>
              <a:gd name="T11" fmla="*/ 667 h 727"/>
              <a:gd name="T12" fmla="*/ 405 w 787"/>
              <a:gd name="T13" fmla="*/ 671 h 727"/>
              <a:gd name="T14" fmla="*/ 668 w 787"/>
              <a:gd name="T15" fmla="*/ 671 h 727"/>
              <a:gd name="T16" fmla="*/ 711 w 787"/>
              <a:gd name="T17" fmla="*/ 667 h 727"/>
              <a:gd name="T18" fmla="*/ 706 w 787"/>
              <a:gd name="T19" fmla="*/ 643 h 727"/>
              <a:gd name="T20" fmla="*/ 722 w 787"/>
              <a:gd name="T21" fmla="*/ 595 h 727"/>
              <a:gd name="T22" fmla="*/ 706 w 787"/>
              <a:gd name="T23" fmla="*/ 546 h 727"/>
              <a:gd name="T24" fmla="*/ 711 w 787"/>
              <a:gd name="T25" fmla="*/ 522 h 727"/>
              <a:gd name="T26" fmla="*/ 787 w 787"/>
              <a:gd name="T27" fmla="*/ 263 h 727"/>
              <a:gd name="T28" fmla="*/ 453 w 787"/>
              <a:gd name="T29" fmla="*/ 695 h 727"/>
              <a:gd name="T30" fmla="*/ 645 w 787"/>
              <a:gd name="T31" fmla="*/ 667 h 727"/>
              <a:gd name="T32" fmla="*/ 656 w 787"/>
              <a:gd name="T33" fmla="*/ 643 h 727"/>
              <a:gd name="T34" fmla="*/ 391 w 787"/>
              <a:gd name="T35" fmla="*/ 606 h 727"/>
              <a:gd name="T36" fmla="*/ 391 w 787"/>
              <a:gd name="T37" fmla="*/ 583 h 727"/>
              <a:gd name="T38" fmla="*/ 683 w 787"/>
              <a:gd name="T39" fmla="*/ 583 h 727"/>
              <a:gd name="T40" fmla="*/ 390 w 787"/>
              <a:gd name="T41" fmla="*/ 522 h 727"/>
              <a:gd name="T42" fmla="*/ 537 w 787"/>
              <a:gd name="T43" fmla="*/ 23 h 727"/>
              <a:gd name="T44" fmla="*/ 683 w 787"/>
              <a:gd name="T45" fmla="*/ 522 h 727"/>
              <a:gd name="T46" fmla="*/ 489 w 787"/>
              <a:gd name="T47" fmla="*/ 292 h 727"/>
              <a:gd name="T48" fmla="*/ 480 w 787"/>
              <a:gd name="T49" fmla="*/ 424 h 727"/>
              <a:gd name="T50" fmla="*/ 605 w 787"/>
              <a:gd name="T51" fmla="*/ 410 h 727"/>
              <a:gd name="T52" fmla="*/ 537 w 787"/>
              <a:gd name="T53" fmla="*/ 174 h 727"/>
              <a:gd name="T54" fmla="*/ 494 w 787"/>
              <a:gd name="T55" fmla="*/ 400 h 727"/>
              <a:gd name="T56" fmla="*/ 492 w 787"/>
              <a:gd name="T57" fmla="*/ 243 h 727"/>
              <a:gd name="T58" fmla="*/ 564 w 787"/>
              <a:gd name="T59" fmla="*/ 278 h 727"/>
              <a:gd name="T60" fmla="*/ 160 w 787"/>
              <a:gd name="T61" fmla="*/ 65 h 727"/>
              <a:gd name="T62" fmla="*/ 107 w 787"/>
              <a:gd name="T63" fmla="*/ 0 h 727"/>
              <a:gd name="T64" fmla="*/ 0 w 787"/>
              <a:gd name="T65" fmla="*/ 609 h 727"/>
              <a:gd name="T66" fmla="*/ 160 w 787"/>
              <a:gd name="T67" fmla="*/ 499 h 727"/>
              <a:gd name="T68" fmla="*/ 221 w 787"/>
              <a:gd name="T69" fmla="*/ 251 h 727"/>
              <a:gd name="T70" fmla="*/ 160 w 787"/>
              <a:gd name="T71" fmla="*/ 175 h 727"/>
              <a:gd name="T72" fmla="*/ 231 w 787"/>
              <a:gd name="T73" fmla="*/ 152 h 727"/>
              <a:gd name="T74" fmla="*/ 274 w 787"/>
              <a:gd name="T75" fmla="*/ 88 h 727"/>
              <a:gd name="T76" fmla="*/ 213 w 787"/>
              <a:gd name="T77" fmla="*/ 609 h 727"/>
              <a:gd name="T78" fmla="*/ 92 w 787"/>
              <a:gd name="T79" fmla="*/ 518 h 727"/>
              <a:gd name="T80" fmla="*/ 107 w 787"/>
              <a:gd name="T81" fmla="*/ 23 h 727"/>
              <a:gd name="T82" fmla="*/ 136 w 787"/>
              <a:gd name="T83" fmla="*/ 507 h 727"/>
              <a:gd name="T84" fmla="*/ 56 w 787"/>
              <a:gd name="T85" fmla="*/ 609 h 727"/>
              <a:gd name="T86" fmla="*/ 118 w 787"/>
              <a:gd name="T87" fmla="*/ 547 h 727"/>
              <a:gd name="T88" fmla="*/ 118 w 787"/>
              <a:gd name="T89" fmla="*/ 647 h 727"/>
              <a:gd name="T90" fmla="*/ 156 w 787"/>
              <a:gd name="T91" fmla="*/ 609 h 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87" h="727">
                <a:moveTo>
                  <a:pt x="787" y="263"/>
                </a:moveTo>
                <a:cubicBezTo>
                  <a:pt x="787" y="118"/>
                  <a:pt x="675" y="0"/>
                  <a:pt x="537" y="0"/>
                </a:cubicBezTo>
                <a:cubicBezTo>
                  <a:pt x="399" y="0"/>
                  <a:pt x="286" y="118"/>
                  <a:pt x="286" y="263"/>
                </a:cubicBezTo>
                <a:cubicBezTo>
                  <a:pt x="286" y="321"/>
                  <a:pt x="311" y="382"/>
                  <a:pt x="335" y="441"/>
                </a:cubicBezTo>
                <a:cubicBezTo>
                  <a:pt x="345" y="467"/>
                  <a:pt x="357" y="495"/>
                  <a:pt x="365" y="522"/>
                </a:cubicBezTo>
                <a:cubicBezTo>
                  <a:pt x="363" y="522"/>
                  <a:pt x="363" y="522"/>
                  <a:pt x="363" y="522"/>
                </a:cubicBezTo>
                <a:cubicBezTo>
                  <a:pt x="356" y="522"/>
                  <a:pt x="351" y="527"/>
                  <a:pt x="351" y="534"/>
                </a:cubicBezTo>
                <a:cubicBezTo>
                  <a:pt x="351" y="540"/>
                  <a:pt x="356" y="546"/>
                  <a:pt x="363" y="546"/>
                </a:cubicBezTo>
                <a:cubicBezTo>
                  <a:pt x="367" y="546"/>
                  <a:pt x="367" y="546"/>
                  <a:pt x="367" y="546"/>
                </a:cubicBezTo>
                <a:cubicBezTo>
                  <a:pt x="367" y="583"/>
                  <a:pt x="367" y="583"/>
                  <a:pt x="367" y="583"/>
                </a:cubicBezTo>
                <a:cubicBezTo>
                  <a:pt x="363" y="583"/>
                  <a:pt x="363" y="583"/>
                  <a:pt x="363" y="583"/>
                </a:cubicBezTo>
                <a:cubicBezTo>
                  <a:pt x="356" y="583"/>
                  <a:pt x="351" y="588"/>
                  <a:pt x="351" y="595"/>
                </a:cubicBezTo>
                <a:cubicBezTo>
                  <a:pt x="351" y="601"/>
                  <a:pt x="356" y="606"/>
                  <a:pt x="363" y="606"/>
                </a:cubicBezTo>
                <a:cubicBezTo>
                  <a:pt x="367" y="606"/>
                  <a:pt x="367" y="606"/>
                  <a:pt x="367" y="606"/>
                </a:cubicBezTo>
                <a:cubicBezTo>
                  <a:pt x="367" y="643"/>
                  <a:pt x="367" y="643"/>
                  <a:pt x="367" y="643"/>
                </a:cubicBezTo>
                <a:cubicBezTo>
                  <a:pt x="363" y="643"/>
                  <a:pt x="363" y="643"/>
                  <a:pt x="363" y="643"/>
                </a:cubicBezTo>
                <a:cubicBezTo>
                  <a:pt x="356" y="643"/>
                  <a:pt x="351" y="649"/>
                  <a:pt x="351" y="655"/>
                </a:cubicBezTo>
                <a:cubicBezTo>
                  <a:pt x="351" y="662"/>
                  <a:pt x="356" y="667"/>
                  <a:pt x="363" y="667"/>
                </a:cubicBezTo>
                <a:cubicBezTo>
                  <a:pt x="379" y="667"/>
                  <a:pt x="379" y="667"/>
                  <a:pt x="379" y="667"/>
                </a:cubicBezTo>
                <a:cubicBezTo>
                  <a:pt x="405" y="667"/>
                  <a:pt x="405" y="667"/>
                  <a:pt x="405" y="667"/>
                </a:cubicBezTo>
                <a:cubicBezTo>
                  <a:pt x="405" y="671"/>
                  <a:pt x="405" y="671"/>
                  <a:pt x="405" y="671"/>
                </a:cubicBezTo>
                <a:cubicBezTo>
                  <a:pt x="405" y="697"/>
                  <a:pt x="427" y="719"/>
                  <a:pt x="453" y="719"/>
                </a:cubicBezTo>
                <a:cubicBezTo>
                  <a:pt x="621" y="719"/>
                  <a:pt x="621" y="719"/>
                  <a:pt x="621" y="719"/>
                </a:cubicBezTo>
                <a:cubicBezTo>
                  <a:pt x="647" y="719"/>
                  <a:pt x="668" y="697"/>
                  <a:pt x="668" y="671"/>
                </a:cubicBezTo>
                <a:cubicBezTo>
                  <a:pt x="668" y="667"/>
                  <a:pt x="668" y="667"/>
                  <a:pt x="668" y="667"/>
                </a:cubicBezTo>
                <a:cubicBezTo>
                  <a:pt x="694" y="667"/>
                  <a:pt x="694" y="667"/>
                  <a:pt x="694" y="667"/>
                </a:cubicBezTo>
                <a:cubicBezTo>
                  <a:pt x="711" y="667"/>
                  <a:pt x="711" y="667"/>
                  <a:pt x="711" y="667"/>
                </a:cubicBezTo>
                <a:cubicBezTo>
                  <a:pt x="717" y="667"/>
                  <a:pt x="722" y="662"/>
                  <a:pt x="722" y="655"/>
                </a:cubicBezTo>
                <a:cubicBezTo>
                  <a:pt x="722" y="649"/>
                  <a:pt x="717" y="643"/>
                  <a:pt x="711" y="643"/>
                </a:cubicBezTo>
                <a:cubicBezTo>
                  <a:pt x="706" y="643"/>
                  <a:pt x="706" y="643"/>
                  <a:pt x="706" y="643"/>
                </a:cubicBezTo>
                <a:cubicBezTo>
                  <a:pt x="706" y="606"/>
                  <a:pt x="706" y="606"/>
                  <a:pt x="706" y="606"/>
                </a:cubicBezTo>
                <a:cubicBezTo>
                  <a:pt x="711" y="606"/>
                  <a:pt x="711" y="606"/>
                  <a:pt x="711" y="606"/>
                </a:cubicBezTo>
                <a:cubicBezTo>
                  <a:pt x="717" y="606"/>
                  <a:pt x="722" y="601"/>
                  <a:pt x="722" y="595"/>
                </a:cubicBezTo>
                <a:cubicBezTo>
                  <a:pt x="722" y="588"/>
                  <a:pt x="717" y="583"/>
                  <a:pt x="711" y="583"/>
                </a:cubicBezTo>
                <a:cubicBezTo>
                  <a:pt x="706" y="583"/>
                  <a:pt x="706" y="583"/>
                  <a:pt x="706" y="583"/>
                </a:cubicBezTo>
                <a:cubicBezTo>
                  <a:pt x="706" y="546"/>
                  <a:pt x="706" y="546"/>
                  <a:pt x="706" y="546"/>
                </a:cubicBezTo>
                <a:cubicBezTo>
                  <a:pt x="711" y="546"/>
                  <a:pt x="711" y="546"/>
                  <a:pt x="711" y="546"/>
                </a:cubicBezTo>
                <a:cubicBezTo>
                  <a:pt x="717" y="546"/>
                  <a:pt x="722" y="540"/>
                  <a:pt x="722" y="534"/>
                </a:cubicBezTo>
                <a:cubicBezTo>
                  <a:pt x="722" y="527"/>
                  <a:pt x="717" y="522"/>
                  <a:pt x="711" y="522"/>
                </a:cubicBezTo>
                <a:cubicBezTo>
                  <a:pt x="707" y="522"/>
                  <a:pt x="707" y="522"/>
                  <a:pt x="707" y="522"/>
                </a:cubicBezTo>
                <a:cubicBezTo>
                  <a:pt x="716" y="494"/>
                  <a:pt x="728" y="465"/>
                  <a:pt x="739" y="437"/>
                </a:cubicBezTo>
                <a:cubicBezTo>
                  <a:pt x="763" y="380"/>
                  <a:pt x="787" y="320"/>
                  <a:pt x="787" y="263"/>
                </a:cubicBezTo>
                <a:close/>
                <a:moveTo>
                  <a:pt x="645" y="671"/>
                </a:moveTo>
                <a:cubicBezTo>
                  <a:pt x="645" y="685"/>
                  <a:pt x="634" y="695"/>
                  <a:pt x="621" y="695"/>
                </a:cubicBezTo>
                <a:cubicBezTo>
                  <a:pt x="453" y="695"/>
                  <a:pt x="453" y="695"/>
                  <a:pt x="453" y="695"/>
                </a:cubicBezTo>
                <a:cubicBezTo>
                  <a:pt x="440" y="695"/>
                  <a:pt x="429" y="685"/>
                  <a:pt x="429" y="671"/>
                </a:cubicBezTo>
                <a:cubicBezTo>
                  <a:pt x="429" y="667"/>
                  <a:pt x="429" y="667"/>
                  <a:pt x="429" y="667"/>
                </a:cubicBezTo>
                <a:cubicBezTo>
                  <a:pt x="645" y="667"/>
                  <a:pt x="645" y="667"/>
                  <a:pt x="645" y="667"/>
                </a:cubicBezTo>
                <a:lnTo>
                  <a:pt x="645" y="671"/>
                </a:lnTo>
                <a:close/>
                <a:moveTo>
                  <a:pt x="683" y="643"/>
                </a:moveTo>
                <a:cubicBezTo>
                  <a:pt x="656" y="643"/>
                  <a:pt x="656" y="643"/>
                  <a:pt x="656" y="643"/>
                </a:cubicBezTo>
                <a:cubicBezTo>
                  <a:pt x="417" y="643"/>
                  <a:pt x="417" y="643"/>
                  <a:pt x="417" y="643"/>
                </a:cubicBezTo>
                <a:cubicBezTo>
                  <a:pt x="391" y="643"/>
                  <a:pt x="391" y="643"/>
                  <a:pt x="391" y="643"/>
                </a:cubicBezTo>
                <a:cubicBezTo>
                  <a:pt x="391" y="606"/>
                  <a:pt x="391" y="606"/>
                  <a:pt x="391" y="606"/>
                </a:cubicBezTo>
                <a:cubicBezTo>
                  <a:pt x="683" y="606"/>
                  <a:pt x="683" y="606"/>
                  <a:pt x="683" y="606"/>
                </a:cubicBezTo>
                <a:lnTo>
                  <a:pt x="683" y="643"/>
                </a:lnTo>
                <a:close/>
                <a:moveTo>
                  <a:pt x="391" y="583"/>
                </a:moveTo>
                <a:cubicBezTo>
                  <a:pt x="391" y="546"/>
                  <a:pt x="391" y="546"/>
                  <a:pt x="391" y="546"/>
                </a:cubicBezTo>
                <a:cubicBezTo>
                  <a:pt x="683" y="546"/>
                  <a:pt x="683" y="546"/>
                  <a:pt x="683" y="546"/>
                </a:cubicBezTo>
                <a:cubicBezTo>
                  <a:pt x="683" y="583"/>
                  <a:pt x="683" y="583"/>
                  <a:pt x="683" y="583"/>
                </a:cubicBezTo>
                <a:lnTo>
                  <a:pt x="391" y="583"/>
                </a:lnTo>
                <a:close/>
                <a:moveTo>
                  <a:pt x="683" y="522"/>
                </a:moveTo>
                <a:cubicBezTo>
                  <a:pt x="390" y="522"/>
                  <a:pt x="390" y="522"/>
                  <a:pt x="390" y="522"/>
                </a:cubicBezTo>
                <a:cubicBezTo>
                  <a:pt x="381" y="492"/>
                  <a:pt x="369" y="461"/>
                  <a:pt x="357" y="432"/>
                </a:cubicBezTo>
                <a:cubicBezTo>
                  <a:pt x="333" y="375"/>
                  <a:pt x="309" y="317"/>
                  <a:pt x="309" y="263"/>
                </a:cubicBezTo>
                <a:cubicBezTo>
                  <a:pt x="309" y="131"/>
                  <a:pt x="411" y="23"/>
                  <a:pt x="537" y="23"/>
                </a:cubicBezTo>
                <a:cubicBezTo>
                  <a:pt x="662" y="23"/>
                  <a:pt x="764" y="131"/>
                  <a:pt x="764" y="263"/>
                </a:cubicBezTo>
                <a:cubicBezTo>
                  <a:pt x="764" y="316"/>
                  <a:pt x="741" y="370"/>
                  <a:pt x="718" y="428"/>
                </a:cubicBezTo>
                <a:cubicBezTo>
                  <a:pt x="705" y="459"/>
                  <a:pt x="692" y="490"/>
                  <a:pt x="683" y="522"/>
                </a:cubicBezTo>
                <a:close/>
                <a:moveTo>
                  <a:pt x="537" y="174"/>
                </a:moveTo>
                <a:cubicBezTo>
                  <a:pt x="499" y="174"/>
                  <a:pt x="468" y="205"/>
                  <a:pt x="468" y="243"/>
                </a:cubicBezTo>
                <a:cubicBezTo>
                  <a:pt x="468" y="261"/>
                  <a:pt x="476" y="279"/>
                  <a:pt x="489" y="292"/>
                </a:cubicBezTo>
                <a:cubicBezTo>
                  <a:pt x="468" y="410"/>
                  <a:pt x="468" y="410"/>
                  <a:pt x="468" y="410"/>
                </a:cubicBezTo>
                <a:cubicBezTo>
                  <a:pt x="468" y="413"/>
                  <a:pt x="469" y="417"/>
                  <a:pt x="471" y="420"/>
                </a:cubicBezTo>
                <a:cubicBezTo>
                  <a:pt x="473" y="422"/>
                  <a:pt x="476" y="424"/>
                  <a:pt x="480" y="424"/>
                </a:cubicBezTo>
                <a:cubicBezTo>
                  <a:pt x="593" y="424"/>
                  <a:pt x="593" y="424"/>
                  <a:pt x="593" y="424"/>
                </a:cubicBezTo>
                <a:cubicBezTo>
                  <a:pt x="597" y="424"/>
                  <a:pt x="600" y="422"/>
                  <a:pt x="603" y="420"/>
                </a:cubicBezTo>
                <a:cubicBezTo>
                  <a:pt x="605" y="417"/>
                  <a:pt x="606" y="413"/>
                  <a:pt x="605" y="410"/>
                </a:cubicBezTo>
                <a:cubicBezTo>
                  <a:pt x="584" y="292"/>
                  <a:pt x="584" y="292"/>
                  <a:pt x="584" y="292"/>
                </a:cubicBezTo>
                <a:cubicBezTo>
                  <a:pt x="598" y="279"/>
                  <a:pt x="605" y="261"/>
                  <a:pt x="605" y="243"/>
                </a:cubicBezTo>
                <a:cubicBezTo>
                  <a:pt x="605" y="205"/>
                  <a:pt x="575" y="174"/>
                  <a:pt x="537" y="174"/>
                </a:cubicBezTo>
                <a:close/>
                <a:moveTo>
                  <a:pt x="560" y="290"/>
                </a:moveTo>
                <a:cubicBezTo>
                  <a:pt x="580" y="400"/>
                  <a:pt x="580" y="400"/>
                  <a:pt x="580" y="400"/>
                </a:cubicBezTo>
                <a:cubicBezTo>
                  <a:pt x="494" y="400"/>
                  <a:pt x="494" y="400"/>
                  <a:pt x="494" y="400"/>
                </a:cubicBezTo>
                <a:cubicBezTo>
                  <a:pt x="514" y="290"/>
                  <a:pt x="514" y="290"/>
                  <a:pt x="514" y="290"/>
                </a:cubicBezTo>
                <a:cubicBezTo>
                  <a:pt x="515" y="285"/>
                  <a:pt x="513" y="281"/>
                  <a:pt x="509" y="278"/>
                </a:cubicBezTo>
                <a:cubicBezTo>
                  <a:pt x="498" y="269"/>
                  <a:pt x="492" y="256"/>
                  <a:pt x="492" y="243"/>
                </a:cubicBezTo>
                <a:cubicBezTo>
                  <a:pt x="492" y="218"/>
                  <a:pt x="512" y="198"/>
                  <a:pt x="537" y="198"/>
                </a:cubicBezTo>
                <a:cubicBezTo>
                  <a:pt x="561" y="198"/>
                  <a:pt x="582" y="218"/>
                  <a:pt x="582" y="243"/>
                </a:cubicBezTo>
                <a:cubicBezTo>
                  <a:pt x="582" y="256"/>
                  <a:pt x="576" y="269"/>
                  <a:pt x="564" y="278"/>
                </a:cubicBezTo>
                <a:cubicBezTo>
                  <a:pt x="561" y="281"/>
                  <a:pt x="559" y="285"/>
                  <a:pt x="560" y="290"/>
                </a:cubicBezTo>
                <a:close/>
                <a:moveTo>
                  <a:pt x="274" y="65"/>
                </a:moveTo>
                <a:cubicBezTo>
                  <a:pt x="160" y="65"/>
                  <a:pt x="160" y="65"/>
                  <a:pt x="160" y="65"/>
                </a:cubicBezTo>
                <a:cubicBezTo>
                  <a:pt x="160" y="30"/>
                  <a:pt x="160" y="30"/>
                  <a:pt x="160" y="30"/>
                </a:cubicBezTo>
                <a:cubicBezTo>
                  <a:pt x="160" y="13"/>
                  <a:pt x="146" y="0"/>
                  <a:pt x="129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90" y="0"/>
                  <a:pt x="77" y="13"/>
                  <a:pt x="77" y="30"/>
                </a:cubicBezTo>
                <a:cubicBezTo>
                  <a:pt x="77" y="499"/>
                  <a:pt x="77" y="499"/>
                  <a:pt x="77" y="499"/>
                </a:cubicBezTo>
                <a:cubicBezTo>
                  <a:pt x="31" y="516"/>
                  <a:pt x="0" y="560"/>
                  <a:pt x="0" y="609"/>
                </a:cubicBezTo>
                <a:cubicBezTo>
                  <a:pt x="0" y="674"/>
                  <a:pt x="53" y="727"/>
                  <a:pt x="118" y="727"/>
                </a:cubicBezTo>
                <a:cubicBezTo>
                  <a:pt x="183" y="727"/>
                  <a:pt x="236" y="674"/>
                  <a:pt x="236" y="609"/>
                </a:cubicBezTo>
                <a:cubicBezTo>
                  <a:pt x="236" y="560"/>
                  <a:pt x="205" y="516"/>
                  <a:pt x="160" y="499"/>
                </a:cubicBezTo>
                <a:cubicBezTo>
                  <a:pt x="160" y="262"/>
                  <a:pt x="160" y="262"/>
                  <a:pt x="160" y="262"/>
                </a:cubicBezTo>
                <a:cubicBezTo>
                  <a:pt x="209" y="262"/>
                  <a:pt x="209" y="262"/>
                  <a:pt x="209" y="262"/>
                </a:cubicBezTo>
                <a:cubicBezTo>
                  <a:pt x="215" y="262"/>
                  <a:pt x="221" y="257"/>
                  <a:pt x="221" y="251"/>
                </a:cubicBezTo>
                <a:cubicBezTo>
                  <a:pt x="221" y="244"/>
                  <a:pt x="215" y="239"/>
                  <a:pt x="209" y="239"/>
                </a:cubicBezTo>
                <a:cubicBezTo>
                  <a:pt x="160" y="239"/>
                  <a:pt x="160" y="239"/>
                  <a:pt x="160" y="239"/>
                </a:cubicBezTo>
                <a:cubicBezTo>
                  <a:pt x="160" y="175"/>
                  <a:pt x="160" y="175"/>
                  <a:pt x="160" y="175"/>
                </a:cubicBezTo>
                <a:cubicBezTo>
                  <a:pt x="231" y="175"/>
                  <a:pt x="231" y="175"/>
                  <a:pt x="231" y="175"/>
                </a:cubicBezTo>
                <a:cubicBezTo>
                  <a:pt x="237" y="175"/>
                  <a:pt x="242" y="170"/>
                  <a:pt x="242" y="164"/>
                </a:cubicBezTo>
                <a:cubicBezTo>
                  <a:pt x="242" y="157"/>
                  <a:pt x="237" y="152"/>
                  <a:pt x="231" y="152"/>
                </a:cubicBezTo>
                <a:cubicBezTo>
                  <a:pt x="160" y="152"/>
                  <a:pt x="160" y="152"/>
                  <a:pt x="160" y="152"/>
                </a:cubicBezTo>
                <a:cubicBezTo>
                  <a:pt x="160" y="88"/>
                  <a:pt x="160" y="88"/>
                  <a:pt x="160" y="88"/>
                </a:cubicBezTo>
                <a:cubicBezTo>
                  <a:pt x="274" y="88"/>
                  <a:pt x="274" y="88"/>
                  <a:pt x="274" y="88"/>
                </a:cubicBezTo>
                <a:cubicBezTo>
                  <a:pt x="280" y="88"/>
                  <a:pt x="286" y="83"/>
                  <a:pt x="286" y="76"/>
                </a:cubicBezTo>
                <a:cubicBezTo>
                  <a:pt x="286" y="70"/>
                  <a:pt x="280" y="65"/>
                  <a:pt x="274" y="65"/>
                </a:cubicBezTo>
                <a:close/>
                <a:moveTo>
                  <a:pt x="213" y="609"/>
                </a:moveTo>
                <a:cubicBezTo>
                  <a:pt x="213" y="661"/>
                  <a:pt x="170" y="703"/>
                  <a:pt x="118" y="703"/>
                </a:cubicBezTo>
                <a:cubicBezTo>
                  <a:pt x="66" y="703"/>
                  <a:pt x="24" y="661"/>
                  <a:pt x="24" y="609"/>
                </a:cubicBezTo>
                <a:cubicBezTo>
                  <a:pt x="24" y="567"/>
                  <a:pt x="52" y="530"/>
                  <a:pt x="92" y="518"/>
                </a:cubicBezTo>
                <a:cubicBezTo>
                  <a:pt x="97" y="517"/>
                  <a:pt x="100" y="512"/>
                  <a:pt x="100" y="507"/>
                </a:cubicBezTo>
                <a:cubicBezTo>
                  <a:pt x="100" y="30"/>
                  <a:pt x="100" y="30"/>
                  <a:pt x="100" y="30"/>
                </a:cubicBezTo>
                <a:cubicBezTo>
                  <a:pt x="100" y="26"/>
                  <a:pt x="103" y="23"/>
                  <a:pt x="107" y="23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33" y="23"/>
                  <a:pt x="136" y="26"/>
                  <a:pt x="136" y="30"/>
                </a:cubicBezTo>
                <a:cubicBezTo>
                  <a:pt x="136" y="507"/>
                  <a:pt x="136" y="507"/>
                  <a:pt x="136" y="507"/>
                </a:cubicBezTo>
                <a:cubicBezTo>
                  <a:pt x="136" y="512"/>
                  <a:pt x="139" y="517"/>
                  <a:pt x="144" y="518"/>
                </a:cubicBezTo>
                <a:cubicBezTo>
                  <a:pt x="185" y="530"/>
                  <a:pt x="213" y="567"/>
                  <a:pt x="213" y="609"/>
                </a:cubicBezTo>
                <a:close/>
                <a:moveTo>
                  <a:pt x="56" y="609"/>
                </a:moveTo>
                <a:cubicBezTo>
                  <a:pt x="56" y="643"/>
                  <a:pt x="84" y="671"/>
                  <a:pt x="118" y="671"/>
                </a:cubicBezTo>
                <a:cubicBezTo>
                  <a:pt x="152" y="671"/>
                  <a:pt x="180" y="643"/>
                  <a:pt x="180" y="609"/>
                </a:cubicBezTo>
                <a:cubicBezTo>
                  <a:pt x="180" y="575"/>
                  <a:pt x="152" y="547"/>
                  <a:pt x="118" y="547"/>
                </a:cubicBezTo>
                <a:cubicBezTo>
                  <a:pt x="84" y="547"/>
                  <a:pt x="56" y="575"/>
                  <a:pt x="56" y="609"/>
                </a:cubicBezTo>
                <a:close/>
                <a:moveTo>
                  <a:pt x="156" y="609"/>
                </a:moveTo>
                <a:cubicBezTo>
                  <a:pt x="156" y="630"/>
                  <a:pt x="139" y="647"/>
                  <a:pt x="118" y="647"/>
                </a:cubicBezTo>
                <a:cubicBezTo>
                  <a:pt x="97" y="647"/>
                  <a:pt x="80" y="630"/>
                  <a:pt x="80" y="609"/>
                </a:cubicBezTo>
                <a:cubicBezTo>
                  <a:pt x="80" y="588"/>
                  <a:pt x="97" y="571"/>
                  <a:pt x="118" y="571"/>
                </a:cubicBezTo>
                <a:cubicBezTo>
                  <a:pt x="139" y="571"/>
                  <a:pt x="156" y="588"/>
                  <a:pt x="156" y="60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4D9438-8571-EBEB-5BD0-12642CB88F2A}"/>
              </a:ext>
            </a:extLst>
          </p:cNvPr>
          <p:cNvSpPr txBox="1"/>
          <p:nvPr/>
        </p:nvSpPr>
        <p:spPr>
          <a:xfrm flipH="1">
            <a:off x="8793078" y="4725020"/>
            <a:ext cx="1941095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94FC5B-34F8-F796-3900-E3C43DB2BBEF}"/>
              </a:ext>
            </a:extLst>
          </p:cNvPr>
          <p:cNvSpPr txBox="1"/>
          <p:nvPr/>
        </p:nvSpPr>
        <p:spPr>
          <a:xfrm flipH="1">
            <a:off x="8793078" y="4329096"/>
            <a:ext cx="1941095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F1AD67F4-90E9-A68F-35AC-0C032B1312A2}"/>
              </a:ext>
            </a:extLst>
          </p:cNvPr>
          <p:cNvSpPr>
            <a:spLocks noEditPoints="1"/>
          </p:cNvSpPr>
          <p:nvPr/>
        </p:nvSpPr>
        <p:spPr bwMode="auto">
          <a:xfrm>
            <a:off x="11064085" y="4596928"/>
            <a:ext cx="334786" cy="335046"/>
          </a:xfrm>
          <a:custGeom>
            <a:avLst/>
            <a:gdLst>
              <a:gd name="T0" fmla="*/ 632 w 787"/>
              <a:gd name="T1" fmla="*/ 394 h 788"/>
              <a:gd name="T2" fmla="*/ 332 w 787"/>
              <a:gd name="T3" fmla="*/ 488 h 788"/>
              <a:gd name="T4" fmla="*/ 332 w 787"/>
              <a:gd name="T5" fmla="*/ 418 h 788"/>
              <a:gd name="T6" fmla="*/ 511 w 787"/>
              <a:gd name="T7" fmla="*/ 387 h 788"/>
              <a:gd name="T8" fmla="*/ 394 w 787"/>
              <a:gd name="T9" fmla="*/ 609 h 788"/>
              <a:gd name="T10" fmla="*/ 535 w 787"/>
              <a:gd name="T11" fmla="*/ 387 h 788"/>
              <a:gd name="T12" fmla="*/ 437 w 787"/>
              <a:gd name="T13" fmla="*/ 401 h 788"/>
              <a:gd name="T14" fmla="*/ 333 w 787"/>
              <a:gd name="T15" fmla="*/ 260 h 788"/>
              <a:gd name="T16" fmla="*/ 179 w 787"/>
              <a:gd name="T17" fmla="*/ 394 h 788"/>
              <a:gd name="T18" fmla="*/ 756 w 787"/>
              <a:gd name="T19" fmla="*/ 334 h 788"/>
              <a:gd name="T20" fmla="*/ 752 w 787"/>
              <a:gd name="T21" fmla="*/ 245 h 788"/>
              <a:gd name="T22" fmla="*/ 678 w 787"/>
              <a:gd name="T23" fmla="*/ 161 h 788"/>
              <a:gd name="T24" fmla="*/ 630 w 787"/>
              <a:gd name="T25" fmla="*/ 86 h 788"/>
              <a:gd name="T26" fmla="*/ 503 w 787"/>
              <a:gd name="T27" fmla="*/ 86 h 788"/>
              <a:gd name="T28" fmla="*/ 365 w 787"/>
              <a:gd name="T29" fmla="*/ 0 h 788"/>
              <a:gd name="T30" fmla="*/ 264 w 787"/>
              <a:gd name="T31" fmla="*/ 50 h 788"/>
              <a:gd name="T32" fmla="*/ 158 w 787"/>
              <a:gd name="T33" fmla="*/ 86 h 788"/>
              <a:gd name="T34" fmla="*/ 109 w 787"/>
              <a:gd name="T35" fmla="*/ 161 h 788"/>
              <a:gd name="T36" fmla="*/ 50 w 787"/>
              <a:gd name="T37" fmla="*/ 264 h 788"/>
              <a:gd name="T38" fmla="*/ 0 w 787"/>
              <a:gd name="T39" fmla="*/ 365 h 788"/>
              <a:gd name="T40" fmla="*/ 85 w 787"/>
              <a:gd name="T41" fmla="*/ 503 h 788"/>
              <a:gd name="T42" fmla="*/ 86 w 787"/>
              <a:gd name="T43" fmla="*/ 630 h 788"/>
              <a:gd name="T44" fmla="*/ 161 w 787"/>
              <a:gd name="T45" fmla="*/ 678 h 788"/>
              <a:gd name="T46" fmla="*/ 245 w 787"/>
              <a:gd name="T47" fmla="*/ 752 h 788"/>
              <a:gd name="T48" fmla="*/ 334 w 787"/>
              <a:gd name="T49" fmla="*/ 757 h 788"/>
              <a:gd name="T50" fmla="*/ 453 w 787"/>
              <a:gd name="T51" fmla="*/ 715 h 788"/>
              <a:gd name="T52" fmla="*/ 615 w 787"/>
              <a:gd name="T53" fmla="*/ 721 h 788"/>
              <a:gd name="T54" fmla="*/ 678 w 787"/>
              <a:gd name="T55" fmla="*/ 627 h 788"/>
              <a:gd name="T56" fmla="*/ 752 w 787"/>
              <a:gd name="T57" fmla="*/ 542 h 788"/>
              <a:gd name="T58" fmla="*/ 756 w 787"/>
              <a:gd name="T59" fmla="*/ 454 h 788"/>
              <a:gd name="T60" fmla="*/ 764 w 787"/>
              <a:gd name="T61" fmla="*/ 422 h 788"/>
              <a:gd name="T62" fmla="*/ 676 w 787"/>
              <a:gd name="T63" fmla="*/ 504 h 788"/>
              <a:gd name="T64" fmla="*/ 728 w 787"/>
              <a:gd name="T65" fmla="*/ 554 h 788"/>
              <a:gd name="T66" fmla="*/ 646 w 787"/>
              <a:gd name="T67" fmla="*/ 580 h 788"/>
              <a:gd name="T68" fmla="*/ 606 w 787"/>
              <a:gd name="T69" fmla="*/ 690 h 788"/>
              <a:gd name="T70" fmla="*/ 518 w 787"/>
              <a:gd name="T71" fmla="*/ 681 h 788"/>
              <a:gd name="T72" fmla="*/ 430 w 787"/>
              <a:gd name="T73" fmla="*/ 757 h 788"/>
              <a:gd name="T74" fmla="*/ 358 w 787"/>
              <a:gd name="T75" fmla="*/ 705 h 788"/>
              <a:gd name="T76" fmla="*/ 269 w 787"/>
              <a:gd name="T77" fmla="*/ 681 h 788"/>
              <a:gd name="T78" fmla="*/ 184 w 787"/>
              <a:gd name="T79" fmla="*/ 700 h 788"/>
              <a:gd name="T80" fmla="*/ 204 w 787"/>
              <a:gd name="T81" fmla="*/ 630 h 788"/>
              <a:gd name="T82" fmla="*/ 92 w 787"/>
              <a:gd name="T83" fmla="*/ 607 h 788"/>
              <a:gd name="T84" fmla="*/ 106 w 787"/>
              <a:gd name="T85" fmla="*/ 519 h 788"/>
              <a:gd name="T86" fmla="*/ 31 w 787"/>
              <a:gd name="T87" fmla="*/ 430 h 788"/>
              <a:gd name="T88" fmla="*/ 82 w 787"/>
              <a:gd name="T89" fmla="*/ 358 h 788"/>
              <a:gd name="T90" fmla="*/ 62 w 787"/>
              <a:gd name="T91" fmla="*/ 244 h 788"/>
              <a:gd name="T92" fmla="*/ 97 w 787"/>
              <a:gd name="T93" fmla="*/ 182 h 788"/>
              <a:gd name="T94" fmla="*/ 207 w 787"/>
              <a:gd name="T95" fmla="*/ 142 h 788"/>
              <a:gd name="T96" fmla="*/ 233 w 787"/>
              <a:gd name="T97" fmla="*/ 59 h 788"/>
              <a:gd name="T98" fmla="*/ 284 w 787"/>
              <a:gd name="T99" fmla="*/ 111 h 788"/>
              <a:gd name="T100" fmla="*/ 365 w 787"/>
              <a:gd name="T101" fmla="*/ 24 h 788"/>
              <a:gd name="T102" fmla="*/ 439 w 787"/>
              <a:gd name="T103" fmla="*/ 94 h 788"/>
              <a:gd name="T104" fmla="*/ 554 w 787"/>
              <a:gd name="T105" fmla="*/ 59 h 788"/>
              <a:gd name="T106" fmla="*/ 580 w 787"/>
              <a:gd name="T107" fmla="*/ 142 h 788"/>
              <a:gd name="T108" fmla="*/ 690 w 787"/>
              <a:gd name="T109" fmla="*/ 182 h 788"/>
              <a:gd name="T110" fmla="*/ 729 w 787"/>
              <a:gd name="T111" fmla="*/ 239 h 788"/>
              <a:gd name="T112" fmla="*/ 693 w 787"/>
              <a:gd name="T113" fmla="*/ 348 h 788"/>
              <a:gd name="T114" fmla="*/ 764 w 787"/>
              <a:gd name="T115" fmla="*/ 422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87" h="788">
                <a:moveTo>
                  <a:pt x="394" y="155"/>
                </a:moveTo>
                <a:cubicBezTo>
                  <a:pt x="262" y="155"/>
                  <a:pt x="155" y="262"/>
                  <a:pt x="155" y="394"/>
                </a:cubicBezTo>
                <a:cubicBezTo>
                  <a:pt x="155" y="525"/>
                  <a:pt x="262" y="632"/>
                  <a:pt x="394" y="632"/>
                </a:cubicBezTo>
                <a:cubicBezTo>
                  <a:pt x="525" y="632"/>
                  <a:pt x="632" y="525"/>
                  <a:pt x="632" y="394"/>
                </a:cubicBezTo>
                <a:cubicBezTo>
                  <a:pt x="632" y="262"/>
                  <a:pt x="525" y="155"/>
                  <a:pt x="394" y="155"/>
                </a:cubicBezTo>
                <a:close/>
                <a:moveTo>
                  <a:pt x="338" y="601"/>
                </a:moveTo>
                <a:cubicBezTo>
                  <a:pt x="338" y="498"/>
                  <a:pt x="338" y="498"/>
                  <a:pt x="338" y="498"/>
                </a:cubicBezTo>
                <a:cubicBezTo>
                  <a:pt x="338" y="494"/>
                  <a:pt x="336" y="490"/>
                  <a:pt x="332" y="488"/>
                </a:cubicBezTo>
                <a:cubicBezTo>
                  <a:pt x="297" y="466"/>
                  <a:pt x="276" y="429"/>
                  <a:pt x="276" y="387"/>
                </a:cubicBezTo>
                <a:cubicBezTo>
                  <a:pt x="276" y="349"/>
                  <a:pt x="296" y="313"/>
                  <a:pt x="326" y="291"/>
                </a:cubicBezTo>
                <a:cubicBezTo>
                  <a:pt x="326" y="408"/>
                  <a:pt x="326" y="408"/>
                  <a:pt x="326" y="408"/>
                </a:cubicBezTo>
                <a:cubicBezTo>
                  <a:pt x="326" y="412"/>
                  <a:pt x="329" y="416"/>
                  <a:pt x="332" y="418"/>
                </a:cubicBezTo>
                <a:cubicBezTo>
                  <a:pt x="370" y="441"/>
                  <a:pt x="417" y="441"/>
                  <a:pt x="455" y="418"/>
                </a:cubicBezTo>
                <a:cubicBezTo>
                  <a:pt x="459" y="416"/>
                  <a:pt x="461" y="412"/>
                  <a:pt x="461" y="408"/>
                </a:cubicBezTo>
                <a:cubicBezTo>
                  <a:pt x="461" y="291"/>
                  <a:pt x="461" y="291"/>
                  <a:pt x="461" y="291"/>
                </a:cubicBezTo>
                <a:cubicBezTo>
                  <a:pt x="492" y="313"/>
                  <a:pt x="511" y="349"/>
                  <a:pt x="511" y="387"/>
                </a:cubicBezTo>
                <a:cubicBezTo>
                  <a:pt x="511" y="429"/>
                  <a:pt x="490" y="466"/>
                  <a:pt x="455" y="488"/>
                </a:cubicBezTo>
                <a:cubicBezTo>
                  <a:pt x="451" y="490"/>
                  <a:pt x="449" y="494"/>
                  <a:pt x="449" y="498"/>
                </a:cubicBezTo>
                <a:cubicBezTo>
                  <a:pt x="449" y="601"/>
                  <a:pt x="449" y="601"/>
                  <a:pt x="449" y="601"/>
                </a:cubicBezTo>
                <a:cubicBezTo>
                  <a:pt x="431" y="606"/>
                  <a:pt x="413" y="609"/>
                  <a:pt x="394" y="609"/>
                </a:cubicBezTo>
                <a:cubicBezTo>
                  <a:pt x="375" y="609"/>
                  <a:pt x="356" y="606"/>
                  <a:pt x="338" y="601"/>
                </a:cubicBezTo>
                <a:close/>
                <a:moveTo>
                  <a:pt x="473" y="593"/>
                </a:moveTo>
                <a:cubicBezTo>
                  <a:pt x="473" y="505"/>
                  <a:pt x="473" y="505"/>
                  <a:pt x="473" y="505"/>
                </a:cubicBezTo>
                <a:cubicBezTo>
                  <a:pt x="512" y="478"/>
                  <a:pt x="535" y="435"/>
                  <a:pt x="535" y="387"/>
                </a:cubicBezTo>
                <a:cubicBezTo>
                  <a:pt x="535" y="333"/>
                  <a:pt x="503" y="283"/>
                  <a:pt x="454" y="260"/>
                </a:cubicBezTo>
                <a:cubicBezTo>
                  <a:pt x="450" y="258"/>
                  <a:pt x="446" y="258"/>
                  <a:pt x="443" y="261"/>
                </a:cubicBezTo>
                <a:cubicBezTo>
                  <a:pt x="439" y="263"/>
                  <a:pt x="437" y="267"/>
                  <a:pt x="437" y="270"/>
                </a:cubicBezTo>
                <a:cubicBezTo>
                  <a:pt x="437" y="401"/>
                  <a:pt x="437" y="401"/>
                  <a:pt x="437" y="401"/>
                </a:cubicBezTo>
                <a:cubicBezTo>
                  <a:pt x="410" y="415"/>
                  <a:pt x="378" y="415"/>
                  <a:pt x="350" y="401"/>
                </a:cubicBezTo>
                <a:cubicBezTo>
                  <a:pt x="350" y="270"/>
                  <a:pt x="350" y="270"/>
                  <a:pt x="350" y="270"/>
                </a:cubicBezTo>
                <a:cubicBezTo>
                  <a:pt x="350" y="267"/>
                  <a:pt x="348" y="263"/>
                  <a:pt x="345" y="261"/>
                </a:cubicBezTo>
                <a:cubicBezTo>
                  <a:pt x="341" y="258"/>
                  <a:pt x="337" y="258"/>
                  <a:pt x="333" y="260"/>
                </a:cubicBezTo>
                <a:cubicBezTo>
                  <a:pt x="284" y="283"/>
                  <a:pt x="252" y="333"/>
                  <a:pt x="252" y="387"/>
                </a:cubicBezTo>
                <a:cubicBezTo>
                  <a:pt x="252" y="435"/>
                  <a:pt x="275" y="478"/>
                  <a:pt x="315" y="505"/>
                </a:cubicBezTo>
                <a:cubicBezTo>
                  <a:pt x="315" y="593"/>
                  <a:pt x="315" y="593"/>
                  <a:pt x="315" y="593"/>
                </a:cubicBezTo>
                <a:cubicBezTo>
                  <a:pt x="235" y="562"/>
                  <a:pt x="179" y="484"/>
                  <a:pt x="179" y="394"/>
                </a:cubicBezTo>
                <a:cubicBezTo>
                  <a:pt x="179" y="275"/>
                  <a:pt x="275" y="179"/>
                  <a:pt x="394" y="179"/>
                </a:cubicBezTo>
                <a:cubicBezTo>
                  <a:pt x="512" y="179"/>
                  <a:pt x="608" y="275"/>
                  <a:pt x="608" y="394"/>
                </a:cubicBezTo>
                <a:cubicBezTo>
                  <a:pt x="608" y="484"/>
                  <a:pt x="552" y="562"/>
                  <a:pt x="473" y="593"/>
                </a:cubicBezTo>
                <a:close/>
                <a:moveTo>
                  <a:pt x="756" y="334"/>
                </a:moveTo>
                <a:cubicBezTo>
                  <a:pt x="715" y="334"/>
                  <a:pt x="715" y="334"/>
                  <a:pt x="715" y="334"/>
                </a:cubicBezTo>
                <a:cubicBezTo>
                  <a:pt x="712" y="318"/>
                  <a:pt x="708" y="301"/>
                  <a:pt x="702" y="285"/>
                </a:cubicBezTo>
                <a:cubicBezTo>
                  <a:pt x="738" y="264"/>
                  <a:pt x="738" y="264"/>
                  <a:pt x="738" y="264"/>
                </a:cubicBezTo>
                <a:cubicBezTo>
                  <a:pt x="745" y="260"/>
                  <a:pt x="750" y="253"/>
                  <a:pt x="752" y="245"/>
                </a:cubicBezTo>
                <a:cubicBezTo>
                  <a:pt x="754" y="237"/>
                  <a:pt x="753" y="229"/>
                  <a:pt x="749" y="222"/>
                </a:cubicBezTo>
                <a:cubicBezTo>
                  <a:pt x="721" y="172"/>
                  <a:pt x="721" y="172"/>
                  <a:pt x="721" y="172"/>
                </a:cubicBezTo>
                <a:cubicBezTo>
                  <a:pt x="716" y="165"/>
                  <a:pt x="709" y="160"/>
                  <a:pt x="701" y="158"/>
                </a:cubicBezTo>
                <a:cubicBezTo>
                  <a:pt x="694" y="156"/>
                  <a:pt x="685" y="157"/>
                  <a:pt x="678" y="161"/>
                </a:cubicBezTo>
                <a:cubicBezTo>
                  <a:pt x="642" y="182"/>
                  <a:pt x="642" y="182"/>
                  <a:pt x="642" y="182"/>
                </a:cubicBezTo>
                <a:cubicBezTo>
                  <a:pt x="631" y="169"/>
                  <a:pt x="619" y="156"/>
                  <a:pt x="606" y="145"/>
                </a:cubicBezTo>
                <a:cubicBezTo>
                  <a:pt x="627" y="110"/>
                  <a:pt x="627" y="110"/>
                  <a:pt x="627" y="110"/>
                </a:cubicBezTo>
                <a:cubicBezTo>
                  <a:pt x="631" y="102"/>
                  <a:pt x="632" y="94"/>
                  <a:pt x="630" y="86"/>
                </a:cubicBezTo>
                <a:cubicBezTo>
                  <a:pt x="628" y="78"/>
                  <a:pt x="623" y="71"/>
                  <a:pt x="615" y="67"/>
                </a:cubicBezTo>
                <a:cubicBezTo>
                  <a:pt x="565" y="38"/>
                  <a:pt x="565" y="38"/>
                  <a:pt x="565" y="38"/>
                </a:cubicBezTo>
                <a:cubicBezTo>
                  <a:pt x="551" y="30"/>
                  <a:pt x="532" y="35"/>
                  <a:pt x="523" y="50"/>
                </a:cubicBezTo>
                <a:cubicBezTo>
                  <a:pt x="503" y="86"/>
                  <a:pt x="503" y="86"/>
                  <a:pt x="503" y="86"/>
                </a:cubicBezTo>
                <a:cubicBezTo>
                  <a:pt x="487" y="80"/>
                  <a:pt x="470" y="75"/>
                  <a:pt x="453" y="72"/>
                </a:cubicBezTo>
                <a:cubicBezTo>
                  <a:pt x="453" y="31"/>
                  <a:pt x="453" y="31"/>
                  <a:pt x="453" y="31"/>
                </a:cubicBezTo>
                <a:cubicBezTo>
                  <a:pt x="453" y="14"/>
                  <a:pt x="439" y="0"/>
                  <a:pt x="422" y="0"/>
                </a:cubicBezTo>
                <a:cubicBezTo>
                  <a:pt x="365" y="0"/>
                  <a:pt x="365" y="0"/>
                  <a:pt x="365" y="0"/>
                </a:cubicBezTo>
                <a:cubicBezTo>
                  <a:pt x="348" y="0"/>
                  <a:pt x="334" y="14"/>
                  <a:pt x="334" y="31"/>
                </a:cubicBezTo>
                <a:cubicBezTo>
                  <a:pt x="334" y="72"/>
                  <a:pt x="334" y="72"/>
                  <a:pt x="334" y="72"/>
                </a:cubicBezTo>
                <a:cubicBezTo>
                  <a:pt x="318" y="75"/>
                  <a:pt x="301" y="80"/>
                  <a:pt x="285" y="86"/>
                </a:cubicBezTo>
                <a:cubicBezTo>
                  <a:pt x="264" y="50"/>
                  <a:pt x="264" y="50"/>
                  <a:pt x="264" y="50"/>
                </a:cubicBezTo>
                <a:cubicBezTo>
                  <a:pt x="260" y="43"/>
                  <a:pt x="253" y="38"/>
                  <a:pt x="245" y="36"/>
                </a:cubicBezTo>
                <a:cubicBezTo>
                  <a:pt x="237" y="33"/>
                  <a:pt x="229" y="35"/>
                  <a:pt x="222" y="38"/>
                </a:cubicBezTo>
                <a:cubicBezTo>
                  <a:pt x="172" y="67"/>
                  <a:pt x="172" y="67"/>
                  <a:pt x="172" y="67"/>
                </a:cubicBezTo>
                <a:cubicBezTo>
                  <a:pt x="165" y="71"/>
                  <a:pt x="160" y="78"/>
                  <a:pt x="158" y="86"/>
                </a:cubicBezTo>
                <a:cubicBezTo>
                  <a:pt x="155" y="94"/>
                  <a:pt x="156" y="102"/>
                  <a:pt x="161" y="110"/>
                </a:cubicBezTo>
                <a:cubicBezTo>
                  <a:pt x="181" y="145"/>
                  <a:pt x="181" y="145"/>
                  <a:pt x="181" y="145"/>
                </a:cubicBezTo>
                <a:cubicBezTo>
                  <a:pt x="169" y="156"/>
                  <a:pt x="156" y="169"/>
                  <a:pt x="145" y="182"/>
                </a:cubicBezTo>
                <a:cubicBezTo>
                  <a:pt x="109" y="161"/>
                  <a:pt x="109" y="161"/>
                  <a:pt x="109" y="161"/>
                </a:cubicBezTo>
                <a:cubicBezTo>
                  <a:pt x="102" y="157"/>
                  <a:pt x="94" y="156"/>
                  <a:pt x="86" y="158"/>
                </a:cubicBezTo>
                <a:cubicBezTo>
                  <a:pt x="78" y="160"/>
                  <a:pt x="71" y="165"/>
                  <a:pt x="67" y="172"/>
                </a:cubicBezTo>
                <a:cubicBezTo>
                  <a:pt x="39" y="222"/>
                  <a:pt x="39" y="222"/>
                  <a:pt x="39" y="222"/>
                </a:cubicBezTo>
                <a:cubicBezTo>
                  <a:pt x="30" y="237"/>
                  <a:pt x="35" y="256"/>
                  <a:pt x="50" y="264"/>
                </a:cubicBezTo>
                <a:cubicBezTo>
                  <a:pt x="85" y="285"/>
                  <a:pt x="85" y="285"/>
                  <a:pt x="85" y="285"/>
                </a:cubicBezTo>
                <a:cubicBezTo>
                  <a:pt x="80" y="301"/>
                  <a:pt x="75" y="318"/>
                  <a:pt x="72" y="334"/>
                </a:cubicBezTo>
                <a:cubicBezTo>
                  <a:pt x="31" y="334"/>
                  <a:pt x="31" y="334"/>
                  <a:pt x="31" y="334"/>
                </a:cubicBezTo>
                <a:cubicBezTo>
                  <a:pt x="14" y="334"/>
                  <a:pt x="0" y="348"/>
                  <a:pt x="0" y="365"/>
                </a:cubicBezTo>
                <a:cubicBezTo>
                  <a:pt x="0" y="422"/>
                  <a:pt x="0" y="422"/>
                  <a:pt x="0" y="422"/>
                </a:cubicBezTo>
                <a:cubicBezTo>
                  <a:pt x="0" y="440"/>
                  <a:pt x="14" y="454"/>
                  <a:pt x="31" y="454"/>
                </a:cubicBezTo>
                <a:cubicBezTo>
                  <a:pt x="72" y="454"/>
                  <a:pt x="72" y="454"/>
                  <a:pt x="72" y="454"/>
                </a:cubicBezTo>
                <a:cubicBezTo>
                  <a:pt x="75" y="470"/>
                  <a:pt x="80" y="487"/>
                  <a:pt x="85" y="503"/>
                </a:cubicBezTo>
                <a:cubicBezTo>
                  <a:pt x="50" y="524"/>
                  <a:pt x="50" y="524"/>
                  <a:pt x="50" y="524"/>
                </a:cubicBezTo>
                <a:cubicBezTo>
                  <a:pt x="35" y="532"/>
                  <a:pt x="30" y="551"/>
                  <a:pt x="39" y="566"/>
                </a:cubicBezTo>
                <a:cubicBezTo>
                  <a:pt x="67" y="615"/>
                  <a:pt x="67" y="615"/>
                  <a:pt x="67" y="615"/>
                </a:cubicBezTo>
                <a:cubicBezTo>
                  <a:pt x="71" y="623"/>
                  <a:pt x="78" y="628"/>
                  <a:pt x="86" y="630"/>
                </a:cubicBezTo>
                <a:cubicBezTo>
                  <a:pt x="94" y="632"/>
                  <a:pt x="102" y="631"/>
                  <a:pt x="109" y="627"/>
                </a:cubicBezTo>
                <a:cubicBezTo>
                  <a:pt x="145" y="606"/>
                  <a:pt x="145" y="606"/>
                  <a:pt x="145" y="606"/>
                </a:cubicBezTo>
                <a:cubicBezTo>
                  <a:pt x="156" y="619"/>
                  <a:pt x="169" y="631"/>
                  <a:pt x="181" y="642"/>
                </a:cubicBezTo>
                <a:cubicBezTo>
                  <a:pt x="161" y="678"/>
                  <a:pt x="161" y="678"/>
                  <a:pt x="161" y="678"/>
                </a:cubicBezTo>
                <a:cubicBezTo>
                  <a:pt x="156" y="685"/>
                  <a:pt x="155" y="694"/>
                  <a:pt x="158" y="702"/>
                </a:cubicBezTo>
                <a:cubicBezTo>
                  <a:pt x="160" y="710"/>
                  <a:pt x="165" y="716"/>
                  <a:pt x="172" y="721"/>
                </a:cubicBezTo>
                <a:cubicBezTo>
                  <a:pt x="222" y="749"/>
                  <a:pt x="222" y="749"/>
                  <a:pt x="222" y="749"/>
                </a:cubicBezTo>
                <a:cubicBezTo>
                  <a:pt x="229" y="753"/>
                  <a:pt x="237" y="755"/>
                  <a:pt x="245" y="752"/>
                </a:cubicBezTo>
                <a:cubicBezTo>
                  <a:pt x="253" y="750"/>
                  <a:pt x="260" y="745"/>
                  <a:pt x="264" y="738"/>
                </a:cubicBezTo>
                <a:cubicBezTo>
                  <a:pt x="285" y="702"/>
                  <a:pt x="285" y="702"/>
                  <a:pt x="285" y="702"/>
                </a:cubicBezTo>
                <a:cubicBezTo>
                  <a:pt x="301" y="708"/>
                  <a:pt x="318" y="712"/>
                  <a:pt x="334" y="715"/>
                </a:cubicBezTo>
                <a:cubicBezTo>
                  <a:pt x="334" y="757"/>
                  <a:pt x="334" y="757"/>
                  <a:pt x="334" y="757"/>
                </a:cubicBezTo>
                <a:cubicBezTo>
                  <a:pt x="334" y="774"/>
                  <a:pt x="348" y="788"/>
                  <a:pt x="365" y="788"/>
                </a:cubicBezTo>
                <a:cubicBezTo>
                  <a:pt x="422" y="788"/>
                  <a:pt x="422" y="788"/>
                  <a:pt x="422" y="788"/>
                </a:cubicBezTo>
                <a:cubicBezTo>
                  <a:pt x="439" y="788"/>
                  <a:pt x="453" y="774"/>
                  <a:pt x="453" y="757"/>
                </a:cubicBezTo>
                <a:cubicBezTo>
                  <a:pt x="453" y="715"/>
                  <a:pt x="453" y="715"/>
                  <a:pt x="453" y="715"/>
                </a:cubicBezTo>
                <a:cubicBezTo>
                  <a:pt x="470" y="712"/>
                  <a:pt x="487" y="708"/>
                  <a:pt x="503" y="702"/>
                </a:cubicBezTo>
                <a:cubicBezTo>
                  <a:pt x="523" y="738"/>
                  <a:pt x="523" y="738"/>
                  <a:pt x="523" y="738"/>
                </a:cubicBezTo>
                <a:cubicBezTo>
                  <a:pt x="532" y="753"/>
                  <a:pt x="551" y="758"/>
                  <a:pt x="565" y="749"/>
                </a:cubicBezTo>
                <a:cubicBezTo>
                  <a:pt x="615" y="721"/>
                  <a:pt x="615" y="721"/>
                  <a:pt x="615" y="721"/>
                </a:cubicBezTo>
                <a:cubicBezTo>
                  <a:pt x="630" y="712"/>
                  <a:pt x="635" y="693"/>
                  <a:pt x="627" y="678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9" y="631"/>
                  <a:pt x="631" y="619"/>
                  <a:pt x="642" y="606"/>
                </a:cubicBezTo>
                <a:cubicBezTo>
                  <a:pt x="678" y="627"/>
                  <a:pt x="678" y="627"/>
                  <a:pt x="678" y="627"/>
                </a:cubicBezTo>
                <a:cubicBezTo>
                  <a:pt x="685" y="631"/>
                  <a:pt x="694" y="632"/>
                  <a:pt x="701" y="630"/>
                </a:cubicBezTo>
                <a:cubicBezTo>
                  <a:pt x="709" y="628"/>
                  <a:pt x="716" y="623"/>
                  <a:pt x="721" y="616"/>
                </a:cubicBezTo>
                <a:cubicBezTo>
                  <a:pt x="749" y="566"/>
                  <a:pt x="749" y="566"/>
                  <a:pt x="749" y="566"/>
                </a:cubicBezTo>
                <a:cubicBezTo>
                  <a:pt x="753" y="559"/>
                  <a:pt x="754" y="551"/>
                  <a:pt x="752" y="542"/>
                </a:cubicBezTo>
                <a:cubicBezTo>
                  <a:pt x="750" y="534"/>
                  <a:pt x="745" y="528"/>
                  <a:pt x="738" y="524"/>
                </a:cubicBezTo>
                <a:cubicBezTo>
                  <a:pt x="702" y="503"/>
                  <a:pt x="702" y="503"/>
                  <a:pt x="702" y="503"/>
                </a:cubicBezTo>
                <a:cubicBezTo>
                  <a:pt x="708" y="487"/>
                  <a:pt x="712" y="470"/>
                  <a:pt x="715" y="454"/>
                </a:cubicBezTo>
                <a:cubicBezTo>
                  <a:pt x="756" y="454"/>
                  <a:pt x="756" y="454"/>
                  <a:pt x="756" y="454"/>
                </a:cubicBezTo>
                <a:cubicBezTo>
                  <a:pt x="773" y="454"/>
                  <a:pt x="787" y="440"/>
                  <a:pt x="787" y="422"/>
                </a:cubicBezTo>
                <a:cubicBezTo>
                  <a:pt x="787" y="365"/>
                  <a:pt x="787" y="365"/>
                  <a:pt x="787" y="365"/>
                </a:cubicBezTo>
                <a:cubicBezTo>
                  <a:pt x="787" y="348"/>
                  <a:pt x="773" y="334"/>
                  <a:pt x="756" y="334"/>
                </a:cubicBezTo>
                <a:close/>
                <a:moveTo>
                  <a:pt x="764" y="422"/>
                </a:moveTo>
                <a:cubicBezTo>
                  <a:pt x="764" y="427"/>
                  <a:pt x="760" y="430"/>
                  <a:pt x="756" y="430"/>
                </a:cubicBezTo>
                <a:cubicBezTo>
                  <a:pt x="705" y="430"/>
                  <a:pt x="705" y="430"/>
                  <a:pt x="705" y="430"/>
                </a:cubicBezTo>
                <a:cubicBezTo>
                  <a:pt x="699" y="430"/>
                  <a:pt x="694" y="434"/>
                  <a:pt x="693" y="440"/>
                </a:cubicBezTo>
                <a:cubicBezTo>
                  <a:pt x="690" y="461"/>
                  <a:pt x="684" y="483"/>
                  <a:pt x="676" y="504"/>
                </a:cubicBezTo>
                <a:cubicBezTo>
                  <a:pt x="674" y="509"/>
                  <a:pt x="676" y="515"/>
                  <a:pt x="681" y="519"/>
                </a:cubicBezTo>
                <a:cubicBezTo>
                  <a:pt x="726" y="544"/>
                  <a:pt x="726" y="544"/>
                  <a:pt x="726" y="544"/>
                </a:cubicBezTo>
                <a:cubicBezTo>
                  <a:pt x="727" y="545"/>
                  <a:pt x="728" y="547"/>
                  <a:pt x="729" y="548"/>
                </a:cubicBezTo>
                <a:cubicBezTo>
                  <a:pt x="729" y="551"/>
                  <a:pt x="729" y="552"/>
                  <a:pt x="728" y="554"/>
                </a:cubicBezTo>
                <a:cubicBezTo>
                  <a:pt x="700" y="604"/>
                  <a:pt x="700" y="604"/>
                  <a:pt x="700" y="604"/>
                </a:cubicBezTo>
                <a:cubicBezTo>
                  <a:pt x="699" y="605"/>
                  <a:pt x="697" y="607"/>
                  <a:pt x="695" y="607"/>
                </a:cubicBezTo>
                <a:cubicBezTo>
                  <a:pt x="694" y="607"/>
                  <a:pt x="692" y="607"/>
                  <a:pt x="690" y="606"/>
                </a:cubicBezTo>
                <a:cubicBezTo>
                  <a:pt x="646" y="580"/>
                  <a:pt x="646" y="580"/>
                  <a:pt x="646" y="580"/>
                </a:cubicBezTo>
                <a:cubicBezTo>
                  <a:pt x="640" y="577"/>
                  <a:pt x="634" y="579"/>
                  <a:pt x="630" y="583"/>
                </a:cubicBezTo>
                <a:cubicBezTo>
                  <a:pt x="616" y="600"/>
                  <a:pt x="600" y="616"/>
                  <a:pt x="583" y="630"/>
                </a:cubicBezTo>
                <a:cubicBezTo>
                  <a:pt x="579" y="634"/>
                  <a:pt x="578" y="640"/>
                  <a:pt x="580" y="645"/>
                </a:cubicBezTo>
                <a:cubicBezTo>
                  <a:pt x="606" y="690"/>
                  <a:pt x="606" y="690"/>
                  <a:pt x="606" y="690"/>
                </a:cubicBezTo>
                <a:cubicBezTo>
                  <a:pt x="608" y="694"/>
                  <a:pt x="607" y="698"/>
                  <a:pt x="603" y="700"/>
                </a:cubicBezTo>
                <a:cubicBezTo>
                  <a:pt x="554" y="728"/>
                  <a:pt x="554" y="728"/>
                  <a:pt x="554" y="728"/>
                </a:cubicBezTo>
                <a:cubicBezTo>
                  <a:pt x="550" y="730"/>
                  <a:pt x="546" y="729"/>
                  <a:pt x="544" y="726"/>
                </a:cubicBezTo>
                <a:cubicBezTo>
                  <a:pt x="518" y="681"/>
                  <a:pt x="518" y="681"/>
                  <a:pt x="518" y="681"/>
                </a:cubicBezTo>
                <a:cubicBezTo>
                  <a:pt x="515" y="676"/>
                  <a:pt x="509" y="674"/>
                  <a:pt x="504" y="676"/>
                </a:cubicBezTo>
                <a:cubicBezTo>
                  <a:pt x="483" y="684"/>
                  <a:pt x="461" y="690"/>
                  <a:pt x="439" y="694"/>
                </a:cubicBezTo>
                <a:cubicBezTo>
                  <a:pt x="434" y="694"/>
                  <a:pt x="430" y="699"/>
                  <a:pt x="430" y="705"/>
                </a:cubicBezTo>
                <a:cubicBezTo>
                  <a:pt x="430" y="757"/>
                  <a:pt x="430" y="757"/>
                  <a:pt x="430" y="757"/>
                </a:cubicBezTo>
                <a:cubicBezTo>
                  <a:pt x="430" y="761"/>
                  <a:pt x="426" y="764"/>
                  <a:pt x="422" y="764"/>
                </a:cubicBezTo>
                <a:cubicBezTo>
                  <a:pt x="365" y="764"/>
                  <a:pt x="365" y="764"/>
                  <a:pt x="365" y="764"/>
                </a:cubicBezTo>
                <a:cubicBezTo>
                  <a:pt x="361" y="764"/>
                  <a:pt x="358" y="761"/>
                  <a:pt x="358" y="757"/>
                </a:cubicBezTo>
                <a:cubicBezTo>
                  <a:pt x="358" y="705"/>
                  <a:pt x="358" y="705"/>
                  <a:pt x="358" y="705"/>
                </a:cubicBezTo>
                <a:cubicBezTo>
                  <a:pt x="358" y="699"/>
                  <a:pt x="354" y="694"/>
                  <a:pt x="348" y="694"/>
                </a:cubicBezTo>
                <a:cubicBezTo>
                  <a:pt x="326" y="690"/>
                  <a:pt x="304" y="684"/>
                  <a:pt x="284" y="676"/>
                </a:cubicBezTo>
                <a:cubicBezTo>
                  <a:pt x="282" y="676"/>
                  <a:pt x="281" y="675"/>
                  <a:pt x="279" y="675"/>
                </a:cubicBezTo>
                <a:cubicBezTo>
                  <a:pt x="275" y="675"/>
                  <a:pt x="271" y="678"/>
                  <a:pt x="269" y="681"/>
                </a:cubicBezTo>
                <a:cubicBezTo>
                  <a:pt x="243" y="726"/>
                  <a:pt x="243" y="726"/>
                  <a:pt x="243" y="726"/>
                </a:cubicBezTo>
                <a:cubicBezTo>
                  <a:pt x="243" y="728"/>
                  <a:pt x="241" y="729"/>
                  <a:pt x="239" y="729"/>
                </a:cubicBezTo>
                <a:cubicBezTo>
                  <a:pt x="237" y="730"/>
                  <a:pt x="235" y="729"/>
                  <a:pt x="233" y="728"/>
                </a:cubicBezTo>
                <a:cubicBezTo>
                  <a:pt x="184" y="700"/>
                  <a:pt x="184" y="700"/>
                  <a:pt x="184" y="700"/>
                </a:cubicBezTo>
                <a:cubicBezTo>
                  <a:pt x="182" y="699"/>
                  <a:pt x="181" y="697"/>
                  <a:pt x="181" y="696"/>
                </a:cubicBezTo>
                <a:cubicBezTo>
                  <a:pt x="180" y="694"/>
                  <a:pt x="180" y="692"/>
                  <a:pt x="181" y="690"/>
                </a:cubicBezTo>
                <a:cubicBezTo>
                  <a:pt x="207" y="645"/>
                  <a:pt x="207" y="645"/>
                  <a:pt x="207" y="645"/>
                </a:cubicBezTo>
                <a:cubicBezTo>
                  <a:pt x="210" y="640"/>
                  <a:pt x="209" y="634"/>
                  <a:pt x="204" y="630"/>
                </a:cubicBezTo>
                <a:cubicBezTo>
                  <a:pt x="187" y="616"/>
                  <a:pt x="171" y="600"/>
                  <a:pt x="157" y="583"/>
                </a:cubicBezTo>
                <a:cubicBezTo>
                  <a:pt x="154" y="579"/>
                  <a:pt x="147" y="577"/>
                  <a:pt x="142" y="580"/>
                </a:cubicBezTo>
                <a:cubicBezTo>
                  <a:pt x="97" y="606"/>
                  <a:pt x="97" y="606"/>
                  <a:pt x="97" y="606"/>
                </a:cubicBezTo>
                <a:cubicBezTo>
                  <a:pt x="96" y="607"/>
                  <a:pt x="94" y="607"/>
                  <a:pt x="92" y="607"/>
                </a:cubicBezTo>
                <a:cubicBezTo>
                  <a:pt x="90" y="607"/>
                  <a:pt x="89" y="605"/>
                  <a:pt x="88" y="604"/>
                </a:cubicBezTo>
                <a:cubicBezTo>
                  <a:pt x="59" y="554"/>
                  <a:pt x="59" y="554"/>
                  <a:pt x="59" y="554"/>
                </a:cubicBezTo>
                <a:cubicBezTo>
                  <a:pt x="57" y="551"/>
                  <a:pt x="58" y="546"/>
                  <a:pt x="62" y="544"/>
                </a:cubicBezTo>
                <a:cubicBezTo>
                  <a:pt x="106" y="519"/>
                  <a:pt x="106" y="519"/>
                  <a:pt x="106" y="519"/>
                </a:cubicBezTo>
                <a:cubicBezTo>
                  <a:pt x="111" y="515"/>
                  <a:pt x="114" y="509"/>
                  <a:pt x="111" y="504"/>
                </a:cubicBezTo>
                <a:cubicBezTo>
                  <a:pt x="103" y="483"/>
                  <a:pt x="97" y="461"/>
                  <a:pt x="94" y="440"/>
                </a:cubicBezTo>
                <a:cubicBezTo>
                  <a:pt x="93" y="434"/>
                  <a:pt x="88" y="430"/>
                  <a:pt x="82" y="430"/>
                </a:cubicBezTo>
                <a:cubicBezTo>
                  <a:pt x="31" y="430"/>
                  <a:pt x="31" y="430"/>
                  <a:pt x="31" y="430"/>
                </a:cubicBezTo>
                <a:cubicBezTo>
                  <a:pt x="27" y="430"/>
                  <a:pt x="24" y="427"/>
                  <a:pt x="24" y="422"/>
                </a:cubicBezTo>
                <a:cubicBezTo>
                  <a:pt x="24" y="365"/>
                  <a:pt x="24" y="365"/>
                  <a:pt x="24" y="365"/>
                </a:cubicBezTo>
                <a:cubicBezTo>
                  <a:pt x="24" y="361"/>
                  <a:pt x="27" y="358"/>
                  <a:pt x="31" y="358"/>
                </a:cubicBezTo>
                <a:cubicBezTo>
                  <a:pt x="82" y="358"/>
                  <a:pt x="82" y="358"/>
                  <a:pt x="82" y="358"/>
                </a:cubicBezTo>
                <a:cubicBezTo>
                  <a:pt x="88" y="358"/>
                  <a:pt x="93" y="354"/>
                  <a:pt x="94" y="348"/>
                </a:cubicBezTo>
                <a:cubicBezTo>
                  <a:pt x="97" y="326"/>
                  <a:pt x="103" y="305"/>
                  <a:pt x="111" y="284"/>
                </a:cubicBezTo>
                <a:cubicBezTo>
                  <a:pt x="114" y="279"/>
                  <a:pt x="111" y="272"/>
                  <a:pt x="106" y="269"/>
                </a:cubicBezTo>
                <a:cubicBezTo>
                  <a:pt x="62" y="244"/>
                  <a:pt x="62" y="244"/>
                  <a:pt x="62" y="244"/>
                </a:cubicBezTo>
                <a:cubicBezTo>
                  <a:pt x="58" y="241"/>
                  <a:pt x="57" y="237"/>
                  <a:pt x="59" y="23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89" y="183"/>
                  <a:pt x="90" y="181"/>
                  <a:pt x="92" y="181"/>
                </a:cubicBezTo>
                <a:cubicBezTo>
                  <a:pt x="94" y="180"/>
                  <a:pt x="96" y="180"/>
                  <a:pt x="97" y="182"/>
                </a:cubicBezTo>
                <a:cubicBezTo>
                  <a:pt x="142" y="207"/>
                  <a:pt x="142" y="207"/>
                  <a:pt x="142" y="207"/>
                </a:cubicBezTo>
                <a:cubicBezTo>
                  <a:pt x="147" y="210"/>
                  <a:pt x="154" y="209"/>
                  <a:pt x="157" y="204"/>
                </a:cubicBezTo>
                <a:cubicBezTo>
                  <a:pt x="171" y="187"/>
                  <a:pt x="187" y="171"/>
                  <a:pt x="204" y="157"/>
                </a:cubicBezTo>
                <a:cubicBezTo>
                  <a:pt x="209" y="154"/>
                  <a:pt x="210" y="147"/>
                  <a:pt x="207" y="142"/>
                </a:cubicBezTo>
                <a:cubicBezTo>
                  <a:pt x="181" y="98"/>
                  <a:pt x="181" y="98"/>
                  <a:pt x="181" y="98"/>
                </a:cubicBezTo>
                <a:cubicBezTo>
                  <a:pt x="180" y="96"/>
                  <a:pt x="180" y="94"/>
                  <a:pt x="181" y="92"/>
                </a:cubicBezTo>
                <a:cubicBezTo>
                  <a:pt x="181" y="90"/>
                  <a:pt x="182" y="89"/>
                  <a:pt x="184" y="88"/>
                </a:cubicBezTo>
                <a:cubicBezTo>
                  <a:pt x="233" y="59"/>
                  <a:pt x="233" y="59"/>
                  <a:pt x="233" y="59"/>
                </a:cubicBezTo>
                <a:cubicBezTo>
                  <a:pt x="235" y="58"/>
                  <a:pt x="237" y="58"/>
                  <a:pt x="239" y="58"/>
                </a:cubicBezTo>
                <a:cubicBezTo>
                  <a:pt x="241" y="59"/>
                  <a:pt x="243" y="60"/>
                  <a:pt x="243" y="62"/>
                </a:cubicBezTo>
                <a:cubicBezTo>
                  <a:pt x="269" y="106"/>
                  <a:pt x="269" y="106"/>
                  <a:pt x="269" y="106"/>
                </a:cubicBezTo>
                <a:cubicBezTo>
                  <a:pt x="272" y="111"/>
                  <a:pt x="278" y="114"/>
                  <a:pt x="284" y="111"/>
                </a:cubicBezTo>
                <a:cubicBezTo>
                  <a:pt x="304" y="103"/>
                  <a:pt x="326" y="98"/>
                  <a:pt x="348" y="94"/>
                </a:cubicBezTo>
                <a:cubicBezTo>
                  <a:pt x="354" y="93"/>
                  <a:pt x="358" y="88"/>
                  <a:pt x="358" y="82"/>
                </a:cubicBezTo>
                <a:cubicBezTo>
                  <a:pt x="358" y="31"/>
                  <a:pt x="358" y="31"/>
                  <a:pt x="358" y="31"/>
                </a:cubicBezTo>
                <a:cubicBezTo>
                  <a:pt x="358" y="27"/>
                  <a:pt x="361" y="24"/>
                  <a:pt x="365" y="24"/>
                </a:cubicBezTo>
                <a:cubicBezTo>
                  <a:pt x="422" y="24"/>
                  <a:pt x="422" y="24"/>
                  <a:pt x="422" y="24"/>
                </a:cubicBezTo>
                <a:cubicBezTo>
                  <a:pt x="426" y="24"/>
                  <a:pt x="430" y="27"/>
                  <a:pt x="430" y="31"/>
                </a:cubicBezTo>
                <a:cubicBezTo>
                  <a:pt x="430" y="82"/>
                  <a:pt x="430" y="82"/>
                  <a:pt x="430" y="82"/>
                </a:cubicBezTo>
                <a:cubicBezTo>
                  <a:pt x="430" y="88"/>
                  <a:pt x="434" y="93"/>
                  <a:pt x="439" y="94"/>
                </a:cubicBezTo>
                <a:cubicBezTo>
                  <a:pt x="461" y="98"/>
                  <a:pt x="483" y="103"/>
                  <a:pt x="504" y="111"/>
                </a:cubicBezTo>
                <a:cubicBezTo>
                  <a:pt x="509" y="114"/>
                  <a:pt x="515" y="111"/>
                  <a:pt x="518" y="106"/>
                </a:cubicBezTo>
                <a:cubicBezTo>
                  <a:pt x="544" y="62"/>
                  <a:pt x="544" y="62"/>
                  <a:pt x="544" y="62"/>
                </a:cubicBezTo>
                <a:cubicBezTo>
                  <a:pt x="546" y="58"/>
                  <a:pt x="551" y="57"/>
                  <a:pt x="554" y="59"/>
                </a:cubicBezTo>
                <a:cubicBezTo>
                  <a:pt x="603" y="88"/>
                  <a:pt x="603" y="88"/>
                  <a:pt x="603" y="88"/>
                </a:cubicBezTo>
                <a:cubicBezTo>
                  <a:pt x="605" y="89"/>
                  <a:pt x="606" y="90"/>
                  <a:pt x="607" y="92"/>
                </a:cubicBezTo>
                <a:cubicBezTo>
                  <a:pt x="607" y="94"/>
                  <a:pt x="607" y="96"/>
                  <a:pt x="606" y="98"/>
                </a:cubicBezTo>
                <a:cubicBezTo>
                  <a:pt x="580" y="142"/>
                  <a:pt x="580" y="142"/>
                  <a:pt x="580" y="142"/>
                </a:cubicBezTo>
                <a:cubicBezTo>
                  <a:pt x="578" y="147"/>
                  <a:pt x="579" y="154"/>
                  <a:pt x="583" y="157"/>
                </a:cubicBezTo>
                <a:cubicBezTo>
                  <a:pt x="600" y="171"/>
                  <a:pt x="616" y="187"/>
                  <a:pt x="630" y="204"/>
                </a:cubicBezTo>
                <a:cubicBezTo>
                  <a:pt x="634" y="209"/>
                  <a:pt x="640" y="210"/>
                  <a:pt x="646" y="207"/>
                </a:cubicBezTo>
                <a:cubicBezTo>
                  <a:pt x="690" y="182"/>
                  <a:pt x="690" y="182"/>
                  <a:pt x="690" y="182"/>
                </a:cubicBezTo>
                <a:cubicBezTo>
                  <a:pt x="692" y="180"/>
                  <a:pt x="694" y="180"/>
                  <a:pt x="695" y="181"/>
                </a:cubicBezTo>
                <a:cubicBezTo>
                  <a:pt x="697" y="181"/>
                  <a:pt x="699" y="183"/>
                  <a:pt x="700" y="184"/>
                </a:cubicBezTo>
                <a:cubicBezTo>
                  <a:pt x="728" y="234"/>
                  <a:pt x="728" y="234"/>
                  <a:pt x="728" y="234"/>
                </a:cubicBezTo>
                <a:cubicBezTo>
                  <a:pt x="729" y="235"/>
                  <a:pt x="729" y="237"/>
                  <a:pt x="729" y="239"/>
                </a:cubicBezTo>
                <a:cubicBezTo>
                  <a:pt x="728" y="241"/>
                  <a:pt x="727" y="242"/>
                  <a:pt x="726" y="244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676" y="272"/>
                  <a:pt x="674" y="279"/>
                  <a:pt x="676" y="284"/>
                </a:cubicBezTo>
                <a:cubicBezTo>
                  <a:pt x="684" y="305"/>
                  <a:pt x="690" y="326"/>
                  <a:pt x="693" y="348"/>
                </a:cubicBezTo>
                <a:cubicBezTo>
                  <a:pt x="694" y="354"/>
                  <a:pt x="699" y="358"/>
                  <a:pt x="705" y="358"/>
                </a:cubicBezTo>
                <a:cubicBezTo>
                  <a:pt x="756" y="358"/>
                  <a:pt x="756" y="358"/>
                  <a:pt x="756" y="358"/>
                </a:cubicBezTo>
                <a:cubicBezTo>
                  <a:pt x="760" y="358"/>
                  <a:pt x="764" y="361"/>
                  <a:pt x="764" y="365"/>
                </a:cubicBezTo>
                <a:lnTo>
                  <a:pt x="764" y="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2AC13EC-68BE-B3DD-8B75-6DE43294C1A6}"/>
              </a:ext>
            </a:extLst>
          </p:cNvPr>
          <p:cNvGrpSpPr/>
          <p:nvPr/>
        </p:nvGrpSpPr>
        <p:grpSpPr>
          <a:xfrm rot="20741952">
            <a:off x="7823438" y="5619572"/>
            <a:ext cx="1945141" cy="1940665"/>
            <a:chOff x="4760459" y="2057399"/>
            <a:chExt cx="2743224" cy="2736912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AB941E1-7DBC-FC3C-F397-C279FD932349}"/>
                </a:ext>
              </a:extLst>
            </p:cNvPr>
            <p:cNvSpPr/>
            <p:nvPr/>
          </p:nvSpPr>
          <p:spPr>
            <a:xfrm>
              <a:off x="4760459" y="2057399"/>
              <a:ext cx="2743224" cy="2736912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95608BD-7510-7AEA-DA09-BE020BB1CB1D}"/>
                </a:ext>
              </a:extLst>
            </p:cNvPr>
            <p:cNvSpPr/>
            <p:nvPr/>
          </p:nvSpPr>
          <p:spPr>
            <a:xfrm>
              <a:off x="5089894" y="2516981"/>
              <a:ext cx="2140176" cy="154607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rgbClr val="FFE05C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A90B466-592A-1878-405A-496CC1A1EE4B}"/>
                </a:ext>
              </a:extLst>
            </p:cNvPr>
            <p:cNvSpPr/>
            <p:nvPr/>
          </p:nvSpPr>
          <p:spPr>
            <a:xfrm>
              <a:off x="5640420" y="2128076"/>
              <a:ext cx="542923" cy="1325068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rgbClr val="C2A6F7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4C7C857-8271-0346-7F9D-70225DCBDED1}"/>
                </a:ext>
              </a:extLst>
            </p:cNvPr>
            <p:cNvSpPr/>
            <p:nvPr/>
          </p:nvSpPr>
          <p:spPr>
            <a:xfrm>
              <a:off x="5241370" y="3326062"/>
              <a:ext cx="1634193" cy="344089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rgbClr val="89E8CF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EFA9E2C-A23E-714C-351B-53D464AA9FEF}"/>
                </a:ext>
              </a:extLst>
            </p:cNvPr>
            <p:cNvSpPr/>
            <p:nvPr/>
          </p:nvSpPr>
          <p:spPr>
            <a:xfrm>
              <a:off x="4807442" y="2412440"/>
              <a:ext cx="2639739" cy="2381871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6F9559E-AF99-2BA5-0E69-14E5E337AFC0}"/>
                </a:ext>
              </a:extLst>
            </p:cNvPr>
            <p:cNvSpPr/>
            <p:nvPr/>
          </p:nvSpPr>
          <p:spPr>
            <a:xfrm>
              <a:off x="4760459" y="2057399"/>
              <a:ext cx="2743224" cy="2734808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rgbClr val="F26D6D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BB1E5C-BF40-97F2-D485-481579C012E6}"/>
              </a:ext>
            </a:extLst>
          </p:cNvPr>
          <p:cNvGrpSpPr/>
          <p:nvPr/>
        </p:nvGrpSpPr>
        <p:grpSpPr>
          <a:xfrm rot="10440706">
            <a:off x="960466" y="-617256"/>
            <a:ext cx="2004642" cy="1975956"/>
            <a:chOff x="10149732" y="3972565"/>
            <a:chExt cx="1579958" cy="155734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123BDBD-E138-0F8E-850A-E545A95BE33C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1063B63-8E18-4A3C-5B33-06FCF97E0A5D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0C056F-102E-3E96-0D0F-33CC5905054F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0855723-A18D-B4DC-B5D3-D42259E71EE8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B81A2E7-B6CC-8A8F-89F7-ED2150F4A16D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8B02521-CC07-086C-5325-062BF2678E06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950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39DFB896-A3DD-1631-3CB8-CDF1614D7209}"/>
              </a:ext>
            </a:extLst>
          </p:cNvPr>
          <p:cNvSpPr/>
          <p:nvPr/>
        </p:nvSpPr>
        <p:spPr>
          <a:xfrm>
            <a:off x="2750188" y="3393044"/>
            <a:ext cx="752107" cy="75051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82146CDD-7A06-29A3-A4DE-816E19666AFD}"/>
              </a:ext>
            </a:extLst>
          </p:cNvPr>
          <p:cNvSpPr/>
          <p:nvPr/>
        </p:nvSpPr>
        <p:spPr>
          <a:xfrm>
            <a:off x="4758849" y="5285765"/>
            <a:ext cx="752107" cy="75051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3207221F-AA24-964F-AB43-8CB44CDFE660}"/>
              </a:ext>
            </a:extLst>
          </p:cNvPr>
          <p:cNvSpPr/>
          <p:nvPr/>
        </p:nvSpPr>
        <p:spPr>
          <a:xfrm>
            <a:off x="8075612" y="5285765"/>
            <a:ext cx="752107" cy="75051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F180A68B-934B-7FA9-F2B9-ECF2873EF77C}"/>
              </a:ext>
            </a:extLst>
          </p:cNvPr>
          <p:cNvSpPr/>
          <p:nvPr/>
        </p:nvSpPr>
        <p:spPr>
          <a:xfrm>
            <a:off x="8075612" y="1662249"/>
            <a:ext cx="752107" cy="75051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8EA0F8C9-BC65-E358-B5C5-4B6BC7664AB2}"/>
              </a:ext>
            </a:extLst>
          </p:cNvPr>
          <p:cNvSpPr/>
          <p:nvPr/>
        </p:nvSpPr>
        <p:spPr>
          <a:xfrm>
            <a:off x="4289095" y="1662249"/>
            <a:ext cx="752107" cy="75051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CC6CA-878A-A397-FFD2-2F9B3DDF3824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DAC28FE-D17D-7AF6-7A86-4A2D373EB434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15</a:t>
            </a:fld>
            <a:endParaRPr lang="en-US" sz="1100" dirty="0"/>
          </a:p>
        </p:txBody>
      </p:sp>
      <p:sp>
        <p:nvSpPr>
          <p:cNvPr id="119" name="Freeform 21">
            <a:extLst>
              <a:ext uri="{FF2B5EF4-FFF2-40B4-BE49-F238E27FC236}">
                <a16:creationId xmlns:a16="http://schemas.microsoft.com/office/drawing/2014/main" id="{5E7D7B4F-002B-333C-0B65-61D4BA8A4B66}"/>
              </a:ext>
            </a:extLst>
          </p:cNvPr>
          <p:cNvSpPr>
            <a:spLocks/>
          </p:cNvSpPr>
          <p:nvPr/>
        </p:nvSpPr>
        <p:spPr bwMode="auto">
          <a:xfrm>
            <a:off x="3689784" y="3284939"/>
            <a:ext cx="599311" cy="995035"/>
          </a:xfrm>
          <a:custGeom>
            <a:avLst/>
            <a:gdLst>
              <a:gd name="T0" fmla="*/ 237 w 288"/>
              <a:gd name="T1" fmla="*/ 478 h 478"/>
              <a:gd name="T2" fmla="*/ 204 w 288"/>
              <a:gd name="T3" fmla="*/ 464 h 478"/>
              <a:gd name="T4" fmla="*/ 14 w 288"/>
              <a:gd name="T5" fmla="*/ 274 h 478"/>
              <a:gd name="T6" fmla="*/ 0 w 288"/>
              <a:gd name="T7" fmla="*/ 241 h 478"/>
              <a:gd name="T8" fmla="*/ 14 w 288"/>
              <a:gd name="T9" fmla="*/ 208 h 478"/>
              <a:gd name="T10" fmla="*/ 203 w 288"/>
              <a:gd name="T11" fmla="*/ 18 h 478"/>
              <a:gd name="T12" fmla="*/ 269 w 288"/>
              <a:gd name="T13" fmla="*/ 18 h 478"/>
              <a:gd name="T14" fmla="*/ 269 w 288"/>
              <a:gd name="T15" fmla="*/ 85 h 478"/>
              <a:gd name="T16" fmla="*/ 113 w 288"/>
              <a:gd name="T17" fmla="*/ 241 h 478"/>
              <a:gd name="T18" fmla="*/ 270 w 288"/>
              <a:gd name="T19" fmla="*/ 398 h 478"/>
              <a:gd name="T20" fmla="*/ 270 w 288"/>
              <a:gd name="T21" fmla="*/ 464 h 478"/>
              <a:gd name="T22" fmla="*/ 237 w 288"/>
              <a:gd name="T23" fmla="*/ 478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88" h="478">
                <a:moveTo>
                  <a:pt x="237" y="478"/>
                </a:moveTo>
                <a:cubicBezTo>
                  <a:pt x="225" y="478"/>
                  <a:pt x="213" y="473"/>
                  <a:pt x="204" y="464"/>
                </a:cubicBezTo>
                <a:cubicBezTo>
                  <a:pt x="14" y="274"/>
                  <a:pt x="14" y="274"/>
                  <a:pt x="14" y="274"/>
                </a:cubicBezTo>
                <a:cubicBezTo>
                  <a:pt x="5" y="266"/>
                  <a:pt x="0" y="254"/>
                  <a:pt x="0" y="241"/>
                </a:cubicBezTo>
                <a:cubicBezTo>
                  <a:pt x="0" y="229"/>
                  <a:pt x="5" y="217"/>
                  <a:pt x="14" y="208"/>
                </a:cubicBezTo>
                <a:cubicBezTo>
                  <a:pt x="203" y="18"/>
                  <a:pt x="203" y="18"/>
                  <a:pt x="203" y="18"/>
                </a:cubicBezTo>
                <a:cubicBezTo>
                  <a:pt x="221" y="0"/>
                  <a:pt x="251" y="0"/>
                  <a:pt x="269" y="18"/>
                </a:cubicBezTo>
                <a:cubicBezTo>
                  <a:pt x="288" y="37"/>
                  <a:pt x="288" y="66"/>
                  <a:pt x="269" y="85"/>
                </a:cubicBezTo>
                <a:cubicBezTo>
                  <a:pt x="113" y="241"/>
                  <a:pt x="113" y="241"/>
                  <a:pt x="113" y="241"/>
                </a:cubicBezTo>
                <a:cubicBezTo>
                  <a:pt x="270" y="398"/>
                  <a:pt x="270" y="398"/>
                  <a:pt x="270" y="398"/>
                </a:cubicBezTo>
                <a:cubicBezTo>
                  <a:pt x="288" y="416"/>
                  <a:pt x="288" y="445"/>
                  <a:pt x="270" y="464"/>
                </a:cubicBezTo>
                <a:cubicBezTo>
                  <a:pt x="261" y="473"/>
                  <a:pt x="249" y="478"/>
                  <a:pt x="237" y="478"/>
                </a:cubicBezTo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Rectangle 27">
            <a:extLst>
              <a:ext uri="{FF2B5EF4-FFF2-40B4-BE49-F238E27FC236}">
                <a16:creationId xmlns:a16="http://schemas.microsoft.com/office/drawing/2014/main" id="{1A358397-7769-C2D8-BADE-3F5CC552F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113" y="3689570"/>
            <a:ext cx="4812304" cy="19468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Freeform 18">
            <a:extLst>
              <a:ext uri="{FF2B5EF4-FFF2-40B4-BE49-F238E27FC236}">
                <a16:creationId xmlns:a16="http://schemas.microsoft.com/office/drawing/2014/main" id="{EC2B437F-DB83-6E0B-0AA5-47C734BCCC22}"/>
              </a:ext>
            </a:extLst>
          </p:cNvPr>
          <p:cNvSpPr>
            <a:spLocks/>
          </p:cNvSpPr>
          <p:nvPr/>
        </p:nvSpPr>
        <p:spPr bwMode="auto">
          <a:xfrm>
            <a:off x="5352841" y="2478223"/>
            <a:ext cx="5630472" cy="1406028"/>
          </a:xfrm>
          <a:custGeom>
            <a:avLst/>
            <a:gdLst>
              <a:gd name="T0" fmla="*/ 2708 w 2708"/>
              <a:gd name="T1" fmla="*/ 676 h 676"/>
              <a:gd name="T2" fmla="*/ 471 w 2708"/>
              <a:gd name="T3" fmla="*/ 676 h 676"/>
              <a:gd name="T4" fmla="*/ 248 w 2708"/>
              <a:gd name="T5" fmla="*/ 538 h 676"/>
              <a:gd name="T6" fmla="*/ 0 w 2708"/>
              <a:gd name="T7" fmla="*/ 42 h 676"/>
              <a:gd name="T8" fmla="*/ 84 w 2708"/>
              <a:gd name="T9" fmla="*/ 0 h 676"/>
              <a:gd name="T10" fmla="*/ 332 w 2708"/>
              <a:gd name="T11" fmla="*/ 496 h 676"/>
              <a:gd name="T12" fmla="*/ 471 w 2708"/>
              <a:gd name="T13" fmla="*/ 582 h 676"/>
              <a:gd name="T14" fmla="*/ 2708 w 2708"/>
              <a:gd name="T15" fmla="*/ 582 h 676"/>
              <a:gd name="T16" fmla="*/ 2708 w 2708"/>
              <a:gd name="T17" fmla="*/ 676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08" h="676">
                <a:moveTo>
                  <a:pt x="2708" y="676"/>
                </a:moveTo>
                <a:cubicBezTo>
                  <a:pt x="471" y="676"/>
                  <a:pt x="471" y="676"/>
                  <a:pt x="471" y="676"/>
                </a:cubicBezTo>
                <a:cubicBezTo>
                  <a:pt x="376" y="676"/>
                  <a:pt x="290" y="623"/>
                  <a:pt x="248" y="538"/>
                </a:cubicBezTo>
                <a:cubicBezTo>
                  <a:pt x="0" y="42"/>
                  <a:pt x="0" y="42"/>
                  <a:pt x="0" y="42"/>
                </a:cubicBezTo>
                <a:cubicBezTo>
                  <a:pt x="84" y="0"/>
                  <a:pt x="84" y="0"/>
                  <a:pt x="84" y="0"/>
                </a:cubicBezTo>
                <a:cubicBezTo>
                  <a:pt x="332" y="496"/>
                  <a:pt x="332" y="496"/>
                  <a:pt x="332" y="496"/>
                </a:cubicBezTo>
                <a:cubicBezTo>
                  <a:pt x="358" y="549"/>
                  <a:pt x="412" y="582"/>
                  <a:pt x="471" y="582"/>
                </a:cubicBezTo>
                <a:cubicBezTo>
                  <a:pt x="2708" y="582"/>
                  <a:pt x="2708" y="582"/>
                  <a:pt x="2708" y="582"/>
                </a:cubicBezTo>
                <a:lnTo>
                  <a:pt x="2708" y="6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Freeform 20">
            <a:extLst>
              <a:ext uri="{FF2B5EF4-FFF2-40B4-BE49-F238E27FC236}">
                <a16:creationId xmlns:a16="http://schemas.microsoft.com/office/drawing/2014/main" id="{068A64CD-347F-5509-EDEA-5165F509B6F6}"/>
              </a:ext>
            </a:extLst>
          </p:cNvPr>
          <p:cNvSpPr>
            <a:spLocks/>
          </p:cNvSpPr>
          <p:nvPr/>
        </p:nvSpPr>
        <p:spPr bwMode="auto">
          <a:xfrm>
            <a:off x="5147981" y="2423509"/>
            <a:ext cx="925052" cy="735461"/>
          </a:xfrm>
          <a:custGeom>
            <a:avLst/>
            <a:gdLst>
              <a:gd name="T0" fmla="*/ 52 w 445"/>
              <a:gd name="T1" fmla="*/ 353 h 353"/>
              <a:gd name="T2" fmla="*/ 37 w 445"/>
              <a:gd name="T3" fmla="*/ 350 h 353"/>
              <a:gd name="T4" fmla="*/ 8 w 445"/>
              <a:gd name="T5" fmla="*/ 291 h 353"/>
              <a:gd name="T6" fmla="*/ 95 w 445"/>
              <a:gd name="T7" fmla="*/ 37 h 353"/>
              <a:gd name="T8" fmla="*/ 154 w 445"/>
              <a:gd name="T9" fmla="*/ 8 h 353"/>
              <a:gd name="T10" fmla="*/ 408 w 445"/>
              <a:gd name="T11" fmla="*/ 94 h 353"/>
              <a:gd name="T12" fmla="*/ 437 w 445"/>
              <a:gd name="T13" fmla="*/ 154 h 353"/>
              <a:gd name="T14" fmla="*/ 378 w 445"/>
              <a:gd name="T15" fmla="*/ 183 h 353"/>
              <a:gd name="T16" fmla="*/ 168 w 445"/>
              <a:gd name="T17" fmla="*/ 112 h 353"/>
              <a:gd name="T18" fmla="*/ 97 w 445"/>
              <a:gd name="T19" fmla="*/ 321 h 353"/>
              <a:gd name="T20" fmla="*/ 52 w 445"/>
              <a:gd name="T21" fmla="*/ 353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5" h="353">
                <a:moveTo>
                  <a:pt x="52" y="353"/>
                </a:moveTo>
                <a:cubicBezTo>
                  <a:pt x="47" y="353"/>
                  <a:pt x="42" y="352"/>
                  <a:pt x="37" y="350"/>
                </a:cubicBezTo>
                <a:cubicBezTo>
                  <a:pt x="13" y="342"/>
                  <a:pt x="0" y="315"/>
                  <a:pt x="8" y="291"/>
                </a:cubicBezTo>
                <a:cubicBezTo>
                  <a:pt x="95" y="37"/>
                  <a:pt x="95" y="37"/>
                  <a:pt x="95" y="37"/>
                </a:cubicBezTo>
                <a:cubicBezTo>
                  <a:pt x="103" y="13"/>
                  <a:pt x="130" y="0"/>
                  <a:pt x="154" y="8"/>
                </a:cubicBezTo>
                <a:cubicBezTo>
                  <a:pt x="408" y="94"/>
                  <a:pt x="408" y="94"/>
                  <a:pt x="408" y="94"/>
                </a:cubicBezTo>
                <a:cubicBezTo>
                  <a:pt x="432" y="103"/>
                  <a:pt x="445" y="129"/>
                  <a:pt x="437" y="154"/>
                </a:cubicBezTo>
                <a:cubicBezTo>
                  <a:pt x="429" y="178"/>
                  <a:pt x="402" y="191"/>
                  <a:pt x="378" y="183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97" y="321"/>
                  <a:pt x="97" y="321"/>
                  <a:pt x="97" y="321"/>
                </a:cubicBezTo>
                <a:cubicBezTo>
                  <a:pt x="90" y="341"/>
                  <a:pt x="72" y="353"/>
                  <a:pt x="52" y="35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Freeform 23">
            <a:extLst>
              <a:ext uri="{FF2B5EF4-FFF2-40B4-BE49-F238E27FC236}">
                <a16:creationId xmlns:a16="http://schemas.microsoft.com/office/drawing/2014/main" id="{4376E811-BC74-7855-64F8-2FCB846A8406}"/>
              </a:ext>
            </a:extLst>
          </p:cNvPr>
          <p:cNvSpPr>
            <a:spLocks/>
          </p:cNvSpPr>
          <p:nvPr/>
        </p:nvSpPr>
        <p:spPr bwMode="auto">
          <a:xfrm>
            <a:off x="5857357" y="3689570"/>
            <a:ext cx="5874777" cy="1893366"/>
          </a:xfrm>
          <a:custGeom>
            <a:avLst/>
            <a:gdLst>
              <a:gd name="T0" fmla="*/ 2826 w 2826"/>
              <a:gd name="T1" fmla="*/ 0 h 910"/>
              <a:gd name="T2" fmla="*/ 589 w 2826"/>
              <a:gd name="T3" fmla="*/ 0 h 910"/>
              <a:gd name="T4" fmla="*/ 365 w 2826"/>
              <a:gd name="T5" fmla="*/ 138 h 910"/>
              <a:gd name="T6" fmla="*/ 0 w 2826"/>
              <a:gd name="T7" fmla="*/ 868 h 910"/>
              <a:gd name="T8" fmla="*/ 84 w 2826"/>
              <a:gd name="T9" fmla="*/ 910 h 910"/>
              <a:gd name="T10" fmla="*/ 449 w 2826"/>
              <a:gd name="T11" fmla="*/ 180 h 910"/>
              <a:gd name="T12" fmla="*/ 589 w 2826"/>
              <a:gd name="T13" fmla="*/ 94 h 910"/>
              <a:gd name="T14" fmla="*/ 2826 w 2826"/>
              <a:gd name="T15" fmla="*/ 94 h 910"/>
              <a:gd name="T16" fmla="*/ 2826 w 2826"/>
              <a:gd name="T17" fmla="*/ 0 h 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26" h="910">
                <a:moveTo>
                  <a:pt x="2826" y="0"/>
                </a:moveTo>
                <a:cubicBezTo>
                  <a:pt x="589" y="0"/>
                  <a:pt x="589" y="0"/>
                  <a:pt x="589" y="0"/>
                </a:cubicBezTo>
                <a:cubicBezTo>
                  <a:pt x="493" y="0"/>
                  <a:pt x="408" y="53"/>
                  <a:pt x="365" y="138"/>
                </a:cubicBezTo>
                <a:cubicBezTo>
                  <a:pt x="0" y="868"/>
                  <a:pt x="0" y="868"/>
                  <a:pt x="0" y="868"/>
                </a:cubicBezTo>
                <a:cubicBezTo>
                  <a:pt x="84" y="910"/>
                  <a:pt x="84" y="910"/>
                  <a:pt x="84" y="910"/>
                </a:cubicBezTo>
                <a:cubicBezTo>
                  <a:pt x="449" y="180"/>
                  <a:pt x="449" y="180"/>
                  <a:pt x="449" y="180"/>
                </a:cubicBezTo>
                <a:cubicBezTo>
                  <a:pt x="476" y="127"/>
                  <a:pt x="529" y="94"/>
                  <a:pt x="589" y="94"/>
                </a:cubicBezTo>
                <a:cubicBezTo>
                  <a:pt x="2826" y="94"/>
                  <a:pt x="2826" y="94"/>
                  <a:pt x="2826" y="94"/>
                </a:cubicBezTo>
                <a:lnTo>
                  <a:pt x="28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Freeform 26">
            <a:extLst>
              <a:ext uri="{FF2B5EF4-FFF2-40B4-BE49-F238E27FC236}">
                <a16:creationId xmlns:a16="http://schemas.microsoft.com/office/drawing/2014/main" id="{95777894-DA60-EA45-E387-F4AA733A9449}"/>
              </a:ext>
            </a:extLst>
          </p:cNvPr>
          <p:cNvSpPr>
            <a:spLocks/>
          </p:cNvSpPr>
          <p:nvPr/>
        </p:nvSpPr>
        <p:spPr bwMode="auto">
          <a:xfrm>
            <a:off x="5651224" y="4902189"/>
            <a:ext cx="927596" cy="736733"/>
          </a:xfrm>
          <a:custGeom>
            <a:avLst/>
            <a:gdLst>
              <a:gd name="T0" fmla="*/ 53 w 446"/>
              <a:gd name="T1" fmla="*/ 0 h 354"/>
              <a:gd name="T2" fmla="*/ 38 w 446"/>
              <a:gd name="T3" fmla="*/ 3 h 354"/>
              <a:gd name="T4" fmla="*/ 9 w 446"/>
              <a:gd name="T5" fmla="*/ 62 h 354"/>
              <a:gd name="T6" fmla="*/ 95 w 446"/>
              <a:gd name="T7" fmla="*/ 316 h 354"/>
              <a:gd name="T8" fmla="*/ 155 w 446"/>
              <a:gd name="T9" fmla="*/ 345 h 354"/>
              <a:gd name="T10" fmla="*/ 408 w 446"/>
              <a:gd name="T11" fmla="*/ 259 h 354"/>
              <a:gd name="T12" fmla="*/ 438 w 446"/>
              <a:gd name="T13" fmla="*/ 199 h 354"/>
              <a:gd name="T14" fmla="*/ 378 w 446"/>
              <a:gd name="T15" fmla="*/ 170 h 354"/>
              <a:gd name="T16" fmla="*/ 169 w 446"/>
              <a:gd name="T17" fmla="*/ 242 h 354"/>
              <a:gd name="T18" fmla="*/ 97 w 446"/>
              <a:gd name="T19" fmla="*/ 32 h 354"/>
              <a:gd name="T20" fmla="*/ 53 w 446"/>
              <a:gd name="T21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6" h="354">
                <a:moveTo>
                  <a:pt x="53" y="0"/>
                </a:moveTo>
                <a:cubicBezTo>
                  <a:pt x="48" y="0"/>
                  <a:pt x="43" y="1"/>
                  <a:pt x="38" y="3"/>
                </a:cubicBezTo>
                <a:cubicBezTo>
                  <a:pt x="13" y="11"/>
                  <a:pt x="0" y="38"/>
                  <a:pt x="9" y="62"/>
                </a:cubicBezTo>
                <a:cubicBezTo>
                  <a:pt x="95" y="316"/>
                  <a:pt x="95" y="316"/>
                  <a:pt x="95" y="316"/>
                </a:cubicBezTo>
                <a:cubicBezTo>
                  <a:pt x="104" y="341"/>
                  <a:pt x="130" y="354"/>
                  <a:pt x="155" y="345"/>
                </a:cubicBezTo>
                <a:cubicBezTo>
                  <a:pt x="408" y="259"/>
                  <a:pt x="408" y="259"/>
                  <a:pt x="408" y="259"/>
                </a:cubicBezTo>
                <a:cubicBezTo>
                  <a:pt x="433" y="250"/>
                  <a:pt x="446" y="224"/>
                  <a:pt x="438" y="199"/>
                </a:cubicBezTo>
                <a:cubicBezTo>
                  <a:pt x="429" y="175"/>
                  <a:pt x="403" y="162"/>
                  <a:pt x="378" y="170"/>
                </a:cubicBezTo>
                <a:cubicBezTo>
                  <a:pt x="169" y="242"/>
                  <a:pt x="169" y="242"/>
                  <a:pt x="169" y="242"/>
                </a:cubicBezTo>
                <a:cubicBezTo>
                  <a:pt x="97" y="32"/>
                  <a:pt x="97" y="32"/>
                  <a:pt x="97" y="32"/>
                </a:cubicBezTo>
                <a:cubicBezTo>
                  <a:pt x="91" y="13"/>
                  <a:pt x="72" y="0"/>
                  <a:pt x="53" y="0"/>
                </a:cubicBezTo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Freeform 19">
            <a:extLst>
              <a:ext uri="{FF2B5EF4-FFF2-40B4-BE49-F238E27FC236}">
                <a16:creationId xmlns:a16="http://schemas.microsoft.com/office/drawing/2014/main" id="{C71BDC71-3141-9BB8-C41D-A62D72AFB691}"/>
              </a:ext>
            </a:extLst>
          </p:cNvPr>
          <p:cNvSpPr>
            <a:spLocks/>
          </p:cNvSpPr>
          <p:nvPr/>
        </p:nvSpPr>
        <p:spPr bwMode="auto">
          <a:xfrm>
            <a:off x="7201672" y="1990885"/>
            <a:ext cx="5873505" cy="1893366"/>
          </a:xfrm>
          <a:custGeom>
            <a:avLst/>
            <a:gdLst>
              <a:gd name="T0" fmla="*/ 2825 w 2825"/>
              <a:gd name="T1" fmla="*/ 910 h 910"/>
              <a:gd name="T2" fmla="*/ 588 w 2825"/>
              <a:gd name="T3" fmla="*/ 910 h 910"/>
              <a:gd name="T4" fmla="*/ 365 w 2825"/>
              <a:gd name="T5" fmla="*/ 772 h 910"/>
              <a:gd name="T6" fmla="*/ 0 w 2825"/>
              <a:gd name="T7" fmla="*/ 42 h 910"/>
              <a:gd name="T8" fmla="*/ 83 w 2825"/>
              <a:gd name="T9" fmla="*/ 0 h 910"/>
              <a:gd name="T10" fmla="*/ 448 w 2825"/>
              <a:gd name="T11" fmla="*/ 730 h 910"/>
              <a:gd name="T12" fmla="*/ 588 w 2825"/>
              <a:gd name="T13" fmla="*/ 816 h 910"/>
              <a:gd name="T14" fmla="*/ 2825 w 2825"/>
              <a:gd name="T15" fmla="*/ 816 h 910"/>
              <a:gd name="T16" fmla="*/ 2825 w 2825"/>
              <a:gd name="T17" fmla="*/ 910 h 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25" h="910">
                <a:moveTo>
                  <a:pt x="2825" y="910"/>
                </a:moveTo>
                <a:cubicBezTo>
                  <a:pt x="588" y="910"/>
                  <a:pt x="588" y="910"/>
                  <a:pt x="588" y="910"/>
                </a:cubicBezTo>
                <a:cubicBezTo>
                  <a:pt x="493" y="910"/>
                  <a:pt x="407" y="857"/>
                  <a:pt x="365" y="772"/>
                </a:cubicBezTo>
                <a:cubicBezTo>
                  <a:pt x="0" y="42"/>
                  <a:pt x="0" y="42"/>
                  <a:pt x="0" y="42"/>
                </a:cubicBezTo>
                <a:cubicBezTo>
                  <a:pt x="83" y="0"/>
                  <a:pt x="83" y="0"/>
                  <a:pt x="83" y="0"/>
                </a:cubicBezTo>
                <a:cubicBezTo>
                  <a:pt x="448" y="730"/>
                  <a:pt x="448" y="730"/>
                  <a:pt x="448" y="730"/>
                </a:cubicBezTo>
                <a:cubicBezTo>
                  <a:pt x="475" y="783"/>
                  <a:pt x="528" y="816"/>
                  <a:pt x="588" y="816"/>
                </a:cubicBezTo>
                <a:cubicBezTo>
                  <a:pt x="2825" y="816"/>
                  <a:pt x="2825" y="816"/>
                  <a:pt x="2825" y="816"/>
                </a:cubicBezTo>
                <a:lnTo>
                  <a:pt x="2825" y="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Freeform 22">
            <a:extLst>
              <a:ext uri="{FF2B5EF4-FFF2-40B4-BE49-F238E27FC236}">
                <a16:creationId xmlns:a16="http://schemas.microsoft.com/office/drawing/2014/main" id="{E3586139-10CA-7382-F64E-8991A6D90ED9}"/>
              </a:ext>
            </a:extLst>
          </p:cNvPr>
          <p:cNvSpPr>
            <a:spLocks/>
          </p:cNvSpPr>
          <p:nvPr/>
        </p:nvSpPr>
        <p:spPr bwMode="auto">
          <a:xfrm>
            <a:off x="6995539" y="1937443"/>
            <a:ext cx="925052" cy="734188"/>
          </a:xfrm>
          <a:custGeom>
            <a:avLst/>
            <a:gdLst>
              <a:gd name="T0" fmla="*/ 52 w 445"/>
              <a:gd name="T1" fmla="*/ 353 h 353"/>
              <a:gd name="T2" fmla="*/ 37 w 445"/>
              <a:gd name="T3" fmla="*/ 350 h 353"/>
              <a:gd name="T4" fmla="*/ 8 w 445"/>
              <a:gd name="T5" fmla="*/ 291 h 353"/>
              <a:gd name="T6" fmla="*/ 94 w 445"/>
              <a:gd name="T7" fmla="*/ 37 h 353"/>
              <a:gd name="T8" fmla="*/ 154 w 445"/>
              <a:gd name="T9" fmla="*/ 8 h 353"/>
              <a:gd name="T10" fmla="*/ 408 w 445"/>
              <a:gd name="T11" fmla="*/ 95 h 353"/>
              <a:gd name="T12" fmla="*/ 437 w 445"/>
              <a:gd name="T13" fmla="*/ 154 h 353"/>
              <a:gd name="T14" fmla="*/ 377 w 445"/>
              <a:gd name="T15" fmla="*/ 183 h 353"/>
              <a:gd name="T16" fmla="*/ 168 w 445"/>
              <a:gd name="T17" fmla="*/ 112 h 353"/>
              <a:gd name="T18" fmla="*/ 96 w 445"/>
              <a:gd name="T19" fmla="*/ 321 h 353"/>
              <a:gd name="T20" fmla="*/ 52 w 445"/>
              <a:gd name="T21" fmla="*/ 353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5" h="353">
                <a:moveTo>
                  <a:pt x="52" y="353"/>
                </a:moveTo>
                <a:cubicBezTo>
                  <a:pt x="47" y="353"/>
                  <a:pt x="42" y="352"/>
                  <a:pt x="37" y="350"/>
                </a:cubicBezTo>
                <a:cubicBezTo>
                  <a:pt x="13" y="342"/>
                  <a:pt x="0" y="315"/>
                  <a:pt x="8" y="291"/>
                </a:cubicBezTo>
                <a:cubicBezTo>
                  <a:pt x="94" y="37"/>
                  <a:pt x="94" y="37"/>
                  <a:pt x="94" y="37"/>
                </a:cubicBezTo>
                <a:cubicBezTo>
                  <a:pt x="103" y="13"/>
                  <a:pt x="129" y="0"/>
                  <a:pt x="154" y="8"/>
                </a:cubicBezTo>
                <a:cubicBezTo>
                  <a:pt x="408" y="95"/>
                  <a:pt x="408" y="95"/>
                  <a:pt x="408" y="95"/>
                </a:cubicBezTo>
                <a:cubicBezTo>
                  <a:pt x="432" y="103"/>
                  <a:pt x="445" y="130"/>
                  <a:pt x="437" y="154"/>
                </a:cubicBezTo>
                <a:cubicBezTo>
                  <a:pt x="429" y="178"/>
                  <a:pt x="402" y="191"/>
                  <a:pt x="377" y="183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96" y="321"/>
                  <a:pt x="96" y="321"/>
                  <a:pt x="96" y="321"/>
                </a:cubicBezTo>
                <a:cubicBezTo>
                  <a:pt x="90" y="341"/>
                  <a:pt x="72" y="353"/>
                  <a:pt x="52" y="35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" name="Freeform 24">
            <a:extLst>
              <a:ext uri="{FF2B5EF4-FFF2-40B4-BE49-F238E27FC236}">
                <a16:creationId xmlns:a16="http://schemas.microsoft.com/office/drawing/2014/main" id="{FC24A001-663C-BF86-9B79-59D76BB09124}"/>
              </a:ext>
            </a:extLst>
          </p:cNvPr>
          <p:cNvSpPr>
            <a:spLocks/>
          </p:cNvSpPr>
          <p:nvPr/>
        </p:nvSpPr>
        <p:spPr bwMode="auto">
          <a:xfrm>
            <a:off x="7706188" y="3689570"/>
            <a:ext cx="5631744" cy="1406028"/>
          </a:xfrm>
          <a:custGeom>
            <a:avLst/>
            <a:gdLst>
              <a:gd name="T0" fmla="*/ 2709 w 2709"/>
              <a:gd name="T1" fmla="*/ 0 h 676"/>
              <a:gd name="T2" fmla="*/ 471 w 2709"/>
              <a:gd name="T3" fmla="*/ 0 h 676"/>
              <a:gd name="T4" fmla="*/ 248 w 2709"/>
              <a:gd name="T5" fmla="*/ 138 h 676"/>
              <a:gd name="T6" fmla="*/ 0 w 2709"/>
              <a:gd name="T7" fmla="*/ 634 h 676"/>
              <a:gd name="T8" fmla="*/ 84 w 2709"/>
              <a:gd name="T9" fmla="*/ 676 h 676"/>
              <a:gd name="T10" fmla="*/ 332 w 2709"/>
              <a:gd name="T11" fmla="*/ 180 h 676"/>
              <a:gd name="T12" fmla="*/ 471 w 2709"/>
              <a:gd name="T13" fmla="*/ 94 h 676"/>
              <a:gd name="T14" fmla="*/ 2709 w 2709"/>
              <a:gd name="T15" fmla="*/ 94 h 676"/>
              <a:gd name="T16" fmla="*/ 2709 w 2709"/>
              <a:gd name="T17" fmla="*/ 0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09" h="676">
                <a:moveTo>
                  <a:pt x="2709" y="0"/>
                </a:moveTo>
                <a:cubicBezTo>
                  <a:pt x="471" y="0"/>
                  <a:pt x="471" y="0"/>
                  <a:pt x="471" y="0"/>
                </a:cubicBezTo>
                <a:cubicBezTo>
                  <a:pt x="376" y="0"/>
                  <a:pt x="291" y="53"/>
                  <a:pt x="248" y="138"/>
                </a:cubicBezTo>
                <a:cubicBezTo>
                  <a:pt x="0" y="634"/>
                  <a:pt x="0" y="634"/>
                  <a:pt x="0" y="634"/>
                </a:cubicBezTo>
                <a:cubicBezTo>
                  <a:pt x="84" y="676"/>
                  <a:pt x="84" y="676"/>
                  <a:pt x="84" y="676"/>
                </a:cubicBezTo>
                <a:cubicBezTo>
                  <a:pt x="332" y="180"/>
                  <a:pt x="332" y="180"/>
                  <a:pt x="332" y="180"/>
                </a:cubicBezTo>
                <a:cubicBezTo>
                  <a:pt x="359" y="127"/>
                  <a:pt x="412" y="94"/>
                  <a:pt x="471" y="94"/>
                </a:cubicBezTo>
                <a:cubicBezTo>
                  <a:pt x="2709" y="94"/>
                  <a:pt x="2709" y="94"/>
                  <a:pt x="2709" y="94"/>
                </a:cubicBezTo>
                <a:lnTo>
                  <a:pt x="270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" name="Freeform 25">
            <a:extLst>
              <a:ext uri="{FF2B5EF4-FFF2-40B4-BE49-F238E27FC236}">
                <a16:creationId xmlns:a16="http://schemas.microsoft.com/office/drawing/2014/main" id="{79EB1393-ECF4-C1B2-C502-223B508C2CA3}"/>
              </a:ext>
            </a:extLst>
          </p:cNvPr>
          <p:cNvSpPr>
            <a:spLocks/>
          </p:cNvSpPr>
          <p:nvPr/>
        </p:nvSpPr>
        <p:spPr bwMode="auto">
          <a:xfrm>
            <a:off x="7500055" y="4414851"/>
            <a:ext cx="926324" cy="736733"/>
          </a:xfrm>
          <a:custGeom>
            <a:avLst/>
            <a:gdLst>
              <a:gd name="T0" fmla="*/ 53 w 446"/>
              <a:gd name="T1" fmla="*/ 0 h 354"/>
              <a:gd name="T2" fmla="*/ 38 w 446"/>
              <a:gd name="T3" fmla="*/ 3 h 354"/>
              <a:gd name="T4" fmla="*/ 8 w 446"/>
              <a:gd name="T5" fmla="*/ 62 h 354"/>
              <a:gd name="T6" fmla="*/ 95 w 446"/>
              <a:gd name="T7" fmla="*/ 316 h 354"/>
              <a:gd name="T8" fmla="*/ 154 w 446"/>
              <a:gd name="T9" fmla="*/ 345 h 354"/>
              <a:gd name="T10" fmla="*/ 408 w 446"/>
              <a:gd name="T11" fmla="*/ 259 h 354"/>
              <a:gd name="T12" fmla="*/ 437 w 446"/>
              <a:gd name="T13" fmla="*/ 199 h 354"/>
              <a:gd name="T14" fmla="*/ 378 w 446"/>
              <a:gd name="T15" fmla="*/ 170 h 354"/>
              <a:gd name="T16" fmla="*/ 168 w 446"/>
              <a:gd name="T17" fmla="*/ 242 h 354"/>
              <a:gd name="T18" fmla="*/ 97 w 446"/>
              <a:gd name="T19" fmla="*/ 32 h 354"/>
              <a:gd name="T20" fmla="*/ 53 w 446"/>
              <a:gd name="T21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6" h="354">
                <a:moveTo>
                  <a:pt x="53" y="0"/>
                </a:moveTo>
                <a:cubicBezTo>
                  <a:pt x="48" y="0"/>
                  <a:pt x="43" y="1"/>
                  <a:pt x="38" y="3"/>
                </a:cubicBezTo>
                <a:cubicBezTo>
                  <a:pt x="13" y="11"/>
                  <a:pt x="0" y="38"/>
                  <a:pt x="8" y="62"/>
                </a:cubicBezTo>
                <a:cubicBezTo>
                  <a:pt x="95" y="316"/>
                  <a:pt x="95" y="316"/>
                  <a:pt x="95" y="316"/>
                </a:cubicBezTo>
                <a:cubicBezTo>
                  <a:pt x="103" y="341"/>
                  <a:pt x="130" y="354"/>
                  <a:pt x="154" y="345"/>
                </a:cubicBezTo>
                <a:cubicBezTo>
                  <a:pt x="408" y="259"/>
                  <a:pt x="408" y="259"/>
                  <a:pt x="408" y="259"/>
                </a:cubicBezTo>
                <a:cubicBezTo>
                  <a:pt x="433" y="250"/>
                  <a:pt x="446" y="224"/>
                  <a:pt x="437" y="199"/>
                </a:cubicBezTo>
                <a:cubicBezTo>
                  <a:pt x="429" y="175"/>
                  <a:pt x="403" y="162"/>
                  <a:pt x="378" y="170"/>
                </a:cubicBezTo>
                <a:cubicBezTo>
                  <a:pt x="168" y="242"/>
                  <a:pt x="168" y="242"/>
                  <a:pt x="168" y="242"/>
                </a:cubicBezTo>
                <a:cubicBezTo>
                  <a:pt x="97" y="32"/>
                  <a:pt x="97" y="32"/>
                  <a:pt x="97" y="32"/>
                </a:cubicBezTo>
                <a:cubicBezTo>
                  <a:pt x="90" y="13"/>
                  <a:pt x="72" y="0"/>
                  <a:pt x="53" y="0"/>
                </a:cubicBezTo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ACE6081-60FC-16C2-3D99-0DEB84B5E2C2}"/>
              </a:ext>
            </a:extLst>
          </p:cNvPr>
          <p:cNvSpPr txBox="1"/>
          <p:nvPr/>
        </p:nvSpPr>
        <p:spPr>
          <a:xfrm>
            <a:off x="762002" y="583246"/>
            <a:ext cx="10667996" cy="86421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latin typeface="+mj-lt"/>
                <a:cs typeface="Poppins ExtraBold" panose="00000900000000000000" pitchFamily="2" charset="0"/>
              </a:rPr>
              <a:t>Arrow</a:t>
            </a:r>
            <a:r>
              <a:rPr lang="en-US" sz="4800" b="1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Infographic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2B9EB3F-09D9-5909-A355-8657889F1F49}"/>
              </a:ext>
            </a:extLst>
          </p:cNvPr>
          <p:cNvSpPr txBox="1"/>
          <p:nvPr/>
        </p:nvSpPr>
        <p:spPr>
          <a:xfrm flipH="1">
            <a:off x="761999" y="3517682"/>
            <a:ext cx="1712144" cy="89716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2188583-58DD-1002-6663-4177A4A14DED}"/>
              </a:ext>
            </a:extLst>
          </p:cNvPr>
          <p:cNvSpPr txBox="1"/>
          <p:nvPr/>
        </p:nvSpPr>
        <p:spPr>
          <a:xfrm flipH="1">
            <a:off x="761999" y="3121758"/>
            <a:ext cx="1712144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76E8CF0-B4C2-FE6B-90A7-589E007D36CC}"/>
              </a:ext>
            </a:extLst>
          </p:cNvPr>
          <p:cNvSpPr txBox="1"/>
          <p:nvPr/>
        </p:nvSpPr>
        <p:spPr>
          <a:xfrm flipH="1">
            <a:off x="1692115" y="1929144"/>
            <a:ext cx="2321745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Lorem ipsum dolor sit amet, consectetur adipiscing elit.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94B06F6-DF30-3CC9-D196-DB11188201A7}"/>
              </a:ext>
            </a:extLst>
          </p:cNvPr>
          <p:cNvSpPr txBox="1"/>
          <p:nvPr/>
        </p:nvSpPr>
        <p:spPr>
          <a:xfrm flipH="1">
            <a:off x="1692115" y="1533220"/>
            <a:ext cx="2321745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008F278-63D3-9975-9E69-441B26B98220}"/>
              </a:ext>
            </a:extLst>
          </p:cNvPr>
          <p:cNvSpPr txBox="1"/>
          <p:nvPr/>
        </p:nvSpPr>
        <p:spPr>
          <a:xfrm flipH="1">
            <a:off x="2159713" y="5524002"/>
            <a:ext cx="2321745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Lorem ipsum dolor sit amet, consectetur adipiscing elit. 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CF5ED15-BE30-B53B-84BB-B3E556AD3FAD}"/>
              </a:ext>
            </a:extLst>
          </p:cNvPr>
          <p:cNvSpPr txBox="1"/>
          <p:nvPr/>
        </p:nvSpPr>
        <p:spPr>
          <a:xfrm flipH="1">
            <a:off x="2159713" y="5128078"/>
            <a:ext cx="2321745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D3C82A9-B32C-4CEB-4D5D-8576192BB61C}"/>
              </a:ext>
            </a:extLst>
          </p:cNvPr>
          <p:cNvSpPr txBox="1"/>
          <p:nvPr/>
        </p:nvSpPr>
        <p:spPr>
          <a:xfrm>
            <a:off x="9108255" y="1929144"/>
            <a:ext cx="2321745" cy="62017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 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17FD039-685E-380F-E1E2-883BA451DF76}"/>
              </a:ext>
            </a:extLst>
          </p:cNvPr>
          <p:cNvSpPr txBox="1"/>
          <p:nvPr/>
        </p:nvSpPr>
        <p:spPr>
          <a:xfrm>
            <a:off x="9108255" y="1533220"/>
            <a:ext cx="2321745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2C76FF5-EA32-7400-3C2B-08C7664CFCC6}"/>
              </a:ext>
            </a:extLst>
          </p:cNvPr>
          <p:cNvSpPr txBox="1"/>
          <p:nvPr/>
        </p:nvSpPr>
        <p:spPr>
          <a:xfrm>
            <a:off x="9108255" y="5550163"/>
            <a:ext cx="2321745" cy="62017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BB96D50-5210-74C1-0E0E-65A257B9796F}"/>
              </a:ext>
            </a:extLst>
          </p:cNvPr>
          <p:cNvSpPr txBox="1"/>
          <p:nvPr/>
        </p:nvSpPr>
        <p:spPr>
          <a:xfrm>
            <a:off x="9108255" y="5154239"/>
            <a:ext cx="2321745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153" name="Freeform 32">
            <a:extLst>
              <a:ext uri="{FF2B5EF4-FFF2-40B4-BE49-F238E27FC236}">
                <a16:creationId xmlns:a16="http://schemas.microsoft.com/office/drawing/2014/main" id="{83368AD3-8230-99D4-49FF-2CE31233DB1C}"/>
              </a:ext>
            </a:extLst>
          </p:cNvPr>
          <p:cNvSpPr>
            <a:spLocks noEditPoints="1"/>
          </p:cNvSpPr>
          <p:nvPr/>
        </p:nvSpPr>
        <p:spPr bwMode="auto">
          <a:xfrm>
            <a:off x="4992779" y="5461913"/>
            <a:ext cx="288949" cy="340906"/>
          </a:xfrm>
          <a:custGeom>
            <a:avLst/>
            <a:gdLst>
              <a:gd name="T0" fmla="*/ 296 w 668"/>
              <a:gd name="T1" fmla="*/ 378 h 788"/>
              <a:gd name="T2" fmla="*/ 271 w 668"/>
              <a:gd name="T3" fmla="*/ 605 h 788"/>
              <a:gd name="T4" fmla="*/ 259 w 668"/>
              <a:gd name="T5" fmla="*/ 616 h 788"/>
              <a:gd name="T6" fmla="*/ 260 w 668"/>
              <a:gd name="T7" fmla="*/ 492 h 788"/>
              <a:gd name="T8" fmla="*/ 286 w 668"/>
              <a:gd name="T9" fmla="*/ 365 h 788"/>
              <a:gd name="T10" fmla="*/ 656 w 668"/>
              <a:gd name="T11" fmla="*/ 788 h 788"/>
              <a:gd name="T12" fmla="*/ 0 w 668"/>
              <a:gd name="T13" fmla="*/ 776 h 788"/>
              <a:gd name="T14" fmla="*/ 143 w 668"/>
              <a:gd name="T15" fmla="*/ 490 h 788"/>
              <a:gd name="T16" fmla="*/ 143 w 668"/>
              <a:gd name="T17" fmla="*/ 267 h 788"/>
              <a:gd name="T18" fmla="*/ 134 w 668"/>
              <a:gd name="T19" fmla="*/ 16 h 788"/>
              <a:gd name="T20" fmla="*/ 145 w 668"/>
              <a:gd name="T21" fmla="*/ 0 h 788"/>
              <a:gd name="T22" fmla="*/ 229 w 668"/>
              <a:gd name="T23" fmla="*/ 11 h 788"/>
              <a:gd name="T24" fmla="*/ 290 w 668"/>
              <a:gd name="T25" fmla="*/ 108 h 788"/>
              <a:gd name="T26" fmla="*/ 280 w 668"/>
              <a:gd name="T27" fmla="*/ 4 h 788"/>
              <a:gd name="T28" fmla="*/ 379 w 668"/>
              <a:gd name="T29" fmla="*/ 0 h 788"/>
              <a:gd name="T30" fmla="*/ 391 w 668"/>
              <a:gd name="T31" fmla="*/ 13 h 788"/>
              <a:gd name="T32" fmla="*/ 425 w 668"/>
              <a:gd name="T33" fmla="*/ 108 h 788"/>
              <a:gd name="T34" fmla="*/ 451 w 668"/>
              <a:gd name="T35" fmla="*/ 0 h 788"/>
              <a:gd name="T36" fmla="*/ 532 w 668"/>
              <a:gd name="T37" fmla="*/ 5 h 788"/>
              <a:gd name="T38" fmla="*/ 490 w 668"/>
              <a:gd name="T39" fmla="*/ 221 h 788"/>
              <a:gd name="T40" fmla="*/ 482 w 668"/>
              <a:gd name="T41" fmla="*/ 314 h 788"/>
              <a:gd name="T42" fmla="*/ 570 w 668"/>
              <a:gd name="T43" fmla="*/ 669 h 788"/>
              <a:gd name="T44" fmla="*/ 201 w 668"/>
              <a:gd name="T45" fmla="*/ 219 h 788"/>
              <a:gd name="T46" fmla="*/ 506 w 668"/>
              <a:gd name="T47" fmla="*/ 24 h 788"/>
              <a:gd name="T48" fmla="*/ 446 w 668"/>
              <a:gd name="T49" fmla="*/ 123 h 788"/>
              <a:gd name="T50" fmla="*/ 363 w 668"/>
              <a:gd name="T51" fmla="*/ 132 h 788"/>
              <a:gd name="T52" fmla="*/ 351 w 668"/>
              <a:gd name="T53" fmla="*/ 118 h 788"/>
              <a:gd name="T54" fmla="*/ 302 w 668"/>
              <a:gd name="T55" fmla="*/ 24 h 788"/>
              <a:gd name="T56" fmla="*/ 314 w 668"/>
              <a:gd name="T57" fmla="*/ 128 h 788"/>
              <a:gd name="T58" fmla="*/ 233 w 668"/>
              <a:gd name="T59" fmla="*/ 132 h 788"/>
              <a:gd name="T60" fmla="*/ 206 w 668"/>
              <a:gd name="T61" fmla="*/ 24 h 788"/>
              <a:gd name="T62" fmla="*/ 201 w 668"/>
              <a:gd name="T63" fmla="*/ 219 h 788"/>
              <a:gd name="T64" fmla="*/ 477 w 668"/>
              <a:gd name="T65" fmla="*/ 291 h 788"/>
              <a:gd name="T66" fmla="*/ 477 w 668"/>
              <a:gd name="T67" fmla="*/ 243 h 788"/>
              <a:gd name="T68" fmla="*/ 167 w 668"/>
              <a:gd name="T69" fmla="*/ 267 h 788"/>
              <a:gd name="T70" fmla="*/ 121 w 668"/>
              <a:gd name="T71" fmla="*/ 668 h 788"/>
              <a:gd name="T72" fmla="*/ 502 w 668"/>
              <a:gd name="T73" fmla="*/ 498 h 788"/>
              <a:gd name="T74" fmla="*/ 210 w 668"/>
              <a:gd name="T75" fmla="*/ 315 h 788"/>
              <a:gd name="T76" fmla="*/ 121 w 668"/>
              <a:gd name="T77" fmla="*/ 668 h 788"/>
              <a:gd name="T78" fmla="*/ 560 w 668"/>
              <a:gd name="T79" fmla="*/ 692 h 788"/>
              <a:gd name="T80" fmla="*/ 24 w 668"/>
              <a:gd name="T81" fmla="*/ 764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68" h="788">
                <a:moveTo>
                  <a:pt x="286" y="365"/>
                </a:moveTo>
                <a:cubicBezTo>
                  <a:pt x="292" y="366"/>
                  <a:pt x="297" y="371"/>
                  <a:pt x="296" y="378"/>
                </a:cubicBezTo>
                <a:cubicBezTo>
                  <a:pt x="293" y="417"/>
                  <a:pt x="288" y="457"/>
                  <a:pt x="284" y="495"/>
                </a:cubicBezTo>
                <a:cubicBezTo>
                  <a:pt x="279" y="531"/>
                  <a:pt x="274" y="568"/>
                  <a:pt x="271" y="605"/>
                </a:cubicBezTo>
                <a:cubicBezTo>
                  <a:pt x="271" y="611"/>
                  <a:pt x="266" y="616"/>
                  <a:pt x="260" y="616"/>
                </a:cubicBezTo>
                <a:cubicBezTo>
                  <a:pt x="259" y="616"/>
                  <a:pt x="259" y="616"/>
                  <a:pt x="259" y="616"/>
                </a:cubicBezTo>
                <a:cubicBezTo>
                  <a:pt x="252" y="615"/>
                  <a:pt x="247" y="609"/>
                  <a:pt x="248" y="603"/>
                </a:cubicBezTo>
                <a:cubicBezTo>
                  <a:pt x="251" y="565"/>
                  <a:pt x="255" y="528"/>
                  <a:pt x="260" y="492"/>
                </a:cubicBezTo>
                <a:cubicBezTo>
                  <a:pt x="265" y="454"/>
                  <a:pt x="270" y="414"/>
                  <a:pt x="273" y="376"/>
                </a:cubicBezTo>
                <a:cubicBezTo>
                  <a:pt x="273" y="369"/>
                  <a:pt x="278" y="365"/>
                  <a:pt x="286" y="365"/>
                </a:cubicBezTo>
                <a:close/>
                <a:moveTo>
                  <a:pt x="668" y="776"/>
                </a:moveTo>
                <a:cubicBezTo>
                  <a:pt x="668" y="782"/>
                  <a:pt x="662" y="788"/>
                  <a:pt x="656" y="788"/>
                </a:cubicBezTo>
                <a:cubicBezTo>
                  <a:pt x="11" y="788"/>
                  <a:pt x="11" y="788"/>
                  <a:pt x="11" y="788"/>
                </a:cubicBezTo>
                <a:cubicBezTo>
                  <a:pt x="5" y="788"/>
                  <a:pt x="0" y="782"/>
                  <a:pt x="0" y="776"/>
                </a:cubicBezTo>
                <a:cubicBezTo>
                  <a:pt x="0" y="720"/>
                  <a:pt x="43" y="674"/>
                  <a:pt x="97" y="669"/>
                </a:cubicBezTo>
                <a:cubicBezTo>
                  <a:pt x="100" y="607"/>
                  <a:pt x="122" y="547"/>
                  <a:pt x="143" y="490"/>
                </a:cubicBezTo>
                <a:cubicBezTo>
                  <a:pt x="165" y="429"/>
                  <a:pt x="186" y="372"/>
                  <a:pt x="186" y="314"/>
                </a:cubicBezTo>
                <a:cubicBezTo>
                  <a:pt x="162" y="312"/>
                  <a:pt x="143" y="292"/>
                  <a:pt x="143" y="267"/>
                </a:cubicBezTo>
                <a:cubicBezTo>
                  <a:pt x="143" y="245"/>
                  <a:pt x="158" y="227"/>
                  <a:pt x="178" y="221"/>
                </a:cubicBezTo>
                <a:cubicBezTo>
                  <a:pt x="163" y="104"/>
                  <a:pt x="135" y="17"/>
                  <a:pt x="134" y="16"/>
                </a:cubicBezTo>
                <a:cubicBezTo>
                  <a:pt x="133" y="12"/>
                  <a:pt x="134" y="8"/>
                  <a:pt x="136" y="5"/>
                </a:cubicBezTo>
                <a:cubicBezTo>
                  <a:pt x="138" y="2"/>
                  <a:pt x="142" y="0"/>
                  <a:pt x="145" y="0"/>
                </a:cubicBezTo>
                <a:cubicBezTo>
                  <a:pt x="217" y="0"/>
                  <a:pt x="217" y="0"/>
                  <a:pt x="217" y="0"/>
                </a:cubicBezTo>
                <a:cubicBezTo>
                  <a:pt x="223" y="0"/>
                  <a:pt x="229" y="5"/>
                  <a:pt x="229" y="11"/>
                </a:cubicBezTo>
                <a:cubicBezTo>
                  <a:pt x="229" y="12"/>
                  <a:pt x="231" y="50"/>
                  <a:pt x="242" y="108"/>
                </a:cubicBezTo>
                <a:cubicBezTo>
                  <a:pt x="290" y="108"/>
                  <a:pt x="290" y="108"/>
                  <a:pt x="290" y="108"/>
                </a:cubicBezTo>
                <a:cubicBezTo>
                  <a:pt x="279" y="51"/>
                  <a:pt x="277" y="14"/>
                  <a:pt x="277" y="13"/>
                </a:cubicBezTo>
                <a:cubicBezTo>
                  <a:pt x="277" y="9"/>
                  <a:pt x="278" y="6"/>
                  <a:pt x="280" y="4"/>
                </a:cubicBezTo>
                <a:cubicBezTo>
                  <a:pt x="282" y="2"/>
                  <a:pt x="286" y="0"/>
                  <a:pt x="289" y="0"/>
                </a:cubicBezTo>
                <a:cubicBezTo>
                  <a:pt x="379" y="0"/>
                  <a:pt x="379" y="0"/>
                  <a:pt x="379" y="0"/>
                </a:cubicBezTo>
                <a:cubicBezTo>
                  <a:pt x="382" y="0"/>
                  <a:pt x="385" y="2"/>
                  <a:pt x="388" y="4"/>
                </a:cubicBezTo>
                <a:cubicBezTo>
                  <a:pt x="390" y="6"/>
                  <a:pt x="391" y="9"/>
                  <a:pt x="391" y="13"/>
                </a:cubicBezTo>
                <a:cubicBezTo>
                  <a:pt x="391" y="14"/>
                  <a:pt x="389" y="51"/>
                  <a:pt x="378" y="108"/>
                </a:cubicBezTo>
                <a:cubicBezTo>
                  <a:pt x="425" y="108"/>
                  <a:pt x="425" y="108"/>
                  <a:pt x="425" y="108"/>
                </a:cubicBezTo>
                <a:cubicBezTo>
                  <a:pt x="436" y="50"/>
                  <a:pt x="439" y="12"/>
                  <a:pt x="439" y="11"/>
                </a:cubicBezTo>
                <a:cubicBezTo>
                  <a:pt x="439" y="5"/>
                  <a:pt x="444" y="0"/>
                  <a:pt x="451" y="0"/>
                </a:cubicBezTo>
                <a:cubicBezTo>
                  <a:pt x="522" y="0"/>
                  <a:pt x="522" y="0"/>
                  <a:pt x="522" y="0"/>
                </a:cubicBezTo>
                <a:cubicBezTo>
                  <a:pt x="526" y="0"/>
                  <a:pt x="530" y="2"/>
                  <a:pt x="532" y="5"/>
                </a:cubicBezTo>
                <a:cubicBezTo>
                  <a:pt x="534" y="8"/>
                  <a:pt x="534" y="12"/>
                  <a:pt x="533" y="16"/>
                </a:cubicBezTo>
                <a:cubicBezTo>
                  <a:pt x="533" y="17"/>
                  <a:pt x="504" y="104"/>
                  <a:pt x="490" y="221"/>
                </a:cubicBezTo>
                <a:cubicBezTo>
                  <a:pt x="510" y="227"/>
                  <a:pt x="525" y="245"/>
                  <a:pt x="525" y="267"/>
                </a:cubicBezTo>
                <a:cubicBezTo>
                  <a:pt x="525" y="292"/>
                  <a:pt x="506" y="312"/>
                  <a:pt x="482" y="314"/>
                </a:cubicBezTo>
                <a:cubicBezTo>
                  <a:pt x="482" y="372"/>
                  <a:pt x="502" y="429"/>
                  <a:pt x="525" y="490"/>
                </a:cubicBezTo>
                <a:cubicBezTo>
                  <a:pt x="546" y="547"/>
                  <a:pt x="567" y="607"/>
                  <a:pt x="570" y="669"/>
                </a:cubicBezTo>
                <a:cubicBezTo>
                  <a:pt x="625" y="674"/>
                  <a:pt x="668" y="720"/>
                  <a:pt x="668" y="776"/>
                </a:cubicBezTo>
                <a:close/>
                <a:moveTo>
                  <a:pt x="201" y="219"/>
                </a:moveTo>
                <a:cubicBezTo>
                  <a:pt x="466" y="219"/>
                  <a:pt x="466" y="219"/>
                  <a:pt x="466" y="219"/>
                </a:cubicBezTo>
                <a:cubicBezTo>
                  <a:pt x="477" y="128"/>
                  <a:pt x="497" y="55"/>
                  <a:pt x="506" y="24"/>
                </a:cubicBezTo>
                <a:cubicBezTo>
                  <a:pt x="462" y="24"/>
                  <a:pt x="462" y="24"/>
                  <a:pt x="462" y="24"/>
                </a:cubicBezTo>
                <a:cubicBezTo>
                  <a:pt x="460" y="41"/>
                  <a:pt x="456" y="76"/>
                  <a:pt x="446" y="123"/>
                </a:cubicBezTo>
                <a:cubicBezTo>
                  <a:pt x="445" y="128"/>
                  <a:pt x="441" y="132"/>
                  <a:pt x="435" y="132"/>
                </a:cubicBezTo>
                <a:cubicBezTo>
                  <a:pt x="363" y="132"/>
                  <a:pt x="363" y="132"/>
                  <a:pt x="363" y="132"/>
                </a:cubicBezTo>
                <a:cubicBezTo>
                  <a:pt x="360" y="132"/>
                  <a:pt x="356" y="131"/>
                  <a:pt x="354" y="128"/>
                </a:cubicBezTo>
                <a:cubicBezTo>
                  <a:pt x="352" y="125"/>
                  <a:pt x="351" y="122"/>
                  <a:pt x="351" y="118"/>
                </a:cubicBezTo>
                <a:cubicBezTo>
                  <a:pt x="361" y="74"/>
                  <a:pt x="364" y="41"/>
                  <a:pt x="366" y="24"/>
                </a:cubicBezTo>
                <a:cubicBezTo>
                  <a:pt x="302" y="24"/>
                  <a:pt x="302" y="24"/>
                  <a:pt x="302" y="24"/>
                </a:cubicBezTo>
                <a:cubicBezTo>
                  <a:pt x="303" y="41"/>
                  <a:pt x="307" y="74"/>
                  <a:pt x="316" y="118"/>
                </a:cubicBezTo>
                <a:cubicBezTo>
                  <a:pt x="317" y="122"/>
                  <a:pt x="316" y="125"/>
                  <a:pt x="314" y="128"/>
                </a:cubicBezTo>
                <a:cubicBezTo>
                  <a:pt x="311" y="131"/>
                  <a:pt x="308" y="132"/>
                  <a:pt x="304" y="132"/>
                </a:cubicBezTo>
                <a:cubicBezTo>
                  <a:pt x="233" y="132"/>
                  <a:pt x="233" y="132"/>
                  <a:pt x="233" y="132"/>
                </a:cubicBezTo>
                <a:cubicBezTo>
                  <a:pt x="227" y="132"/>
                  <a:pt x="222" y="128"/>
                  <a:pt x="221" y="123"/>
                </a:cubicBezTo>
                <a:cubicBezTo>
                  <a:pt x="212" y="76"/>
                  <a:pt x="208" y="41"/>
                  <a:pt x="206" y="24"/>
                </a:cubicBezTo>
                <a:cubicBezTo>
                  <a:pt x="162" y="24"/>
                  <a:pt x="162" y="24"/>
                  <a:pt x="162" y="24"/>
                </a:cubicBezTo>
                <a:cubicBezTo>
                  <a:pt x="171" y="55"/>
                  <a:pt x="190" y="128"/>
                  <a:pt x="201" y="219"/>
                </a:cubicBezTo>
                <a:close/>
                <a:moveTo>
                  <a:pt x="191" y="291"/>
                </a:moveTo>
                <a:cubicBezTo>
                  <a:pt x="477" y="291"/>
                  <a:pt x="477" y="291"/>
                  <a:pt x="477" y="291"/>
                </a:cubicBezTo>
                <a:cubicBezTo>
                  <a:pt x="490" y="291"/>
                  <a:pt x="501" y="280"/>
                  <a:pt x="501" y="267"/>
                </a:cubicBezTo>
                <a:cubicBezTo>
                  <a:pt x="501" y="254"/>
                  <a:pt x="490" y="243"/>
                  <a:pt x="477" y="243"/>
                </a:cubicBezTo>
                <a:cubicBezTo>
                  <a:pt x="191" y="243"/>
                  <a:pt x="191" y="243"/>
                  <a:pt x="191" y="243"/>
                </a:cubicBezTo>
                <a:cubicBezTo>
                  <a:pt x="178" y="243"/>
                  <a:pt x="167" y="254"/>
                  <a:pt x="167" y="267"/>
                </a:cubicBezTo>
                <a:cubicBezTo>
                  <a:pt x="167" y="280"/>
                  <a:pt x="178" y="291"/>
                  <a:pt x="191" y="291"/>
                </a:cubicBezTo>
                <a:close/>
                <a:moveTo>
                  <a:pt x="121" y="668"/>
                </a:moveTo>
                <a:cubicBezTo>
                  <a:pt x="546" y="668"/>
                  <a:pt x="546" y="668"/>
                  <a:pt x="546" y="668"/>
                </a:cubicBezTo>
                <a:cubicBezTo>
                  <a:pt x="543" y="611"/>
                  <a:pt x="523" y="553"/>
                  <a:pt x="502" y="498"/>
                </a:cubicBezTo>
                <a:cubicBezTo>
                  <a:pt x="480" y="438"/>
                  <a:pt x="458" y="377"/>
                  <a:pt x="458" y="315"/>
                </a:cubicBezTo>
                <a:cubicBezTo>
                  <a:pt x="210" y="315"/>
                  <a:pt x="210" y="315"/>
                  <a:pt x="210" y="315"/>
                </a:cubicBezTo>
                <a:cubicBezTo>
                  <a:pt x="209" y="377"/>
                  <a:pt x="187" y="438"/>
                  <a:pt x="165" y="498"/>
                </a:cubicBezTo>
                <a:cubicBezTo>
                  <a:pt x="145" y="553"/>
                  <a:pt x="124" y="611"/>
                  <a:pt x="121" y="668"/>
                </a:cubicBezTo>
                <a:close/>
                <a:moveTo>
                  <a:pt x="643" y="764"/>
                </a:moveTo>
                <a:cubicBezTo>
                  <a:pt x="638" y="723"/>
                  <a:pt x="602" y="692"/>
                  <a:pt x="560" y="692"/>
                </a:cubicBezTo>
                <a:cubicBezTo>
                  <a:pt x="107" y="692"/>
                  <a:pt x="107" y="692"/>
                  <a:pt x="107" y="692"/>
                </a:cubicBezTo>
                <a:cubicBezTo>
                  <a:pt x="65" y="692"/>
                  <a:pt x="30" y="723"/>
                  <a:pt x="24" y="764"/>
                </a:cubicBezTo>
                <a:lnTo>
                  <a:pt x="643" y="7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" name="Freeform 39">
            <a:extLst>
              <a:ext uri="{FF2B5EF4-FFF2-40B4-BE49-F238E27FC236}">
                <a16:creationId xmlns:a16="http://schemas.microsoft.com/office/drawing/2014/main" id="{5879763B-342E-3F1C-13AC-8B1C9BF78AE0}"/>
              </a:ext>
            </a:extLst>
          </p:cNvPr>
          <p:cNvSpPr>
            <a:spLocks noEditPoints="1"/>
          </p:cNvSpPr>
          <p:nvPr/>
        </p:nvSpPr>
        <p:spPr bwMode="auto">
          <a:xfrm>
            <a:off x="8282138" y="1867055"/>
            <a:ext cx="340642" cy="340906"/>
          </a:xfrm>
          <a:custGeom>
            <a:avLst/>
            <a:gdLst>
              <a:gd name="T0" fmla="*/ 632 w 787"/>
              <a:gd name="T1" fmla="*/ 394 h 788"/>
              <a:gd name="T2" fmla="*/ 332 w 787"/>
              <a:gd name="T3" fmla="*/ 488 h 788"/>
              <a:gd name="T4" fmla="*/ 332 w 787"/>
              <a:gd name="T5" fmla="*/ 418 h 788"/>
              <a:gd name="T6" fmla="*/ 511 w 787"/>
              <a:gd name="T7" fmla="*/ 387 h 788"/>
              <a:gd name="T8" fmla="*/ 394 w 787"/>
              <a:gd name="T9" fmla="*/ 609 h 788"/>
              <a:gd name="T10" fmla="*/ 535 w 787"/>
              <a:gd name="T11" fmla="*/ 387 h 788"/>
              <a:gd name="T12" fmla="*/ 437 w 787"/>
              <a:gd name="T13" fmla="*/ 401 h 788"/>
              <a:gd name="T14" fmla="*/ 333 w 787"/>
              <a:gd name="T15" fmla="*/ 260 h 788"/>
              <a:gd name="T16" fmla="*/ 179 w 787"/>
              <a:gd name="T17" fmla="*/ 394 h 788"/>
              <a:gd name="T18" fmla="*/ 756 w 787"/>
              <a:gd name="T19" fmla="*/ 334 h 788"/>
              <a:gd name="T20" fmla="*/ 752 w 787"/>
              <a:gd name="T21" fmla="*/ 245 h 788"/>
              <a:gd name="T22" fmla="*/ 678 w 787"/>
              <a:gd name="T23" fmla="*/ 161 h 788"/>
              <a:gd name="T24" fmla="*/ 630 w 787"/>
              <a:gd name="T25" fmla="*/ 86 h 788"/>
              <a:gd name="T26" fmla="*/ 503 w 787"/>
              <a:gd name="T27" fmla="*/ 86 h 788"/>
              <a:gd name="T28" fmla="*/ 365 w 787"/>
              <a:gd name="T29" fmla="*/ 0 h 788"/>
              <a:gd name="T30" fmla="*/ 264 w 787"/>
              <a:gd name="T31" fmla="*/ 50 h 788"/>
              <a:gd name="T32" fmla="*/ 158 w 787"/>
              <a:gd name="T33" fmla="*/ 86 h 788"/>
              <a:gd name="T34" fmla="*/ 109 w 787"/>
              <a:gd name="T35" fmla="*/ 161 h 788"/>
              <a:gd name="T36" fmla="*/ 50 w 787"/>
              <a:gd name="T37" fmla="*/ 264 h 788"/>
              <a:gd name="T38" fmla="*/ 0 w 787"/>
              <a:gd name="T39" fmla="*/ 365 h 788"/>
              <a:gd name="T40" fmla="*/ 85 w 787"/>
              <a:gd name="T41" fmla="*/ 503 h 788"/>
              <a:gd name="T42" fmla="*/ 86 w 787"/>
              <a:gd name="T43" fmla="*/ 630 h 788"/>
              <a:gd name="T44" fmla="*/ 161 w 787"/>
              <a:gd name="T45" fmla="*/ 678 h 788"/>
              <a:gd name="T46" fmla="*/ 245 w 787"/>
              <a:gd name="T47" fmla="*/ 752 h 788"/>
              <a:gd name="T48" fmla="*/ 334 w 787"/>
              <a:gd name="T49" fmla="*/ 757 h 788"/>
              <a:gd name="T50" fmla="*/ 453 w 787"/>
              <a:gd name="T51" fmla="*/ 715 h 788"/>
              <a:gd name="T52" fmla="*/ 615 w 787"/>
              <a:gd name="T53" fmla="*/ 721 h 788"/>
              <a:gd name="T54" fmla="*/ 678 w 787"/>
              <a:gd name="T55" fmla="*/ 627 h 788"/>
              <a:gd name="T56" fmla="*/ 752 w 787"/>
              <a:gd name="T57" fmla="*/ 542 h 788"/>
              <a:gd name="T58" fmla="*/ 756 w 787"/>
              <a:gd name="T59" fmla="*/ 454 h 788"/>
              <a:gd name="T60" fmla="*/ 764 w 787"/>
              <a:gd name="T61" fmla="*/ 422 h 788"/>
              <a:gd name="T62" fmla="*/ 676 w 787"/>
              <a:gd name="T63" fmla="*/ 504 h 788"/>
              <a:gd name="T64" fmla="*/ 728 w 787"/>
              <a:gd name="T65" fmla="*/ 554 h 788"/>
              <a:gd name="T66" fmla="*/ 646 w 787"/>
              <a:gd name="T67" fmla="*/ 580 h 788"/>
              <a:gd name="T68" fmla="*/ 606 w 787"/>
              <a:gd name="T69" fmla="*/ 690 h 788"/>
              <a:gd name="T70" fmla="*/ 518 w 787"/>
              <a:gd name="T71" fmla="*/ 681 h 788"/>
              <a:gd name="T72" fmla="*/ 430 w 787"/>
              <a:gd name="T73" fmla="*/ 757 h 788"/>
              <a:gd name="T74" fmla="*/ 358 w 787"/>
              <a:gd name="T75" fmla="*/ 705 h 788"/>
              <a:gd name="T76" fmla="*/ 269 w 787"/>
              <a:gd name="T77" fmla="*/ 681 h 788"/>
              <a:gd name="T78" fmla="*/ 184 w 787"/>
              <a:gd name="T79" fmla="*/ 700 h 788"/>
              <a:gd name="T80" fmla="*/ 204 w 787"/>
              <a:gd name="T81" fmla="*/ 630 h 788"/>
              <a:gd name="T82" fmla="*/ 92 w 787"/>
              <a:gd name="T83" fmla="*/ 607 h 788"/>
              <a:gd name="T84" fmla="*/ 106 w 787"/>
              <a:gd name="T85" fmla="*/ 519 h 788"/>
              <a:gd name="T86" fmla="*/ 31 w 787"/>
              <a:gd name="T87" fmla="*/ 430 h 788"/>
              <a:gd name="T88" fmla="*/ 82 w 787"/>
              <a:gd name="T89" fmla="*/ 358 h 788"/>
              <a:gd name="T90" fmla="*/ 62 w 787"/>
              <a:gd name="T91" fmla="*/ 244 h 788"/>
              <a:gd name="T92" fmla="*/ 97 w 787"/>
              <a:gd name="T93" fmla="*/ 182 h 788"/>
              <a:gd name="T94" fmla="*/ 207 w 787"/>
              <a:gd name="T95" fmla="*/ 142 h 788"/>
              <a:gd name="T96" fmla="*/ 233 w 787"/>
              <a:gd name="T97" fmla="*/ 59 h 788"/>
              <a:gd name="T98" fmla="*/ 284 w 787"/>
              <a:gd name="T99" fmla="*/ 111 h 788"/>
              <a:gd name="T100" fmla="*/ 365 w 787"/>
              <a:gd name="T101" fmla="*/ 24 h 788"/>
              <a:gd name="T102" fmla="*/ 439 w 787"/>
              <a:gd name="T103" fmla="*/ 94 h 788"/>
              <a:gd name="T104" fmla="*/ 554 w 787"/>
              <a:gd name="T105" fmla="*/ 59 h 788"/>
              <a:gd name="T106" fmla="*/ 580 w 787"/>
              <a:gd name="T107" fmla="*/ 142 h 788"/>
              <a:gd name="T108" fmla="*/ 690 w 787"/>
              <a:gd name="T109" fmla="*/ 182 h 788"/>
              <a:gd name="T110" fmla="*/ 729 w 787"/>
              <a:gd name="T111" fmla="*/ 239 h 788"/>
              <a:gd name="T112" fmla="*/ 693 w 787"/>
              <a:gd name="T113" fmla="*/ 348 h 788"/>
              <a:gd name="T114" fmla="*/ 764 w 787"/>
              <a:gd name="T115" fmla="*/ 422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87" h="788">
                <a:moveTo>
                  <a:pt x="394" y="155"/>
                </a:moveTo>
                <a:cubicBezTo>
                  <a:pt x="262" y="155"/>
                  <a:pt x="155" y="262"/>
                  <a:pt x="155" y="394"/>
                </a:cubicBezTo>
                <a:cubicBezTo>
                  <a:pt x="155" y="525"/>
                  <a:pt x="262" y="632"/>
                  <a:pt x="394" y="632"/>
                </a:cubicBezTo>
                <a:cubicBezTo>
                  <a:pt x="525" y="632"/>
                  <a:pt x="632" y="525"/>
                  <a:pt x="632" y="394"/>
                </a:cubicBezTo>
                <a:cubicBezTo>
                  <a:pt x="632" y="262"/>
                  <a:pt x="525" y="155"/>
                  <a:pt x="394" y="155"/>
                </a:cubicBezTo>
                <a:close/>
                <a:moveTo>
                  <a:pt x="338" y="601"/>
                </a:moveTo>
                <a:cubicBezTo>
                  <a:pt x="338" y="498"/>
                  <a:pt x="338" y="498"/>
                  <a:pt x="338" y="498"/>
                </a:cubicBezTo>
                <a:cubicBezTo>
                  <a:pt x="338" y="494"/>
                  <a:pt x="336" y="490"/>
                  <a:pt x="332" y="488"/>
                </a:cubicBezTo>
                <a:cubicBezTo>
                  <a:pt x="297" y="466"/>
                  <a:pt x="276" y="429"/>
                  <a:pt x="276" y="387"/>
                </a:cubicBezTo>
                <a:cubicBezTo>
                  <a:pt x="276" y="349"/>
                  <a:pt x="296" y="313"/>
                  <a:pt x="326" y="291"/>
                </a:cubicBezTo>
                <a:cubicBezTo>
                  <a:pt x="326" y="408"/>
                  <a:pt x="326" y="408"/>
                  <a:pt x="326" y="408"/>
                </a:cubicBezTo>
                <a:cubicBezTo>
                  <a:pt x="326" y="412"/>
                  <a:pt x="329" y="416"/>
                  <a:pt x="332" y="418"/>
                </a:cubicBezTo>
                <a:cubicBezTo>
                  <a:pt x="370" y="441"/>
                  <a:pt x="417" y="441"/>
                  <a:pt x="455" y="418"/>
                </a:cubicBezTo>
                <a:cubicBezTo>
                  <a:pt x="459" y="416"/>
                  <a:pt x="461" y="412"/>
                  <a:pt x="461" y="408"/>
                </a:cubicBezTo>
                <a:cubicBezTo>
                  <a:pt x="461" y="291"/>
                  <a:pt x="461" y="291"/>
                  <a:pt x="461" y="291"/>
                </a:cubicBezTo>
                <a:cubicBezTo>
                  <a:pt x="492" y="313"/>
                  <a:pt x="511" y="349"/>
                  <a:pt x="511" y="387"/>
                </a:cubicBezTo>
                <a:cubicBezTo>
                  <a:pt x="511" y="429"/>
                  <a:pt x="490" y="466"/>
                  <a:pt x="455" y="488"/>
                </a:cubicBezTo>
                <a:cubicBezTo>
                  <a:pt x="451" y="490"/>
                  <a:pt x="449" y="494"/>
                  <a:pt x="449" y="498"/>
                </a:cubicBezTo>
                <a:cubicBezTo>
                  <a:pt x="449" y="601"/>
                  <a:pt x="449" y="601"/>
                  <a:pt x="449" y="601"/>
                </a:cubicBezTo>
                <a:cubicBezTo>
                  <a:pt x="431" y="606"/>
                  <a:pt x="413" y="609"/>
                  <a:pt x="394" y="609"/>
                </a:cubicBezTo>
                <a:cubicBezTo>
                  <a:pt x="375" y="609"/>
                  <a:pt x="356" y="606"/>
                  <a:pt x="338" y="601"/>
                </a:cubicBezTo>
                <a:close/>
                <a:moveTo>
                  <a:pt x="473" y="593"/>
                </a:moveTo>
                <a:cubicBezTo>
                  <a:pt x="473" y="505"/>
                  <a:pt x="473" y="505"/>
                  <a:pt x="473" y="505"/>
                </a:cubicBezTo>
                <a:cubicBezTo>
                  <a:pt x="512" y="478"/>
                  <a:pt x="535" y="435"/>
                  <a:pt x="535" y="387"/>
                </a:cubicBezTo>
                <a:cubicBezTo>
                  <a:pt x="535" y="333"/>
                  <a:pt x="503" y="283"/>
                  <a:pt x="454" y="260"/>
                </a:cubicBezTo>
                <a:cubicBezTo>
                  <a:pt x="450" y="258"/>
                  <a:pt x="446" y="258"/>
                  <a:pt x="443" y="261"/>
                </a:cubicBezTo>
                <a:cubicBezTo>
                  <a:pt x="439" y="263"/>
                  <a:pt x="437" y="267"/>
                  <a:pt x="437" y="270"/>
                </a:cubicBezTo>
                <a:cubicBezTo>
                  <a:pt x="437" y="401"/>
                  <a:pt x="437" y="401"/>
                  <a:pt x="437" y="401"/>
                </a:cubicBezTo>
                <a:cubicBezTo>
                  <a:pt x="410" y="415"/>
                  <a:pt x="378" y="415"/>
                  <a:pt x="350" y="401"/>
                </a:cubicBezTo>
                <a:cubicBezTo>
                  <a:pt x="350" y="270"/>
                  <a:pt x="350" y="270"/>
                  <a:pt x="350" y="270"/>
                </a:cubicBezTo>
                <a:cubicBezTo>
                  <a:pt x="350" y="267"/>
                  <a:pt x="348" y="263"/>
                  <a:pt x="345" y="261"/>
                </a:cubicBezTo>
                <a:cubicBezTo>
                  <a:pt x="341" y="258"/>
                  <a:pt x="337" y="258"/>
                  <a:pt x="333" y="260"/>
                </a:cubicBezTo>
                <a:cubicBezTo>
                  <a:pt x="284" y="283"/>
                  <a:pt x="252" y="333"/>
                  <a:pt x="252" y="387"/>
                </a:cubicBezTo>
                <a:cubicBezTo>
                  <a:pt x="252" y="435"/>
                  <a:pt x="275" y="478"/>
                  <a:pt x="315" y="505"/>
                </a:cubicBezTo>
                <a:cubicBezTo>
                  <a:pt x="315" y="593"/>
                  <a:pt x="315" y="593"/>
                  <a:pt x="315" y="593"/>
                </a:cubicBezTo>
                <a:cubicBezTo>
                  <a:pt x="235" y="562"/>
                  <a:pt x="179" y="484"/>
                  <a:pt x="179" y="394"/>
                </a:cubicBezTo>
                <a:cubicBezTo>
                  <a:pt x="179" y="275"/>
                  <a:pt x="275" y="179"/>
                  <a:pt x="394" y="179"/>
                </a:cubicBezTo>
                <a:cubicBezTo>
                  <a:pt x="512" y="179"/>
                  <a:pt x="608" y="275"/>
                  <a:pt x="608" y="394"/>
                </a:cubicBezTo>
                <a:cubicBezTo>
                  <a:pt x="608" y="484"/>
                  <a:pt x="552" y="562"/>
                  <a:pt x="473" y="593"/>
                </a:cubicBezTo>
                <a:close/>
                <a:moveTo>
                  <a:pt x="756" y="334"/>
                </a:moveTo>
                <a:cubicBezTo>
                  <a:pt x="715" y="334"/>
                  <a:pt x="715" y="334"/>
                  <a:pt x="715" y="334"/>
                </a:cubicBezTo>
                <a:cubicBezTo>
                  <a:pt x="712" y="318"/>
                  <a:pt x="708" y="301"/>
                  <a:pt x="702" y="285"/>
                </a:cubicBezTo>
                <a:cubicBezTo>
                  <a:pt x="738" y="264"/>
                  <a:pt x="738" y="264"/>
                  <a:pt x="738" y="264"/>
                </a:cubicBezTo>
                <a:cubicBezTo>
                  <a:pt x="745" y="260"/>
                  <a:pt x="750" y="253"/>
                  <a:pt x="752" y="245"/>
                </a:cubicBezTo>
                <a:cubicBezTo>
                  <a:pt x="754" y="237"/>
                  <a:pt x="753" y="229"/>
                  <a:pt x="749" y="222"/>
                </a:cubicBezTo>
                <a:cubicBezTo>
                  <a:pt x="721" y="172"/>
                  <a:pt x="721" y="172"/>
                  <a:pt x="721" y="172"/>
                </a:cubicBezTo>
                <a:cubicBezTo>
                  <a:pt x="716" y="165"/>
                  <a:pt x="709" y="160"/>
                  <a:pt x="701" y="158"/>
                </a:cubicBezTo>
                <a:cubicBezTo>
                  <a:pt x="694" y="156"/>
                  <a:pt x="685" y="157"/>
                  <a:pt x="678" y="161"/>
                </a:cubicBezTo>
                <a:cubicBezTo>
                  <a:pt x="642" y="182"/>
                  <a:pt x="642" y="182"/>
                  <a:pt x="642" y="182"/>
                </a:cubicBezTo>
                <a:cubicBezTo>
                  <a:pt x="631" y="169"/>
                  <a:pt x="619" y="156"/>
                  <a:pt x="606" y="145"/>
                </a:cubicBezTo>
                <a:cubicBezTo>
                  <a:pt x="627" y="110"/>
                  <a:pt x="627" y="110"/>
                  <a:pt x="627" y="110"/>
                </a:cubicBezTo>
                <a:cubicBezTo>
                  <a:pt x="631" y="102"/>
                  <a:pt x="632" y="94"/>
                  <a:pt x="630" y="86"/>
                </a:cubicBezTo>
                <a:cubicBezTo>
                  <a:pt x="628" y="78"/>
                  <a:pt x="623" y="71"/>
                  <a:pt x="615" y="67"/>
                </a:cubicBezTo>
                <a:cubicBezTo>
                  <a:pt x="565" y="38"/>
                  <a:pt x="565" y="38"/>
                  <a:pt x="565" y="38"/>
                </a:cubicBezTo>
                <a:cubicBezTo>
                  <a:pt x="551" y="30"/>
                  <a:pt x="532" y="35"/>
                  <a:pt x="523" y="50"/>
                </a:cubicBezTo>
                <a:cubicBezTo>
                  <a:pt x="503" y="86"/>
                  <a:pt x="503" y="86"/>
                  <a:pt x="503" y="86"/>
                </a:cubicBezTo>
                <a:cubicBezTo>
                  <a:pt x="487" y="80"/>
                  <a:pt x="470" y="75"/>
                  <a:pt x="453" y="72"/>
                </a:cubicBezTo>
                <a:cubicBezTo>
                  <a:pt x="453" y="31"/>
                  <a:pt x="453" y="31"/>
                  <a:pt x="453" y="31"/>
                </a:cubicBezTo>
                <a:cubicBezTo>
                  <a:pt x="453" y="14"/>
                  <a:pt x="439" y="0"/>
                  <a:pt x="422" y="0"/>
                </a:cubicBezTo>
                <a:cubicBezTo>
                  <a:pt x="365" y="0"/>
                  <a:pt x="365" y="0"/>
                  <a:pt x="365" y="0"/>
                </a:cubicBezTo>
                <a:cubicBezTo>
                  <a:pt x="348" y="0"/>
                  <a:pt x="334" y="14"/>
                  <a:pt x="334" y="31"/>
                </a:cubicBezTo>
                <a:cubicBezTo>
                  <a:pt x="334" y="72"/>
                  <a:pt x="334" y="72"/>
                  <a:pt x="334" y="72"/>
                </a:cubicBezTo>
                <a:cubicBezTo>
                  <a:pt x="318" y="75"/>
                  <a:pt x="301" y="80"/>
                  <a:pt x="285" y="86"/>
                </a:cubicBezTo>
                <a:cubicBezTo>
                  <a:pt x="264" y="50"/>
                  <a:pt x="264" y="50"/>
                  <a:pt x="264" y="50"/>
                </a:cubicBezTo>
                <a:cubicBezTo>
                  <a:pt x="260" y="43"/>
                  <a:pt x="253" y="38"/>
                  <a:pt x="245" y="36"/>
                </a:cubicBezTo>
                <a:cubicBezTo>
                  <a:pt x="237" y="33"/>
                  <a:pt x="229" y="35"/>
                  <a:pt x="222" y="38"/>
                </a:cubicBezTo>
                <a:cubicBezTo>
                  <a:pt x="172" y="67"/>
                  <a:pt x="172" y="67"/>
                  <a:pt x="172" y="67"/>
                </a:cubicBezTo>
                <a:cubicBezTo>
                  <a:pt x="165" y="71"/>
                  <a:pt x="160" y="78"/>
                  <a:pt x="158" y="86"/>
                </a:cubicBezTo>
                <a:cubicBezTo>
                  <a:pt x="155" y="94"/>
                  <a:pt x="156" y="102"/>
                  <a:pt x="161" y="110"/>
                </a:cubicBezTo>
                <a:cubicBezTo>
                  <a:pt x="181" y="145"/>
                  <a:pt x="181" y="145"/>
                  <a:pt x="181" y="145"/>
                </a:cubicBezTo>
                <a:cubicBezTo>
                  <a:pt x="169" y="156"/>
                  <a:pt x="156" y="169"/>
                  <a:pt x="145" y="182"/>
                </a:cubicBezTo>
                <a:cubicBezTo>
                  <a:pt x="109" y="161"/>
                  <a:pt x="109" y="161"/>
                  <a:pt x="109" y="161"/>
                </a:cubicBezTo>
                <a:cubicBezTo>
                  <a:pt x="102" y="157"/>
                  <a:pt x="94" y="156"/>
                  <a:pt x="86" y="158"/>
                </a:cubicBezTo>
                <a:cubicBezTo>
                  <a:pt x="78" y="160"/>
                  <a:pt x="71" y="165"/>
                  <a:pt x="67" y="172"/>
                </a:cubicBezTo>
                <a:cubicBezTo>
                  <a:pt x="39" y="222"/>
                  <a:pt x="39" y="222"/>
                  <a:pt x="39" y="222"/>
                </a:cubicBezTo>
                <a:cubicBezTo>
                  <a:pt x="30" y="237"/>
                  <a:pt x="35" y="256"/>
                  <a:pt x="50" y="264"/>
                </a:cubicBezTo>
                <a:cubicBezTo>
                  <a:pt x="85" y="285"/>
                  <a:pt x="85" y="285"/>
                  <a:pt x="85" y="285"/>
                </a:cubicBezTo>
                <a:cubicBezTo>
                  <a:pt x="80" y="301"/>
                  <a:pt x="75" y="318"/>
                  <a:pt x="72" y="334"/>
                </a:cubicBezTo>
                <a:cubicBezTo>
                  <a:pt x="31" y="334"/>
                  <a:pt x="31" y="334"/>
                  <a:pt x="31" y="334"/>
                </a:cubicBezTo>
                <a:cubicBezTo>
                  <a:pt x="14" y="334"/>
                  <a:pt x="0" y="348"/>
                  <a:pt x="0" y="365"/>
                </a:cubicBezTo>
                <a:cubicBezTo>
                  <a:pt x="0" y="422"/>
                  <a:pt x="0" y="422"/>
                  <a:pt x="0" y="422"/>
                </a:cubicBezTo>
                <a:cubicBezTo>
                  <a:pt x="0" y="440"/>
                  <a:pt x="14" y="454"/>
                  <a:pt x="31" y="454"/>
                </a:cubicBezTo>
                <a:cubicBezTo>
                  <a:pt x="72" y="454"/>
                  <a:pt x="72" y="454"/>
                  <a:pt x="72" y="454"/>
                </a:cubicBezTo>
                <a:cubicBezTo>
                  <a:pt x="75" y="470"/>
                  <a:pt x="80" y="487"/>
                  <a:pt x="85" y="503"/>
                </a:cubicBezTo>
                <a:cubicBezTo>
                  <a:pt x="50" y="524"/>
                  <a:pt x="50" y="524"/>
                  <a:pt x="50" y="524"/>
                </a:cubicBezTo>
                <a:cubicBezTo>
                  <a:pt x="35" y="532"/>
                  <a:pt x="30" y="551"/>
                  <a:pt x="39" y="566"/>
                </a:cubicBezTo>
                <a:cubicBezTo>
                  <a:pt x="67" y="615"/>
                  <a:pt x="67" y="615"/>
                  <a:pt x="67" y="615"/>
                </a:cubicBezTo>
                <a:cubicBezTo>
                  <a:pt x="71" y="623"/>
                  <a:pt x="78" y="628"/>
                  <a:pt x="86" y="630"/>
                </a:cubicBezTo>
                <a:cubicBezTo>
                  <a:pt x="94" y="632"/>
                  <a:pt x="102" y="631"/>
                  <a:pt x="109" y="627"/>
                </a:cubicBezTo>
                <a:cubicBezTo>
                  <a:pt x="145" y="606"/>
                  <a:pt x="145" y="606"/>
                  <a:pt x="145" y="606"/>
                </a:cubicBezTo>
                <a:cubicBezTo>
                  <a:pt x="156" y="619"/>
                  <a:pt x="169" y="631"/>
                  <a:pt x="181" y="642"/>
                </a:cubicBezTo>
                <a:cubicBezTo>
                  <a:pt x="161" y="678"/>
                  <a:pt x="161" y="678"/>
                  <a:pt x="161" y="678"/>
                </a:cubicBezTo>
                <a:cubicBezTo>
                  <a:pt x="156" y="685"/>
                  <a:pt x="155" y="694"/>
                  <a:pt x="158" y="702"/>
                </a:cubicBezTo>
                <a:cubicBezTo>
                  <a:pt x="160" y="710"/>
                  <a:pt x="165" y="716"/>
                  <a:pt x="172" y="721"/>
                </a:cubicBezTo>
                <a:cubicBezTo>
                  <a:pt x="222" y="749"/>
                  <a:pt x="222" y="749"/>
                  <a:pt x="222" y="749"/>
                </a:cubicBezTo>
                <a:cubicBezTo>
                  <a:pt x="229" y="753"/>
                  <a:pt x="237" y="755"/>
                  <a:pt x="245" y="752"/>
                </a:cubicBezTo>
                <a:cubicBezTo>
                  <a:pt x="253" y="750"/>
                  <a:pt x="260" y="745"/>
                  <a:pt x="264" y="738"/>
                </a:cubicBezTo>
                <a:cubicBezTo>
                  <a:pt x="285" y="702"/>
                  <a:pt x="285" y="702"/>
                  <a:pt x="285" y="702"/>
                </a:cubicBezTo>
                <a:cubicBezTo>
                  <a:pt x="301" y="708"/>
                  <a:pt x="318" y="712"/>
                  <a:pt x="334" y="715"/>
                </a:cubicBezTo>
                <a:cubicBezTo>
                  <a:pt x="334" y="757"/>
                  <a:pt x="334" y="757"/>
                  <a:pt x="334" y="757"/>
                </a:cubicBezTo>
                <a:cubicBezTo>
                  <a:pt x="334" y="774"/>
                  <a:pt x="348" y="788"/>
                  <a:pt x="365" y="788"/>
                </a:cubicBezTo>
                <a:cubicBezTo>
                  <a:pt x="422" y="788"/>
                  <a:pt x="422" y="788"/>
                  <a:pt x="422" y="788"/>
                </a:cubicBezTo>
                <a:cubicBezTo>
                  <a:pt x="439" y="788"/>
                  <a:pt x="453" y="774"/>
                  <a:pt x="453" y="757"/>
                </a:cubicBezTo>
                <a:cubicBezTo>
                  <a:pt x="453" y="715"/>
                  <a:pt x="453" y="715"/>
                  <a:pt x="453" y="715"/>
                </a:cubicBezTo>
                <a:cubicBezTo>
                  <a:pt x="470" y="712"/>
                  <a:pt x="487" y="708"/>
                  <a:pt x="503" y="702"/>
                </a:cubicBezTo>
                <a:cubicBezTo>
                  <a:pt x="523" y="738"/>
                  <a:pt x="523" y="738"/>
                  <a:pt x="523" y="738"/>
                </a:cubicBezTo>
                <a:cubicBezTo>
                  <a:pt x="532" y="753"/>
                  <a:pt x="551" y="758"/>
                  <a:pt x="565" y="749"/>
                </a:cubicBezTo>
                <a:cubicBezTo>
                  <a:pt x="615" y="721"/>
                  <a:pt x="615" y="721"/>
                  <a:pt x="615" y="721"/>
                </a:cubicBezTo>
                <a:cubicBezTo>
                  <a:pt x="630" y="712"/>
                  <a:pt x="635" y="693"/>
                  <a:pt x="627" y="678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9" y="631"/>
                  <a:pt x="631" y="619"/>
                  <a:pt x="642" y="606"/>
                </a:cubicBezTo>
                <a:cubicBezTo>
                  <a:pt x="678" y="627"/>
                  <a:pt x="678" y="627"/>
                  <a:pt x="678" y="627"/>
                </a:cubicBezTo>
                <a:cubicBezTo>
                  <a:pt x="685" y="631"/>
                  <a:pt x="694" y="632"/>
                  <a:pt x="701" y="630"/>
                </a:cubicBezTo>
                <a:cubicBezTo>
                  <a:pt x="709" y="628"/>
                  <a:pt x="716" y="623"/>
                  <a:pt x="721" y="616"/>
                </a:cubicBezTo>
                <a:cubicBezTo>
                  <a:pt x="749" y="566"/>
                  <a:pt x="749" y="566"/>
                  <a:pt x="749" y="566"/>
                </a:cubicBezTo>
                <a:cubicBezTo>
                  <a:pt x="753" y="559"/>
                  <a:pt x="754" y="551"/>
                  <a:pt x="752" y="542"/>
                </a:cubicBezTo>
                <a:cubicBezTo>
                  <a:pt x="750" y="534"/>
                  <a:pt x="745" y="528"/>
                  <a:pt x="738" y="524"/>
                </a:cubicBezTo>
                <a:cubicBezTo>
                  <a:pt x="702" y="503"/>
                  <a:pt x="702" y="503"/>
                  <a:pt x="702" y="503"/>
                </a:cubicBezTo>
                <a:cubicBezTo>
                  <a:pt x="708" y="487"/>
                  <a:pt x="712" y="470"/>
                  <a:pt x="715" y="454"/>
                </a:cubicBezTo>
                <a:cubicBezTo>
                  <a:pt x="756" y="454"/>
                  <a:pt x="756" y="454"/>
                  <a:pt x="756" y="454"/>
                </a:cubicBezTo>
                <a:cubicBezTo>
                  <a:pt x="773" y="454"/>
                  <a:pt x="787" y="440"/>
                  <a:pt x="787" y="422"/>
                </a:cubicBezTo>
                <a:cubicBezTo>
                  <a:pt x="787" y="365"/>
                  <a:pt x="787" y="365"/>
                  <a:pt x="787" y="365"/>
                </a:cubicBezTo>
                <a:cubicBezTo>
                  <a:pt x="787" y="348"/>
                  <a:pt x="773" y="334"/>
                  <a:pt x="756" y="334"/>
                </a:cubicBezTo>
                <a:close/>
                <a:moveTo>
                  <a:pt x="764" y="422"/>
                </a:moveTo>
                <a:cubicBezTo>
                  <a:pt x="764" y="427"/>
                  <a:pt x="760" y="430"/>
                  <a:pt x="756" y="430"/>
                </a:cubicBezTo>
                <a:cubicBezTo>
                  <a:pt x="705" y="430"/>
                  <a:pt x="705" y="430"/>
                  <a:pt x="705" y="430"/>
                </a:cubicBezTo>
                <a:cubicBezTo>
                  <a:pt x="699" y="430"/>
                  <a:pt x="694" y="434"/>
                  <a:pt x="693" y="440"/>
                </a:cubicBezTo>
                <a:cubicBezTo>
                  <a:pt x="690" y="461"/>
                  <a:pt x="684" y="483"/>
                  <a:pt x="676" y="504"/>
                </a:cubicBezTo>
                <a:cubicBezTo>
                  <a:pt x="674" y="509"/>
                  <a:pt x="676" y="515"/>
                  <a:pt x="681" y="519"/>
                </a:cubicBezTo>
                <a:cubicBezTo>
                  <a:pt x="726" y="544"/>
                  <a:pt x="726" y="544"/>
                  <a:pt x="726" y="544"/>
                </a:cubicBezTo>
                <a:cubicBezTo>
                  <a:pt x="727" y="545"/>
                  <a:pt x="728" y="547"/>
                  <a:pt x="729" y="548"/>
                </a:cubicBezTo>
                <a:cubicBezTo>
                  <a:pt x="729" y="551"/>
                  <a:pt x="729" y="552"/>
                  <a:pt x="728" y="554"/>
                </a:cubicBezTo>
                <a:cubicBezTo>
                  <a:pt x="700" y="604"/>
                  <a:pt x="700" y="604"/>
                  <a:pt x="700" y="604"/>
                </a:cubicBezTo>
                <a:cubicBezTo>
                  <a:pt x="699" y="605"/>
                  <a:pt x="697" y="607"/>
                  <a:pt x="695" y="607"/>
                </a:cubicBezTo>
                <a:cubicBezTo>
                  <a:pt x="694" y="607"/>
                  <a:pt x="692" y="607"/>
                  <a:pt x="690" y="606"/>
                </a:cubicBezTo>
                <a:cubicBezTo>
                  <a:pt x="646" y="580"/>
                  <a:pt x="646" y="580"/>
                  <a:pt x="646" y="580"/>
                </a:cubicBezTo>
                <a:cubicBezTo>
                  <a:pt x="640" y="577"/>
                  <a:pt x="634" y="579"/>
                  <a:pt x="630" y="583"/>
                </a:cubicBezTo>
                <a:cubicBezTo>
                  <a:pt x="616" y="600"/>
                  <a:pt x="600" y="616"/>
                  <a:pt x="583" y="630"/>
                </a:cubicBezTo>
                <a:cubicBezTo>
                  <a:pt x="579" y="634"/>
                  <a:pt x="578" y="640"/>
                  <a:pt x="580" y="645"/>
                </a:cubicBezTo>
                <a:cubicBezTo>
                  <a:pt x="606" y="690"/>
                  <a:pt x="606" y="690"/>
                  <a:pt x="606" y="690"/>
                </a:cubicBezTo>
                <a:cubicBezTo>
                  <a:pt x="608" y="694"/>
                  <a:pt x="607" y="698"/>
                  <a:pt x="603" y="700"/>
                </a:cubicBezTo>
                <a:cubicBezTo>
                  <a:pt x="554" y="728"/>
                  <a:pt x="554" y="728"/>
                  <a:pt x="554" y="728"/>
                </a:cubicBezTo>
                <a:cubicBezTo>
                  <a:pt x="550" y="730"/>
                  <a:pt x="546" y="729"/>
                  <a:pt x="544" y="726"/>
                </a:cubicBezTo>
                <a:cubicBezTo>
                  <a:pt x="518" y="681"/>
                  <a:pt x="518" y="681"/>
                  <a:pt x="518" y="681"/>
                </a:cubicBezTo>
                <a:cubicBezTo>
                  <a:pt x="515" y="676"/>
                  <a:pt x="509" y="674"/>
                  <a:pt x="504" y="676"/>
                </a:cubicBezTo>
                <a:cubicBezTo>
                  <a:pt x="483" y="684"/>
                  <a:pt x="461" y="690"/>
                  <a:pt x="439" y="694"/>
                </a:cubicBezTo>
                <a:cubicBezTo>
                  <a:pt x="434" y="694"/>
                  <a:pt x="430" y="699"/>
                  <a:pt x="430" y="705"/>
                </a:cubicBezTo>
                <a:cubicBezTo>
                  <a:pt x="430" y="757"/>
                  <a:pt x="430" y="757"/>
                  <a:pt x="430" y="757"/>
                </a:cubicBezTo>
                <a:cubicBezTo>
                  <a:pt x="430" y="761"/>
                  <a:pt x="426" y="764"/>
                  <a:pt x="422" y="764"/>
                </a:cubicBezTo>
                <a:cubicBezTo>
                  <a:pt x="365" y="764"/>
                  <a:pt x="365" y="764"/>
                  <a:pt x="365" y="764"/>
                </a:cubicBezTo>
                <a:cubicBezTo>
                  <a:pt x="361" y="764"/>
                  <a:pt x="358" y="761"/>
                  <a:pt x="358" y="757"/>
                </a:cubicBezTo>
                <a:cubicBezTo>
                  <a:pt x="358" y="705"/>
                  <a:pt x="358" y="705"/>
                  <a:pt x="358" y="705"/>
                </a:cubicBezTo>
                <a:cubicBezTo>
                  <a:pt x="358" y="699"/>
                  <a:pt x="354" y="694"/>
                  <a:pt x="348" y="694"/>
                </a:cubicBezTo>
                <a:cubicBezTo>
                  <a:pt x="326" y="690"/>
                  <a:pt x="304" y="684"/>
                  <a:pt x="284" y="676"/>
                </a:cubicBezTo>
                <a:cubicBezTo>
                  <a:pt x="282" y="676"/>
                  <a:pt x="281" y="675"/>
                  <a:pt x="279" y="675"/>
                </a:cubicBezTo>
                <a:cubicBezTo>
                  <a:pt x="275" y="675"/>
                  <a:pt x="271" y="678"/>
                  <a:pt x="269" y="681"/>
                </a:cubicBezTo>
                <a:cubicBezTo>
                  <a:pt x="243" y="726"/>
                  <a:pt x="243" y="726"/>
                  <a:pt x="243" y="726"/>
                </a:cubicBezTo>
                <a:cubicBezTo>
                  <a:pt x="243" y="728"/>
                  <a:pt x="241" y="729"/>
                  <a:pt x="239" y="729"/>
                </a:cubicBezTo>
                <a:cubicBezTo>
                  <a:pt x="237" y="730"/>
                  <a:pt x="235" y="729"/>
                  <a:pt x="233" y="728"/>
                </a:cubicBezTo>
                <a:cubicBezTo>
                  <a:pt x="184" y="700"/>
                  <a:pt x="184" y="700"/>
                  <a:pt x="184" y="700"/>
                </a:cubicBezTo>
                <a:cubicBezTo>
                  <a:pt x="182" y="699"/>
                  <a:pt x="181" y="697"/>
                  <a:pt x="181" y="696"/>
                </a:cubicBezTo>
                <a:cubicBezTo>
                  <a:pt x="180" y="694"/>
                  <a:pt x="180" y="692"/>
                  <a:pt x="181" y="690"/>
                </a:cubicBezTo>
                <a:cubicBezTo>
                  <a:pt x="207" y="645"/>
                  <a:pt x="207" y="645"/>
                  <a:pt x="207" y="645"/>
                </a:cubicBezTo>
                <a:cubicBezTo>
                  <a:pt x="210" y="640"/>
                  <a:pt x="209" y="634"/>
                  <a:pt x="204" y="630"/>
                </a:cubicBezTo>
                <a:cubicBezTo>
                  <a:pt x="187" y="616"/>
                  <a:pt x="171" y="600"/>
                  <a:pt x="157" y="583"/>
                </a:cubicBezTo>
                <a:cubicBezTo>
                  <a:pt x="154" y="579"/>
                  <a:pt x="147" y="577"/>
                  <a:pt x="142" y="580"/>
                </a:cubicBezTo>
                <a:cubicBezTo>
                  <a:pt x="97" y="606"/>
                  <a:pt x="97" y="606"/>
                  <a:pt x="97" y="606"/>
                </a:cubicBezTo>
                <a:cubicBezTo>
                  <a:pt x="96" y="607"/>
                  <a:pt x="94" y="607"/>
                  <a:pt x="92" y="607"/>
                </a:cubicBezTo>
                <a:cubicBezTo>
                  <a:pt x="90" y="607"/>
                  <a:pt x="89" y="605"/>
                  <a:pt x="88" y="604"/>
                </a:cubicBezTo>
                <a:cubicBezTo>
                  <a:pt x="59" y="554"/>
                  <a:pt x="59" y="554"/>
                  <a:pt x="59" y="554"/>
                </a:cubicBezTo>
                <a:cubicBezTo>
                  <a:pt x="57" y="551"/>
                  <a:pt x="58" y="546"/>
                  <a:pt x="62" y="544"/>
                </a:cubicBezTo>
                <a:cubicBezTo>
                  <a:pt x="106" y="519"/>
                  <a:pt x="106" y="519"/>
                  <a:pt x="106" y="519"/>
                </a:cubicBezTo>
                <a:cubicBezTo>
                  <a:pt x="111" y="515"/>
                  <a:pt x="114" y="509"/>
                  <a:pt x="111" y="504"/>
                </a:cubicBezTo>
                <a:cubicBezTo>
                  <a:pt x="103" y="483"/>
                  <a:pt x="97" y="461"/>
                  <a:pt x="94" y="440"/>
                </a:cubicBezTo>
                <a:cubicBezTo>
                  <a:pt x="93" y="434"/>
                  <a:pt x="88" y="430"/>
                  <a:pt x="82" y="430"/>
                </a:cubicBezTo>
                <a:cubicBezTo>
                  <a:pt x="31" y="430"/>
                  <a:pt x="31" y="430"/>
                  <a:pt x="31" y="430"/>
                </a:cubicBezTo>
                <a:cubicBezTo>
                  <a:pt x="27" y="430"/>
                  <a:pt x="24" y="427"/>
                  <a:pt x="24" y="422"/>
                </a:cubicBezTo>
                <a:cubicBezTo>
                  <a:pt x="24" y="365"/>
                  <a:pt x="24" y="365"/>
                  <a:pt x="24" y="365"/>
                </a:cubicBezTo>
                <a:cubicBezTo>
                  <a:pt x="24" y="361"/>
                  <a:pt x="27" y="358"/>
                  <a:pt x="31" y="358"/>
                </a:cubicBezTo>
                <a:cubicBezTo>
                  <a:pt x="82" y="358"/>
                  <a:pt x="82" y="358"/>
                  <a:pt x="82" y="358"/>
                </a:cubicBezTo>
                <a:cubicBezTo>
                  <a:pt x="88" y="358"/>
                  <a:pt x="93" y="354"/>
                  <a:pt x="94" y="348"/>
                </a:cubicBezTo>
                <a:cubicBezTo>
                  <a:pt x="97" y="326"/>
                  <a:pt x="103" y="305"/>
                  <a:pt x="111" y="284"/>
                </a:cubicBezTo>
                <a:cubicBezTo>
                  <a:pt x="114" y="279"/>
                  <a:pt x="111" y="272"/>
                  <a:pt x="106" y="269"/>
                </a:cubicBezTo>
                <a:cubicBezTo>
                  <a:pt x="62" y="244"/>
                  <a:pt x="62" y="244"/>
                  <a:pt x="62" y="244"/>
                </a:cubicBezTo>
                <a:cubicBezTo>
                  <a:pt x="58" y="241"/>
                  <a:pt x="57" y="237"/>
                  <a:pt x="59" y="23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89" y="183"/>
                  <a:pt x="90" y="181"/>
                  <a:pt x="92" y="181"/>
                </a:cubicBezTo>
                <a:cubicBezTo>
                  <a:pt x="94" y="180"/>
                  <a:pt x="96" y="180"/>
                  <a:pt x="97" y="182"/>
                </a:cubicBezTo>
                <a:cubicBezTo>
                  <a:pt x="142" y="207"/>
                  <a:pt x="142" y="207"/>
                  <a:pt x="142" y="207"/>
                </a:cubicBezTo>
                <a:cubicBezTo>
                  <a:pt x="147" y="210"/>
                  <a:pt x="154" y="209"/>
                  <a:pt x="157" y="204"/>
                </a:cubicBezTo>
                <a:cubicBezTo>
                  <a:pt x="171" y="187"/>
                  <a:pt x="187" y="171"/>
                  <a:pt x="204" y="157"/>
                </a:cubicBezTo>
                <a:cubicBezTo>
                  <a:pt x="209" y="154"/>
                  <a:pt x="210" y="147"/>
                  <a:pt x="207" y="142"/>
                </a:cubicBezTo>
                <a:cubicBezTo>
                  <a:pt x="181" y="98"/>
                  <a:pt x="181" y="98"/>
                  <a:pt x="181" y="98"/>
                </a:cubicBezTo>
                <a:cubicBezTo>
                  <a:pt x="180" y="96"/>
                  <a:pt x="180" y="94"/>
                  <a:pt x="181" y="92"/>
                </a:cubicBezTo>
                <a:cubicBezTo>
                  <a:pt x="181" y="90"/>
                  <a:pt x="182" y="89"/>
                  <a:pt x="184" y="88"/>
                </a:cubicBezTo>
                <a:cubicBezTo>
                  <a:pt x="233" y="59"/>
                  <a:pt x="233" y="59"/>
                  <a:pt x="233" y="59"/>
                </a:cubicBezTo>
                <a:cubicBezTo>
                  <a:pt x="235" y="58"/>
                  <a:pt x="237" y="58"/>
                  <a:pt x="239" y="58"/>
                </a:cubicBezTo>
                <a:cubicBezTo>
                  <a:pt x="241" y="59"/>
                  <a:pt x="243" y="60"/>
                  <a:pt x="243" y="62"/>
                </a:cubicBezTo>
                <a:cubicBezTo>
                  <a:pt x="269" y="106"/>
                  <a:pt x="269" y="106"/>
                  <a:pt x="269" y="106"/>
                </a:cubicBezTo>
                <a:cubicBezTo>
                  <a:pt x="272" y="111"/>
                  <a:pt x="278" y="114"/>
                  <a:pt x="284" y="111"/>
                </a:cubicBezTo>
                <a:cubicBezTo>
                  <a:pt x="304" y="103"/>
                  <a:pt x="326" y="98"/>
                  <a:pt x="348" y="94"/>
                </a:cubicBezTo>
                <a:cubicBezTo>
                  <a:pt x="354" y="93"/>
                  <a:pt x="358" y="88"/>
                  <a:pt x="358" y="82"/>
                </a:cubicBezTo>
                <a:cubicBezTo>
                  <a:pt x="358" y="31"/>
                  <a:pt x="358" y="31"/>
                  <a:pt x="358" y="31"/>
                </a:cubicBezTo>
                <a:cubicBezTo>
                  <a:pt x="358" y="27"/>
                  <a:pt x="361" y="24"/>
                  <a:pt x="365" y="24"/>
                </a:cubicBezTo>
                <a:cubicBezTo>
                  <a:pt x="422" y="24"/>
                  <a:pt x="422" y="24"/>
                  <a:pt x="422" y="24"/>
                </a:cubicBezTo>
                <a:cubicBezTo>
                  <a:pt x="426" y="24"/>
                  <a:pt x="430" y="27"/>
                  <a:pt x="430" y="31"/>
                </a:cubicBezTo>
                <a:cubicBezTo>
                  <a:pt x="430" y="82"/>
                  <a:pt x="430" y="82"/>
                  <a:pt x="430" y="82"/>
                </a:cubicBezTo>
                <a:cubicBezTo>
                  <a:pt x="430" y="88"/>
                  <a:pt x="434" y="93"/>
                  <a:pt x="439" y="94"/>
                </a:cubicBezTo>
                <a:cubicBezTo>
                  <a:pt x="461" y="98"/>
                  <a:pt x="483" y="103"/>
                  <a:pt x="504" y="111"/>
                </a:cubicBezTo>
                <a:cubicBezTo>
                  <a:pt x="509" y="114"/>
                  <a:pt x="515" y="111"/>
                  <a:pt x="518" y="106"/>
                </a:cubicBezTo>
                <a:cubicBezTo>
                  <a:pt x="544" y="62"/>
                  <a:pt x="544" y="62"/>
                  <a:pt x="544" y="62"/>
                </a:cubicBezTo>
                <a:cubicBezTo>
                  <a:pt x="546" y="58"/>
                  <a:pt x="551" y="57"/>
                  <a:pt x="554" y="59"/>
                </a:cubicBezTo>
                <a:cubicBezTo>
                  <a:pt x="603" y="88"/>
                  <a:pt x="603" y="88"/>
                  <a:pt x="603" y="88"/>
                </a:cubicBezTo>
                <a:cubicBezTo>
                  <a:pt x="605" y="89"/>
                  <a:pt x="606" y="90"/>
                  <a:pt x="607" y="92"/>
                </a:cubicBezTo>
                <a:cubicBezTo>
                  <a:pt x="607" y="94"/>
                  <a:pt x="607" y="96"/>
                  <a:pt x="606" y="98"/>
                </a:cubicBezTo>
                <a:cubicBezTo>
                  <a:pt x="580" y="142"/>
                  <a:pt x="580" y="142"/>
                  <a:pt x="580" y="142"/>
                </a:cubicBezTo>
                <a:cubicBezTo>
                  <a:pt x="578" y="147"/>
                  <a:pt x="579" y="154"/>
                  <a:pt x="583" y="157"/>
                </a:cubicBezTo>
                <a:cubicBezTo>
                  <a:pt x="600" y="171"/>
                  <a:pt x="616" y="187"/>
                  <a:pt x="630" y="204"/>
                </a:cubicBezTo>
                <a:cubicBezTo>
                  <a:pt x="634" y="209"/>
                  <a:pt x="640" y="210"/>
                  <a:pt x="646" y="207"/>
                </a:cubicBezTo>
                <a:cubicBezTo>
                  <a:pt x="690" y="182"/>
                  <a:pt x="690" y="182"/>
                  <a:pt x="690" y="182"/>
                </a:cubicBezTo>
                <a:cubicBezTo>
                  <a:pt x="692" y="180"/>
                  <a:pt x="694" y="180"/>
                  <a:pt x="695" y="181"/>
                </a:cubicBezTo>
                <a:cubicBezTo>
                  <a:pt x="697" y="181"/>
                  <a:pt x="699" y="183"/>
                  <a:pt x="700" y="184"/>
                </a:cubicBezTo>
                <a:cubicBezTo>
                  <a:pt x="728" y="234"/>
                  <a:pt x="728" y="234"/>
                  <a:pt x="728" y="234"/>
                </a:cubicBezTo>
                <a:cubicBezTo>
                  <a:pt x="729" y="235"/>
                  <a:pt x="729" y="237"/>
                  <a:pt x="729" y="239"/>
                </a:cubicBezTo>
                <a:cubicBezTo>
                  <a:pt x="728" y="241"/>
                  <a:pt x="727" y="242"/>
                  <a:pt x="726" y="244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676" y="272"/>
                  <a:pt x="674" y="279"/>
                  <a:pt x="676" y="284"/>
                </a:cubicBezTo>
                <a:cubicBezTo>
                  <a:pt x="684" y="305"/>
                  <a:pt x="690" y="326"/>
                  <a:pt x="693" y="348"/>
                </a:cubicBezTo>
                <a:cubicBezTo>
                  <a:pt x="694" y="354"/>
                  <a:pt x="699" y="358"/>
                  <a:pt x="705" y="358"/>
                </a:cubicBezTo>
                <a:cubicBezTo>
                  <a:pt x="756" y="358"/>
                  <a:pt x="756" y="358"/>
                  <a:pt x="756" y="358"/>
                </a:cubicBezTo>
                <a:cubicBezTo>
                  <a:pt x="760" y="358"/>
                  <a:pt x="764" y="361"/>
                  <a:pt x="764" y="365"/>
                </a:cubicBezTo>
                <a:lnTo>
                  <a:pt x="764" y="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" name="Freeform 26">
            <a:extLst>
              <a:ext uri="{FF2B5EF4-FFF2-40B4-BE49-F238E27FC236}">
                <a16:creationId xmlns:a16="http://schemas.microsoft.com/office/drawing/2014/main" id="{74AB6A71-9027-217C-01D1-BE0DF95926C5}"/>
              </a:ext>
            </a:extLst>
          </p:cNvPr>
          <p:cNvSpPr>
            <a:spLocks noEditPoints="1"/>
          </p:cNvSpPr>
          <p:nvPr/>
        </p:nvSpPr>
        <p:spPr bwMode="auto">
          <a:xfrm>
            <a:off x="8333698" y="5487941"/>
            <a:ext cx="237522" cy="341172"/>
          </a:xfrm>
          <a:custGeom>
            <a:avLst/>
            <a:gdLst>
              <a:gd name="T0" fmla="*/ 478 w 549"/>
              <a:gd name="T1" fmla="*/ 0 h 788"/>
              <a:gd name="T2" fmla="*/ 71 w 549"/>
              <a:gd name="T3" fmla="*/ 0 h 788"/>
              <a:gd name="T4" fmla="*/ 0 w 549"/>
              <a:gd name="T5" fmla="*/ 71 h 788"/>
              <a:gd name="T6" fmla="*/ 0 w 549"/>
              <a:gd name="T7" fmla="*/ 131 h 788"/>
              <a:gd name="T8" fmla="*/ 0 w 549"/>
              <a:gd name="T9" fmla="*/ 656 h 788"/>
              <a:gd name="T10" fmla="*/ 0 w 549"/>
              <a:gd name="T11" fmla="*/ 717 h 788"/>
              <a:gd name="T12" fmla="*/ 71 w 549"/>
              <a:gd name="T13" fmla="*/ 788 h 788"/>
              <a:gd name="T14" fmla="*/ 478 w 549"/>
              <a:gd name="T15" fmla="*/ 788 h 788"/>
              <a:gd name="T16" fmla="*/ 549 w 549"/>
              <a:gd name="T17" fmla="*/ 717 h 788"/>
              <a:gd name="T18" fmla="*/ 549 w 549"/>
              <a:gd name="T19" fmla="*/ 656 h 788"/>
              <a:gd name="T20" fmla="*/ 549 w 549"/>
              <a:gd name="T21" fmla="*/ 131 h 788"/>
              <a:gd name="T22" fmla="*/ 549 w 549"/>
              <a:gd name="T23" fmla="*/ 71 h 788"/>
              <a:gd name="T24" fmla="*/ 478 w 549"/>
              <a:gd name="T25" fmla="*/ 0 h 788"/>
              <a:gd name="T26" fmla="*/ 71 w 549"/>
              <a:gd name="T27" fmla="*/ 24 h 788"/>
              <a:gd name="T28" fmla="*/ 478 w 549"/>
              <a:gd name="T29" fmla="*/ 24 h 788"/>
              <a:gd name="T30" fmla="*/ 525 w 549"/>
              <a:gd name="T31" fmla="*/ 71 h 788"/>
              <a:gd name="T32" fmla="*/ 525 w 549"/>
              <a:gd name="T33" fmla="*/ 119 h 788"/>
              <a:gd name="T34" fmla="*/ 24 w 549"/>
              <a:gd name="T35" fmla="*/ 119 h 788"/>
              <a:gd name="T36" fmla="*/ 24 w 549"/>
              <a:gd name="T37" fmla="*/ 71 h 788"/>
              <a:gd name="T38" fmla="*/ 71 w 549"/>
              <a:gd name="T39" fmla="*/ 24 h 788"/>
              <a:gd name="T40" fmla="*/ 525 w 549"/>
              <a:gd name="T41" fmla="*/ 645 h 788"/>
              <a:gd name="T42" fmla="*/ 24 w 549"/>
              <a:gd name="T43" fmla="*/ 645 h 788"/>
              <a:gd name="T44" fmla="*/ 24 w 549"/>
              <a:gd name="T45" fmla="*/ 143 h 788"/>
              <a:gd name="T46" fmla="*/ 525 w 549"/>
              <a:gd name="T47" fmla="*/ 143 h 788"/>
              <a:gd name="T48" fmla="*/ 525 w 549"/>
              <a:gd name="T49" fmla="*/ 645 h 788"/>
              <a:gd name="T50" fmla="*/ 478 w 549"/>
              <a:gd name="T51" fmla="*/ 764 h 788"/>
              <a:gd name="T52" fmla="*/ 71 w 549"/>
              <a:gd name="T53" fmla="*/ 764 h 788"/>
              <a:gd name="T54" fmla="*/ 24 w 549"/>
              <a:gd name="T55" fmla="*/ 717 h 788"/>
              <a:gd name="T56" fmla="*/ 24 w 549"/>
              <a:gd name="T57" fmla="*/ 668 h 788"/>
              <a:gd name="T58" fmla="*/ 525 w 549"/>
              <a:gd name="T59" fmla="*/ 668 h 788"/>
              <a:gd name="T60" fmla="*/ 525 w 549"/>
              <a:gd name="T61" fmla="*/ 717 h 788"/>
              <a:gd name="T62" fmla="*/ 478 w 549"/>
              <a:gd name="T63" fmla="*/ 764 h 788"/>
              <a:gd name="T64" fmla="*/ 203 w 549"/>
              <a:gd name="T65" fmla="*/ 72 h 788"/>
              <a:gd name="T66" fmla="*/ 215 w 549"/>
              <a:gd name="T67" fmla="*/ 60 h 788"/>
              <a:gd name="T68" fmla="*/ 334 w 549"/>
              <a:gd name="T69" fmla="*/ 60 h 788"/>
              <a:gd name="T70" fmla="*/ 346 w 549"/>
              <a:gd name="T71" fmla="*/ 72 h 788"/>
              <a:gd name="T72" fmla="*/ 334 w 549"/>
              <a:gd name="T73" fmla="*/ 84 h 788"/>
              <a:gd name="T74" fmla="*/ 215 w 549"/>
              <a:gd name="T75" fmla="*/ 84 h 788"/>
              <a:gd name="T76" fmla="*/ 203 w 549"/>
              <a:gd name="T77" fmla="*/ 72 h 788"/>
              <a:gd name="T78" fmla="*/ 167 w 549"/>
              <a:gd name="T79" fmla="*/ 716 h 788"/>
              <a:gd name="T80" fmla="*/ 155 w 549"/>
              <a:gd name="T81" fmla="*/ 728 h 788"/>
              <a:gd name="T82" fmla="*/ 143 w 549"/>
              <a:gd name="T83" fmla="*/ 716 h 788"/>
              <a:gd name="T84" fmla="*/ 155 w 549"/>
              <a:gd name="T85" fmla="*/ 704 h 788"/>
              <a:gd name="T86" fmla="*/ 167 w 549"/>
              <a:gd name="T87" fmla="*/ 716 h 788"/>
              <a:gd name="T88" fmla="*/ 405 w 549"/>
              <a:gd name="T89" fmla="*/ 716 h 788"/>
              <a:gd name="T90" fmla="*/ 394 w 549"/>
              <a:gd name="T91" fmla="*/ 728 h 788"/>
              <a:gd name="T92" fmla="*/ 382 w 549"/>
              <a:gd name="T93" fmla="*/ 716 h 788"/>
              <a:gd name="T94" fmla="*/ 394 w 549"/>
              <a:gd name="T95" fmla="*/ 704 h 788"/>
              <a:gd name="T96" fmla="*/ 405 w 549"/>
              <a:gd name="T97" fmla="*/ 716 h 788"/>
              <a:gd name="T98" fmla="*/ 286 w 549"/>
              <a:gd name="T99" fmla="*/ 716 h 788"/>
              <a:gd name="T100" fmla="*/ 274 w 549"/>
              <a:gd name="T101" fmla="*/ 728 h 788"/>
              <a:gd name="T102" fmla="*/ 262 w 549"/>
              <a:gd name="T103" fmla="*/ 716 h 788"/>
              <a:gd name="T104" fmla="*/ 274 w 549"/>
              <a:gd name="T105" fmla="*/ 704 h 788"/>
              <a:gd name="T106" fmla="*/ 286 w 549"/>
              <a:gd name="T107" fmla="*/ 716 h 788"/>
              <a:gd name="T108" fmla="*/ 375 w 549"/>
              <a:gd name="T109" fmla="*/ 72 h 788"/>
              <a:gd name="T110" fmla="*/ 387 w 549"/>
              <a:gd name="T111" fmla="*/ 60 h 788"/>
              <a:gd name="T112" fmla="*/ 399 w 549"/>
              <a:gd name="T113" fmla="*/ 72 h 788"/>
              <a:gd name="T114" fmla="*/ 387 w 549"/>
              <a:gd name="T115" fmla="*/ 84 h 788"/>
              <a:gd name="T116" fmla="*/ 375 w 549"/>
              <a:gd name="T117" fmla="*/ 72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49" h="788">
                <a:moveTo>
                  <a:pt x="478" y="0"/>
                </a:moveTo>
                <a:cubicBezTo>
                  <a:pt x="71" y="0"/>
                  <a:pt x="71" y="0"/>
                  <a:pt x="71" y="0"/>
                </a:cubicBezTo>
                <a:cubicBezTo>
                  <a:pt x="32" y="0"/>
                  <a:pt x="0" y="32"/>
                  <a:pt x="0" y="71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656"/>
                  <a:pt x="0" y="656"/>
                  <a:pt x="0" y="656"/>
                </a:cubicBezTo>
                <a:cubicBezTo>
                  <a:pt x="0" y="717"/>
                  <a:pt x="0" y="717"/>
                  <a:pt x="0" y="717"/>
                </a:cubicBezTo>
                <a:cubicBezTo>
                  <a:pt x="0" y="756"/>
                  <a:pt x="32" y="788"/>
                  <a:pt x="71" y="788"/>
                </a:cubicBezTo>
                <a:cubicBezTo>
                  <a:pt x="478" y="788"/>
                  <a:pt x="478" y="788"/>
                  <a:pt x="478" y="788"/>
                </a:cubicBezTo>
                <a:cubicBezTo>
                  <a:pt x="517" y="788"/>
                  <a:pt x="549" y="756"/>
                  <a:pt x="549" y="717"/>
                </a:cubicBezTo>
                <a:cubicBezTo>
                  <a:pt x="549" y="656"/>
                  <a:pt x="549" y="656"/>
                  <a:pt x="549" y="656"/>
                </a:cubicBezTo>
                <a:cubicBezTo>
                  <a:pt x="549" y="131"/>
                  <a:pt x="549" y="131"/>
                  <a:pt x="549" y="131"/>
                </a:cubicBezTo>
                <a:cubicBezTo>
                  <a:pt x="549" y="71"/>
                  <a:pt x="549" y="71"/>
                  <a:pt x="549" y="71"/>
                </a:cubicBezTo>
                <a:cubicBezTo>
                  <a:pt x="549" y="32"/>
                  <a:pt x="517" y="0"/>
                  <a:pt x="478" y="0"/>
                </a:cubicBezTo>
                <a:close/>
                <a:moveTo>
                  <a:pt x="71" y="24"/>
                </a:moveTo>
                <a:cubicBezTo>
                  <a:pt x="478" y="24"/>
                  <a:pt x="478" y="24"/>
                  <a:pt x="478" y="24"/>
                </a:cubicBezTo>
                <a:cubicBezTo>
                  <a:pt x="504" y="24"/>
                  <a:pt x="525" y="45"/>
                  <a:pt x="525" y="71"/>
                </a:cubicBezTo>
                <a:cubicBezTo>
                  <a:pt x="525" y="119"/>
                  <a:pt x="525" y="119"/>
                  <a:pt x="525" y="119"/>
                </a:cubicBezTo>
                <a:cubicBezTo>
                  <a:pt x="24" y="119"/>
                  <a:pt x="24" y="119"/>
                  <a:pt x="24" y="119"/>
                </a:cubicBezTo>
                <a:cubicBezTo>
                  <a:pt x="24" y="71"/>
                  <a:pt x="24" y="71"/>
                  <a:pt x="24" y="71"/>
                </a:cubicBezTo>
                <a:cubicBezTo>
                  <a:pt x="24" y="45"/>
                  <a:pt x="45" y="24"/>
                  <a:pt x="71" y="24"/>
                </a:cubicBezTo>
                <a:close/>
                <a:moveTo>
                  <a:pt x="525" y="645"/>
                </a:moveTo>
                <a:cubicBezTo>
                  <a:pt x="24" y="645"/>
                  <a:pt x="24" y="645"/>
                  <a:pt x="24" y="645"/>
                </a:cubicBezTo>
                <a:cubicBezTo>
                  <a:pt x="24" y="143"/>
                  <a:pt x="24" y="143"/>
                  <a:pt x="24" y="143"/>
                </a:cubicBezTo>
                <a:cubicBezTo>
                  <a:pt x="525" y="143"/>
                  <a:pt x="525" y="143"/>
                  <a:pt x="525" y="143"/>
                </a:cubicBezTo>
                <a:lnTo>
                  <a:pt x="525" y="645"/>
                </a:lnTo>
                <a:close/>
                <a:moveTo>
                  <a:pt x="478" y="764"/>
                </a:moveTo>
                <a:cubicBezTo>
                  <a:pt x="71" y="764"/>
                  <a:pt x="71" y="764"/>
                  <a:pt x="71" y="764"/>
                </a:cubicBezTo>
                <a:cubicBezTo>
                  <a:pt x="45" y="764"/>
                  <a:pt x="24" y="743"/>
                  <a:pt x="24" y="717"/>
                </a:cubicBezTo>
                <a:cubicBezTo>
                  <a:pt x="24" y="668"/>
                  <a:pt x="24" y="668"/>
                  <a:pt x="24" y="668"/>
                </a:cubicBezTo>
                <a:cubicBezTo>
                  <a:pt x="525" y="668"/>
                  <a:pt x="525" y="668"/>
                  <a:pt x="525" y="668"/>
                </a:cubicBezTo>
                <a:cubicBezTo>
                  <a:pt x="525" y="717"/>
                  <a:pt x="525" y="717"/>
                  <a:pt x="525" y="717"/>
                </a:cubicBezTo>
                <a:cubicBezTo>
                  <a:pt x="525" y="743"/>
                  <a:pt x="504" y="764"/>
                  <a:pt x="478" y="764"/>
                </a:cubicBezTo>
                <a:close/>
                <a:moveTo>
                  <a:pt x="203" y="72"/>
                </a:moveTo>
                <a:cubicBezTo>
                  <a:pt x="203" y="65"/>
                  <a:pt x="208" y="60"/>
                  <a:pt x="215" y="60"/>
                </a:cubicBezTo>
                <a:cubicBezTo>
                  <a:pt x="334" y="60"/>
                  <a:pt x="334" y="60"/>
                  <a:pt x="334" y="60"/>
                </a:cubicBezTo>
                <a:cubicBezTo>
                  <a:pt x="341" y="60"/>
                  <a:pt x="346" y="65"/>
                  <a:pt x="346" y="72"/>
                </a:cubicBezTo>
                <a:cubicBezTo>
                  <a:pt x="346" y="78"/>
                  <a:pt x="341" y="84"/>
                  <a:pt x="334" y="84"/>
                </a:cubicBezTo>
                <a:cubicBezTo>
                  <a:pt x="215" y="84"/>
                  <a:pt x="215" y="84"/>
                  <a:pt x="215" y="84"/>
                </a:cubicBezTo>
                <a:cubicBezTo>
                  <a:pt x="208" y="84"/>
                  <a:pt x="203" y="78"/>
                  <a:pt x="203" y="72"/>
                </a:cubicBezTo>
                <a:close/>
                <a:moveTo>
                  <a:pt x="167" y="716"/>
                </a:moveTo>
                <a:cubicBezTo>
                  <a:pt x="167" y="723"/>
                  <a:pt x="162" y="728"/>
                  <a:pt x="155" y="728"/>
                </a:cubicBezTo>
                <a:cubicBezTo>
                  <a:pt x="148" y="728"/>
                  <a:pt x="143" y="723"/>
                  <a:pt x="143" y="716"/>
                </a:cubicBezTo>
                <a:cubicBezTo>
                  <a:pt x="143" y="709"/>
                  <a:pt x="148" y="704"/>
                  <a:pt x="155" y="704"/>
                </a:cubicBezTo>
                <a:cubicBezTo>
                  <a:pt x="162" y="704"/>
                  <a:pt x="167" y="709"/>
                  <a:pt x="167" y="716"/>
                </a:cubicBezTo>
                <a:close/>
                <a:moveTo>
                  <a:pt x="405" y="716"/>
                </a:moveTo>
                <a:cubicBezTo>
                  <a:pt x="405" y="723"/>
                  <a:pt x="400" y="728"/>
                  <a:pt x="394" y="728"/>
                </a:cubicBezTo>
                <a:cubicBezTo>
                  <a:pt x="387" y="728"/>
                  <a:pt x="382" y="723"/>
                  <a:pt x="382" y="716"/>
                </a:cubicBezTo>
                <a:cubicBezTo>
                  <a:pt x="382" y="709"/>
                  <a:pt x="387" y="704"/>
                  <a:pt x="394" y="704"/>
                </a:cubicBezTo>
                <a:cubicBezTo>
                  <a:pt x="400" y="704"/>
                  <a:pt x="405" y="709"/>
                  <a:pt x="405" y="716"/>
                </a:cubicBezTo>
                <a:close/>
                <a:moveTo>
                  <a:pt x="286" y="716"/>
                </a:moveTo>
                <a:cubicBezTo>
                  <a:pt x="286" y="723"/>
                  <a:pt x="281" y="728"/>
                  <a:pt x="274" y="728"/>
                </a:cubicBezTo>
                <a:cubicBezTo>
                  <a:pt x="268" y="728"/>
                  <a:pt x="262" y="723"/>
                  <a:pt x="262" y="716"/>
                </a:cubicBezTo>
                <a:cubicBezTo>
                  <a:pt x="262" y="709"/>
                  <a:pt x="268" y="704"/>
                  <a:pt x="274" y="704"/>
                </a:cubicBezTo>
                <a:cubicBezTo>
                  <a:pt x="281" y="704"/>
                  <a:pt x="286" y="709"/>
                  <a:pt x="286" y="716"/>
                </a:cubicBezTo>
                <a:close/>
                <a:moveTo>
                  <a:pt x="375" y="72"/>
                </a:moveTo>
                <a:cubicBezTo>
                  <a:pt x="375" y="65"/>
                  <a:pt x="380" y="60"/>
                  <a:pt x="387" y="60"/>
                </a:cubicBezTo>
                <a:cubicBezTo>
                  <a:pt x="393" y="60"/>
                  <a:pt x="399" y="65"/>
                  <a:pt x="399" y="72"/>
                </a:cubicBezTo>
                <a:cubicBezTo>
                  <a:pt x="399" y="78"/>
                  <a:pt x="393" y="84"/>
                  <a:pt x="387" y="84"/>
                </a:cubicBezTo>
                <a:cubicBezTo>
                  <a:pt x="380" y="84"/>
                  <a:pt x="375" y="78"/>
                  <a:pt x="375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" name="Freeform 29">
            <a:extLst>
              <a:ext uri="{FF2B5EF4-FFF2-40B4-BE49-F238E27FC236}">
                <a16:creationId xmlns:a16="http://schemas.microsoft.com/office/drawing/2014/main" id="{BF293AC4-7D94-EA16-5A70-8D28AD9AAF3B}"/>
              </a:ext>
            </a:extLst>
          </p:cNvPr>
          <p:cNvSpPr>
            <a:spLocks noEditPoints="1"/>
          </p:cNvSpPr>
          <p:nvPr/>
        </p:nvSpPr>
        <p:spPr bwMode="auto">
          <a:xfrm>
            <a:off x="4499334" y="1829501"/>
            <a:ext cx="340642" cy="341703"/>
          </a:xfrm>
          <a:custGeom>
            <a:avLst/>
            <a:gdLst>
              <a:gd name="T0" fmla="*/ 786 w 787"/>
              <a:gd name="T1" fmla="*/ 334 h 789"/>
              <a:gd name="T2" fmla="*/ 783 w 787"/>
              <a:gd name="T3" fmla="*/ 330 h 789"/>
              <a:gd name="T4" fmla="*/ 656 w 787"/>
              <a:gd name="T5" fmla="*/ 130 h 789"/>
              <a:gd name="T6" fmla="*/ 535 w 787"/>
              <a:gd name="T7" fmla="*/ 118 h 789"/>
              <a:gd name="T8" fmla="*/ 386 w 787"/>
              <a:gd name="T9" fmla="*/ 4 h 789"/>
              <a:gd name="T10" fmla="*/ 143 w 787"/>
              <a:gd name="T11" fmla="*/ 118 h 789"/>
              <a:gd name="T12" fmla="*/ 131 w 787"/>
              <a:gd name="T13" fmla="*/ 222 h 789"/>
              <a:gd name="T14" fmla="*/ 4 w 787"/>
              <a:gd name="T15" fmla="*/ 331 h 789"/>
              <a:gd name="T16" fmla="*/ 3 w 787"/>
              <a:gd name="T17" fmla="*/ 332 h 789"/>
              <a:gd name="T18" fmla="*/ 2 w 787"/>
              <a:gd name="T19" fmla="*/ 334 h 789"/>
              <a:gd name="T20" fmla="*/ 1 w 787"/>
              <a:gd name="T21" fmla="*/ 335 h 789"/>
              <a:gd name="T22" fmla="*/ 0 w 787"/>
              <a:gd name="T23" fmla="*/ 339 h 789"/>
              <a:gd name="T24" fmla="*/ 12 w 787"/>
              <a:gd name="T25" fmla="*/ 789 h 789"/>
              <a:gd name="T26" fmla="*/ 597 w 787"/>
              <a:gd name="T27" fmla="*/ 789 h 789"/>
              <a:gd name="T28" fmla="*/ 787 w 787"/>
              <a:gd name="T29" fmla="*/ 777 h 789"/>
              <a:gd name="T30" fmla="*/ 787 w 787"/>
              <a:gd name="T31" fmla="*/ 335 h 789"/>
              <a:gd name="T32" fmla="*/ 656 w 787"/>
              <a:gd name="T33" fmla="*/ 426 h 789"/>
              <a:gd name="T34" fmla="*/ 757 w 787"/>
              <a:gd name="T35" fmla="*/ 339 h 789"/>
              <a:gd name="T36" fmla="*/ 498 w 787"/>
              <a:gd name="T37" fmla="*/ 118 h 789"/>
              <a:gd name="T38" fmla="*/ 394 w 787"/>
              <a:gd name="T39" fmla="*/ 29 h 789"/>
              <a:gd name="T40" fmla="*/ 632 w 787"/>
              <a:gd name="T41" fmla="*/ 446 h 789"/>
              <a:gd name="T42" fmla="*/ 155 w 787"/>
              <a:gd name="T43" fmla="*/ 446 h 789"/>
              <a:gd name="T44" fmla="*/ 632 w 787"/>
              <a:gd name="T45" fmla="*/ 142 h 789"/>
              <a:gd name="T46" fmla="*/ 131 w 787"/>
              <a:gd name="T47" fmla="*/ 426 h 789"/>
              <a:gd name="T48" fmla="*/ 131 w 787"/>
              <a:gd name="T49" fmla="*/ 253 h 789"/>
              <a:gd name="T50" fmla="*/ 24 w 787"/>
              <a:gd name="T51" fmla="*/ 765 h 789"/>
              <a:gd name="T52" fmla="*/ 491 w 787"/>
              <a:gd name="T53" fmla="*/ 765 h 789"/>
              <a:gd name="T54" fmla="*/ 764 w 787"/>
              <a:gd name="T55" fmla="*/ 765 h 789"/>
              <a:gd name="T56" fmla="*/ 528 w 787"/>
              <a:gd name="T57" fmla="*/ 765 h 789"/>
              <a:gd name="T58" fmla="*/ 764 w 787"/>
              <a:gd name="T59" fmla="*/ 365 h 789"/>
              <a:gd name="T60" fmla="*/ 215 w 787"/>
              <a:gd name="T61" fmla="*/ 311 h 789"/>
              <a:gd name="T62" fmla="*/ 585 w 787"/>
              <a:gd name="T63" fmla="*/ 299 h 789"/>
              <a:gd name="T64" fmla="*/ 573 w 787"/>
              <a:gd name="T65" fmla="*/ 190 h 789"/>
              <a:gd name="T66" fmla="*/ 203 w 787"/>
              <a:gd name="T67" fmla="*/ 202 h 789"/>
              <a:gd name="T68" fmla="*/ 215 w 787"/>
              <a:gd name="T69" fmla="*/ 311 h 789"/>
              <a:gd name="T70" fmla="*/ 561 w 787"/>
              <a:gd name="T71" fmla="*/ 214 h 789"/>
              <a:gd name="T72" fmla="*/ 227 w 787"/>
              <a:gd name="T73" fmla="*/ 287 h 789"/>
              <a:gd name="T74" fmla="*/ 585 w 787"/>
              <a:gd name="T75" fmla="*/ 370 h 789"/>
              <a:gd name="T76" fmla="*/ 430 w 787"/>
              <a:gd name="T77" fmla="*/ 382 h 789"/>
              <a:gd name="T78" fmla="*/ 430 w 787"/>
              <a:gd name="T79" fmla="*/ 358 h 789"/>
              <a:gd name="T80" fmla="*/ 585 w 787"/>
              <a:gd name="T81" fmla="*/ 370 h 789"/>
              <a:gd name="T82" fmla="*/ 215 w 787"/>
              <a:gd name="T83" fmla="*/ 358 h 789"/>
              <a:gd name="T84" fmla="*/ 370 w 787"/>
              <a:gd name="T85" fmla="*/ 370 h 789"/>
              <a:gd name="T86" fmla="*/ 215 w 787"/>
              <a:gd name="T87" fmla="*/ 382 h 789"/>
              <a:gd name="T88" fmla="*/ 585 w 787"/>
              <a:gd name="T89" fmla="*/ 442 h 789"/>
              <a:gd name="T90" fmla="*/ 430 w 787"/>
              <a:gd name="T91" fmla="*/ 454 h 789"/>
              <a:gd name="T92" fmla="*/ 430 w 787"/>
              <a:gd name="T93" fmla="*/ 430 h 789"/>
              <a:gd name="T94" fmla="*/ 585 w 787"/>
              <a:gd name="T95" fmla="*/ 442 h 789"/>
              <a:gd name="T96" fmla="*/ 215 w 787"/>
              <a:gd name="T97" fmla="*/ 430 h 789"/>
              <a:gd name="T98" fmla="*/ 370 w 787"/>
              <a:gd name="T99" fmla="*/ 442 h 789"/>
              <a:gd name="T100" fmla="*/ 215 w 787"/>
              <a:gd name="T101" fmla="*/ 454 h 789"/>
              <a:gd name="T102" fmla="*/ 501 w 787"/>
              <a:gd name="T103" fmla="*/ 514 h 789"/>
              <a:gd name="T104" fmla="*/ 430 w 787"/>
              <a:gd name="T105" fmla="*/ 525 h 789"/>
              <a:gd name="T106" fmla="*/ 430 w 787"/>
              <a:gd name="T107" fmla="*/ 502 h 789"/>
              <a:gd name="T108" fmla="*/ 501 w 787"/>
              <a:gd name="T109" fmla="*/ 514 h 789"/>
              <a:gd name="T110" fmla="*/ 299 w 787"/>
              <a:gd name="T111" fmla="*/ 525 h 789"/>
              <a:gd name="T112" fmla="*/ 299 w 787"/>
              <a:gd name="T113" fmla="*/ 502 h 789"/>
              <a:gd name="T114" fmla="*/ 370 w 787"/>
              <a:gd name="T115" fmla="*/ 514 h 789"/>
              <a:gd name="T116" fmla="*/ 430 w 787"/>
              <a:gd name="T117" fmla="*/ 585 h 789"/>
              <a:gd name="T118" fmla="*/ 370 w 787"/>
              <a:gd name="T119" fmla="*/ 597 h 789"/>
              <a:gd name="T120" fmla="*/ 370 w 787"/>
              <a:gd name="T121" fmla="*/ 573 h 789"/>
              <a:gd name="T122" fmla="*/ 430 w 787"/>
              <a:gd name="T123" fmla="*/ 585 h 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87" h="789">
                <a:moveTo>
                  <a:pt x="787" y="335"/>
                </a:moveTo>
                <a:cubicBezTo>
                  <a:pt x="787" y="335"/>
                  <a:pt x="786" y="334"/>
                  <a:pt x="786" y="334"/>
                </a:cubicBezTo>
                <a:cubicBezTo>
                  <a:pt x="785" y="333"/>
                  <a:pt x="784" y="331"/>
                  <a:pt x="783" y="330"/>
                </a:cubicBezTo>
                <a:cubicBezTo>
                  <a:pt x="783" y="330"/>
                  <a:pt x="783" y="330"/>
                  <a:pt x="783" y="330"/>
                </a:cubicBezTo>
                <a:cubicBezTo>
                  <a:pt x="656" y="222"/>
                  <a:pt x="656" y="222"/>
                  <a:pt x="656" y="222"/>
                </a:cubicBezTo>
                <a:cubicBezTo>
                  <a:pt x="656" y="130"/>
                  <a:pt x="656" y="130"/>
                  <a:pt x="656" y="130"/>
                </a:cubicBezTo>
                <a:cubicBezTo>
                  <a:pt x="656" y="124"/>
                  <a:pt x="651" y="118"/>
                  <a:pt x="644" y="118"/>
                </a:cubicBezTo>
                <a:cubicBezTo>
                  <a:pt x="535" y="118"/>
                  <a:pt x="535" y="118"/>
                  <a:pt x="535" y="118"/>
                </a:cubicBezTo>
                <a:cubicBezTo>
                  <a:pt x="402" y="4"/>
                  <a:pt x="402" y="4"/>
                  <a:pt x="402" y="4"/>
                </a:cubicBezTo>
                <a:cubicBezTo>
                  <a:pt x="397" y="0"/>
                  <a:pt x="391" y="0"/>
                  <a:pt x="386" y="4"/>
                </a:cubicBezTo>
                <a:cubicBezTo>
                  <a:pt x="253" y="118"/>
                  <a:pt x="253" y="118"/>
                  <a:pt x="253" y="118"/>
                </a:cubicBezTo>
                <a:cubicBezTo>
                  <a:pt x="143" y="118"/>
                  <a:pt x="143" y="118"/>
                  <a:pt x="143" y="118"/>
                </a:cubicBezTo>
                <a:cubicBezTo>
                  <a:pt x="136" y="118"/>
                  <a:pt x="131" y="124"/>
                  <a:pt x="131" y="130"/>
                </a:cubicBezTo>
                <a:cubicBezTo>
                  <a:pt x="131" y="222"/>
                  <a:pt x="131" y="222"/>
                  <a:pt x="131" y="222"/>
                </a:cubicBezTo>
                <a:cubicBezTo>
                  <a:pt x="4" y="330"/>
                  <a:pt x="4" y="330"/>
                  <a:pt x="4" y="330"/>
                </a:cubicBezTo>
                <a:cubicBezTo>
                  <a:pt x="4" y="330"/>
                  <a:pt x="4" y="331"/>
                  <a:pt x="4" y="331"/>
                </a:cubicBezTo>
                <a:cubicBezTo>
                  <a:pt x="4" y="331"/>
                  <a:pt x="4" y="331"/>
                  <a:pt x="3" y="331"/>
                </a:cubicBezTo>
                <a:cubicBezTo>
                  <a:pt x="3" y="331"/>
                  <a:pt x="3" y="331"/>
                  <a:pt x="3" y="332"/>
                </a:cubicBezTo>
                <a:cubicBezTo>
                  <a:pt x="3" y="332"/>
                  <a:pt x="3" y="333"/>
                  <a:pt x="2" y="333"/>
                </a:cubicBezTo>
                <a:cubicBezTo>
                  <a:pt x="2" y="333"/>
                  <a:pt x="2" y="334"/>
                  <a:pt x="2" y="334"/>
                </a:cubicBezTo>
                <a:cubicBezTo>
                  <a:pt x="2" y="334"/>
                  <a:pt x="1" y="334"/>
                  <a:pt x="1" y="335"/>
                </a:cubicBezTo>
                <a:cubicBezTo>
                  <a:pt x="1" y="335"/>
                  <a:pt x="1" y="335"/>
                  <a:pt x="1" y="335"/>
                </a:cubicBezTo>
                <a:cubicBezTo>
                  <a:pt x="0" y="336"/>
                  <a:pt x="0" y="337"/>
                  <a:pt x="0" y="338"/>
                </a:cubicBezTo>
                <a:cubicBezTo>
                  <a:pt x="0" y="339"/>
                  <a:pt x="0" y="339"/>
                  <a:pt x="0" y="339"/>
                </a:cubicBezTo>
                <a:cubicBezTo>
                  <a:pt x="0" y="777"/>
                  <a:pt x="0" y="777"/>
                  <a:pt x="0" y="777"/>
                </a:cubicBezTo>
                <a:cubicBezTo>
                  <a:pt x="0" y="783"/>
                  <a:pt x="5" y="789"/>
                  <a:pt x="12" y="789"/>
                </a:cubicBezTo>
                <a:cubicBezTo>
                  <a:pt x="165" y="789"/>
                  <a:pt x="165" y="789"/>
                  <a:pt x="165" y="789"/>
                </a:cubicBezTo>
                <a:cubicBezTo>
                  <a:pt x="597" y="789"/>
                  <a:pt x="597" y="789"/>
                  <a:pt x="597" y="789"/>
                </a:cubicBezTo>
                <a:cubicBezTo>
                  <a:pt x="776" y="789"/>
                  <a:pt x="776" y="789"/>
                  <a:pt x="776" y="789"/>
                </a:cubicBezTo>
                <a:cubicBezTo>
                  <a:pt x="782" y="789"/>
                  <a:pt x="787" y="783"/>
                  <a:pt x="787" y="777"/>
                </a:cubicBezTo>
                <a:cubicBezTo>
                  <a:pt x="787" y="339"/>
                  <a:pt x="787" y="339"/>
                  <a:pt x="787" y="339"/>
                </a:cubicBezTo>
                <a:cubicBezTo>
                  <a:pt x="787" y="338"/>
                  <a:pt x="787" y="336"/>
                  <a:pt x="787" y="335"/>
                </a:cubicBezTo>
                <a:close/>
                <a:moveTo>
                  <a:pt x="757" y="339"/>
                </a:moveTo>
                <a:cubicBezTo>
                  <a:pt x="656" y="426"/>
                  <a:pt x="656" y="426"/>
                  <a:pt x="656" y="426"/>
                </a:cubicBezTo>
                <a:cubicBezTo>
                  <a:pt x="656" y="253"/>
                  <a:pt x="656" y="253"/>
                  <a:pt x="656" y="253"/>
                </a:cubicBezTo>
                <a:lnTo>
                  <a:pt x="757" y="339"/>
                </a:lnTo>
                <a:close/>
                <a:moveTo>
                  <a:pt x="394" y="29"/>
                </a:moveTo>
                <a:cubicBezTo>
                  <a:pt x="498" y="118"/>
                  <a:pt x="498" y="118"/>
                  <a:pt x="498" y="118"/>
                </a:cubicBezTo>
                <a:cubicBezTo>
                  <a:pt x="289" y="118"/>
                  <a:pt x="289" y="118"/>
                  <a:pt x="289" y="118"/>
                </a:cubicBezTo>
                <a:lnTo>
                  <a:pt x="394" y="29"/>
                </a:lnTo>
                <a:close/>
                <a:moveTo>
                  <a:pt x="632" y="142"/>
                </a:moveTo>
                <a:cubicBezTo>
                  <a:pt x="632" y="446"/>
                  <a:pt x="632" y="446"/>
                  <a:pt x="632" y="446"/>
                </a:cubicBezTo>
                <a:cubicBezTo>
                  <a:pt x="394" y="650"/>
                  <a:pt x="394" y="650"/>
                  <a:pt x="394" y="650"/>
                </a:cubicBezTo>
                <a:cubicBezTo>
                  <a:pt x="155" y="446"/>
                  <a:pt x="155" y="446"/>
                  <a:pt x="155" y="446"/>
                </a:cubicBezTo>
                <a:cubicBezTo>
                  <a:pt x="155" y="142"/>
                  <a:pt x="155" y="142"/>
                  <a:pt x="155" y="142"/>
                </a:cubicBezTo>
                <a:lnTo>
                  <a:pt x="632" y="142"/>
                </a:lnTo>
                <a:close/>
                <a:moveTo>
                  <a:pt x="131" y="253"/>
                </a:moveTo>
                <a:cubicBezTo>
                  <a:pt x="131" y="426"/>
                  <a:pt x="131" y="426"/>
                  <a:pt x="131" y="426"/>
                </a:cubicBezTo>
                <a:cubicBezTo>
                  <a:pt x="30" y="339"/>
                  <a:pt x="30" y="339"/>
                  <a:pt x="30" y="339"/>
                </a:cubicBezTo>
                <a:lnTo>
                  <a:pt x="131" y="253"/>
                </a:lnTo>
                <a:close/>
                <a:moveTo>
                  <a:pt x="163" y="765"/>
                </a:moveTo>
                <a:cubicBezTo>
                  <a:pt x="24" y="765"/>
                  <a:pt x="24" y="765"/>
                  <a:pt x="24" y="765"/>
                </a:cubicBezTo>
                <a:cubicBezTo>
                  <a:pt x="24" y="365"/>
                  <a:pt x="24" y="365"/>
                  <a:pt x="24" y="365"/>
                </a:cubicBezTo>
                <a:cubicBezTo>
                  <a:pt x="491" y="765"/>
                  <a:pt x="491" y="765"/>
                  <a:pt x="491" y="765"/>
                </a:cubicBezTo>
                <a:lnTo>
                  <a:pt x="163" y="765"/>
                </a:lnTo>
                <a:close/>
                <a:moveTo>
                  <a:pt x="764" y="765"/>
                </a:moveTo>
                <a:cubicBezTo>
                  <a:pt x="598" y="765"/>
                  <a:pt x="598" y="765"/>
                  <a:pt x="598" y="765"/>
                </a:cubicBezTo>
                <a:cubicBezTo>
                  <a:pt x="528" y="765"/>
                  <a:pt x="528" y="765"/>
                  <a:pt x="528" y="765"/>
                </a:cubicBezTo>
                <a:cubicBezTo>
                  <a:pt x="412" y="666"/>
                  <a:pt x="412" y="666"/>
                  <a:pt x="412" y="666"/>
                </a:cubicBezTo>
                <a:cubicBezTo>
                  <a:pt x="764" y="365"/>
                  <a:pt x="764" y="365"/>
                  <a:pt x="764" y="365"/>
                </a:cubicBezTo>
                <a:lnTo>
                  <a:pt x="764" y="765"/>
                </a:lnTo>
                <a:close/>
                <a:moveTo>
                  <a:pt x="215" y="311"/>
                </a:moveTo>
                <a:cubicBezTo>
                  <a:pt x="573" y="311"/>
                  <a:pt x="573" y="311"/>
                  <a:pt x="573" y="311"/>
                </a:cubicBezTo>
                <a:cubicBezTo>
                  <a:pt x="579" y="311"/>
                  <a:pt x="585" y="306"/>
                  <a:pt x="585" y="299"/>
                </a:cubicBezTo>
                <a:cubicBezTo>
                  <a:pt x="585" y="202"/>
                  <a:pt x="585" y="202"/>
                  <a:pt x="585" y="202"/>
                </a:cubicBezTo>
                <a:cubicBezTo>
                  <a:pt x="585" y="195"/>
                  <a:pt x="579" y="190"/>
                  <a:pt x="573" y="190"/>
                </a:cubicBezTo>
                <a:cubicBezTo>
                  <a:pt x="215" y="190"/>
                  <a:pt x="215" y="190"/>
                  <a:pt x="215" y="190"/>
                </a:cubicBezTo>
                <a:cubicBezTo>
                  <a:pt x="208" y="190"/>
                  <a:pt x="203" y="195"/>
                  <a:pt x="203" y="202"/>
                </a:cubicBezTo>
                <a:cubicBezTo>
                  <a:pt x="203" y="299"/>
                  <a:pt x="203" y="299"/>
                  <a:pt x="203" y="299"/>
                </a:cubicBezTo>
                <a:cubicBezTo>
                  <a:pt x="203" y="306"/>
                  <a:pt x="208" y="311"/>
                  <a:pt x="215" y="311"/>
                </a:cubicBezTo>
                <a:close/>
                <a:moveTo>
                  <a:pt x="227" y="214"/>
                </a:moveTo>
                <a:cubicBezTo>
                  <a:pt x="561" y="214"/>
                  <a:pt x="561" y="214"/>
                  <a:pt x="561" y="214"/>
                </a:cubicBezTo>
                <a:cubicBezTo>
                  <a:pt x="561" y="287"/>
                  <a:pt x="561" y="287"/>
                  <a:pt x="561" y="287"/>
                </a:cubicBezTo>
                <a:cubicBezTo>
                  <a:pt x="227" y="287"/>
                  <a:pt x="227" y="287"/>
                  <a:pt x="227" y="287"/>
                </a:cubicBezTo>
                <a:lnTo>
                  <a:pt x="227" y="214"/>
                </a:lnTo>
                <a:close/>
                <a:moveTo>
                  <a:pt x="585" y="370"/>
                </a:moveTo>
                <a:cubicBezTo>
                  <a:pt x="585" y="377"/>
                  <a:pt x="579" y="382"/>
                  <a:pt x="573" y="382"/>
                </a:cubicBezTo>
                <a:cubicBezTo>
                  <a:pt x="430" y="382"/>
                  <a:pt x="430" y="382"/>
                  <a:pt x="430" y="382"/>
                </a:cubicBezTo>
                <a:cubicBezTo>
                  <a:pt x="423" y="382"/>
                  <a:pt x="418" y="377"/>
                  <a:pt x="418" y="370"/>
                </a:cubicBezTo>
                <a:cubicBezTo>
                  <a:pt x="418" y="364"/>
                  <a:pt x="423" y="358"/>
                  <a:pt x="430" y="358"/>
                </a:cubicBezTo>
                <a:cubicBezTo>
                  <a:pt x="573" y="358"/>
                  <a:pt x="573" y="358"/>
                  <a:pt x="573" y="358"/>
                </a:cubicBezTo>
                <a:cubicBezTo>
                  <a:pt x="579" y="358"/>
                  <a:pt x="585" y="364"/>
                  <a:pt x="585" y="370"/>
                </a:cubicBezTo>
                <a:close/>
                <a:moveTo>
                  <a:pt x="203" y="370"/>
                </a:moveTo>
                <a:cubicBezTo>
                  <a:pt x="203" y="364"/>
                  <a:pt x="208" y="358"/>
                  <a:pt x="215" y="358"/>
                </a:cubicBezTo>
                <a:cubicBezTo>
                  <a:pt x="358" y="358"/>
                  <a:pt x="358" y="358"/>
                  <a:pt x="358" y="358"/>
                </a:cubicBezTo>
                <a:cubicBezTo>
                  <a:pt x="364" y="358"/>
                  <a:pt x="370" y="364"/>
                  <a:pt x="370" y="370"/>
                </a:cubicBezTo>
                <a:cubicBezTo>
                  <a:pt x="370" y="377"/>
                  <a:pt x="364" y="382"/>
                  <a:pt x="358" y="382"/>
                </a:cubicBezTo>
                <a:cubicBezTo>
                  <a:pt x="215" y="382"/>
                  <a:pt x="215" y="382"/>
                  <a:pt x="215" y="382"/>
                </a:cubicBezTo>
                <a:cubicBezTo>
                  <a:pt x="208" y="382"/>
                  <a:pt x="203" y="377"/>
                  <a:pt x="203" y="370"/>
                </a:cubicBezTo>
                <a:close/>
                <a:moveTo>
                  <a:pt x="585" y="442"/>
                </a:moveTo>
                <a:cubicBezTo>
                  <a:pt x="585" y="449"/>
                  <a:pt x="579" y="454"/>
                  <a:pt x="573" y="454"/>
                </a:cubicBezTo>
                <a:cubicBezTo>
                  <a:pt x="430" y="454"/>
                  <a:pt x="430" y="454"/>
                  <a:pt x="430" y="454"/>
                </a:cubicBezTo>
                <a:cubicBezTo>
                  <a:pt x="423" y="454"/>
                  <a:pt x="418" y="449"/>
                  <a:pt x="418" y="442"/>
                </a:cubicBezTo>
                <a:cubicBezTo>
                  <a:pt x="418" y="436"/>
                  <a:pt x="423" y="430"/>
                  <a:pt x="430" y="430"/>
                </a:cubicBezTo>
                <a:cubicBezTo>
                  <a:pt x="573" y="430"/>
                  <a:pt x="573" y="430"/>
                  <a:pt x="573" y="430"/>
                </a:cubicBezTo>
                <a:cubicBezTo>
                  <a:pt x="579" y="430"/>
                  <a:pt x="585" y="436"/>
                  <a:pt x="585" y="442"/>
                </a:cubicBezTo>
                <a:close/>
                <a:moveTo>
                  <a:pt x="203" y="442"/>
                </a:moveTo>
                <a:cubicBezTo>
                  <a:pt x="203" y="436"/>
                  <a:pt x="208" y="430"/>
                  <a:pt x="215" y="430"/>
                </a:cubicBezTo>
                <a:cubicBezTo>
                  <a:pt x="358" y="430"/>
                  <a:pt x="358" y="430"/>
                  <a:pt x="358" y="430"/>
                </a:cubicBezTo>
                <a:cubicBezTo>
                  <a:pt x="364" y="430"/>
                  <a:pt x="370" y="436"/>
                  <a:pt x="370" y="442"/>
                </a:cubicBezTo>
                <a:cubicBezTo>
                  <a:pt x="370" y="449"/>
                  <a:pt x="364" y="454"/>
                  <a:pt x="358" y="454"/>
                </a:cubicBezTo>
                <a:cubicBezTo>
                  <a:pt x="215" y="454"/>
                  <a:pt x="215" y="454"/>
                  <a:pt x="215" y="454"/>
                </a:cubicBezTo>
                <a:cubicBezTo>
                  <a:pt x="208" y="454"/>
                  <a:pt x="203" y="449"/>
                  <a:pt x="203" y="442"/>
                </a:cubicBezTo>
                <a:close/>
                <a:moveTo>
                  <a:pt x="501" y="514"/>
                </a:moveTo>
                <a:cubicBezTo>
                  <a:pt x="501" y="520"/>
                  <a:pt x="496" y="525"/>
                  <a:pt x="489" y="525"/>
                </a:cubicBezTo>
                <a:cubicBezTo>
                  <a:pt x="430" y="525"/>
                  <a:pt x="430" y="525"/>
                  <a:pt x="430" y="525"/>
                </a:cubicBezTo>
                <a:cubicBezTo>
                  <a:pt x="423" y="525"/>
                  <a:pt x="418" y="520"/>
                  <a:pt x="418" y="514"/>
                </a:cubicBezTo>
                <a:cubicBezTo>
                  <a:pt x="418" y="507"/>
                  <a:pt x="423" y="502"/>
                  <a:pt x="430" y="502"/>
                </a:cubicBezTo>
                <a:cubicBezTo>
                  <a:pt x="489" y="502"/>
                  <a:pt x="489" y="502"/>
                  <a:pt x="489" y="502"/>
                </a:cubicBezTo>
                <a:cubicBezTo>
                  <a:pt x="496" y="502"/>
                  <a:pt x="501" y="507"/>
                  <a:pt x="501" y="514"/>
                </a:cubicBezTo>
                <a:close/>
                <a:moveTo>
                  <a:pt x="358" y="525"/>
                </a:moveTo>
                <a:cubicBezTo>
                  <a:pt x="299" y="525"/>
                  <a:pt x="299" y="525"/>
                  <a:pt x="299" y="525"/>
                </a:cubicBezTo>
                <a:cubicBezTo>
                  <a:pt x="292" y="525"/>
                  <a:pt x="287" y="520"/>
                  <a:pt x="287" y="514"/>
                </a:cubicBezTo>
                <a:cubicBezTo>
                  <a:pt x="287" y="507"/>
                  <a:pt x="292" y="502"/>
                  <a:pt x="299" y="502"/>
                </a:cubicBezTo>
                <a:cubicBezTo>
                  <a:pt x="358" y="502"/>
                  <a:pt x="358" y="502"/>
                  <a:pt x="358" y="502"/>
                </a:cubicBezTo>
                <a:cubicBezTo>
                  <a:pt x="364" y="502"/>
                  <a:pt x="370" y="507"/>
                  <a:pt x="370" y="514"/>
                </a:cubicBezTo>
                <a:cubicBezTo>
                  <a:pt x="370" y="520"/>
                  <a:pt x="364" y="525"/>
                  <a:pt x="358" y="525"/>
                </a:cubicBezTo>
                <a:close/>
                <a:moveTo>
                  <a:pt x="430" y="585"/>
                </a:moveTo>
                <a:cubicBezTo>
                  <a:pt x="430" y="592"/>
                  <a:pt x="424" y="597"/>
                  <a:pt x="418" y="597"/>
                </a:cubicBezTo>
                <a:cubicBezTo>
                  <a:pt x="370" y="597"/>
                  <a:pt x="370" y="597"/>
                  <a:pt x="370" y="597"/>
                </a:cubicBezTo>
                <a:cubicBezTo>
                  <a:pt x="363" y="597"/>
                  <a:pt x="358" y="592"/>
                  <a:pt x="358" y="585"/>
                </a:cubicBezTo>
                <a:cubicBezTo>
                  <a:pt x="358" y="579"/>
                  <a:pt x="363" y="573"/>
                  <a:pt x="370" y="573"/>
                </a:cubicBezTo>
                <a:cubicBezTo>
                  <a:pt x="418" y="573"/>
                  <a:pt x="418" y="573"/>
                  <a:pt x="418" y="573"/>
                </a:cubicBezTo>
                <a:cubicBezTo>
                  <a:pt x="424" y="573"/>
                  <a:pt x="430" y="579"/>
                  <a:pt x="430" y="5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" name="Freeform 53">
            <a:extLst>
              <a:ext uri="{FF2B5EF4-FFF2-40B4-BE49-F238E27FC236}">
                <a16:creationId xmlns:a16="http://schemas.microsoft.com/office/drawing/2014/main" id="{DE5E4B9C-1008-3B21-AEC1-B63C50952023}"/>
              </a:ext>
            </a:extLst>
          </p:cNvPr>
          <p:cNvSpPr>
            <a:spLocks noEditPoints="1"/>
          </p:cNvSpPr>
          <p:nvPr/>
        </p:nvSpPr>
        <p:spPr bwMode="auto">
          <a:xfrm>
            <a:off x="2975078" y="3616058"/>
            <a:ext cx="341172" cy="338786"/>
          </a:xfrm>
          <a:custGeom>
            <a:avLst/>
            <a:gdLst>
              <a:gd name="T0" fmla="*/ 787 w 788"/>
              <a:gd name="T1" fmla="*/ 346 h 783"/>
              <a:gd name="T2" fmla="*/ 777 w 788"/>
              <a:gd name="T3" fmla="*/ 338 h 783"/>
              <a:gd name="T4" fmla="*/ 529 w 788"/>
              <a:gd name="T5" fmla="*/ 291 h 783"/>
              <a:gd name="T6" fmla="*/ 531 w 788"/>
              <a:gd name="T7" fmla="*/ 265 h 783"/>
              <a:gd name="T8" fmla="*/ 265 w 788"/>
              <a:gd name="T9" fmla="*/ 0 h 783"/>
              <a:gd name="T10" fmla="*/ 0 w 788"/>
              <a:gd name="T11" fmla="*/ 265 h 783"/>
              <a:gd name="T12" fmla="*/ 239 w 788"/>
              <a:gd name="T13" fmla="*/ 529 h 783"/>
              <a:gd name="T14" fmla="*/ 347 w 788"/>
              <a:gd name="T15" fmla="*/ 775 h 783"/>
              <a:gd name="T16" fmla="*/ 356 w 788"/>
              <a:gd name="T17" fmla="*/ 782 h 783"/>
              <a:gd name="T18" fmla="*/ 358 w 788"/>
              <a:gd name="T19" fmla="*/ 783 h 783"/>
              <a:gd name="T20" fmla="*/ 367 w 788"/>
              <a:gd name="T21" fmla="*/ 779 h 783"/>
              <a:gd name="T22" fmla="*/ 495 w 788"/>
              <a:gd name="T23" fmla="*/ 649 h 783"/>
              <a:gd name="T24" fmla="*/ 652 w 788"/>
              <a:gd name="T25" fmla="*/ 646 h 783"/>
              <a:gd name="T26" fmla="*/ 657 w 788"/>
              <a:gd name="T27" fmla="*/ 645 h 783"/>
              <a:gd name="T28" fmla="*/ 658 w 788"/>
              <a:gd name="T29" fmla="*/ 644 h 783"/>
              <a:gd name="T30" fmla="*/ 661 w 788"/>
              <a:gd name="T31" fmla="*/ 642 h 783"/>
              <a:gd name="T32" fmla="*/ 661 w 788"/>
              <a:gd name="T33" fmla="*/ 641 h 783"/>
              <a:gd name="T34" fmla="*/ 661 w 788"/>
              <a:gd name="T35" fmla="*/ 641 h 783"/>
              <a:gd name="T36" fmla="*/ 662 w 788"/>
              <a:gd name="T37" fmla="*/ 639 h 783"/>
              <a:gd name="T38" fmla="*/ 663 w 788"/>
              <a:gd name="T39" fmla="*/ 637 h 783"/>
              <a:gd name="T40" fmla="*/ 663 w 788"/>
              <a:gd name="T41" fmla="*/ 635 h 783"/>
              <a:gd name="T42" fmla="*/ 664 w 788"/>
              <a:gd name="T43" fmla="*/ 633 h 783"/>
              <a:gd name="T44" fmla="*/ 654 w 788"/>
              <a:gd name="T45" fmla="*/ 489 h 783"/>
              <a:gd name="T46" fmla="*/ 784 w 788"/>
              <a:gd name="T47" fmla="*/ 358 h 783"/>
              <a:gd name="T48" fmla="*/ 787 w 788"/>
              <a:gd name="T49" fmla="*/ 346 h 783"/>
              <a:gd name="T50" fmla="*/ 24 w 788"/>
              <a:gd name="T51" fmla="*/ 265 h 783"/>
              <a:gd name="T52" fmla="*/ 265 w 788"/>
              <a:gd name="T53" fmla="*/ 24 h 783"/>
              <a:gd name="T54" fmla="*/ 507 w 788"/>
              <a:gd name="T55" fmla="*/ 265 h 783"/>
              <a:gd name="T56" fmla="*/ 505 w 788"/>
              <a:gd name="T57" fmla="*/ 286 h 783"/>
              <a:gd name="T58" fmla="*/ 122 w 788"/>
              <a:gd name="T59" fmla="*/ 214 h 783"/>
              <a:gd name="T60" fmla="*/ 110 w 788"/>
              <a:gd name="T61" fmla="*/ 218 h 783"/>
              <a:gd name="T62" fmla="*/ 108 w 788"/>
              <a:gd name="T63" fmla="*/ 230 h 783"/>
              <a:gd name="T64" fmla="*/ 228 w 788"/>
              <a:gd name="T65" fmla="*/ 503 h 783"/>
              <a:gd name="T66" fmla="*/ 24 w 788"/>
              <a:gd name="T67" fmla="*/ 265 h 783"/>
              <a:gd name="T68" fmla="*/ 639 w 788"/>
              <a:gd name="T69" fmla="*/ 470 h 783"/>
              <a:gd name="T70" fmla="*/ 246 w 788"/>
              <a:gd name="T71" fmla="*/ 275 h 783"/>
              <a:gd name="T72" fmla="*/ 230 w 788"/>
              <a:gd name="T73" fmla="*/ 281 h 783"/>
              <a:gd name="T74" fmla="*/ 236 w 788"/>
              <a:gd name="T75" fmla="*/ 296 h 783"/>
              <a:gd name="T76" fmla="*/ 630 w 788"/>
              <a:gd name="T77" fmla="*/ 492 h 783"/>
              <a:gd name="T78" fmla="*/ 638 w 788"/>
              <a:gd name="T79" fmla="*/ 608 h 783"/>
              <a:gd name="T80" fmla="*/ 300 w 788"/>
              <a:gd name="T81" fmla="*/ 349 h 783"/>
              <a:gd name="T82" fmla="*/ 283 w 788"/>
              <a:gd name="T83" fmla="*/ 351 h 783"/>
              <a:gd name="T84" fmla="*/ 285 w 788"/>
              <a:gd name="T85" fmla="*/ 368 h 783"/>
              <a:gd name="T86" fmla="*/ 617 w 788"/>
              <a:gd name="T87" fmla="*/ 623 h 783"/>
              <a:gd name="T88" fmla="*/ 496 w 788"/>
              <a:gd name="T89" fmla="*/ 625 h 783"/>
              <a:gd name="T90" fmla="*/ 208 w 788"/>
              <a:gd name="T91" fmla="*/ 306 h 783"/>
              <a:gd name="T92" fmla="*/ 191 w 788"/>
              <a:gd name="T93" fmla="*/ 305 h 783"/>
              <a:gd name="T94" fmla="*/ 190 w 788"/>
              <a:gd name="T95" fmla="*/ 322 h 783"/>
              <a:gd name="T96" fmla="*/ 474 w 788"/>
              <a:gd name="T97" fmla="*/ 636 h 783"/>
              <a:gd name="T98" fmla="*/ 362 w 788"/>
              <a:gd name="T99" fmla="*/ 750 h 783"/>
              <a:gd name="T100" fmla="*/ 139 w 788"/>
              <a:gd name="T101" fmla="*/ 241 h 783"/>
              <a:gd name="T102" fmla="*/ 751 w 788"/>
              <a:gd name="T103" fmla="*/ 357 h 783"/>
              <a:gd name="T104" fmla="*/ 639 w 788"/>
              <a:gd name="T105" fmla="*/ 470 h 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788" h="783">
                <a:moveTo>
                  <a:pt x="787" y="346"/>
                </a:moveTo>
                <a:cubicBezTo>
                  <a:pt x="785" y="341"/>
                  <a:pt x="782" y="339"/>
                  <a:pt x="777" y="338"/>
                </a:cubicBezTo>
                <a:cubicBezTo>
                  <a:pt x="529" y="291"/>
                  <a:pt x="529" y="291"/>
                  <a:pt x="529" y="291"/>
                </a:cubicBezTo>
                <a:cubicBezTo>
                  <a:pt x="530" y="282"/>
                  <a:pt x="531" y="274"/>
                  <a:pt x="531" y="265"/>
                </a:cubicBezTo>
                <a:cubicBezTo>
                  <a:pt x="531" y="119"/>
                  <a:pt x="412" y="0"/>
                  <a:pt x="265" y="0"/>
                </a:cubicBezTo>
                <a:cubicBezTo>
                  <a:pt x="119" y="0"/>
                  <a:pt x="0" y="119"/>
                  <a:pt x="0" y="265"/>
                </a:cubicBezTo>
                <a:cubicBezTo>
                  <a:pt x="0" y="403"/>
                  <a:pt x="105" y="516"/>
                  <a:pt x="239" y="529"/>
                </a:cubicBezTo>
                <a:cubicBezTo>
                  <a:pt x="347" y="775"/>
                  <a:pt x="347" y="775"/>
                  <a:pt x="347" y="775"/>
                </a:cubicBezTo>
                <a:cubicBezTo>
                  <a:pt x="349" y="779"/>
                  <a:pt x="352" y="782"/>
                  <a:pt x="356" y="782"/>
                </a:cubicBezTo>
                <a:cubicBezTo>
                  <a:pt x="357" y="782"/>
                  <a:pt x="358" y="783"/>
                  <a:pt x="358" y="783"/>
                </a:cubicBezTo>
                <a:cubicBezTo>
                  <a:pt x="362" y="783"/>
                  <a:pt x="364" y="781"/>
                  <a:pt x="367" y="779"/>
                </a:cubicBezTo>
                <a:cubicBezTo>
                  <a:pt x="495" y="649"/>
                  <a:pt x="495" y="649"/>
                  <a:pt x="495" y="649"/>
                </a:cubicBezTo>
                <a:cubicBezTo>
                  <a:pt x="652" y="646"/>
                  <a:pt x="652" y="646"/>
                  <a:pt x="652" y="646"/>
                </a:cubicBezTo>
                <a:cubicBezTo>
                  <a:pt x="654" y="646"/>
                  <a:pt x="656" y="645"/>
                  <a:pt x="657" y="645"/>
                </a:cubicBezTo>
                <a:cubicBezTo>
                  <a:pt x="657" y="644"/>
                  <a:pt x="658" y="644"/>
                  <a:pt x="658" y="644"/>
                </a:cubicBezTo>
                <a:cubicBezTo>
                  <a:pt x="659" y="643"/>
                  <a:pt x="660" y="643"/>
                  <a:pt x="661" y="642"/>
                </a:cubicBezTo>
                <a:cubicBezTo>
                  <a:pt x="661" y="641"/>
                  <a:pt x="661" y="641"/>
                  <a:pt x="661" y="641"/>
                </a:cubicBezTo>
                <a:cubicBezTo>
                  <a:pt x="661" y="641"/>
                  <a:pt x="661" y="641"/>
                  <a:pt x="661" y="641"/>
                </a:cubicBezTo>
                <a:cubicBezTo>
                  <a:pt x="662" y="640"/>
                  <a:pt x="662" y="640"/>
                  <a:pt x="662" y="639"/>
                </a:cubicBezTo>
                <a:cubicBezTo>
                  <a:pt x="663" y="639"/>
                  <a:pt x="663" y="638"/>
                  <a:pt x="663" y="637"/>
                </a:cubicBezTo>
                <a:cubicBezTo>
                  <a:pt x="663" y="636"/>
                  <a:pt x="663" y="635"/>
                  <a:pt x="663" y="635"/>
                </a:cubicBezTo>
                <a:cubicBezTo>
                  <a:pt x="663" y="634"/>
                  <a:pt x="664" y="633"/>
                  <a:pt x="664" y="633"/>
                </a:cubicBezTo>
                <a:cubicBezTo>
                  <a:pt x="654" y="489"/>
                  <a:pt x="654" y="489"/>
                  <a:pt x="654" y="489"/>
                </a:cubicBezTo>
                <a:cubicBezTo>
                  <a:pt x="784" y="358"/>
                  <a:pt x="784" y="358"/>
                  <a:pt x="784" y="358"/>
                </a:cubicBezTo>
                <a:cubicBezTo>
                  <a:pt x="787" y="355"/>
                  <a:pt x="788" y="350"/>
                  <a:pt x="787" y="346"/>
                </a:cubicBezTo>
                <a:close/>
                <a:moveTo>
                  <a:pt x="24" y="265"/>
                </a:moveTo>
                <a:cubicBezTo>
                  <a:pt x="24" y="132"/>
                  <a:pt x="132" y="24"/>
                  <a:pt x="265" y="24"/>
                </a:cubicBezTo>
                <a:cubicBezTo>
                  <a:pt x="398" y="24"/>
                  <a:pt x="507" y="132"/>
                  <a:pt x="507" y="265"/>
                </a:cubicBezTo>
                <a:cubicBezTo>
                  <a:pt x="507" y="272"/>
                  <a:pt x="506" y="279"/>
                  <a:pt x="505" y="286"/>
                </a:cubicBezTo>
                <a:cubicBezTo>
                  <a:pt x="122" y="214"/>
                  <a:pt x="122" y="214"/>
                  <a:pt x="122" y="214"/>
                </a:cubicBezTo>
                <a:cubicBezTo>
                  <a:pt x="117" y="213"/>
                  <a:pt x="112" y="215"/>
                  <a:pt x="110" y="218"/>
                </a:cubicBezTo>
                <a:cubicBezTo>
                  <a:pt x="107" y="222"/>
                  <a:pt x="106" y="226"/>
                  <a:pt x="108" y="230"/>
                </a:cubicBezTo>
                <a:cubicBezTo>
                  <a:pt x="228" y="503"/>
                  <a:pt x="228" y="503"/>
                  <a:pt x="228" y="503"/>
                </a:cubicBezTo>
                <a:cubicBezTo>
                  <a:pt x="112" y="485"/>
                  <a:pt x="24" y="386"/>
                  <a:pt x="24" y="265"/>
                </a:cubicBezTo>
                <a:close/>
                <a:moveTo>
                  <a:pt x="639" y="470"/>
                </a:moveTo>
                <a:cubicBezTo>
                  <a:pt x="246" y="275"/>
                  <a:pt x="246" y="275"/>
                  <a:pt x="246" y="275"/>
                </a:cubicBezTo>
                <a:cubicBezTo>
                  <a:pt x="241" y="272"/>
                  <a:pt x="233" y="275"/>
                  <a:pt x="230" y="281"/>
                </a:cubicBezTo>
                <a:cubicBezTo>
                  <a:pt x="227" y="287"/>
                  <a:pt x="230" y="294"/>
                  <a:pt x="236" y="296"/>
                </a:cubicBezTo>
                <a:cubicBezTo>
                  <a:pt x="630" y="492"/>
                  <a:pt x="630" y="492"/>
                  <a:pt x="630" y="492"/>
                </a:cubicBezTo>
                <a:cubicBezTo>
                  <a:pt x="638" y="608"/>
                  <a:pt x="638" y="608"/>
                  <a:pt x="638" y="608"/>
                </a:cubicBezTo>
                <a:cubicBezTo>
                  <a:pt x="300" y="349"/>
                  <a:pt x="300" y="349"/>
                  <a:pt x="300" y="349"/>
                </a:cubicBezTo>
                <a:cubicBezTo>
                  <a:pt x="295" y="345"/>
                  <a:pt x="287" y="346"/>
                  <a:pt x="283" y="351"/>
                </a:cubicBezTo>
                <a:cubicBezTo>
                  <a:pt x="279" y="356"/>
                  <a:pt x="280" y="364"/>
                  <a:pt x="285" y="368"/>
                </a:cubicBezTo>
                <a:cubicBezTo>
                  <a:pt x="617" y="623"/>
                  <a:pt x="617" y="623"/>
                  <a:pt x="617" y="623"/>
                </a:cubicBezTo>
                <a:cubicBezTo>
                  <a:pt x="496" y="625"/>
                  <a:pt x="496" y="625"/>
                  <a:pt x="496" y="625"/>
                </a:cubicBezTo>
                <a:cubicBezTo>
                  <a:pt x="208" y="306"/>
                  <a:pt x="208" y="306"/>
                  <a:pt x="208" y="306"/>
                </a:cubicBezTo>
                <a:cubicBezTo>
                  <a:pt x="204" y="301"/>
                  <a:pt x="196" y="301"/>
                  <a:pt x="191" y="305"/>
                </a:cubicBezTo>
                <a:cubicBezTo>
                  <a:pt x="186" y="310"/>
                  <a:pt x="186" y="317"/>
                  <a:pt x="190" y="322"/>
                </a:cubicBezTo>
                <a:cubicBezTo>
                  <a:pt x="474" y="636"/>
                  <a:pt x="474" y="636"/>
                  <a:pt x="474" y="636"/>
                </a:cubicBezTo>
                <a:cubicBezTo>
                  <a:pt x="362" y="750"/>
                  <a:pt x="362" y="750"/>
                  <a:pt x="362" y="750"/>
                </a:cubicBezTo>
                <a:cubicBezTo>
                  <a:pt x="139" y="241"/>
                  <a:pt x="139" y="241"/>
                  <a:pt x="139" y="241"/>
                </a:cubicBezTo>
                <a:cubicBezTo>
                  <a:pt x="751" y="357"/>
                  <a:pt x="751" y="357"/>
                  <a:pt x="751" y="357"/>
                </a:cubicBezTo>
                <a:lnTo>
                  <a:pt x="639" y="4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58F2013-A1E7-9D0A-E39A-8FD1E336EA6A}"/>
              </a:ext>
            </a:extLst>
          </p:cNvPr>
          <p:cNvGrpSpPr/>
          <p:nvPr/>
        </p:nvGrpSpPr>
        <p:grpSpPr>
          <a:xfrm>
            <a:off x="1016000" y="-666901"/>
            <a:ext cx="1712486" cy="1736578"/>
            <a:chOff x="4754471" y="2060578"/>
            <a:chExt cx="2686210" cy="2724000"/>
          </a:xfrm>
        </p:grpSpPr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0ADF0CF-C70D-4D23-B924-6EF65CA58A8B}"/>
                </a:ext>
              </a:extLst>
            </p:cNvPr>
            <p:cNvSpPr/>
            <p:nvPr/>
          </p:nvSpPr>
          <p:spPr>
            <a:xfrm>
              <a:off x="4754471" y="2060578"/>
              <a:ext cx="2686210" cy="2724000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9FD0D81-19D5-19E6-4CC9-97BC66A69D0D}"/>
                </a:ext>
              </a:extLst>
            </p:cNvPr>
            <p:cNvSpPr/>
            <p:nvPr/>
          </p:nvSpPr>
          <p:spPr>
            <a:xfrm>
              <a:off x="4930212" y="2477756"/>
              <a:ext cx="284251" cy="260827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571AC38-5AF9-BDC3-000C-00FBECDCDED5}"/>
                </a:ext>
              </a:extLst>
            </p:cNvPr>
            <p:cNvSpPr/>
            <p:nvPr/>
          </p:nvSpPr>
          <p:spPr>
            <a:xfrm>
              <a:off x="7077835" y="3707912"/>
              <a:ext cx="183852" cy="72255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3F51B794-F065-C0E2-6940-B9FE7D613B75}"/>
                </a:ext>
              </a:extLst>
            </p:cNvPr>
            <p:cNvSpPr/>
            <p:nvPr/>
          </p:nvSpPr>
          <p:spPr>
            <a:xfrm>
              <a:off x="7047657" y="3832654"/>
              <a:ext cx="95166" cy="196717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EC26ACB-E5C0-60AF-6314-072E0521C129}"/>
                </a:ext>
              </a:extLst>
            </p:cNvPr>
            <p:cNvSpPr/>
            <p:nvPr/>
          </p:nvSpPr>
          <p:spPr>
            <a:xfrm>
              <a:off x="5156067" y="2494160"/>
              <a:ext cx="1784548" cy="1782464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6410446-80E0-031A-D7EC-12E4005E2E72}"/>
                </a:ext>
              </a:extLst>
            </p:cNvPr>
            <p:cNvSpPr/>
            <p:nvPr/>
          </p:nvSpPr>
          <p:spPr>
            <a:xfrm>
              <a:off x="5248638" y="2586632"/>
              <a:ext cx="1599406" cy="1597521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rgbClr val="E47CA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390EFED1-90B2-A11B-0D15-6B57F92BAFFB}"/>
                </a:ext>
              </a:extLst>
            </p:cNvPr>
            <p:cNvSpPr/>
            <p:nvPr/>
          </p:nvSpPr>
          <p:spPr>
            <a:xfrm>
              <a:off x="6643191" y="3418846"/>
              <a:ext cx="95845" cy="95746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61A54AA-8D5D-B1FB-47C8-3DAD6D7DE8FE}"/>
                </a:ext>
              </a:extLst>
            </p:cNvPr>
            <p:cNvSpPr/>
            <p:nvPr/>
          </p:nvSpPr>
          <p:spPr>
            <a:xfrm>
              <a:off x="5356324" y="3256194"/>
              <a:ext cx="95845" cy="95746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E7423F4C-7AEF-9DC2-0C74-FED2C6BFAA64}"/>
                </a:ext>
              </a:extLst>
            </p:cNvPr>
            <p:cNvSpPr/>
            <p:nvPr/>
          </p:nvSpPr>
          <p:spPr>
            <a:xfrm>
              <a:off x="6081183" y="2694847"/>
              <a:ext cx="95845" cy="95746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834C45DA-AAAF-B66C-08B5-A785312C74BC}"/>
                </a:ext>
              </a:extLst>
            </p:cNvPr>
            <p:cNvSpPr/>
            <p:nvPr/>
          </p:nvSpPr>
          <p:spPr>
            <a:xfrm>
              <a:off x="5918332" y="3980193"/>
              <a:ext cx="95878" cy="95746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4BA2480F-ED23-F659-6BFC-A7579E2132A0}"/>
                </a:ext>
              </a:extLst>
            </p:cNvPr>
            <p:cNvSpPr/>
            <p:nvPr/>
          </p:nvSpPr>
          <p:spPr>
            <a:xfrm>
              <a:off x="5602519" y="2825353"/>
              <a:ext cx="95878" cy="95746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C7A68675-F75C-354D-2766-5F97D76E5508}"/>
                </a:ext>
              </a:extLst>
            </p:cNvPr>
            <p:cNvSpPr/>
            <p:nvPr/>
          </p:nvSpPr>
          <p:spPr>
            <a:xfrm>
              <a:off x="6396963" y="3849687"/>
              <a:ext cx="95878" cy="95746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B757C8E8-A44B-D011-159D-386CAAA80EE3}"/>
                </a:ext>
              </a:extLst>
            </p:cNvPr>
            <p:cNvSpPr/>
            <p:nvPr/>
          </p:nvSpPr>
          <p:spPr>
            <a:xfrm>
              <a:off x="5486962" y="3734263"/>
              <a:ext cx="95878" cy="95746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rgbClr val="FFEAE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90D408E-A88D-008A-7544-18D1E554B772}"/>
                </a:ext>
              </a:extLst>
            </p:cNvPr>
            <p:cNvSpPr/>
            <p:nvPr/>
          </p:nvSpPr>
          <p:spPr>
            <a:xfrm>
              <a:off x="6037121" y="2828781"/>
              <a:ext cx="617786" cy="593997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4AF5849-470C-21E3-4EE6-FB1D3AD4FA1B}"/>
                </a:ext>
              </a:extLst>
            </p:cNvPr>
            <p:cNvSpPr/>
            <p:nvPr/>
          </p:nvSpPr>
          <p:spPr>
            <a:xfrm>
              <a:off x="6203288" y="2906646"/>
              <a:ext cx="173335" cy="17313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rgbClr val="E47CA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2705D99-8BD4-B4DD-5CC7-21D8B0E39483}"/>
                </a:ext>
              </a:extLst>
            </p:cNvPr>
            <p:cNvSpPr/>
            <p:nvPr/>
          </p:nvSpPr>
          <p:spPr>
            <a:xfrm>
              <a:off x="7129420" y="3137791"/>
              <a:ext cx="255589" cy="22163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EA3FC6E-2298-8FA0-A2FD-F4DB11EF3DFF}"/>
                </a:ext>
              </a:extLst>
            </p:cNvPr>
            <p:cNvSpPr/>
            <p:nvPr/>
          </p:nvSpPr>
          <p:spPr>
            <a:xfrm>
              <a:off x="7168362" y="3222918"/>
              <a:ext cx="153808" cy="5087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79C8FB37-9698-784C-B3C7-EEDF355B7514}"/>
                </a:ext>
              </a:extLst>
            </p:cNvPr>
            <p:cNvSpPr/>
            <p:nvPr/>
          </p:nvSpPr>
          <p:spPr>
            <a:xfrm>
              <a:off x="6911605" y="2793311"/>
              <a:ext cx="248230" cy="224947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C2AA8EF-D1AA-F92B-B0D4-082A185B55BA}"/>
                </a:ext>
              </a:extLst>
            </p:cNvPr>
            <p:cNvSpPr/>
            <p:nvPr/>
          </p:nvSpPr>
          <p:spPr>
            <a:xfrm>
              <a:off x="6957032" y="2865224"/>
              <a:ext cx="140766" cy="80130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CC62FEB-4F5B-0899-BF21-3B40C6843982}"/>
                </a:ext>
              </a:extLst>
            </p:cNvPr>
            <p:cNvSpPr/>
            <p:nvPr/>
          </p:nvSpPr>
          <p:spPr>
            <a:xfrm>
              <a:off x="7012526" y="3494575"/>
              <a:ext cx="255849" cy="220992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B9291C2C-977B-CBFF-A27B-E4C5D3003F28}"/>
                </a:ext>
              </a:extLst>
            </p:cNvPr>
            <p:cNvSpPr/>
            <p:nvPr/>
          </p:nvSpPr>
          <p:spPr>
            <a:xfrm>
              <a:off x="7051253" y="3580846"/>
              <a:ext cx="154534" cy="48566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949B09FF-9FDF-A857-587E-0DED62FDB86C}"/>
                </a:ext>
              </a:extLst>
            </p:cNvPr>
            <p:cNvSpPr/>
            <p:nvPr/>
          </p:nvSpPr>
          <p:spPr>
            <a:xfrm>
              <a:off x="4806858" y="3410027"/>
              <a:ext cx="255577" cy="221023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5DDF618A-4DD7-31F8-0019-C46F5C0F6571}"/>
                </a:ext>
              </a:extLst>
            </p:cNvPr>
            <p:cNvSpPr/>
            <p:nvPr/>
          </p:nvSpPr>
          <p:spPr>
            <a:xfrm>
              <a:off x="4869034" y="3495741"/>
              <a:ext cx="153808" cy="5087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450F030-8E8E-36AA-61B5-75E40E62AB8B}"/>
                </a:ext>
              </a:extLst>
            </p:cNvPr>
            <p:cNvSpPr/>
            <p:nvPr/>
          </p:nvSpPr>
          <p:spPr>
            <a:xfrm>
              <a:off x="4853299" y="3039785"/>
              <a:ext cx="254327" cy="221803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781B470-88EB-CE09-24A4-0AE55E07FB1E}"/>
                </a:ext>
              </a:extLst>
            </p:cNvPr>
            <p:cNvSpPr/>
            <p:nvPr/>
          </p:nvSpPr>
          <p:spPr>
            <a:xfrm>
              <a:off x="4915486" y="3122182"/>
              <a:ext cx="152213" cy="55364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E1A58DF-3698-D211-6C58-AF6286804C8F}"/>
                </a:ext>
              </a:extLst>
            </p:cNvPr>
            <p:cNvSpPr/>
            <p:nvPr/>
          </p:nvSpPr>
          <p:spPr>
            <a:xfrm>
              <a:off x="4960717" y="3763137"/>
              <a:ext cx="218313" cy="194603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41F09B9-C3A7-B825-88C9-E2B8DE7E7509}"/>
                </a:ext>
              </a:extLst>
            </p:cNvPr>
            <p:cNvSpPr/>
            <p:nvPr/>
          </p:nvSpPr>
          <p:spPr>
            <a:xfrm>
              <a:off x="5014622" y="3829059"/>
              <a:ext cx="126430" cy="63779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ABF5805-6A03-7C96-8AF5-C79979FCA1F3}"/>
                </a:ext>
              </a:extLst>
            </p:cNvPr>
            <p:cNvSpPr/>
            <p:nvPr/>
          </p:nvSpPr>
          <p:spPr>
            <a:xfrm>
              <a:off x="6852149" y="3880683"/>
              <a:ext cx="237303" cy="234156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9729B704-4435-AA23-A670-B5F6694B7FC2}"/>
                </a:ext>
              </a:extLst>
            </p:cNvPr>
            <p:cNvSpPr/>
            <p:nvPr/>
          </p:nvSpPr>
          <p:spPr>
            <a:xfrm>
              <a:off x="6907098" y="3939640"/>
              <a:ext cx="118166" cy="110690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5736228-2282-5321-FA5F-7BA959D1971B}"/>
                </a:ext>
              </a:extLst>
            </p:cNvPr>
            <p:cNvSpPr/>
            <p:nvPr/>
          </p:nvSpPr>
          <p:spPr>
            <a:xfrm>
              <a:off x="6691282" y="4194810"/>
              <a:ext cx="237303" cy="233969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D318EAE0-23D1-FB12-B811-20BC0BF11379}"/>
                </a:ext>
              </a:extLst>
            </p:cNvPr>
            <p:cNvSpPr/>
            <p:nvPr/>
          </p:nvSpPr>
          <p:spPr>
            <a:xfrm>
              <a:off x="6746281" y="4253386"/>
              <a:ext cx="118173" cy="110698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74DE83B-1B7E-51EF-FD79-8C3CCB5244C9}"/>
                </a:ext>
              </a:extLst>
            </p:cNvPr>
            <p:cNvSpPr/>
            <p:nvPr/>
          </p:nvSpPr>
          <p:spPr>
            <a:xfrm>
              <a:off x="6401326" y="4282938"/>
              <a:ext cx="187987" cy="215224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CB3900B2-95B6-C9F3-C801-50061F8E9D13}"/>
                </a:ext>
              </a:extLst>
            </p:cNvPr>
            <p:cNvSpPr/>
            <p:nvPr/>
          </p:nvSpPr>
          <p:spPr>
            <a:xfrm>
              <a:off x="6471721" y="4316636"/>
              <a:ext cx="48819" cy="12836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4CDA6D7-7092-BD22-9738-D18B1F23C444}"/>
                </a:ext>
              </a:extLst>
            </p:cNvPr>
            <p:cNvSpPr/>
            <p:nvPr/>
          </p:nvSpPr>
          <p:spPr>
            <a:xfrm>
              <a:off x="6088224" y="4355143"/>
              <a:ext cx="221589" cy="255383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553134E-FF31-C570-38D9-1CF2478404F4}"/>
                </a:ext>
              </a:extLst>
            </p:cNvPr>
            <p:cNvSpPr/>
            <p:nvPr/>
          </p:nvSpPr>
          <p:spPr>
            <a:xfrm>
              <a:off x="6174741" y="4394027"/>
              <a:ext cx="48026" cy="154563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8DF0FC0-DE30-7D51-1AE4-0E8AF8711648}"/>
                </a:ext>
              </a:extLst>
            </p:cNvPr>
            <p:cNvSpPr/>
            <p:nvPr/>
          </p:nvSpPr>
          <p:spPr>
            <a:xfrm>
              <a:off x="5776986" y="4311858"/>
              <a:ext cx="194050" cy="223903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31A29A3-BDA4-BA16-EF74-898B070E67AA}"/>
                </a:ext>
              </a:extLst>
            </p:cNvPr>
            <p:cNvSpPr/>
            <p:nvPr/>
          </p:nvSpPr>
          <p:spPr>
            <a:xfrm>
              <a:off x="5852578" y="4345178"/>
              <a:ext cx="42674" cy="136217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B3B2C270-F9A3-5C09-5C6A-7338B09D2C13}"/>
                </a:ext>
              </a:extLst>
            </p:cNvPr>
            <p:cNvSpPr/>
            <p:nvPr/>
          </p:nvSpPr>
          <p:spPr>
            <a:xfrm>
              <a:off x="5125432" y="4046692"/>
              <a:ext cx="205687" cy="208229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D167B09-3813-AABB-7753-86862D521DFC}"/>
                </a:ext>
              </a:extLst>
            </p:cNvPr>
            <p:cNvSpPr/>
            <p:nvPr/>
          </p:nvSpPr>
          <p:spPr>
            <a:xfrm>
              <a:off x="5181940" y="4095347"/>
              <a:ext cx="97755" cy="104091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E45070E2-93C7-5833-56F4-079172964FE1}"/>
                </a:ext>
              </a:extLst>
            </p:cNvPr>
            <p:cNvSpPr/>
            <p:nvPr/>
          </p:nvSpPr>
          <p:spPr>
            <a:xfrm>
              <a:off x="5407093" y="4237552"/>
              <a:ext cx="226138" cy="247740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1FD25C5-98B1-F534-1820-8DDB4E201EDF}"/>
                </a:ext>
              </a:extLst>
            </p:cNvPr>
            <p:cNvSpPr/>
            <p:nvPr/>
          </p:nvSpPr>
          <p:spPr>
            <a:xfrm>
              <a:off x="5478252" y="4283080"/>
              <a:ext cx="83101" cy="138881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A56880A-F259-A96A-EC97-AB62EF333637}"/>
                </a:ext>
              </a:extLst>
            </p:cNvPr>
            <p:cNvSpPr/>
            <p:nvPr/>
          </p:nvSpPr>
          <p:spPr>
            <a:xfrm>
              <a:off x="6667862" y="2434332"/>
              <a:ext cx="228522" cy="244379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40AA20C-A14C-3DF7-A18E-8BEA5E0AA169}"/>
                </a:ext>
              </a:extLst>
            </p:cNvPr>
            <p:cNvSpPr/>
            <p:nvPr/>
          </p:nvSpPr>
          <p:spPr>
            <a:xfrm>
              <a:off x="6735098" y="2497301"/>
              <a:ext cx="92245" cy="133021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627EBB52-93E9-6BA1-F75D-95CE0F49B29F}"/>
                </a:ext>
              </a:extLst>
            </p:cNvPr>
            <p:cNvSpPr/>
            <p:nvPr/>
          </p:nvSpPr>
          <p:spPr>
            <a:xfrm>
              <a:off x="6376341" y="2261195"/>
              <a:ext cx="228535" cy="244388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B3FF0B84-4443-6A8B-D440-819B9665AF01}"/>
                </a:ext>
              </a:extLst>
            </p:cNvPr>
            <p:cNvSpPr/>
            <p:nvPr/>
          </p:nvSpPr>
          <p:spPr>
            <a:xfrm>
              <a:off x="6444255" y="2323998"/>
              <a:ext cx="92278" cy="132989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36F769F-D8E3-7CE2-4ED0-BA159B4337D6}"/>
                </a:ext>
              </a:extLst>
            </p:cNvPr>
            <p:cNvSpPr/>
            <p:nvPr/>
          </p:nvSpPr>
          <p:spPr>
            <a:xfrm>
              <a:off x="6092257" y="2112457"/>
              <a:ext cx="187928" cy="217167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800F72C-5090-3911-7D29-CD300B48423E}"/>
                </a:ext>
              </a:extLst>
            </p:cNvPr>
            <p:cNvSpPr/>
            <p:nvPr/>
          </p:nvSpPr>
          <p:spPr>
            <a:xfrm>
              <a:off x="6165696" y="2166301"/>
              <a:ext cx="41019" cy="131050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DE0A7585-E0B8-389E-E1E2-46849A32D4C3}"/>
                </a:ext>
              </a:extLst>
            </p:cNvPr>
            <p:cNvSpPr/>
            <p:nvPr/>
          </p:nvSpPr>
          <p:spPr>
            <a:xfrm>
              <a:off x="5792674" y="2197622"/>
              <a:ext cx="223119" cy="252237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39B73A1F-27B4-64EA-1AD8-810E1786A3DE}"/>
                </a:ext>
              </a:extLst>
            </p:cNvPr>
            <p:cNvSpPr/>
            <p:nvPr/>
          </p:nvSpPr>
          <p:spPr>
            <a:xfrm>
              <a:off x="5869764" y="2260289"/>
              <a:ext cx="65715" cy="147898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5E2FDD43-78B9-34E3-FAD7-80BE4295A3F9}"/>
                </a:ext>
              </a:extLst>
            </p:cNvPr>
            <p:cNvSpPr/>
            <p:nvPr/>
          </p:nvSpPr>
          <p:spPr>
            <a:xfrm>
              <a:off x="5485155" y="2338969"/>
              <a:ext cx="194928" cy="220911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7704DA1-150E-3A21-7C16-6B44DA53336D}"/>
                </a:ext>
              </a:extLst>
            </p:cNvPr>
            <p:cNvSpPr/>
            <p:nvPr/>
          </p:nvSpPr>
          <p:spPr>
            <a:xfrm>
              <a:off x="5553190" y="2393462"/>
              <a:ext cx="58142" cy="130361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0758E81D-1EA0-7765-919F-4138D2177FD9}"/>
                </a:ext>
              </a:extLst>
            </p:cNvPr>
            <p:cNvSpPr/>
            <p:nvPr/>
          </p:nvSpPr>
          <p:spPr>
            <a:xfrm>
              <a:off x="4936666" y="2719679"/>
              <a:ext cx="214208" cy="199652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5B6406A9-CD1D-E457-0E69-F3B887D55D06}"/>
                </a:ext>
              </a:extLst>
            </p:cNvPr>
            <p:cNvSpPr/>
            <p:nvPr/>
          </p:nvSpPr>
          <p:spPr>
            <a:xfrm>
              <a:off x="4991031" y="2778973"/>
              <a:ext cx="117379" cy="81348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F60B9FF1-DB2F-6B80-ADAF-E913F1DF3C0B}"/>
                </a:ext>
              </a:extLst>
            </p:cNvPr>
            <p:cNvSpPr/>
            <p:nvPr/>
          </p:nvSpPr>
          <p:spPr>
            <a:xfrm>
              <a:off x="5177249" y="2512936"/>
              <a:ext cx="234343" cy="237766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BD0B4E8-DA30-B76B-1DD7-2B353BA3C99B}"/>
                </a:ext>
              </a:extLst>
            </p:cNvPr>
            <p:cNvSpPr/>
            <p:nvPr/>
          </p:nvSpPr>
          <p:spPr>
            <a:xfrm>
              <a:off x="5242111" y="2576541"/>
              <a:ext cx="110066" cy="118737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FA8E11B-5BCC-EB23-8B91-EFF890A92609}"/>
                </a:ext>
              </a:extLst>
            </p:cNvPr>
            <p:cNvSpPr/>
            <p:nvPr/>
          </p:nvSpPr>
          <p:spPr>
            <a:xfrm>
              <a:off x="7106841" y="3766536"/>
              <a:ext cx="249818" cy="224137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41B52C08-B063-8A23-EFC4-512A20E9E77B}"/>
                </a:ext>
              </a:extLst>
            </p:cNvPr>
            <p:cNvSpPr/>
            <p:nvPr/>
          </p:nvSpPr>
          <p:spPr>
            <a:xfrm>
              <a:off x="7150561" y="3841504"/>
              <a:ext cx="143458" cy="75169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4FE2186C-21DC-8B33-AC92-FAB849DFA6B7}"/>
                </a:ext>
              </a:extLst>
            </p:cNvPr>
            <p:cNvSpPr/>
            <p:nvPr/>
          </p:nvSpPr>
          <p:spPr>
            <a:xfrm>
              <a:off x="4928012" y="2434451"/>
              <a:ext cx="226995" cy="244897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20335174-8F1B-2E2F-4575-1CE26D082840}"/>
                </a:ext>
              </a:extLst>
            </p:cNvPr>
            <p:cNvSpPr/>
            <p:nvPr/>
          </p:nvSpPr>
          <p:spPr>
            <a:xfrm>
              <a:off x="4996738" y="2496799"/>
              <a:ext cx="88735" cy="135382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5D896B56-06D6-D771-BD5F-A4F8DEB0D90A}"/>
                </a:ext>
              </a:extLst>
            </p:cNvPr>
            <p:cNvSpPr/>
            <p:nvPr/>
          </p:nvSpPr>
          <p:spPr>
            <a:xfrm>
              <a:off x="5561369" y="4471045"/>
              <a:ext cx="221388" cy="254758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1A15DF58-C0E2-3881-28E9-EEAECC701E25}"/>
                </a:ext>
              </a:extLst>
            </p:cNvPr>
            <p:cNvSpPr/>
            <p:nvPr/>
          </p:nvSpPr>
          <p:spPr>
            <a:xfrm>
              <a:off x="5644021" y="4511143"/>
              <a:ext cx="55434" cy="152047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95D644AE-FB7A-C739-C9CA-E84640852B4F}"/>
                </a:ext>
              </a:extLst>
            </p:cNvPr>
            <p:cNvSpPr/>
            <p:nvPr/>
          </p:nvSpPr>
          <p:spPr>
            <a:xfrm>
              <a:off x="6709344" y="4027267"/>
              <a:ext cx="159440" cy="148221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753CB6F-1905-D820-7B9B-E164E78DEB7C}"/>
                </a:ext>
              </a:extLst>
            </p:cNvPr>
            <p:cNvSpPr/>
            <p:nvPr/>
          </p:nvSpPr>
          <p:spPr>
            <a:xfrm>
              <a:off x="6741087" y="4070901"/>
              <a:ext cx="87610" cy="59454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25FEC769-C93F-9027-C058-427DA1D9A47C}"/>
                </a:ext>
              </a:extLst>
            </p:cNvPr>
            <p:cNvSpPr/>
            <p:nvPr/>
          </p:nvSpPr>
          <p:spPr>
            <a:xfrm>
              <a:off x="6975548" y="3102165"/>
              <a:ext cx="159140" cy="138146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500A4786-4FEA-ACF2-FE6E-B7D997A4AB85}"/>
                </a:ext>
              </a:extLst>
            </p:cNvPr>
            <p:cNvSpPr/>
            <p:nvPr/>
          </p:nvSpPr>
          <p:spPr>
            <a:xfrm>
              <a:off x="6999412" y="3155453"/>
              <a:ext cx="96454" cy="32411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E037DE72-7BE0-F99C-C6DF-B8B099C2E235}"/>
                </a:ext>
              </a:extLst>
            </p:cNvPr>
            <p:cNvSpPr/>
            <p:nvPr/>
          </p:nvSpPr>
          <p:spPr>
            <a:xfrm>
              <a:off x="6038430" y="2318378"/>
              <a:ext cx="105149" cy="121398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D8A02206-F952-8C94-2525-C11D00830574}"/>
                </a:ext>
              </a:extLst>
            </p:cNvPr>
            <p:cNvSpPr/>
            <p:nvPr/>
          </p:nvSpPr>
          <p:spPr>
            <a:xfrm>
              <a:off x="6079099" y="2348603"/>
              <a:ext cx="22490" cy="73395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2ED07482-513D-EF42-C880-280B54D797C3}"/>
                </a:ext>
              </a:extLst>
            </p:cNvPr>
            <p:cNvSpPr/>
            <p:nvPr/>
          </p:nvSpPr>
          <p:spPr>
            <a:xfrm>
              <a:off x="5052907" y="3601085"/>
              <a:ext cx="121602" cy="10571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rgbClr val="9499C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4641CF08-B285-A7BA-9E9E-47CEFFF77DD0}"/>
                </a:ext>
              </a:extLst>
            </p:cNvPr>
            <p:cNvSpPr/>
            <p:nvPr/>
          </p:nvSpPr>
          <p:spPr>
            <a:xfrm>
              <a:off x="5082807" y="3642311"/>
              <a:ext cx="73433" cy="22659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0DD7A8F2-9AEA-6761-EA62-9307BE7A9806}"/>
                </a:ext>
              </a:extLst>
            </p:cNvPr>
            <p:cNvSpPr/>
            <p:nvPr/>
          </p:nvSpPr>
          <p:spPr>
            <a:xfrm>
              <a:off x="5670546" y="3076164"/>
              <a:ext cx="286370" cy="266236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CD0DA5D1-7F6E-D27E-51FC-C91EB39AF69F}"/>
                </a:ext>
              </a:extLst>
            </p:cNvPr>
            <p:cNvSpPr/>
            <p:nvPr/>
          </p:nvSpPr>
          <p:spPr>
            <a:xfrm>
              <a:off x="5523821" y="3500918"/>
              <a:ext cx="344574" cy="156069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1298C893-6989-6296-9F9B-2B9120C0621C}"/>
                </a:ext>
              </a:extLst>
            </p:cNvPr>
            <p:cNvSpPr/>
            <p:nvPr/>
          </p:nvSpPr>
          <p:spPr>
            <a:xfrm>
              <a:off x="6004652" y="3618584"/>
              <a:ext cx="339216" cy="175449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rgbClr val="CF578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A2B9334-EA25-D062-7F6D-4552BB6A8F49}"/>
              </a:ext>
            </a:extLst>
          </p:cNvPr>
          <p:cNvGrpSpPr/>
          <p:nvPr/>
        </p:nvGrpSpPr>
        <p:grpSpPr>
          <a:xfrm>
            <a:off x="11405984" y="1920813"/>
            <a:ext cx="1411936" cy="1260424"/>
            <a:chOff x="6452894" y="5331089"/>
            <a:chExt cx="1200142" cy="1221256"/>
          </a:xfrm>
        </p:grpSpPr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386EE340-5037-5AFD-2DF9-D4133E88C15F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642F23FB-FBB0-C3F4-104F-6A2A117634EB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51E96158-5537-15BD-4734-4B9B55DBBE63}"/>
              </a:ext>
            </a:extLst>
          </p:cNvPr>
          <p:cNvGrpSpPr/>
          <p:nvPr/>
        </p:nvGrpSpPr>
        <p:grpSpPr>
          <a:xfrm rot="1793589">
            <a:off x="743047" y="5806618"/>
            <a:ext cx="1277439" cy="1343877"/>
            <a:chOff x="4760459" y="2057399"/>
            <a:chExt cx="2743224" cy="2736912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46F7A0A6-B52B-6EBD-DB97-96E9F935D9D1}"/>
                </a:ext>
              </a:extLst>
            </p:cNvPr>
            <p:cNvSpPr/>
            <p:nvPr/>
          </p:nvSpPr>
          <p:spPr>
            <a:xfrm>
              <a:off x="4760459" y="2057399"/>
              <a:ext cx="2743224" cy="2736912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B116360-FCC3-FD79-521C-37E034EB88E3}"/>
                </a:ext>
              </a:extLst>
            </p:cNvPr>
            <p:cNvSpPr/>
            <p:nvPr/>
          </p:nvSpPr>
          <p:spPr>
            <a:xfrm>
              <a:off x="5089894" y="2516981"/>
              <a:ext cx="2140176" cy="154607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rgbClr val="FFE05C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FF2165DA-DA06-9FD2-6155-9347FB4F28FE}"/>
                </a:ext>
              </a:extLst>
            </p:cNvPr>
            <p:cNvSpPr/>
            <p:nvPr/>
          </p:nvSpPr>
          <p:spPr>
            <a:xfrm>
              <a:off x="5640420" y="2128076"/>
              <a:ext cx="542923" cy="1325068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rgbClr val="C2A6F7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B84A110-FE66-B4C3-9064-6C85194EE4B6}"/>
                </a:ext>
              </a:extLst>
            </p:cNvPr>
            <p:cNvSpPr/>
            <p:nvPr/>
          </p:nvSpPr>
          <p:spPr>
            <a:xfrm>
              <a:off x="5241370" y="3326062"/>
              <a:ext cx="1634193" cy="344089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rgbClr val="89E8CF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4B8F94FE-3087-4F0B-58A0-244820DA7B6F}"/>
                </a:ext>
              </a:extLst>
            </p:cNvPr>
            <p:cNvSpPr/>
            <p:nvPr/>
          </p:nvSpPr>
          <p:spPr>
            <a:xfrm>
              <a:off x="4807442" y="2412440"/>
              <a:ext cx="2639739" cy="2381871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ED3E583-E97F-796F-9AF2-84952499D7B7}"/>
                </a:ext>
              </a:extLst>
            </p:cNvPr>
            <p:cNvSpPr/>
            <p:nvPr/>
          </p:nvSpPr>
          <p:spPr>
            <a:xfrm>
              <a:off x="4760459" y="2057399"/>
              <a:ext cx="2743224" cy="2734808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rgbClr val="F26D6D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0158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7BD89-9C73-1436-8FA7-94E64691801F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93C7063-93BB-AAFA-73A8-48DFF7795314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16</a:t>
            </a:fld>
            <a:endParaRPr lang="en-US" sz="1100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94232B9A-08DF-3E9A-F1CE-D9CD7CDEB9A5}"/>
              </a:ext>
            </a:extLst>
          </p:cNvPr>
          <p:cNvSpPr/>
          <p:nvPr/>
        </p:nvSpPr>
        <p:spPr>
          <a:xfrm flipH="1">
            <a:off x="3056926" y="3057248"/>
            <a:ext cx="2138358" cy="1548605"/>
          </a:xfrm>
          <a:prstGeom prst="parallelogram">
            <a:avLst>
              <a:gd name="adj" fmla="val 575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034BEC1A-8F7A-09CF-3581-A3E97A87C974}"/>
              </a:ext>
            </a:extLst>
          </p:cNvPr>
          <p:cNvSpPr/>
          <p:nvPr/>
        </p:nvSpPr>
        <p:spPr>
          <a:xfrm flipH="1">
            <a:off x="3056926" y="3057248"/>
            <a:ext cx="2138358" cy="1548605"/>
          </a:xfrm>
          <a:prstGeom prst="parallelogram">
            <a:avLst>
              <a:gd name="adj" fmla="val 57563"/>
            </a:avLst>
          </a:prstGeom>
          <a:gradFill flip="none" rotWithShape="1">
            <a:gsLst>
              <a:gs pos="23000">
                <a:schemeClr val="tx2">
                  <a:alpha val="40000"/>
                </a:schemeClr>
              </a:gs>
              <a:gs pos="63000">
                <a:schemeClr val="tx2">
                  <a:alpha val="0"/>
                </a:schemeClr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91321EAF-28A8-4092-1568-FE57C2686658}"/>
              </a:ext>
            </a:extLst>
          </p:cNvPr>
          <p:cNvSpPr/>
          <p:nvPr/>
        </p:nvSpPr>
        <p:spPr>
          <a:xfrm flipH="1">
            <a:off x="4655420" y="3057248"/>
            <a:ext cx="2138358" cy="1548605"/>
          </a:xfrm>
          <a:prstGeom prst="parallelogram">
            <a:avLst>
              <a:gd name="adj" fmla="val 5756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0A75CBA-729F-AED7-4056-24B0CB318153}"/>
              </a:ext>
            </a:extLst>
          </p:cNvPr>
          <p:cNvSpPr/>
          <p:nvPr/>
        </p:nvSpPr>
        <p:spPr>
          <a:xfrm flipH="1">
            <a:off x="4655420" y="3057248"/>
            <a:ext cx="2138358" cy="1548605"/>
          </a:xfrm>
          <a:prstGeom prst="parallelogram">
            <a:avLst>
              <a:gd name="adj" fmla="val 57563"/>
            </a:avLst>
          </a:prstGeom>
          <a:gradFill flip="none" rotWithShape="1">
            <a:gsLst>
              <a:gs pos="23000">
                <a:schemeClr val="tx2">
                  <a:alpha val="40000"/>
                </a:schemeClr>
              </a:gs>
              <a:gs pos="63000">
                <a:schemeClr val="tx2">
                  <a:alpha val="0"/>
                </a:schemeClr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814A6EB-EFAA-8BAF-8842-8927CF235F5A}"/>
              </a:ext>
            </a:extLst>
          </p:cNvPr>
          <p:cNvSpPr/>
          <p:nvPr/>
        </p:nvSpPr>
        <p:spPr>
          <a:xfrm flipH="1">
            <a:off x="6253914" y="3057248"/>
            <a:ext cx="2138358" cy="1548605"/>
          </a:xfrm>
          <a:prstGeom prst="parallelogram">
            <a:avLst>
              <a:gd name="adj" fmla="val 575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34BC725-21EA-A97B-15C8-017C3AEA94BA}"/>
              </a:ext>
            </a:extLst>
          </p:cNvPr>
          <p:cNvSpPr/>
          <p:nvPr/>
        </p:nvSpPr>
        <p:spPr>
          <a:xfrm flipH="1">
            <a:off x="6253914" y="3057248"/>
            <a:ext cx="2138358" cy="1548605"/>
          </a:xfrm>
          <a:prstGeom prst="parallelogram">
            <a:avLst>
              <a:gd name="adj" fmla="val 58793"/>
            </a:avLst>
          </a:prstGeom>
          <a:gradFill flip="none" rotWithShape="1">
            <a:gsLst>
              <a:gs pos="23000">
                <a:schemeClr val="tx2">
                  <a:alpha val="40000"/>
                </a:schemeClr>
              </a:gs>
              <a:gs pos="63000">
                <a:schemeClr val="tx2">
                  <a:alpha val="0"/>
                </a:schemeClr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79C24-5A73-E19D-13B3-3DFD0B0FDE4F}"/>
              </a:ext>
            </a:extLst>
          </p:cNvPr>
          <p:cNvSpPr txBox="1"/>
          <p:nvPr/>
        </p:nvSpPr>
        <p:spPr>
          <a:xfrm>
            <a:off x="762002" y="583246"/>
            <a:ext cx="10667996" cy="874085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latin typeface="+mj-lt"/>
                <a:cs typeface="Poppins ExtraBold" panose="00000900000000000000" pitchFamily="2" charset="0"/>
              </a:rPr>
              <a:t>Arrow</a:t>
            </a:r>
            <a:r>
              <a:rPr lang="en-US" sz="4800" b="1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Infographic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03578D-19FF-8AB6-5C6B-7EE5A6CAD2CA}"/>
              </a:ext>
            </a:extLst>
          </p:cNvPr>
          <p:cNvSpPr txBox="1"/>
          <p:nvPr/>
        </p:nvSpPr>
        <p:spPr>
          <a:xfrm>
            <a:off x="4419600" y="5525869"/>
            <a:ext cx="2438404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52F030-5587-B1EA-D1BA-A5B6CE1DE42C}"/>
              </a:ext>
            </a:extLst>
          </p:cNvPr>
          <p:cNvSpPr txBox="1"/>
          <p:nvPr/>
        </p:nvSpPr>
        <p:spPr>
          <a:xfrm>
            <a:off x="4419600" y="5112631"/>
            <a:ext cx="2438404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</a:rPr>
              <a:t>Your Option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82DCAC-D998-5872-00AF-55676FA7FCD9}"/>
              </a:ext>
            </a:extLst>
          </p:cNvPr>
          <p:cNvSpPr txBox="1"/>
          <p:nvPr/>
        </p:nvSpPr>
        <p:spPr>
          <a:xfrm>
            <a:off x="8077200" y="5525869"/>
            <a:ext cx="2438404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690A47-D39E-CD11-15B8-EC9257EF96E1}"/>
              </a:ext>
            </a:extLst>
          </p:cNvPr>
          <p:cNvSpPr txBox="1"/>
          <p:nvPr/>
        </p:nvSpPr>
        <p:spPr>
          <a:xfrm>
            <a:off x="8077200" y="5112631"/>
            <a:ext cx="2438404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</a:rPr>
              <a:t>Your Option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5BAF1C-889F-9A18-0AC6-2A990BE983C1}"/>
              </a:ext>
            </a:extLst>
          </p:cNvPr>
          <p:cNvSpPr txBox="1"/>
          <p:nvPr/>
        </p:nvSpPr>
        <p:spPr>
          <a:xfrm>
            <a:off x="1690116" y="2229371"/>
            <a:ext cx="2438404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28A3D2-62EF-DDA3-262B-9351CE62A826}"/>
              </a:ext>
            </a:extLst>
          </p:cNvPr>
          <p:cNvSpPr txBox="1"/>
          <p:nvPr/>
        </p:nvSpPr>
        <p:spPr>
          <a:xfrm>
            <a:off x="1690116" y="1816133"/>
            <a:ext cx="2438404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 dirty="0">
                <a:solidFill>
                  <a:schemeClr val="accent1"/>
                </a:solidFill>
                <a:latin typeface="+mj-lt"/>
              </a:rPr>
              <a:t>Your Option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62584B-5E21-BAC2-D1FF-C30FE364F230}"/>
              </a:ext>
            </a:extLst>
          </p:cNvPr>
          <p:cNvSpPr txBox="1"/>
          <p:nvPr/>
        </p:nvSpPr>
        <p:spPr>
          <a:xfrm>
            <a:off x="5347716" y="2229371"/>
            <a:ext cx="2438404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consectetur adipiscing elit.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CF8CBA-6239-6F4F-BFBB-1123A73D027B}"/>
              </a:ext>
            </a:extLst>
          </p:cNvPr>
          <p:cNvSpPr txBox="1"/>
          <p:nvPr/>
        </p:nvSpPr>
        <p:spPr>
          <a:xfrm>
            <a:off x="5347716" y="1816133"/>
            <a:ext cx="2438404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1"/>
                </a:solidFill>
                <a:latin typeface="+mj-lt"/>
              </a:rPr>
              <a:t>Your Option</a:t>
            </a: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85B25E0D-26AA-0327-001A-0856578EB5BC}"/>
              </a:ext>
            </a:extLst>
          </p:cNvPr>
          <p:cNvSpPr/>
          <p:nvPr/>
        </p:nvSpPr>
        <p:spPr>
          <a:xfrm>
            <a:off x="2353145" y="3057248"/>
            <a:ext cx="1948646" cy="1548605"/>
          </a:xfrm>
          <a:prstGeom prst="parallelogram">
            <a:avLst>
              <a:gd name="adj" fmla="val 453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5">
            <a:extLst>
              <a:ext uri="{FF2B5EF4-FFF2-40B4-BE49-F238E27FC236}">
                <a16:creationId xmlns:a16="http://schemas.microsoft.com/office/drawing/2014/main" id="{E9B1C847-6219-66A1-1B37-B6657ECB8065}"/>
              </a:ext>
            </a:extLst>
          </p:cNvPr>
          <p:cNvSpPr>
            <a:spLocks noEditPoints="1"/>
          </p:cNvSpPr>
          <p:nvPr/>
        </p:nvSpPr>
        <p:spPr bwMode="auto">
          <a:xfrm>
            <a:off x="3045691" y="3549993"/>
            <a:ext cx="563554" cy="563114"/>
          </a:xfrm>
          <a:custGeom>
            <a:avLst/>
            <a:gdLst>
              <a:gd name="T0" fmla="*/ 156 w 788"/>
              <a:gd name="T1" fmla="*/ 0 h 788"/>
              <a:gd name="T2" fmla="*/ 2 w 788"/>
              <a:gd name="T3" fmla="*/ 378 h 788"/>
              <a:gd name="T4" fmla="*/ 60 w 788"/>
              <a:gd name="T5" fmla="*/ 776 h 788"/>
              <a:gd name="T6" fmla="*/ 471 w 788"/>
              <a:gd name="T7" fmla="*/ 788 h 788"/>
              <a:gd name="T8" fmla="*/ 728 w 788"/>
              <a:gd name="T9" fmla="*/ 384 h 788"/>
              <a:gd name="T10" fmla="*/ 787 w 788"/>
              <a:gd name="T11" fmla="*/ 367 h 788"/>
              <a:gd name="T12" fmla="*/ 328 w 788"/>
              <a:gd name="T13" fmla="*/ 764 h 788"/>
              <a:gd name="T14" fmla="*/ 459 w 788"/>
              <a:gd name="T15" fmla="*/ 764 h 788"/>
              <a:gd name="T16" fmla="*/ 483 w 788"/>
              <a:gd name="T17" fmla="*/ 492 h 788"/>
              <a:gd name="T18" fmla="*/ 304 w 788"/>
              <a:gd name="T19" fmla="*/ 492 h 788"/>
              <a:gd name="T20" fmla="*/ 84 w 788"/>
              <a:gd name="T21" fmla="*/ 384 h 788"/>
              <a:gd name="T22" fmla="*/ 716 w 788"/>
              <a:gd name="T23" fmla="*/ 360 h 788"/>
              <a:gd name="T24" fmla="*/ 163 w 788"/>
              <a:gd name="T25" fmla="*/ 24 h 788"/>
              <a:gd name="T26" fmla="*/ 716 w 788"/>
              <a:gd name="T27" fmla="*/ 360 h 788"/>
              <a:gd name="T28" fmla="*/ 253 w 788"/>
              <a:gd name="T29" fmla="*/ 540 h 788"/>
              <a:gd name="T30" fmla="*/ 134 w 788"/>
              <a:gd name="T31" fmla="*/ 658 h 788"/>
              <a:gd name="T32" fmla="*/ 157 w 788"/>
              <a:gd name="T33" fmla="*/ 540 h 788"/>
              <a:gd name="T34" fmla="*/ 229 w 788"/>
              <a:gd name="T35" fmla="*/ 562 h 788"/>
              <a:gd name="T36" fmla="*/ 157 w 788"/>
              <a:gd name="T37" fmla="*/ 585 h 788"/>
              <a:gd name="T38" fmla="*/ 157 w 788"/>
              <a:gd name="T39" fmla="*/ 646 h 788"/>
              <a:gd name="T40" fmla="*/ 334 w 788"/>
              <a:gd name="T41" fmla="*/ 157 h 788"/>
              <a:gd name="T42" fmla="*/ 442 w 788"/>
              <a:gd name="T43" fmla="*/ 287 h 788"/>
              <a:gd name="T44" fmla="*/ 394 w 788"/>
              <a:gd name="T45" fmla="*/ 97 h 788"/>
              <a:gd name="T46" fmla="*/ 358 w 788"/>
              <a:gd name="T47" fmla="*/ 204 h 788"/>
              <a:gd name="T48" fmla="*/ 430 w 788"/>
              <a:gd name="T49" fmla="*/ 180 h 788"/>
              <a:gd name="T50" fmla="*/ 394 w 788"/>
              <a:gd name="T51" fmla="*/ 121 h 788"/>
              <a:gd name="T52" fmla="*/ 227 w 788"/>
              <a:gd name="T53" fmla="*/ 97 h 788"/>
              <a:gd name="T54" fmla="*/ 179 w 788"/>
              <a:gd name="T55" fmla="*/ 287 h 788"/>
              <a:gd name="T56" fmla="*/ 287 w 788"/>
              <a:gd name="T57" fmla="*/ 157 h 788"/>
              <a:gd name="T58" fmla="*/ 191 w 788"/>
              <a:gd name="T59" fmla="*/ 263 h 788"/>
              <a:gd name="T60" fmla="*/ 262 w 788"/>
              <a:gd name="T61" fmla="*/ 263 h 788"/>
              <a:gd name="T62" fmla="*/ 191 w 788"/>
              <a:gd name="T63" fmla="*/ 157 h 788"/>
              <a:gd name="T64" fmla="*/ 262 w 788"/>
              <a:gd name="T65" fmla="*/ 180 h 788"/>
              <a:gd name="T66" fmla="*/ 501 w 788"/>
              <a:gd name="T67" fmla="*/ 275 h 788"/>
              <a:gd name="T68" fmla="*/ 621 w 788"/>
              <a:gd name="T69" fmla="*/ 275 h 788"/>
              <a:gd name="T70" fmla="*/ 597 w 788"/>
              <a:gd name="T71" fmla="*/ 263 h 788"/>
              <a:gd name="T72" fmla="*/ 597 w 788"/>
              <a:gd name="T73" fmla="*/ 204 h 788"/>
              <a:gd name="T74" fmla="*/ 525 w 788"/>
              <a:gd name="T75" fmla="*/ 180 h 788"/>
              <a:gd name="T76" fmla="*/ 597 w 788"/>
              <a:gd name="T77" fmla="*/ 157 h 788"/>
              <a:gd name="T78" fmla="*/ 654 w 788"/>
              <a:gd name="T79" fmla="*/ 658 h 788"/>
              <a:gd name="T80" fmla="*/ 535 w 788"/>
              <a:gd name="T81" fmla="*/ 540 h 788"/>
              <a:gd name="T82" fmla="*/ 642 w 788"/>
              <a:gd name="T83" fmla="*/ 670 h 788"/>
              <a:gd name="T84" fmla="*/ 630 w 788"/>
              <a:gd name="T85" fmla="*/ 540 h 788"/>
              <a:gd name="T86" fmla="*/ 559 w 788"/>
              <a:gd name="T87" fmla="*/ 540 h 788"/>
              <a:gd name="T88" fmla="*/ 630 w 788"/>
              <a:gd name="T89" fmla="*/ 646 h 788"/>
              <a:gd name="T90" fmla="*/ 431 w 788"/>
              <a:gd name="T91" fmla="*/ 670 h 788"/>
              <a:gd name="T92" fmla="*/ 443 w 788"/>
              <a:gd name="T93" fmla="*/ 658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88" h="788">
                <a:moveTo>
                  <a:pt x="644" y="8"/>
                </a:moveTo>
                <a:cubicBezTo>
                  <a:pt x="642" y="3"/>
                  <a:pt x="637" y="0"/>
                  <a:pt x="633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1" y="0"/>
                  <a:pt x="146" y="3"/>
                  <a:pt x="144" y="8"/>
                </a:cubicBezTo>
                <a:cubicBezTo>
                  <a:pt x="1" y="367"/>
                  <a:pt x="1" y="367"/>
                  <a:pt x="1" y="367"/>
                </a:cubicBezTo>
                <a:cubicBezTo>
                  <a:pt x="0" y="371"/>
                  <a:pt x="0" y="375"/>
                  <a:pt x="2" y="378"/>
                </a:cubicBezTo>
                <a:cubicBezTo>
                  <a:pt x="5" y="381"/>
                  <a:pt x="8" y="384"/>
                  <a:pt x="12" y="384"/>
                </a:cubicBezTo>
                <a:cubicBezTo>
                  <a:pt x="60" y="384"/>
                  <a:pt x="60" y="384"/>
                  <a:pt x="60" y="384"/>
                </a:cubicBezTo>
                <a:cubicBezTo>
                  <a:pt x="60" y="776"/>
                  <a:pt x="60" y="776"/>
                  <a:pt x="60" y="776"/>
                </a:cubicBezTo>
                <a:cubicBezTo>
                  <a:pt x="60" y="782"/>
                  <a:pt x="65" y="788"/>
                  <a:pt x="72" y="788"/>
                </a:cubicBezTo>
                <a:cubicBezTo>
                  <a:pt x="316" y="788"/>
                  <a:pt x="316" y="788"/>
                  <a:pt x="316" y="788"/>
                </a:cubicBezTo>
                <a:cubicBezTo>
                  <a:pt x="471" y="788"/>
                  <a:pt x="471" y="788"/>
                  <a:pt x="471" y="788"/>
                </a:cubicBezTo>
                <a:cubicBezTo>
                  <a:pt x="716" y="788"/>
                  <a:pt x="716" y="788"/>
                  <a:pt x="716" y="788"/>
                </a:cubicBezTo>
                <a:cubicBezTo>
                  <a:pt x="723" y="788"/>
                  <a:pt x="728" y="782"/>
                  <a:pt x="728" y="776"/>
                </a:cubicBezTo>
                <a:cubicBezTo>
                  <a:pt x="728" y="384"/>
                  <a:pt x="728" y="384"/>
                  <a:pt x="728" y="384"/>
                </a:cubicBezTo>
                <a:cubicBezTo>
                  <a:pt x="776" y="384"/>
                  <a:pt x="776" y="384"/>
                  <a:pt x="776" y="384"/>
                </a:cubicBezTo>
                <a:cubicBezTo>
                  <a:pt x="779" y="384"/>
                  <a:pt x="783" y="381"/>
                  <a:pt x="786" y="378"/>
                </a:cubicBezTo>
                <a:cubicBezTo>
                  <a:pt x="788" y="375"/>
                  <a:pt x="788" y="371"/>
                  <a:pt x="787" y="367"/>
                </a:cubicBezTo>
                <a:lnTo>
                  <a:pt x="644" y="8"/>
                </a:lnTo>
                <a:close/>
                <a:moveTo>
                  <a:pt x="459" y="764"/>
                </a:moveTo>
                <a:cubicBezTo>
                  <a:pt x="328" y="764"/>
                  <a:pt x="328" y="764"/>
                  <a:pt x="328" y="764"/>
                </a:cubicBezTo>
                <a:cubicBezTo>
                  <a:pt x="328" y="504"/>
                  <a:pt x="328" y="504"/>
                  <a:pt x="328" y="504"/>
                </a:cubicBezTo>
                <a:cubicBezTo>
                  <a:pt x="459" y="504"/>
                  <a:pt x="459" y="504"/>
                  <a:pt x="459" y="504"/>
                </a:cubicBezTo>
                <a:lnTo>
                  <a:pt x="459" y="764"/>
                </a:lnTo>
                <a:close/>
                <a:moveTo>
                  <a:pt x="704" y="764"/>
                </a:moveTo>
                <a:cubicBezTo>
                  <a:pt x="483" y="764"/>
                  <a:pt x="483" y="764"/>
                  <a:pt x="483" y="764"/>
                </a:cubicBezTo>
                <a:cubicBezTo>
                  <a:pt x="483" y="492"/>
                  <a:pt x="483" y="492"/>
                  <a:pt x="483" y="492"/>
                </a:cubicBezTo>
                <a:cubicBezTo>
                  <a:pt x="483" y="486"/>
                  <a:pt x="478" y="480"/>
                  <a:pt x="471" y="480"/>
                </a:cubicBezTo>
                <a:cubicBezTo>
                  <a:pt x="316" y="480"/>
                  <a:pt x="316" y="480"/>
                  <a:pt x="316" y="480"/>
                </a:cubicBezTo>
                <a:cubicBezTo>
                  <a:pt x="310" y="480"/>
                  <a:pt x="304" y="486"/>
                  <a:pt x="304" y="492"/>
                </a:cubicBezTo>
                <a:cubicBezTo>
                  <a:pt x="304" y="764"/>
                  <a:pt x="304" y="764"/>
                  <a:pt x="304" y="764"/>
                </a:cubicBezTo>
                <a:cubicBezTo>
                  <a:pt x="84" y="764"/>
                  <a:pt x="84" y="764"/>
                  <a:pt x="84" y="764"/>
                </a:cubicBezTo>
                <a:cubicBezTo>
                  <a:pt x="84" y="384"/>
                  <a:pt x="84" y="384"/>
                  <a:pt x="84" y="384"/>
                </a:cubicBezTo>
                <a:cubicBezTo>
                  <a:pt x="704" y="384"/>
                  <a:pt x="704" y="384"/>
                  <a:pt x="704" y="384"/>
                </a:cubicBezTo>
                <a:lnTo>
                  <a:pt x="704" y="764"/>
                </a:lnTo>
                <a:close/>
                <a:moveTo>
                  <a:pt x="716" y="360"/>
                </a:moveTo>
                <a:cubicBezTo>
                  <a:pt x="72" y="360"/>
                  <a:pt x="72" y="360"/>
                  <a:pt x="72" y="360"/>
                </a:cubicBezTo>
                <a:cubicBezTo>
                  <a:pt x="29" y="360"/>
                  <a:pt x="29" y="360"/>
                  <a:pt x="29" y="360"/>
                </a:cubicBezTo>
                <a:cubicBezTo>
                  <a:pt x="163" y="24"/>
                  <a:pt x="163" y="24"/>
                  <a:pt x="163" y="24"/>
                </a:cubicBezTo>
                <a:cubicBezTo>
                  <a:pt x="624" y="24"/>
                  <a:pt x="624" y="24"/>
                  <a:pt x="624" y="24"/>
                </a:cubicBezTo>
                <a:cubicBezTo>
                  <a:pt x="758" y="360"/>
                  <a:pt x="758" y="360"/>
                  <a:pt x="758" y="360"/>
                </a:cubicBezTo>
                <a:lnTo>
                  <a:pt x="716" y="360"/>
                </a:lnTo>
                <a:close/>
                <a:moveTo>
                  <a:pt x="240" y="670"/>
                </a:moveTo>
                <a:cubicBezTo>
                  <a:pt x="248" y="670"/>
                  <a:pt x="253" y="665"/>
                  <a:pt x="253" y="658"/>
                </a:cubicBezTo>
                <a:cubicBezTo>
                  <a:pt x="253" y="540"/>
                  <a:pt x="253" y="540"/>
                  <a:pt x="253" y="540"/>
                </a:cubicBezTo>
                <a:cubicBezTo>
                  <a:pt x="253" y="507"/>
                  <a:pt x="226" y="480"/>
                  <a:pt x="193" y="480"/>
                </a:cubicBezTo>
                <a:cubicBezTo>
                  <a:pt x="160" y="480"/>
                  <a:pt x="134" y="507"/>
                  <a:pt x="134" y="540"/>
                </a:cubicBezTo>
                <a:cubicBezTo>
                  <a:pt x="134" y="658"/>
                  <a:pt x="134" y="658"/>
                  <a:pt x="134" y="658"/>
                </a:cubicBezTo>
                <a:cubicBezTo>
                  <a:pt x="134" y="665"/>
                  <a:pt x="139" y="670"/>
                  <a:pt x="145" y="670"/>
                </a:cubicBezTo>
                <a:lnTo>
                  <a:pt x="240" y="670"/>
                </a:lnTo>
                <a:close/>
                <a:moveTo>
                  <a:pt x="157" y="540"/>
                </a:moveTo>
                <a:cubicBezTo>
                  <a:pt x="157" y="520"/>
                  <a:pt x="173" y="504"/>
                  <a:pt x="193" y="504"/>
                </a:cubicBezTo>
                <a:cubicBezTo>
                  <a:pt x="213" y="504"/>
                  <a:pt x="229" y="520"/>
                  <a:pt x="229" y="540"/>
                </a:cubicBezTo>
                <a:cubicBezTo>
                  <a:pt x="229" y="562"/>
                  <a:pt x="229" y="562"/>
                  <a:pt x="229" y="562"/>
                </a:cubicBezTo>
                <a:cubicBezTo>
                  <a:pt x="157" y="562"/>
                  <a:pt x="157" y="562"/>
                  <a:pt x="157" y="562"/>
                </a:cubicBezTo>
                <a:lnTo>
                  <a:pt x="157" y="540"/>
                </a:lnTo>
                <a:close/>
                <a:moveTo>
                  <a:pt x="157" y="585"/>
                </a:moveTo>
                <a:cubicBezTo>
                  <a:pt x="229" y="585"/>
                  <a:pt x="229" y="585"/>
                  <a:pt x="229" y="585"/>
                </a:cubicBezTo>
                <a:cubicBezTo>
                  <a:pt x="229" y="646"/>
                  <a:pt x="229" y="646"/>
                  <a:pt x="229" y="646"/>
                </a:cubicBezTo>
                <a:cubicBezTo>
                  <a:pt x="157" y="646"/>
                  <a:pt x="157" y="646"/>
                  <a:pt x="157" y="646"/>
                </a:cubicBezTo>
                <a:lnTo>
                  <a:pt x="157" y="585"/>
                </a:lnTo>
                <a:close/>
                <a:moveTo>
                  <a:pt x="394" y="97"/>
                </a:moveTo>
                <a:cubicBezTo>
                  <a:pt x="361" y="97"/>
                  <a:pt x="334" y="124"/>
                  <a:pt x="334" y="157"/>
                </a:cubicBezTo>
                <a:cubicBezTo>
                  <a:pt x="334" y="275"/>
                  <a:pt x="334" y="275"/>
                  <a:pt x="334" y="275"/>
                </a:cubicBezTo>
                <a:cubicBezTo>
                  <a:pt x="334" y="281"/>
                  <a:pt x="340" y="287"/>
                  <a:pt x="346" y="287"/>
                </a:cubicBezTo>
                <a:cubicBezTo>
                  <a:pt x="442" y="287"/>
                  <a:pt x="442" y="287"/>
                  <a:pt x="442" y="287"/>
                </a:cubicBezTo>
                <a:cubicBezTo>
                  <a:pt x="448" y="287"/>
                  <a:pt x="454" y="281"/>
                  <a:pt x="454" y="275"/>
                </a:cubicBezTo>
                <a:cubicBezTo>
                  <a:pt x="454" y="157"/>
                  <a:pt x="454" y="157"/>
                  <a:pt x="454" y="157"/>
                </a:cubicBezTo>
                <a:cubicBezTo>
                  <a:pt x="454" y="124"/>
                  <a:pt x="427" y="97"/>
                  <a:pt x="394" y="97"/>
                </a:cubicBezTo>
                <a:close/>
                <a:moveTo>
                  <a:pt x="430" y="263"/>
                </a:moveTo>
                <a:cubicBezTo>
                  <a:pt x="358" y="263"/>
                  <a:pt x="358" y="263"/>
                  <a:pt x="358" y="263"/>
                </a:cubicBezTo>
                <a:cubicBezTo>
                  <a:pt x="358" y="204"/>
                  <a:pt x="358" y="204"/>
                  <a:pt x="358" y="204"/>
                </a:cubicBezTo>
                <a:cubicBezTo>
                  <a:pt x="430" y="204"/>
                  <a:pt x="430" y="204"/>
                  <a:pt x="430" y="204"/>
                </a:cubicBezTo>
                <a:lnTo>
                  <a:pt x="430" y="263"/>
                </a:lnTo>
                <a:close/>
                <a:moveTo>
                  <a:pt x="430" y="180"/>
                </a:moveTo>
                <a:cubicBezTo>
                  <a:pt x="358" y="180"/>
                  <a:pt x="358" y="180"/>
                  <a:pt x="358" y="180"/>
                </a:cubicBezTo>
                <a:cubicBezTo>
                  <a:pt x="358" y="157"/>
                  <a:pt x="358" y="157"/>
                  <a:pt x="358" y="157"/>
                </a:cubicBezTo>
                <a:cubicBezTo>
                  <a:pt x="358" y="137"/>
                  <a:pt x="374" y="121"/>
                  <a:pt x="394" y="121"/>
                </a:cubicBezTo>
                <a:cubicBezTo>
                  <a:pt x="414" y="121"/>
                  <a:pt x="430" y="137"/>
                  <a:pt x="430" y="157"/>
                </a:cubicBezTo>
                <a:lnTo>
                  <a:pt x="430" y="180"/>
                </a:lnTo>
                <a:close/>
                <a:moveTo>
                  <a:pt x="227" y="97"/>
                </a:moveTo>
                <a:cubicBezTo>
                  <a:pt x="194" y="97"/>
                  <a:pt x="167" y="124"/>
                  <a:pt x="167" y="157"/>
                </a:cubicBezTo>
                <a:cubicBezTo>
                  <a:pt x="167" y="275"/>
                  <a:pt x="167" y="275"/>
                  <a:pt x="167" y="275"/>
                </a:cubicBezTo>
                <a:cubicBezTo>
                  <a:pt x="167" y="281"/>
                  <a:pt x="173" y="287"/>
                  <a:pt x="179" y="287"/>
                </a:cubicBezTo>
                <a:cubicBezTo>
                  <a:pt x="274" y="287"/>
                  <a:pt x="274" y="287"/>
                  <a:pt x="274" y="287"/>
                </a:cubicBezTo>
                <a:cubicBezTo>
                  <a:pt x="281" y="287"/>
                  <a:pt x="287" y="281"/>
                  <a:pt x="287" y="275"/>
                </a:cubicBezTo>
                <a:cubicBezTo>
                  <a:pt x="287" y="157"/>
                  <a:pt x="287" y="157"/>
                  <a:pt x="287" y="157"/>
                </a:cubicBezTo>
                <a:cubicBezTo>
                  <a:pt x="287" y="124"/>
                  <a:pt x="260" y="97"/>
                  <a:pt x="227" y="97"/>
                </a:cubicBezTo>
                <a:close/>
                <a:moveTo>
                  <a:pt x="262" y="263"/>
                </a:moveTo>
                <a:cubicBezTo>
                  <a:pt x="191" y="263"/>
                  <a:pt x="191" y="263"/>
                  <a:pt x="191" y="263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262" y="204"/>
                  <a:pt x="262" y="204"/>
                  <a:pt x="262" y="204"/>
                </a:cubicBezTo>
                <a:lnTo>
                  <a:pt x="262" y="263"/>
                </a:lnTo>
                <a:close/>
                <a:moveTo>
                  <a:pt x="262" y="180"/>
                </a:moveTo>
                <a:cubicBezTo>
                  <a:pt x="191" y="180"/>
                  <a:pt x="191" y="180"/>
                  <a:pt x="191" y="180"/>
                </a:cubicBezTo>
                <a:cubicBezTo>
                  <a:pt x="191" y="157"/>
                  <a:pt x="191" y="157"/>
                  <a:pt x="191" y="157"/>
                </a:cubicBezTo>
                <a:cubicBezTo>
                  <a:pt x="191" y="137"/>
                  <a:pt x="207" y="121"/>
                  <a:pt x="227" y="121"/>
                </a:cubicBezTo>
                <a:cubicBezTo>
                  <a:pt x="247" y="121"/>
                  <a:pt x="262" y="137"/>
                  <a:pt x="262" y="157"/>
                </a:cubicBezTo>
                <a:lnTo>
                  <a:pt x="262" y="180"/>
                </a:lnTo>
                <a:close/>
                <a:moveTo>
                  <a:pt x="561" y="97"/>
                </a:moveTo>
                <a:cubicBezTo>
                  <a:pt x="528" y="97"/>
                  <a:pt x="501" y="124"/>
                  <a:pt x="501" y="157"/>
                </a:cubicBezTo>
                <a:cubicBezTo>
                  <a:pt x="501" y="275"/>
                  <a:pt x="501" y="275"/>
                  <a:pt x="501" y="275"/>
                </a:cubicBezTo>
                <a:cubicBezTo>
                  <a:pt x="501" y="281"/>
                  <a:pt x="507" y="287"/>
                  <a:pt x="513" y="287"/>
                </a:cubicBezTo>
                <a:cubicBezTo>
                  <a:pt x="609" y="287"/>
                  <a:pt x="609" y="287"/>
                  <a:pt x="609" y="287"/>
                </a:cubicBezTo>
                <a:cubicBezTo>
                  <a:pt x="615" y="287"/>
                  <a:pt x="621" y="281"/>
                  <a:pt x="621" y="275"/>
                </a:cubicBezTo>
                <a:cubicBezTo>
                  <a:pt x="621" y="157"/>
                  <a:pt x="621" y="157"/>
                  <a:pt x="621" y="157"/>
                </a:cubicBezTo>
                <a:cubicBezTo>
                  <a:pt x="621" y="124"/>
                  <a:pt x="594" y="97"/>
                  <a:pt x="561" y="97"/>
                </a:cubicBezTo>
                <a:close/>
                <a:moveTo>
                  <a:pt x="597" y="263"/>
                </a:moveTo>
                <a:cubicBezTo>
                  <a:pt x="525" y="263"/>
                  <a:pt x="525" y="263"/>
                  <a:pt x="525" y="263"/>
                </a:cubicBezTo>
                <a:cubicBezTo>
                  <a:pt x="525" y="204"/>
                  <a:pt x="525" y="204"/>
                  <a:pt x="525" y="204"/>
                </a:cubicBezTo>
                <a:cubicBezTo>
                  <a:pt x="597" y="204"/>
                  <a:pt x="597" y="204"/>
                  <a:pt x="597" y="204"/>
                </a:cubicBezTo>
                <a:lnTo>
                  <a:pt x="597" y="263"/>
                </a:lnTo>
                <a:close/>
                <a:moveTo>
                  <a:pt x="597" y="180"/>
                </a:moveTo>
                <a:cubicBezTo>
                  <a:pt x="525" y="180"/>
                  <a:pt x="525" y="180"/>
                  <a:pt x="525" y="180"/>
                </a:cubicBezTo>
                <a:cubicBezTo>
                  <a:pt x="525" y="157"/>
                  <a:pt x="525" y="157"/>
                  <a:pt x="525" y="157"/>
                </a:cubicBezTo>
                <a:cubicBezTo>
                  <a:pt x="525" y="137"/>
                  <a:pt x="541" y="121"/>
                  <a:pt x="561" y="121"/>
                </a:cubicBezTo>
                <a:cubicBezTo>
                  <a:pt x="580" y="121"/>
                  <a:pt x="597" y="137"/>
                  <a:pt x="597" y="157"/>
                </a:cubicBezTo>
                <a:lnTo>
                  <a:pt x="597" y="180"/>
                </a:lnTo>
                <a:close/>
                <a:moveTo>
                  <a:pt x="642" y="670"/>
                </a:moveTo>
                <a:cubicBezTo>
                  <a:pt x="649" y="670"/>
                  <a:pt x="654" y="665"/>
                  <a:pt x="654" y="658"/>
                </a:cubicBezTo>
                <a:cubicBezTo>
                  <a:pt x="654" y="540"/>
                  <a:pt x="654" y="540"/>
                  <a:pt x="654" y="540"/>
                </a:cubicBezTo>
                <a:cubicBezTo>
                  <a:pt x="654" y="507"/>
                  <a:pt x="628" y="480"/>
                  <a:pt x="595" y="480"/>
                </a:cubicBezTo>
                <a:cubicBezTo>
                  <a:pt x="562" y="480"/>
                  <a:pt x="535" y="507"/>
                  <a:pt x="535" y="540"/>
                </a:cubicBezTo>
                <a:cubicBezTo>
                  <a:pt x="535" y="658"/>
                  <a:pt x="535" y="658"/>
                  <a:pt x="535" y="658"/>
                </a:cubicBezTo>
                <a:cubicBezTo>
                  <a:pt x="535" y="665"/>
                  <a:pt x="540" y="670"/>
                  <a:pt x="547" y="670"/>
                </a:cubicBezTo>
                <a:lnTo>
                  <a:pt x="642" y="670"/>
                </a:lnTo>
                <a:close/>
                <a:moveTo>
                  <a:pt x="559" y="540"/>
                </a:moveTo>
                <a:cubicBezTo>
                  <a:pt x="559" y="520"/>
                  <a:pt x="575" y="504"/>
                  <a:pt x="595" y="504"/>
                </a:cubicBezTo>
                <a:cubicBezTo>
                  <a:pt x="614" y="504"/>
                  <a:pt x="630" y="520"/>
                  <a:pt x="630" y="540"/>
                </a:cubicBezTo>
                <a:cubicBezTo>
                  <a:pt x="630" y="562"/>
                  <a:pt x="630" y="562"/>
                  <a:pt x="630" y="562"/>
                </a:cubicBezTo>
                <a:cubicBezTo>
                  <a:pt x="559" y="562"/>
                  <a:pt x="559" y="562"/>
                  <a:pt x="559" y="562"/>
                </a:cubicBezTo>
                <a:lnTo>
                  <a:pt x="559" y="540"/>
                </a:lnTo>
                <a:close/>
                <a:moveTo>
                  <a:pt x="559" y="585"/>
                </a:moveTo>
                <a:cubicBezTo>
                  <a:pt x="630" y="585"/>
                  <a:pt x="630" y="585"/>
                  <a:pt x="630" y="585"/>
                </a:cubicBezTo>
                <a:cubicBezTo>
                  <a:pt x="630" y="646"/>
                  <a:pt x="630" y="646"/>
                  <a:pt x="630" y="646"/>
                </a:cubicBezTo>
                <a:cubicBezTo>
                  <a:pt x="559" y="646"/>
                  <a:pt x="559" y="646"/>
                  <a:pt x="559" y="646"/>
                </a:cubicBezTo>
                <a:lnTo>
                  <a:pt x="559" y="585"/>
                </a:lnTo>
                <a:close/>
                <a:moveTo>
                  <a:pt x="431" y="670"/>
                </a:moveTo>
                <a:cubicBezTo>
                  <a:pt x="425" y="670"/>
                  <a:pt x="419" y="665"/>
                  <a:pt x="419" y="658"/>
                </a:cubicBezTo>
                <a:cubicBezTo>
                  <a:pt x="419" y="652"/>
                  <a:pt x="425" y="646"/>
                  <a:pt x="431" y="646"/>
                </a:cubicBezTo>
                <a:cubicBezTo>
                  <a:pt x="437" y="646"/>
                  <a:pt x="443" y="652"/>
                  <a:pt x="443" y="658"/>
                </a:cubicBezTo>
                <a:cubicBezTo>
                  <a:pt x="443" y="665"/>
                  <a:pt x="437" y="670"/>
                  <a:pt x="431" y="6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17">
            <a:extLst>
              <a:ext uri="{FF2B5EF4-FFF2-40B4-BE49-F238E27FC236}">
                <a16:creationId xmlns:a16="http://schemas.microsoft.com/office/drawing/2014/main" id="{9D6727BF-ACC2-4718-044D-0438E13BDA94}"/>
              </a:ext>
            </a:extLst>
          </p:cNvPr>
          <p:cNvSpPr/>
          <p:nvPr/>
        </p:nvSpPr>
        <p:spPr>
          <a:xfrm>
            <a:off x="7148628" y="2715024"/>
            <a:ext cx="2163084" cy="1890829"/>
          </a:xfrm>
          <a:custGeom>
            <a:avLst/>
            <a:gdLst>
              <a:gd name="connsiteX0" fmla="*/ 556396 w 1403271"/>
              <a:gd name="connsiteY0" fmla="*/ 0 h 1226649"/>
              <a:gd name="connsiteX1" fmla="*/ 1403271 w 1403271"/>
              <a:gd name="connsiteY1" fmla="*/ 0 h 1226649"/>
              <a:gd name="connsiteX2" fmla="*/ 846876 w 1403271"/>
              <a:gd name="connsiteY2" fmla="*/ 1226649 h 1226649"/>
              <a:gd name="connsiteX3" fmla="*/ 0 w 1403271"/>
              <a:gd name="connsiteY3" fmla="*/ 1226649 h 122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3271" h="1226649">
                <a:moveTo>
                  <a:pt x="556396" y="0"/>
                </a:moveTo>
                <a:lnTo>
                  <a:pt x="1403271" y="0"/>
                </a:lnTo>
                <a:lnTo>
                  <a:pt x="846876" y="1226649"/>
                </a:lnTo>
                <a:lnTo>
                  <a:pt x="0" y="122664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9F6C59A1-9101-DBB9-DFA8-C626B483CA1E}"/>
              </a:ext>
            </a:extLst>
          </p:cNvPr>
          <p:cNvSpPr/>
          <p:nvPr/>
        </p:nvSpPr>
        <p:spPr>
          <a:xfrm>
            <a:off x="7780908" y="1907901"/>
            <a:ext cx="1753146" cy="909490"/>
          </a:xfrm>
          <a:prstGeom prst="triangle">
            <a:avLst>
              <a:gd name="adj" fmla="val 7403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31">
            <a:extLst>
              <a:ext uri="{FF2B5EF4-FFF2-40B4-BE49-F238E27FC236}">
                <a16:creationId xmlns:a16="http://schemas.microsoft.com/office/drawing/2014/main" id="{916DB211-3A5D-DD64-7E8B-E910EA9C50BC}"/>
              </a:ext>
            </a:extLst>
          </p:cNvPr>
          <p:cNvSpPr>
            <a:spLocks noEditPoints="1"/>
          </p:cNvSpPr>
          <p:nvPr/>
        </p:nvSpPr>
        <p:spPr bwMode="auto">
          <a:xfrm>
            <a:off x="7878182" y="3549992"/>
            <a:ext cx="563118" cy="563116"/>
          </a:xfrm>
          <a:custGeom>
            <a:avLst/>
            <a:gdLst>
              <a:gd name="T0" fmla="*/ 776 w 788"/>
              <a:gd name="T1" fmla="*/ 67 h 788"/>
              <a:gd name="T2" fmla="*/ 632 w 788"/>
              <a:gd name="T3" fmla="*/ 14 h 788"/>
              <a:gd name="T4" fmla="*/ 620 w 788"/>
              <a:gd name="T5" fmla="*/ 0 h 788"/>
              <a:gd name="T6" fmla="*/ 158 w 788"/>
              <a:gd name="T7" fmla="*/ 4 h 788"/>
              <a:gd name="T8" fmla="*/ 163 w 788"/>
              <a:gd name="T9" fmla="*/ 67 h 788"/>
              <a:gd name="T10" fmla="*/ 3 w 788"/>
              <a:gd name="T11" fmla="*/ 71 h 788"/>
              <a:gd name="T12" fmla="*/ 24 w 788"/>
              <a:gd name="T13" fmla="*/ 240 h 788"/>
              <a:gd name="T14" fmla="*/ 339 w 788"/>
              <a:gd name="T15" fmla="*/ 541 h 788"/>
              <a:gd name="T16" fmla="*/ 263 w 788"/>
              <a:gd name="T17" fmla="*/ 668 h 788"/>
              <a:gd name="T18" fmla="*/ 203 w 788"/>
              <a:gd name="T19" fmla="*/ 776 h 788"/>
              <a:gd name="T20" fmla="*/ 573 w 788"/>
              <a:gd name="T21" fmla="*/ 788 h 788"/>
              <a:gd name="T22" fmla="*/ 585 w 788"/>
              <a:gd name="T23" fmla="*/ 728 h 788"/>
              <a:gd name="T24" fmla="*/ 522 w 788"/>
              <a:gd name="T25" fmla="*/ 668 h 788"/>
              <a:gd name="T26" fmla="*/ 576 w 788"/>
              <a:gd name="T27" fmla="*/ 412 h 788"/>
              <a:gd name="T28" fmla="*/ 788 w 788"/>
              <a:gd name="T29" fmla="*/ 81 h 788"/>
              <a:gd name="T30" fmla="*/ 47 w 788"/>
              <a:gd name="T31" fmla="*/ 237 h 788"/>
              <a:gd name="T32" fmla="*/ 166 w 788"/>
              <a:gd name="T33" fmla="*/ 91 h 788"/>
              <a:gd name="T34" fmla="*/ 207 w 788"/>
              <a:gd name="T35" fmla="*/ 388 h 788"/>
              <a:gd name="T36" fmla="*/ 525 w 788"/>
              <a:gd name="T37" fmla="*/ 692 h 788"/>
              <a:gd name="T38" fmla="*/ 561 w 788"/>
              <a:gd name="T39" fmla="*/ 764 h 788"/>
              <a:gd name="T40" fmla="*/ 227 w 788"/>
              <a:gd name="T41" fmla="*/ 728 h 788"/>
              <a:gd name="T42" fmla="*/ 525 w 788"/>
              <a:gd name="T43" fmla="*/ 692 h 788"/>
              <a:gd name="T44" fmla="*/ 306 w 788"/>
              <a:gd name="T45" fmla="*/ 668 h 788"/>
              <a:gd name="T46" fmla="*/ 394 w 788"/>
              <a:gd name="T47" fmla="*/ 549 h 788"/>
              <a:gd name="T48" fmla="*/ 482 w 788"/>
              <a:gd name="T49" fmla="*/ 668 h 788"/>
              <a:gd name="T50" fmla="*/ 394 w 788"/>
              <a:gd name="T51" fmla="*/ 525 h 788"/>
              <a:gd name="T52" fmla="*/ 305 w 788"/>
              <a:gd name="T53" fmla="*/ 120 h 788"/>
              <a:gd name="T54" fmla="*/ 282 w 788"/>
              <a:gd name="T55" fmla="*/ 122 h 788"/>
              <a:gd name="T56" fmla="*/ 339 w 788"/>
              <a:gd name="T57" fmla="*/ 515 h 788"/>
              <a:gd name="T58" fmla="*/ 181 w 788"/>
              <a:gd name="T59" fmla="*/ 24 h 788"/>
              <a:gd name="T60" fmla="*/ 558 w 788"/>
              <a:gd name="T61" fmla="*/ 382 h 788"/>
              <a:gd name="T62" fmla="*/ 581 w 788"/>
              <a:gd name="T63" fmla="*/ 388 h 788"/>
              <a:gd name="T64" fmla="*/ 622 w 788"/>
              <a:gd name="T65" fmla="*/ 91 h 788"/>
              <a:gd name="T66" fmla="*/ 740 w 788"/>
              <a:gd name="T67" fmla="*/ 237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88" h="788">
                <a:moveTo>
                  <a:pt x="785" y="71"/>
                </a:moveTo>
                <a:cubicBezTo>
                  <a:pt x="783" y="69"/>
                  <a:pt x="779" y="67"/>
                  <a:pt x="776" y="67"/>
                </a:cubicBezTo>
                <a:cubicBezTo>
                  <a:pt x="625" y="67"/>
                  <a:pt x="625" y="67"/>
                  <a:pt x="625" y="67"/>
                </a:cubicBezTo>
                <a:cubicBezTo>
                  <a:pt x="632" y="14"/>
                  <a:pt x="632" y="14"/>
                  <a:pt x="632" y="14"/>
                </a:cubicBezTo>
                <a:cubicBezTo>
                  <a:pt x="633" y="10"/>
                  <a:pt x="632" y="7"/>
                  <a:pt x="630" y="4"/>
                </a:cubicBezTo>
                <a:cubicBezTo>
                  <a:pt x="628" y="2"/>
                  <a:pt x="624" y="0"/>
                  <a:pt x="620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164" y="0"/>
                  <a:pt x="160" y="2"/>
                  <a:pt x="158" y="4"/>
                </a:cubicBezTo>
                <a:cubicBezTo>
                  <a:pt x="156" y="7"/>
                  <a:pt x="155" y="10"/>
                  <a:pt x="155" y="14"/>
                </a:cubicBezTo>
                <a:cubicBezTo>
                  <a:pt x="163" y="67"/>
                  <a:pt x="163" y="67"/>
                  <a:pt x="163" y="67"/>
                </a:cubicBezTo>
                <a:cubicBezTo>
                  <a:pt x="12" y="67"/>
                  <a:pt x="12" y="67"/>
                  <a:pt x="12" y="67"/>
                </a:cubicBezTo>
                <a:cubicBezTo>
                  <a:pt x="8" y="67"/>
                  <a:pt x="5" y="69"/>
                  <a:pt x="3" y="71"/>
                </a:cubicBezTo>
                <a:cubicBezTo>
                  <a:pt x="1" y="74"/>
                  <a:pt x="0" y="77"/>
                  <a:pt x="0" y="81"/>
                </a:cubicBezTo>
                <a:cubicBezTo>
                  <a:pt x="24" y="240"/>
                  <a:pt x="24" y="240"/>
                  <a:pt x="24" y="240"/>
                </a:cubicBezTo>
                <a:cubicBezTo>
                  <a:pt x="38" y="335"/>
                  <a:pt x="118" y="407"/>
                  <a:pt x="212" y="412"/>
                </a:cubicBezTo>
                <a:cubicBezTo>
                  <a:pt x="230" y="474"/>
                  <a:pt x="279" y="522"/>
                  <a:pt x="339" y="541"/>
                </a:cubicBezTo>
                <a:cubicBezTo>
                  <a:pt x="339" y="622"/>
                  <a:pt x="278" y="661"/>
                  <a:pt x="266" y="668"/>
                </a:cubicBezTo>
                <a:cubicBezTo>
                  <a:pt x="263" y="668"/>
                  <a:pt x="263" y="668"/>
                  <a:pt x="263" y="668"/>
                </a:cubicBezTo>
                <a:cubicBezTo>
                  <a:pt x="230" y="668"/>
                  <a:pt x="203" y="695"/>
                  <a:pt x="203" y="728"/>
                </a:cubicBezTo>
                <a:cubicBezTo>
                  <a:pt x="203" y="776"/>
                  <a:pt x="203" y="776"/>
                  <a:pt x="203" y="776"/>
                </a:cubicBezTo>
                <a:cubicBezTo>
                  <a:pt x="203" y="782"/>
                  <a:pt x="208" y="788"/>
                  <a:pt x="215" y="788"/>
                </a:cubicBezTo>
                <a:cubicBezTo>
                  <a:pt x="573" y="788"/>
                  <a:pt x="573" y="788"/>
                  <a:pt x="573" y="788"/>
                </a:cubicBezTo>
                <a:cubicBezTo>
                  <a:pt x="579" y="788"/>
                  <a:pt x="585" y="782"/>
                  <a:pt x="585" y="776"/>
                </a:cubicBezTo>
                <a:cubicBezTo>
                  <a:pt x="585" y="728"/>
                  <a:pt x="585" y="728"/>
                  <a:pt x="585" y="728"/>
                </a:cubicBezTo>
                <a:cubicBezTo>
                  <a:pt x="585" y="695"/>
                  <a:pt x="558" y="668"/>
                  <a:pt x="525" y="668"/>
                </a:cubicBezTo>
                <a:cubicBezTo>
                  <a:pt x="522" y="668"/>
                  <a:pt x="522" y="668"/>
                  <a:pt x="522" y="668"/>
                </a:cubicBezTo>
                <a:cubicBezTo>
                  <a:pt x="510" y="661"/>
                  <a:pt x="449" y="622"/>
                  <a:pt x="448" y="541"/>
                </a:cubicBezTo>
                <a:cubicBezTo>
                  <a:pt x="509" y="522"/>
                  <a:pt x="557" y="474"/>
                  <a:pt x="576" y="412"/>
                </a:cubicBezTo>
                <a:cubicBezTo>
                  <a:pt x="670" y="407"/>
                  <a:pt x="750" y="335"/>
                  <a:pt x="764" y="240"/>
                </a:cubicBezTo>
                <a:cubicBezTo>
                  <a:pt x="788" y="81"/>
                  <a:pt x="788" y="81"/>
                  <a:pt x="788" y="81"/>
                </a:cubicBezTo>
                <a:cubicBezTo>
                  <a:pt x="788" y="77"/>
                  <a:pt x="787" y="74"/>
                  <a:pt x="785" y="71"/>
                </a:cubicBezTo>
                <a:close/>
                <a:moveTo>
                  <a:pt x="47" y="237"/>
                </a:moveTo>
                <a:cubicBezTo>
                  <a:pt x="26" y="91"/>
                  <a:pt x="26" y="91"/>
                  <a:pt x="26" y="91"/>
                </a:cubicBezTo>
                <a:cubicBezTo>
                  <a:pt x="166" y="91"/>
                  <a:pt x="166" y="91"/>
                  <a:pt x="166" y="91"/>
                </a:cubicBezTo>
                <a:cubicBezTo>
                  <a:pt x="206" y="385"/>
                  <a:pt x="206" y="385"/>
                  <a:pt x="206" y="385"/>
                </a:cubicBezTo>
                <a:cubicBezTo>
                  <a:pt x="206" y="386"/>
                  <a:pt x="206" y="387"/>
                  <a:pt x="207" y="388"/>
                </a:cubicBezTo>
                <a:cubicBezTo>
                  <a:pt x="126" y="380"/>
                  <a:pt x="59" y="318"/>
                  <a:pt x="47" y="237"/>
                </a:cubicBezTo>
                <a:close/>
                <a:moveTo>
                  <a:pt x="525" y="692"/>
                </a:moveTo>
                <a:cubicBezTo>
                  <a:pt x="545" y="692"/>
                  <a:pt x="561" y="708"/>
                  <a:pt x="561" y="728"/>
                </a:cubicBezTo>
                <a:cubicBezTo>
                  <a:pt x="561" y="764"/>
                  <a:pt x="561" y="764"/>
                  <a:pt x="561" y="764"/>
                </a:cubicBezTo>
                <a:cubicBezTo>
                  <a:pt x="227" y="764"/>
                  <a:pt x="227" y="764"/>
                  <a:pt x="227" y="764"/>
                </a:cubicBezTo>
                <a:cubicBezTo>
                  <a:pt x="227" y="728"/>
                  <a:pt x="227" y="728"/>
                  <a:pt x="227" y="728"/>
                </a:cubicBezTo>
                <a:cubicBezTo>
                  <a:pt x="227" y="708"/>
                  <a:pt x="243" y="692"/>
                  <a:pt x="263" y="692"/>
                </a:cubicBezTo>
                <a:lnTo>
                  <a:pt x="525" y="692"/>
                </a:lnTo>
                <a:close/>
                <a:moveTo>
                  <a:pt x="482" y="668"/>
                </a:moveTo>
                <a:cubicBezTo>
                  <a:pt x="306" y="668"/>
                  <a:pt x="306" y="668"/>
                  <a:pt x="306" y="668"/>
                </a:cubicBezTo>
                <a:cubicBezTo>
                  <a:pt x="331" y="646"/>
                  <a:pt x="361" y="606"/>
                  <a:pt x="363" y="546"/>
                </a:cubicBezTo>
                <a:cubicBezTo>
                  <a:pt x="373" y="548"/>
                  <a:pt x="384" y="549"/>
                  <a:pt x="394" y="549"/>
                </a:cubicBezTo>
                <a:cubicBezTo>
                  <a:pt x="404" y="549"/>
                  <a:pt x="414" y="548"/>
                  <a:pt x="425" y="546"/>
                </a:cubicBezTo>
                <a:cubicBezTo>
                  <a:pt x="426" y="606"/>
                  <a:pt x="457" y="646"/>
                  <a:pt x="482" y="668"/>
                </a:cubicBezTo>
                <a:close/>
                <a:moveTo>
                  <a:pt x="558" y="382"/>
                </a:moveTo>
                <a:cubicBezTo>
                  <a:pt x="547" y="463"/>
                  <a:pt x="476" y="525"/>
                  <a:pt x="394" y="525"/>
                </a:cubicBezTo>
                <a:cubicBezTo>
                  <a:pt x="363" y="525"/>
                  <a:pt x="328" y="472"/>
                  <a:pt x="322" y="383"/>
                </a:cubicBezTo>
                <a:cubicBezTo>
                  <a:pt x="305" y="120"/>
                  <a:pt x="305" y="120"/>
                  <a:pt x="305" y="120"/>
                </a:cubicBezTo>
                <a:cubicBezTo>
                  <a:pt x="305" y="113"/>
                  <a:pt x="300" y="108"/>
                  <a:pt x="293" y="109"/>
                </a:cubicBezTo>
                <a:cubicBezTo>
                  <a:pt x="286" y="110"/>
                  <a:pt x="281" y="115"/>
                  <a:pt x="282" y="122"/>
                </a:cubicBezTo>
                <a:cubicBezTo>
                  <a:pt x="299" y="384"/>
                  <a:pt x="299" y="384"/>
                  <a:pt x="299" y="384"/>
                </a:cubicBezTo>
                <a:cubicBezTo>
                  <a:pt x="302" y="440"/>
                  <a:pt x="317" y="486"/>
                  <a:pt x="339" y="515"/>
                </a:cubicBezTo>
                <a:cubicBezTo>
                  <a:pt x="282" y="495"/>
                  <a:pt x="238" y="445"/>
                  <a:pt x="229" y="382"/>
                </a:cubicBezTo>
                <a:cubicBezTo>
                  <a:pt x="181" y="24"/>
                  <a:pt x="181" y="24"/>
                  <a:pt x="181" y="24"/>
                </a:cubicBezTo>
                <a:cubicBezTo>
                  <a:pt x="607" y="24"/>
                  <a:pt x="607" y="24"/>
                  <a:pt x="607" y="24"/>
                </a:cubicBezTo>
                <a:lnTo>
                  <a:pt x="558" y="382"/>
                </a:lnTo>
                <a:close/>
                <a:moveTo>
                  <a:pt x="740" y="237"/>
                </a:moveTo>
                <a:cubicBezTo>
                  <a:pt x="728" y="318"/>
                  <a:pt x="662" y="380"/>
                  <a:pt x="581" y="388"/>
                </a:cubicBezTo>
                <a:cubicBezTo>
                  <a:pt x="581" y="387"/>
                  <a:pt x="581" y="386"/>
                  <a:pt x="582" y="385"/>
                </a:cubicBezTo>
                <a:cubicBezTo>
                  <a:pt x="622" y="91"/>
                  <a:pt x="622" y="91"/>
                  <a:pt x="622" y="91"/>
                </a:cubicBezTo>
                <a:cubicBezTo>
                  <a:pt x="762" y="91"/>
                  <a:pt x="762" y="91"/>
                  <a:pt x="762" y="91"/>
                </a:cubicBezTo>
                <a:lnTo>
                  <a:pt x="740" y="2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Parallelogram 44">
            <a:extLst>
              <a:ext uri="{FF2B5EF4-FFF2-40B4-BE49-F238E27FC236}">
                <a16:creationId xmlns:a16="http://schemas.microsoft.com/office/drawing/2014/main" id="{8CDA45EE-66DC-4534-7D87-80ACAE261432}"/>
              </a:ext>
            </a:extLst>
          </p:cNvPr>
          <p:cNvSpPr/>
          <p:nvPr/>
        </p:nvSpPr>
        <p:spPr>
          <a:xfrm>
            <a:off x="3951639" y="3057248"/>
            <a:ext cx="1948646" cy="1548605"/>
          </a:xfrm>
          <a:prstGeom prst="parallelogram">
            <a:avLst>
              <a:gd name="adj" fmla="val 453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39">
            <a:extLst>
              <a:ext uri="{FF2B5EF4-FFF2-40B4-BE49-F238E27FC236}">
                <a16:creationId xmlns:a16="http://schemas.microsoft.com/office/drawing/2014/main" id="{AEA07D76-CF7F-70F1-27AD-9B2901DD4E62}"/>
              </a:ext>
            </a:extLst>
          </p:cNvPr>
          <p:cNvSpPr>
            <a:spLocks noEditPoints="1"/>
          </p:cNvSpPr>
          <p:nvPr/>
        </p:nvSpPr>
        <p:spPr bwMode="auto">
          <a:xfrm>
            <a:off x="4644622" y="3549993"/>
            <a:ext cx="562680" cy="563114"/>
          </a:xfrm>
          <a:custGeom>
            <a:avLst/>
            <a:gdLst>
              <a:gd name="T0" fmla="*/ 632 w 787"/>
              <a:gd name="T1" fmla="*/ 394 h 788"/>
              <a:gd name="T2" fmla="*/ 332 w 787"/>
              <a:gd name="T3" fmla="*/ 488 h 788"/>
              <a:gd name="T4" fmla="*/ 332 w 787"/>
              <a:gd name="T5" fmla="*/ 418 h 788"/>
              <a:gd name="T6" fmla="*/ 511 w 787"/>
              <a:gd name="T7" fmla="*/ 387 h 788"/>
              <a:gd name="T8" fmla="*/ 394 w 787"/>
              <a:gd name="T9" fmla="*/ 609 h 788"/>
              <a:gd name="T10" fmla="*/ 535 w 787"/>
              <a:gd name="T11" fmla="*/ 387 h 788"/>
              <a:gd name="T12" fmla="*/ 437 w 787"/>
              <a:gd name="T13" fmla="*/ 401 h 788"/>
              <a:gd name="T14" fmla="*/ 333 w 787"/>
              <a:gd name="T15" fmla="*/ 260 h 788"/>
              <a:gd name="T16" fmla="*/ 179 w 787"/>
              <a:gd name="T17" fmla="*/ 394 h 788"/>
              <a:gd name="T18" fmla="*/ 756 w 787"/>
              <a:gd name="T19" fmla="*/ 334 h 788"/>
              <a:gd name="T20" fmla="*/ 752 w 787"/>
              <a:gd name="T21" fmla="*/ 245 h 788"/>
              <a:gd name="T22" fmla="*/ 678 w 787"/>
              <a:gd name="T23" fmla="*/ 161 h 788"/>
              <a:gd name="T24" fmla="*/ 630 w 787"/>
              <a:gd name="T25" fmla="*/ 86 h 788"/>
              <a:gd name="T26" fmla="*/ 503 w 787"/>
              <a:gd name="T27" fmla="*/ 86 h 788"/>
              <a:gd name="T28" fmla="*/ 365 w 787"/>
              <a:gd name="T29" fmla="*/ 0 h 788"/>
              <a:gd name="T30" fmla="*/ 264 w 787"/>
              <a:gd name="T31" fmla="*/ 50 h 788"/>
              <a:gd name="T32" fmla="*/ 158 w 787"/>
              <a:gd name="T33" fmla="*/ 86 h 788"/>
              <a:gd name="T34" fmla="*/ 109 w 787"/>
              <a:gd name="T35" fmla="*/ 161 h 788"/>
              <a:gd name="T36" fmla="*/ 50 w 787"/>
              <a:gd name="T37" fmla="*/ 264 h 788"/>
              <a:gd name="T38" fmla="*/ 0 w 787"/>
              <a:gd name="T39" fmla="*/ 365 h 788"/>
              <a:gd name="T40" fmla="*/ 85 w 787"/>
              <a:gd name="T41" fmla="*/ 503 h 788"/>
              <a:gd name="T42" fmla="*/ 86 w 787"/>
              <a:gd name="T43" fmla="*/ 630 h 788"/>
              <a:gd name="T44" fmla="*/ 161 w 787"/>
              <a:gd name="T45" fmla="*/ 678 h 788"/>
              <a:gd name="T46" fmla="*/ 245 w 787"/>
              <a:gd name="T47" fmla="*/ 752 h 788"/>
              <a:gd name="T48" fmla="*/ 334 w 787"/>
              <a:gd name="T49" fmla="*/ 757 h 788"/>
              <a:gd name="T50" fmla="*/ 453 w 787"/>
              <a:gd name="T51" fmla="*/ 715 h 788"/>
              <a:gd name="T52" fmla="*/ 615 w 787"/>
              <a:gd name="T53" fmla="*/ 721 h 788"/>
              <a:gd name="T54" fmla="*/ 678 w 787"/>
              <a:gd name="T55" fmla="*/ 627 h 788"/>
              <a:gd name="T56" fmla="*/ 752 w 787"/>
              <a:gd name="T57" fmla="*/ 542 h 788"/>
              <a:gd name="T58" fmla="*/ 756 w 787"/>
              <a:gd name="T59" fmla="*/ 454 h 788"/>
              <a:gd name="T60" fmla="*/ 764 w 787"/>
              <a:gd name="T61" fmla="*/ 422 h 788"/>
              <a:gd name="T62" fmla="*/ 676 w 787"/>
              <a:gd name="T63" fmla="*/ 504 h 788"/>
              <a:gd name="T64" fmla="*/ 728 w 787"/>
              <a:gd name="T65" fmla="*/ 554 h 788"/>
              <a:gd name="T66" fmla="*/ 646 w 787"/>
              <a:gd name="T67" fmla="*/ 580 h 788"/>
              <a:gd name="T68" fmla="*/ 606 w 787"/>
              <a:gd name="T69" fmla="*/ 690 h 788"/>
              <a:gd name="T70" fmla="*/ 518 w 787"/>
              <a:gd name="T71" fmla="*/ 681 h 788"/>
              <a:gd name="T72" fmla="*/ 430 w 787"/>
              <a:gd name="T73" fmla="*/ 757 h 788"/>
              <a:gd name="T74" fmla="*/ 358 w 787"/>
              <a:gd name="T75" fmla="*/ 705 h 788"/>
              <a:gd name="T76" fmla="*/ 269 w 787"/>
              <a:gd name="T77" fmla="*/ 681 h 788"/>
              <a:gd name="T78" fmla="*/ 184 w 787"/>
              <a:gd name="T79" fmla="*/ 700 h 788"/>
              <a:gd name="T80" fmla="*/ 204 w 787"/>
              <a:gd name="T81" fmla="*/ 630 h 788"/>
              <a:gd name="T82" fmla="*/ 92 w 787"/>
              <a:gd name="T83" fmla="*/ 607 h 788"/>
              <a:gd name="T84" fmla="*/ 106 w 787"/>
              <a:gd name="T85" fmla="*/ 519 h 788"/>
              <a:gd name="T86" fmla="*/ 31 w 787"/>
              <a:gd name="T87" fmla="*/ 430 h 788"/>
              <a:gd name="T88" fmla="*/ 82 w 787"/>
              <a:gd name="T89" fmla="*/ 358 h 788"/>
              <a:gd name="T90" fmla="*/ 62 w 787"/>
              <a:gd name="T91" fmla="*/ 244 h 788"/>
              <a:gd name="T92" fmla="*/ 97 w 787"/>
              <a:gd name="T93" fmla="*/ 182 h 788"/>
              <a:gd name="T94" fmla="*/ 207 w 787"/>
              <a:gd name="T95" fmla="*/ 142 h 788"/>
              <a:gd name="T96" fmla="*/ 233 w 787"/>
              <a:gd name="T97" fmla="*/ 59 h 788"/>
              <a:gd name="T98" fmla="*/ 284 w 787"/>
              <a:gd name="T99" fmla="*/ 111 h 788"/>
              <a:gd name="T100" fmla="*/ 365 w 787"/>
              <a:gd name="T101" fmla="*/ 24 h 788"/>
              <a:gd name="T102" fmla="*/ 439 w 787"/>
              <a:gd name="T103" fmla="*/ 94 h 788"/>
              <a:gd name="T104" fmla="*/ 554 w 787"/>
              <a:gd name="T105" fmla="*/ 59 h 788"/>
              <a:gd name="T106" fmla="*/ 580 w 787"/>
              <a:gd name="T107" fmla="*/ 142 h 788"/>
              <a:gd name="T108" fmla="*/ 690 w 787"/>
              <a:gd name="T109" fmla="*/ 182 h 788"/>
              <a:gd name="T110" fmla="*/ 729 w 787"/>
              <a:gd name="T111" fmla="*/ 239 h 788"/>
              <a:gd name="T112" fmla="*/ 693 w 787"/>
              <a:gd name="T113" fmla="*/ 348 h 788"/>
              <a:gd name="T114" fmla="*/ 764 w 787"/>
              <a:gd name="T115" fmla="*/ 422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87" h="788">
                <a:moveTo>
                  <a:pt x="394" y="155"/>
                </a:moveTo>
                <a:cubicBezTo>
                  <a:pt x="262" y="155"/>
                  <a:pt x="155" y="262"/>
                  <a:pt x="155" y="394"/>
                </a:cubicBezTo>
                <a:cubicBezTo>
                  <a:pt x="155" y="525"/>
                  <a:pt x="262" y="632"/>
                  <a:pt x="394" y="632"/>
                </a:cubicBezTo>
                <a:cubicBezTo>
                  <a:pt x="525" y="632"/>
                  <a:pt x="632" y="525"/>
                  <a:pt x="632" y="394"/>
                </a:cubicBezTo>
                <a:cubicBezTo>
                  <a:pt x="632" y="262"/>
                  <a:pt x="525" y="155"/>
                  <a:pt x="394" y="155"/>
                </a:cubicBezTo>
                <a:close/>
                <a:moveTo>
                  <a:pt x="338" y="601"/>
                </a:moveTo>
                <a:cubicBezTo>
                  <a:pt x="338" y="498"/>
                  <a:pt x="338" y="498"/>
                  <a:pt x="338" y="498"/>
                </a:cubicBezTo>
                <a:cubicBezTo>
                  <a:pt x="338" y="494"/>
                  <a:pt x="336" y="490"/>
                  <a:pt x="332" y="488"/>
                </a:cubicBezTo>
                <a:cubicBezTo>
                  <a:pt x="297" y="466"/>
                  <a:pt x="276" y="429"/>
                  <a:pt x="276" y="387"/>
                </a:cubicBezTo>
                <a:cubicBezTo>
                  <a:pt x="276" y="349"/>
                  <a:pt x="296" y="313"/>
                  <a:pt x="326" y="291"/>
                </a:cubicBezTo>
                <a:cubicBezTo>
                  <a:pt x="326" y="408"/>
                  <a:pt x="326" y="408"/>
                  <a:pt x="326" y="408"/>
                </a:cubicBezTo>
                <a:cubicBezTo>
                  <a:pt x="326" y="412"/>
                  <a:pt x="329" y="416"/>
                  <a:pt x="332" y="418"/>
                </a:cubicBezTo>
                <a:cubicBezTo>
                  <a:pt x="370" y="441"/>
                  <a:pt x="417" y="441"/>
                  <a:pt x="455" y="418"/>
                </a:cubicBezTo>
                <a:cubicBezTo>
                  <a:pt x="459" y="416"/>
                  <a:pt x="461" y="412"/>
                  <a:pt x="461" y="408"/>
                </a:cubicBezTo>
                <a:cubicBezTo>
                  <a:pt x="461" y="291"/>
                  <a:pt x="461" y="291"/>
                  <a:pt x="461" y="291"/>
                </a:cubicBezTo>
                <a:cubicBezTo>
                  <a:pt x="492" y="313"/>
                  <a:pt x="511" y="349"/>
                  <a:pt x="511" y="387"/>
                </a:cubicBezTo>
                <a:cubicBezTo>
                  <a:pt x="511" y="429"/>
                  <a:pt x="490" y="466"/>
                  <a:pt x="455" y="488"/>
                </a:cubicBezTo>
                <a:cubicBezTo>
                  <a:pt x="451" y="490"/>
                  <a:pt x="449" y="494"/>
                  <a:pt x="449" y="498"/>
                </a:cubicBezTo>
                <a:cubicBezTo>
                  <a:pt x="449" y="601"/>
                  <a:pt x="449" y="601"/>
                  <a:pt x="449" y="601"/>
                </a:cubicBezTo>
                <a:cubicBezTo>
                  <a:pt x="431" y="606"/>
                  <a:pt x="413" y="609"/>
                  <a:pt x="394" y="609"/>
                </a:cubicBezTo>
                <a:cubicBezTo>
                  <a:pt x="375" y="609"/>
                  <a:pt x="356" y="606"/>
                  <a:pt x="338" y="601"/>
                </a:cubicBezTo>
                <a:close/>
                <a:moveTo>
                  <a:pt x="473" y="593"/>
                </a:moveTo>
                <a:cubicBezTo>
                  <a:pt x="473" y="505"/>
                  <a:pt x="473" y="505"/>
                  <a:pt x="473" y="505"/>
                </a:cubicBezTo>
                <a:cubicBezTo>
                  <a:pt x="512" y="478"/>
                  <a:pt x="535" y="435"/>
                  <a:pt x="535" y="387"/>
                </a:cubicBezTo>
                <a:cubicBezTo>
                  <a:pt x="535" y="333"/>
                  <a:pt x="503" y="283"/>
                  <a:pt x="454" y="260"/>
                </a:cubicBezTo>
                <a:cubicBezTo>
                  <a:pt x="450" y="258"/>
                  <a:pt x="446" y="258"/>
                  <a:pt x="443" y="261"/>
                </a:cubicBezTo>
                <a:cubicBezTo>
                  <a:pt x="439" y="263"/>
                  <a:pt x="437" y="267"/>
                  <a:pt x="437" y="270"/>
                </a:cubicBezTo>
                <a:cubicBezTo>
                  <a:pt x="437" y="401"/>
                  <a:pt x="437" y="401"/>
                  <a:pt x="437" y="401"/>
                </a:cubicBezTo>
                <a:cubicBezTo>
                  <a:pt x="410" y="415"/>
                  <a:pt x="378" y="415"/>
                  <a:pt x="350" y="401"/>
                </a:cubicBezTo>
                <a:cubicBezTo>
                  <a:pt x="350" y="270"/>
                  <a:pt x="350" y="270"/>
                  <a:pt x="350" y="270"/>
                </a:cubicBezTo>
                <a:cubicBezTo>
                  <a:pt x="350" y="267"/>
                  <a:pt x="348" y="263"/>
                  <a:pt x="345" y="261"/>
                </a:cubicBezTo>
                <a:cubicBezTo>
                  <a:pt x="341" y="258"/>
                  <a:pt x="337" y="258"/>
                  <a:pt x="333" y="260"/>
                </a:cubicBezTo>
                <a:cubicBezTo>
                  <a:pt x="284" y="283"/>
                  <a:pt x="252" y="333"/>
                  <a:pt x="252" y="387"/>
                </a:cubicBezTo>
                <a:cubicBezTo>
                  <a:pt x="252" y="435"/>
                  <a:pt x="275" y="478"/>
                  <a:pt x="315" y="505"/>
                </a:cubicBezTo>
                <a:cubicBezTo>
                  <a:pt x="315" y="593"/>
                  <a:pt x="315" y="593"/>
                  <a:pt x="315" y="593"/>
                </a:cubicBezTo>
                <a:cubicBezTo>
                  <a:pt x="235" y="562"/>
                  <a:pt x="179" y="484"/>
                  <a:pt x="179" y="394"/>
                </a:cubicBezTo>
                <a:cubicBezTo>
                  <a:pt x="179" y="275"/>
                  <a:pt x="275" y="179"/>
                  <a:pt x="394" y="179"/>
                </a:cubicBezTo>
                <a:cubicBezTo>
                  <a:pt x="512" y="179"/>
                  <a:pt x="608" y="275"/>
                  <a:pt x="608" y="394"/>
                </a:cubicBezTo>
                <a:cubicBezTo>
                  <a:pt x="608" y="484"/>
                  <a:pt x="552" y="562"/>
                  <a:pt x="473" y="593"/>
                </a:cubicBezTo>
                <a:close/>
                <a:moveTo>
                  <a:pt x="756" y="334"/>
                </a:moveTo>
                <a:cubicBezTo>
                  <a:pt x="715" y="334"/>
                  <a:pt x="715" y="334"/>
                  <a:pt x="715" y="334"/>
                </a:cubicBezTo>
                <a:cubicBezTo>
                  <a:pt x="712" y="318"/>
                  <a:pt x="708" y="301"/>
                  <a:pt x="702" y="285"/>
                </a:cubicBezTo>
                <a:cubicBezTo>
                  <a:pt x="738" y="264"/>
                  <a:pt x="738" y="264"/>
                  <a:pt x="738" y="264"/>
                </a:cubicBezTo>
                <a:cubicBezTo>
                  <a:pt x="745" y="260"/>
                  <a:pt x="750" y="253"/>
                  <a:pt x="752" y="245"/>
                </a:cubicBezTo>
                <a:cubicBezTo>
                  <a:pt x="754" y="237"/>
                  <a:pt x="753" y="229"/>
                  <a:pt x="749" y="222"/>
                </a:cubicBezTo>
                <a:cubicBezTo>
                  <a:pt x="721" y="172"/>
                  <a:pt x="721" y="172"/>
                  <a:pt x="721" y="172"/>
                </a:cubicBezTo>
                <a:cubicBezTo>
                  <a:pt x="716" y="165"/>
                  <a:pt x="709" y="160"/>
                  <a:pt x="701" y="158"/>
                </a:cubicBezTo>
                <a:cubicBezTo>
                  <a:pt x="694" y="156"/>
                  <a:pt x="685" y="157"/>
                  <a:pt x="678" y="161"/>
                </a:cubicBezTo>
                <a:cubicBezTo>
                  <a:pt x="642" y="182"/>
                  <a:pt x="642" y="182"/>
                  <a:pt x="642" y="182"/>
                </a:cubicBezTo>
                <a:cubicBezTo>
                  <a:pt x="631" y="169"/>
                  <a:pt x="619" y="156"/>
                  <a:pt x="606" y="145"/>
                </a:cubicBezTo>
                <a:cubicBezTo>
                  <a:pt x="627" y="110"/>
                  <a:pt x="627" y="110"/>
                  <a:pt x="627" y="110"/>
                </a:cubicBezTo>
                <a:cubicBezTo>
                  <a:pt x="631" y="102"/>
                  <a:pt x="632" y="94"/>
                  <a:pt x="630" y="86"/>
                </a:cubicBezTo>
                <a:cubicBezTo>
                  <a:pt x="628" y="78"/>
                  <a:pt x="623" y="71"/>
                  <a:pt x="615" y="67"/>
                </a:cubicBezTo>
                <a:cubicBezTo>
                  <a:pt x="565" y="38"/>
                  <a:pt x="565" y="38"/>
                  <a:pt x="565" y="38"/>
                </a:cubicBezTo>
                <a:cubicBezTo>
                  <a:pt x="551" y="30"/>
                  <a:pt x="532" y="35"/>
                  <a:pt x="523" y="50"/>
                </a:cubicBezTo>
                <a:cubicBezTo>
                  <a:pt x="503" y="86"/>
                  <a:pt x="503" y="86"/>
                  <a:pt x="503" y="86"/>
                </a:cubicBezTo>
                <a:cubicBezTo>
                  <a:pt x="487" y="80"/>
                  <a:pt x="470" y="75"/>
                  <a:pt x="453" y="72"/>
                </a:cubicBezTo>
                <a:cubicBezTo>
                  <a:pt x="453" y="31"/>
                  <a:pt x="453" y="31"/>
                  <a:pt x="453" y="31"/>
                </a:cubicBezTo>
                <a:cubicBezTo>
                  <a:pt x="453" y="14"/>
                  <a:pt x="439" y="0"/>
                  <a:pt x="422" y="0"/>
                </a:cubicBezTo>
                <a:cubicBezTo>
                  <a:pt x="365" y="0"/>
                  <a:pt x="365" y="0"/>
                  <a:pt x="365" y="0"/>
                </a:cubicBezTo>
                <a:cubicBezTo>
                  <a:pt x="348" y="0"/>
                  <a:pt x="334" y="14"/>
                  <a:pt x="334" y="31"/>
                </a:cubicBezTo>
                <a:cubicBezTo>
                  <a:pt x="334" y="72"/>
                  <a:pt x="334" y="72"/>
                  <a:pt x="334" y="72"/>
                </a:cubicBezTo>
                <a:cubicBezTo>
                  <a:pt x="318" y="75"/>
                  <a:pt x="301" y="80"/>
                  <a:pt x="285" y="86"/>
                </a:cubicBezTo>
                <a:cubicBezTo>
                  <a:pt x="264" y="50"/>
                  <a:pt x="264" y="50"/>
                  <a:pt x="264" y="50"/>
                </a:cubicBezTo>
                <a:cubicBezTo>
                  <a:pt x="260" y="43"/>
                  <a:pt x="253" y="38"/>
                  <a:pt x="245" y="36"/>
                </a:cubicBezTo>
                <a:cubicBezTo>
                  <a:pt x="237" y="33"/>
                  <a:pt x="229" y="35"/>
                  <a:pt x="222" y="38"/>
                </a:cubicBezTo>
                <a:cubicBezTo>
                  <a:pt x="172" y="67"/>
                  <a:pt x="172" y="67"/>
                  <a:pt x="172" y="67"/>
                </a:cubicBezTo>
                <a:cubicBezTo>
                  <a:pt x="165" y="71"/>
                  <a:pt x="160" y="78"/>
                  <a:pt x="158" y="86"/>
                </a:cubicBezTo>
                <a:cubicBezTo>
                  <a:pt x="155" y="94"/>
                  <a:pt x="156" y="102"/>
                  <a:pt x="161" y="110"/>
                </a:cubicBezTo>
                <a:cubicBezTo>
                  <a:pt x="181" y="145"/>
                  <a:pt x="181" y="145"/>
                  <a:pt x="181" y="145"/>
                </a:cubicBezTo>
                <a:cubicBezTo>
                  <a:pt x="169" y="156"/>
                  <a:pt x="156" y="169"/>
                  <a:pt x="145" y="182"/>
                </a:cubicBezTo>
                <a:cubicBezTo>
                  <a:pt x="109" y="161"/>
                  <a:pt x="109" y="161"/>
                  <a:pt x="109" y="161"/>
                </a:cubicBezTo>
                <a:cubicBezTo>
                  <a:pt x="102" y="157"/>
                  <a:pt x="94" y="156"/>
                  <a:pt x="86" y="158"/>
                </a:cubicBezTo>
                <a:cubicBezTo>
                  <a:pt x="78" y="160"/>
                  <a:pt x="71" y="165"/>
                  <a:pt x="67" y="172"/>
                </a:cubicBezTo>
                <a:cubicBezTo>
                  <a:pt x="39" y="222"/>
                  <a:pt x="39" y="222"/>
                  <a:pt x="39" y="222"/>
                </a:cubicBezTo>
                <a:cubicBezTo>
                  <a:pt x="30" y="237"/>
                  <a:pt x="35" y="256"/>
                  <a:pt x="50" y="264"/>
                </a:cubicBezTo>
                <a:cubicBezTo>
                  <a:pt x="85" y="285"/>
                  <a:pt x="85" y="285"/>
                  <a:pt x="85" y="285"/>
                </a:cubicBezTo>
                <a:cubicBezTo>
                  <a:pt x="80" y="301"/>
                  <a:pt x="75" y="318"/>
                  <a:pt x="72" y="334"/>
                </a:cubicBezTo>
                <a:cubicBezTo>
                  <a:pt x="31" y="334"/>
                  <a:pt x="31" y="334"/>
                  <a:pt x="31" y="334"/>
                </a:cubicBezTo>
                <a:cubicBezTo>
                  <a:pt x="14" y="334"/>
                  <a:pt x="0" y="348"/>
                  <a:pt x="0" y="365"/>
                </a:cubicBezTo>
                <a:cubicBezTo>
                  <a:pt x="0" y="422"/>
                  <a:pt x="0" y="422"/>
                  <a:pt x="0" y="422"/>
                </a:cubicBezTo>
                <a:cubicBezTo>
                  <a:pt x="0" y="440"/>
                  <a:pt x="14" y="454"/>
                  <a:pt x="31" y="454"/>
                </a:cubicBezTo>
                <a:cubicBezTo>
                  <a:pt x="72" y="454"/>
                  <a:pt x="72" y="454"/>
                  <a:pt x="72" y="454"/>
                </a:cubicBezTo>
                <a:cubicBezTo>
                  <a:pt x="75" y="470"/>
                  <a:pt x="80" y="487"/>
                  <a:pt x="85" y="503"/>
                </a:cubicBezTo>
                <a:cubicBezTo>
                  <a:pt x="50" y="524"/>
                  <a:pt x="50" y="524"/>
                  <a:pt x="50" y="524"/>
                </a:cubicBezTo>
                <a:cubicBezTo>
                  <a:pt x="35" y="532"/>
                  <a:pt x="30" y="551"/>
                  <a:pt x="39" y="566"/>
                </a:cubicBezTo>
                <a:cubicBezTo>
                  <a:pt x="67" y="615"/>
                  <a:pt x="67" y="615"/>
                  <a:pt x="67" y="615"/>
                </a:cubicBezTo>
                <a:cubicBezTo>
                  <a:pt x="71" y="623"/>
                  <a:pt x="78" y="628"/>
                  <a:pt x="86" y="630"/>
                </a:cubicBezTo>
                <a:cubicBezTo>
                  <a:pt x="94" y="632"/>
                  <a:pt x="102" y="631"/>
                  <a:pt x="109" y="627"/>
                </a:cubicBezTo>
                <a:cubicBezTo>
                  <a:pt x="145" y="606"/>
                  <a:pt x="145" y="606"/>
                  <a:pt x="145" y="606"/>
                </a:cubicBezTo>
                <a:cubicBezTo>
                  <a:pt x="156" y="619"/>
                  <a:pt x="169" y="631"/>
                  <a:pt x="181" y="642"/>
                </a:cubicBezTo>
                <a:cubicBezTo>
                  <a:pt x="161" y="678"/>
                  <a:pt x="161" y="678"/>
                  <a:pt x="161" y="678"/>
                </a:cubicBezTo>
                <a:cubicBezTo>
                  <a:pt x="156" y="685"/>
                  <a:pt x="155" y="694"/>
                  <a:pt x="158" y="702"/>
                </a:cubicBezTo>
                <a:cubicBezTo>
                  <a:pt x="160" y="710"/>
                  <a:pt x="165" y="716"/>
                  <a:pt x="172" y="721"/>
                </a:cubicBezTo>
                <a:cubicBezTo>
                  <a:pt x="222" y="749"/>
                  <a:pt x="222" y="749"/>
                  <a:pt x="222" y="749"/>
                </a:cubicBezTo>
                <a:cubicBezTo>
                  <a:pt x="229" y="753"/>
                  <a:pt x="237" y="755"/>
                  <a:pt x="245" y="752"/>
                </a:cubicBezTo>
                <a:cubicBezTo>
                  <a:pt x="253" y="750"/>
                  <a:pt x="260" y="745"/>
                  <a:pt x="264" y="738"/>
                </a:cubicBezTo>
                <a:cubicBezTo>
                  <a:pt x="285" y="702"/>
                  <a:pt x="285" y="702"/>
                  <a:pt x="285" y="702"/>
                </a:cubicBezTo>
                <a:cubicBezTo>
                  <a:pt x="301" y="708"/>
                  <a:pt x="318" y="712"/>
                  <a:pt x="334" y="715"/>
                </a:cubicBezTo>
                <a:cubicBezTo>
                  <a:pt x="334" y="757"/>
                  <a:pt x="334" y="757"/>
                  <a:pt x="334" y="757"/>
                </a:cubicBezTo>
                <a:cubicBezTo>
                  <a:pt x="334" y="774"/>
                  <a:pt x="348" y="788"/>
                  <a:pt x="365" y="788"/>
                </a:cubicBezTo>
                <a:cubicBezTo>
                  <a:pt x="422" y="788"/>
                  <a:pt x="422" y="788"/>
                  <a:pt x="422" y="788"/>
                </a:cubicBezTo>
                <a:cubicBezTo>
                  <a:pt x="439" y="788"/>
                  <a:pt x="453" y="774"/>
                  <a:pt x="453" y="757"/>
                </a:cubicBezTo>
                <a:cubicBezTo>
                  <a:pt x="453" y="715"/>
                  <a:pt x="453" y="715"/>
                  <a:pt x="453" y="715"/>
                </a:cubicBezTo>
                <a:cubicBezTo>
                  <a:pt x="470" y="712"/>
                  <a:pt x="487" y="708"/>
                  <a:pt x="503" y="702"/>
                </a:cubicBezTo>
                <a:cubicBezTo>
                  <a:pt x="523" y="738"/>
                  <a:pt x="523" y="738"/>
                  <a:pt x="523" y="738"/>
                </a:cubicBezTo>
                <a:cubicBezTo>
                  <a:pt x="532" y="753"/>
                  <a:pt x="551" y="758"/>
                  <a:pt x="565" y="749"/>
                </a:cubicBezTo>
                <a:cubicBezTo>
                  <a:pt x="615" y="721"/>
                  <a:pt x="615" y="721"/>
                  <a:pt x="615" y="721"/>
                </a:cubicBezTo>
                <a:cubicBezTo>
                  <a:pt x="630" y="712"/>
                  <a:pt x="635" y="693"/>
                  <a:pt x="627" y="678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9" y="631"/>
                  <a:pt x="631" y="619"/>
                  <a:pt x="642" y="606"/>
                </a:cubicBezTo>
                <a:cubicBezTo>
                  <a:pt x="678" y="627"/>
                  <a:pt x="678" y="627"/>
                  <a:pt x="678" y="627"/>
                </a:cubicBezTo>
                <a:cubicBezTo>
                  <a:pt x="685" y="631"/>
                  <a:pt x="694" y="632"/>
                  <a:pt x="701" y="630"/>
                </a:cubicBezTo>
                <a:cubicBezTo>
                  <a:pt x="709" y="628"/>
                  <a:pt x="716" y="623"/>
                  <a:pt x="721" y="616"/>
                </a:cubicBezTo>
                <a:cubicBezTo>
                  <a:pt x="749" y="566"/>
                  <a:pt x="749" y="566"/>
                  <a:pt x="749" y="566"/>
                </a:cubicBezTo>
                <a:cubicBezTo>
                  <a:pt x="753" y="559"/>
                  <a:pt x="754" y="551"/>
                  <a:pt x="752" y="542"/>
                </a:cubicBezTo>
                <a:cubicBezTo>
                  <a:pt x="750" y="534"/>
                  <a:pt x="745" y="528"/>
                  <a:pt x="738" y="524"/>
                </a:cubicBezTo>
                <a:cubicBezTo>
                  <a:pt x="702" y="503"/>
                  <a:pt x="702" y="503"/>
                  <a:pt x="702" y="503"/>
                </a:cubicBezTo>
                <a:cubicBezTo>
                  <a:pt x="708" y="487"/>
                  <a:pt x="712" y="470"/>
                  <a:pt x="715" y="454"/>
                </a:cubicBezTo>
                <a:cubicBezTo>
                  <a:pt x="756" y="454"/>
                  <a:pt x="756" y="454"/>
                  <a:pt x="756" y="454"/>
                </a:cubicBezTo>
                <a:cubicBezTo>
                  <a:pt x="773" y="454"/>
                  <a:pt x="787" y="440"/>
                  <a:pt x="787" y="422"/>
                </a:cubicBezTo>
                <a:cubicBezTo>
                  <a:pt x="787" y="365"/>
                  <a:pt x="787" y="365"/>
                  <a:pt x="787" y="365"/>
                </a:cubicBezTo>
                <a:cubicBezTo>
                  <a:pt x="787" y="348"/>
                  <a:pt x="773" y="334"/>
                  <a:pt x="756" y="334"/>
                </a:cubicBezTo>
                <a:close/>
                <a:moveTo>
                  <a:pt x="764" y="422"/>
                </a:moveTo>
                <a:cubicBezTo>
                  <a:pt x="764" y="427"/>
                  <a:pt x="760" y="430"/>
                  <a:pt x="756" y="430"/>
                </a:cubicBezTo>
                <a:cubicBezTo>
                  <a:pt x="705" y="430"/>
                  <a:pt x="705" y="430"/>
                  <a:pt x="705" y="430"/>
                </a:cubicBezTo>
                <a:cubicBezTo>
                  <a:pt x="699" y="430"/>
                  <a:pt x="694" y="434"/>
                  <a:pt x="693" y="440"/>
                </a:cubicBezTo>
                <a:cubicBezTo>
                  <a:pt x="690" y="461"/>
                  <a:pt x="684" y="483"/>
                  <a:pt x="676" y="504"/>
                </a:cubicBezTo>
                <a:cubicBezTo>
                  <a:pt x="674" y="509"/>
                  <a:pt x="676" y="515"/>
                  <a:pt x="681" y="519"/>
                </a:cubicBezTo>
                <a:cubicBezTo>
                  <a:pt x="726" y="544"/>
                  <a:pt x="726" y="544"/>
                  <a:pt x="726" y="544"/>
                </a:cubicBezTo>
                <a:cubicBezTo>
                  <a:pt x="727" y="545"/>
                  <a:pt x="728" y="547"/>
                  <a:pt x="729" y="548"/>
                </a:cubicBezTo>
                <a:cubicBezTo>
                  <a:pt x="729" y="551"/>
                  <a:pt x="729" y="552"/>
                  <a:pt x="728" y="554"/>
                </a:cubicBezTo>
                <a:cubicBezTo>
                  <a:pt x="700" y="604"/>
                  <a:pt x="700" y="604"/>
                  <a:pt x="700" y="604"/>
                </a:cubicBezTo>
                <a:cubicBezTo>
                  <a:pt x="699" y="605"/>
                  <a:pt x="697" y="607"/>
                  <a:pt x="695" y="607"/>
                </a:cubicBezTo>
                <a:cubicBezTo>
                  <a:pt x="694" y="607"/>
                  <a:pt x="692" y="607"/>
                  <a:pt x="690" y="606"/>
                </a:cubicBezTo>
                <a:cubicBezTo>
                  <a:pt x="646" y="580"/>
                  <a:pt x="646" y="580"/>
                  <a:pt x="646" y="580"/>
                </a:cubicBezTo>
                <a:cubicBezTo>
                  <a:pt x="640" y="577"/>
                  <a:pt x="634" y="579"/>
                  <a:pt x="630" y="583"/>
                </a:cubicBezTo>
                <a:cubicBezTo>
                  <a:pt x="616" y="600"/>
                  <a:pt x="600" y="616"/>
                  <a:pt x="583" y="630"/>
                </a:cubicBezTo>
                <a:cubicBezTo>
                  <a:pt x="579" y="634"/>
                  <a:pt x="578" y="640"/>
                  <a:pt x="580" y="645"/>
                </a:cubicBezTo>
                <a:cubicBezTo>
                  <a:pt x="606" y="690"/>
                  <a:pt x="606" y="690"/>
                  <a:pt x="606" y="690"/>
                </a:cubicBezTo>
                <a:cubicBezTo>
                  <a:pt x="608" y="694"/>
                  <a:pt x="607" y="698"/>
                  <a:pt x="603" y="700"/>
                </a:cubicBezTo>
                <a:cubicBezTo>
                  <a:pt x="554" y="728"/>
                  <a:pt x="554" y="728"/>
                  <a:pt x="554" y="728"/>
                </a:cubicBezTo>
                <a:cubicBezTo>
                  <a:pt x="550" y="730"/>
                  <a:pt x="546" y="729"/>
                  <a:pt x="544" y="726"/>
                </a:cubicBezTo>
                <a:cubicBezTo>
                  <a:pt x="518" y="681"/>
                  <a:pt x="518" y="681"/>
                  <a:pt x="518" y="681"/>
                </a:cubicBezTo>
                <a:cubicBezTo>
                  <a:pt x="515" y="676"/>
                  <a:pt x="509" y="674"/>
                  <a:pt x="504" y="676"/>
                </a:cubicBezTo>
                <a:cubicBezTo>
                  <a:pt x="483" y="684"/>
                  <a:pt x="461" y="690"/>
                  <a:pt x="439" y="694"/>
                </a:cubicBezTo>
                <a:cubicBezTo>
                  <a:pt x="434" y="694"/>
                  <a:pt x="430" y="699"/>
                  <a:pt x="430" y="705"/>
                </a:cubicBezTo>
                <a:cubicBezTo>
                  <a:pt x="430" y="757"/>
                  <a:pt x="430" y="757"/>
                  <a:pt x="430" y="757"/>
                </a:cubicBezTo>
                <a:cubicBezTo>
                  <a:pt x="430" y="761"/>
                  <a:pt x="426" y="764"/>
                  <a:pt x="422" y="764"/>
                </a:cubicBezTo>
                <a:cubicBezTo>
                  <a:pt x="365" y="764"/>
                  <a:pt x="365" y="764"/>
                  <a:pt x="365" y="764"/>
                </a:cubicBezTo>
                <a:cubicBezTo>
                  <a:pt x="361" y="764"/>
                  <a:pt x="358" y="761"/>
                  <a:pt x="358" y="757"/>
                </a:cubicBezTo>
                <a:cubicBezTo>
                  <a:pt x="358" y="705"/>
                  <a:pt x="358" y="705"/>
                  <a:pt x="358" y="705"/>
                </a:cubicBezTo>
                <a:cubicBezTo>
                  <a:pt x="358" y="699"/>
                  <a:pt x="354" y="694"/>
                  <a:pt x="348" y="694"/>
                </a:cubicBezTo>
                <a:cubicBezTo>
                  <a:pt x="326" y="690"/>
                  <a:pt x="304" y="684"/>
                  <a:pt x="284" y="676"/>
                </a:cubicBezTo>
                <a:cubicBezTo>
                  <a:pt x="282" y="676"/>
                  <a:pt x="281" y="675"/>
                  <a:pt x="279" y="675"/>
                </a:cubicBezTo>
                <a:cubicBezTo>
                  <a:pt x="275" y="675"/>
                  <a:pt x="271" y="678"/>
                  <a:pt x="269" y="681"/>
                </a:cubicBezTo>
                <a:cubicBezTo>
                  <a:pt x="243" y="726"/>
                  <a:pt x="243" y="726"/>
                  <a:pt x="243" y="726"/>
                </a:cubicBezTo>
                <a:cubicBezTo>
                  <a:pt x="243" y="728"/>
                  <a:pt x="241" y="729"/>
                  <a:pt x="239" y="729"/>
                </a:cubicBezTo>
                <a:cubicBezTo>
                  <a:pt x="237" y="730"/>
                  <a:pt x="235" y="729"/>
                  <a:pt x="233" y="728"/>
                </a:cubicBezTo>
                <a:cubicBezTo>
                  <a:pt x="184" y="700"/>
                  <a:pt x="184" y="700"/>
                  <a:pt x="184" y="700"/>
                </a:cubicBezTo>
                <a:cubicBezTo>
                  <a:pt x="182" y="699"/>
                  <a:pt x="181" y="697"/>
                  <a:pt x="181" y="696"/>
                </a:cubicBezTo>
                <a:cubicBezTo>
                  <a:pt x="180" y="694"/>
                  <a:pt x="180" y="692"/>
                  <a:pt x="181" y="690"/>
                </a:cubicBezTo>
                <a:cubicBezTo>
                  <a:pt x="207" y="645"/>
                  <a:pt x="207" y="645"/>
                  <a:pt x="207" y="645"/>
                </a:cubicBezTo>
                <a:cubicBezTo>
                  <a:pt x="210" y="640"/>
                  <a:pt x="209" y="634"/>
                  <a:pt x="204" y="630"/>
                </a:cubicBezTo>
                <a:cubicBezTo>
                  <a:pt x="187" y="616"/>
                  <a:pt x="171" y="600"/>
                  <a:pt x="157" y="583"/>
                </a:cubicBezTo>
                <a:cubicBezTo>
                  <a:pt x="154" y="579"/>
                  <a:pt x="147" y="577"/>
                  <a:pt x="142" y="580"/>
                </a:cubicBezTo>
                <a:cubicBezTo>
                  <a:pt x="97" y="606"/>
                  <a:pt x="97" y="606"/>
                  <a:pt x="97" y="606"/>
                </a:cubicBezTo>
                <a:cubicBezTo>
                  <a:pt x="96" y="607"/>
                  <a:pt x="94" y="607"/>
                  <a:pt x="92" y="607"/>
                </a:cubicBezTo>
                <a:cubicBezTo>
                  <a:pt x="90" y="607"/>
                  <a:pt x="89" y="605"/>
                  <a:pt x="88" y="604"/>
                </a:cubicBezTo>
                <a:cubicBezTo>
                  <a:pt x="59" y="554"/>
                  <a:pt x="59" y="554"/>
                  <a:pt x="59" y="554"/>
                </a:cubicBezTo>
                <a:cubicBezTo>
                  <a:pt x="57" y="551"/>
                  <a:pt x="58" y="546"/>
                  <a:pt x="62" y="544"/>
                </a:cubicBezTo>
                <a:cubicBezTo>
                  <a:pt x="106" y="519"/>
                  <a:pt x="106" y="519"/>
                  <a:pt x="106" y="519"/>
                </a:cubicBezTo>
                <a:cubicBezTo>
                  <a:pt x="111" y="515"/>
                  <a:pt x="114" y="509"/>
                  <a:pt x="111" y="504"/>
                </a:cubicBezTo>
                <a:cubicBezTo>
                  <a:pt x="103" y="483"/>
                  <a:pt x="97" y="461"/>
                  <a:pt x="94" y="440"/>
                </a:cubicBezTo>
                <a:cubicBezTo>
                  <a:pt x="93" y="434"/>
                  <a:pt x="88" y="430"/>
                  <a:pt x="82" y="430"/>
                </a:cubicBezTo>
                <a:cubicBezTo>
                  <a:pt x="31" y="430"/>
                  <a:pt x="31" y="430"/>
                  <a:pt x="31" y="430"/>
                </a:cubicBezTo>
                <a:cubicBezTo>
                  <a:pt x="27" y="430"/>
                  <a:pt x="24" y="427"/>
                  <a:pt x="24" y="422"/>
                </a:cubicBezTo>
                <a:cubicBezTo>
                  <a:pt x="24" y="365"/>
                  <a:pt x="24" y="365"/>
                  <a:pt x="24" y="365"/>
                </a:cubicBezTo>
                <a:cubicBezTo>
                  <a:pt x="24" y="361"/>
                  <a:pt x="27" y="358"/>
                  <a:pt x="31" y="358"/>
                </a:cubicBezTo>
                <a:cubicBezTo>
                  <a:pt x="82" y="358"/>
                  <a:pt x="82" y="358"/>
                  <a:pt x="82" y="358"/>
                </a:cubicBezTo>
                <a:cubicBezTo>
                  <a:pt x="88" y="358"/>
                  <a:pt x="93" y="354"/>
                  <a:pt x="94" y="348"/>
                </a:cubicBezTo>
                <a:cubicBezTo>
                  <a:pt x="97" y="326"/>
                  <a:pt x="103" y="305"/>
                  <a:pt x="111" y="284"/>
                </a:cubicBezTo>
                <a:cubicBezTo>
                  <a:pt x="114" y="279"/>
                  <a:pt x="111" y="272"/>
                  <a:pt x="106" y="269"/>
                </a:cubicBezTo>
                <a:cubicBezTo>
                  <a:pt x="62" y="244"/>
                  <a:pt x="62" y="244"/>
                  <a:pt x="62" y="244"/>
                </a:cubicBezTo>
                <a:cubicBezTo>
                  <a:pt x="58" y="241"/>
                  <a:pt x="57" y="237"/>
                  <a:pt x="59" y="23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89" y="183"/>
                  <a:pt x="90" y="181"/>
                  <a:pt x="92" y="181"/>
                </a:cubicBezTo>
                <a:cubicBezTo>
                  <a:pt x="94" y="180"/>
                  <a:pt x="96" y="180"/>
                  <a:pt x="97" y="182"/>
                </a:cubicBezTo>
                <a:cubicBezTo>
                  <a:pt x="142" y="207"/>
                  <a:pt x="142" y="207"/>
                  <a:pt x="142" y="207"/>
                </a:cubicBezTo>
                <a:cubicBezTo>
                  <a:pt x="147" y="210"/>
                  <a:pt x="154" y="209"/>
                  <a:pt x="157" y="204"/>
                </a:cubicBezTo>
                <a:cubicBezTo>
                  <a:pt x="171" y="187"/>
                  <a:pt x="187" y="171"/>
                  <a:pt x="204" y="157"/>
                </a:cubicBezTo>
                <a:cubicBezTo>
                  <a:pt x="209" y="154"/>
                  <a:pt x="210" y="147"/>
                  <a:pt x="207" y="142"/>
                </a:cubicBezTo>
                <a:cubicBezTo>
                  <a:pt x="181" y="98"/>
                  <a:pt x="181" y="98"/>
                  <a:pt x="181" y="98"/>
                </a:cubicBezTo>
                <a:cubicBezTo>
                  <a:pt x="180" y="96"/>
                  <a:pt x="180" y="94"/>
                  <a:pt x="181" y="92"/>
                </a:cubicBezTo>
                <a:cubicBezTo>
                  <a:pt x="181" y="90"/>
                  <a:pt x="182" y="89"/>
                  <a:pt x="184" y="88"/>
                </a:cubicBezTo>
                <a:cubicBezTo>
                  <a:pt x="233" y="59"/>
                  <a:pt x="233" y="59"/>
                  <a:pt x="233" y="59"/>
                </a:cubicBezTo>
                <a:cubicBezTo>
                  <a:pt x="235" y="58"/>
                  <a:pt x="237" y="58"/>
                  <a:pt x="239" y="58"/>
                </a:cubicBezTo>
                <a:cubicBezTo>
                  <a:pt x="241" y="59"/>
                  <a:pt x="243" y="60"/>
                  <a:pt x="243" y="62"/>
                </a:cubicBezTo>
                <a:cubicBezTo>
                  <a:pt x="269" y="106"/>
                  <a:pt x="269" y="106"/>
                  <a:pt x="269" y="106"/>
                </a:cubicBezTo>
                <a:cubicBezTo>
                  <a:pt x="272" y="111"/>
                  <a:pt x="278" y="114"/>
                  <a:pt x="284" y="111"/>
                </a:cubicBezTo>
                <a:cubicBezTo>
                  <a:pt x="304" y="103"/>
                  <a:pt x="326" y="98"/>
                  <a:pt x="348" y="94"/>
                </a:cubicBezTo>
                <a:cubicBezTo>
                  <a:pt x="354" y="93"/>
                  <a:pt x="358" y="88"/>
                  <a:pt x="358" y="82"/>
                </a:cubicBezTo>
                <a:cubicBezTo>
                  <a:pt x="358" y="31"/>
                  <a:pt x="358" y="31"/>
                  <a:pt x="358" y="31"/>
                </a:cubicBezTo>
                <a:cubicBezTo>
                  <a:pt x="358" y="27"/>
                  <a:pt x="361" y="24"/>
                  <a:pt x="365" y="24"/>
                </a:cubicBezTo>
                <a:cubicBezTo>
                  <a:pt x="422" y="24"/>
                  <a:pt x="422" y="24"/>
                  <a:pt x="422" y="24"/>
                </a:cubicBezTo>
                <a:cubicBezTo>
                  <a:pt x="426" y="24"/>
                  <a:pt x="430" y="27"/>
                  <a:pt x="430" y="31"/>
                </a:cubicBezTo>
                <a:cubicBezTo>
                  <a:pt x="430" y="82"/>
                  <a:pt x="430" y="82"/>
                  <a:pt x="430" y="82"/>
                </a:cubicBezTo>
                <a:cubicBezTo>
                  <a:pt x="430" y="88"/>
                  <a:pt x="434" y="93"/>
                  <a:pt x="439" y="94"/>
                </a:cubicBezTo>
                <a:cubicBezTo>
                  <a:pt x="461" y="98"/>
                  <a:pt x="483" y="103"/>
                  <a:pt x="504" y="111"/>
                </a:cubicBezTo>
                <a:cubicBezTo>
                  <a:pt x="509" y="114"/>
                  <a:pt x="515" y="111"/>
                  <a:pt x="518" y="106"/>
                </a:cubicBezTo>
                <a:cubicBezTo>
                  <a:pt x="544" y="62"/>
                  <a:pt x="544" y="62"/>
                  <a:pt x="544" y="62"/>
                </a:cubicBezTo>
                <a:cubicBezTo>
                  <a:pt x="546" y="58"/>
                  <a:pt x="551" y="57"/>
                  <a:pt x="554" y="59"/>
                </a:cubicBezTo>
                <a:cubicBezTo>
                  <a:pt x="603" y="88"/>
                  <a:pt x="603" y="88"/>
                  <a:pt x="603" y="88"/>
                </a:cubicBezTo>
                <a:cubicBezTo>
                  <a:pt x="605" y="89"/>
                  <a:pt x="606" y="90"/>
                  <a:pt x="607" y="92"/>
                </a:cubicBezTo>
                <a:cubicBezTo>
                  <a:pt x="607" y="94"/>
                  <a:pt x="607" y="96"/>
                  <a:pt x="606" y="98"/>
                </a:cubicBezTo>
                <a:cubicBezTo>
                  <a:pt x="580" y="142"/>
                  <a:pt x="580" y="142"/>
                  <a:pt x="580" y="142"/>
                </a:cubicBezTo>
                <a:cubicBezTo>
                  <a:pt x="578" y="147"/>
                  <a:pt x="579" y="154"/>
                  <a:pt x="583" y="157"/>
                </a:cubicBezTo>
                <a:cubicBezTo>
                  <a:pt x="600" y="171"/>
                  <a:pt x="616" y="187"/>
                  <a:pt x="630" y="204"/>
                </a:cubicBezTo>
                <a:cubicBezTo>
                  <a:pt x="634" y="209"/>
                  <a:pt x="640" y="210"/>
                  <a:pt x="646" y="207"/>
                </a:cubicBezTo>
                <a:cubicBezTo>
                  <a:pt x="690" y="182"/>
                  <a:pt x="690" y="182"/>
                  <a:pt x="690" y="182"/>
                </a:cubicBezTo>
                <a:cubicBezTo>
                  <a:pt x="692" y="180"/>
                  <a:pt x="694" y="180"/>
                  <a:pt x="695" y="181"/>
                </a:cubicBezTo>
                <a:cubicBezTo>
                  <a:pt x="697" y="181"/>
                  <a:pt x="699" y="183"/>
                  <a:pt x="700" y="184"/>
                </a:cubicBezTo>
                <a:cubicBezTo>
                  <a:pt x="728" y="234"/>
                  <a:pt x="728" y="234"/>
                  <a:pt x="728" y="234"/>
                </a:cubicBezTo>
                <a:cubicBezTo>
                  <a:pt x="729" y="235"/>
                  <a:pt x="729" y="237"/>
                  <a:pt x="729" y="239"/>
                </a:cubicBezTo>
                <a:cubicBezTo>
                  <a:pt x="728" y="241"/>
                  <a:pt x="727" y="242"/>
                  <a:pt x="726" y="244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676" y="272"/>
                  <a:pt x="674" y="279"/>
                  <a:pt x="676" y="284"/>
                </a:cubicBezTo>
                <a:cubicBezTo>
                  <a:pt x="684" y="305"/>
                  <a:pt x="690" y="326"/>
                  <a:pt x="693" y="348"/>
                </a:cubicBezTo>
                <a:cubicBezTo>
                  <a:pt x="694" y="354"/>
                  <a:pt x="699" y="358"/>
                  <a:pt x="705" y="358"/>
                </a:cubicBezTo>
                <a:cubicBezTo>
                  <a:pt x="756" y="358"/>
                  <a:pt x="756" y="358"/>
                  <a:pt x="756" y="358"/>
                </a:cubicBezTo>
                <a:cubicBezTo>
                  <a:pt x="760" y="358"/>
                  <a:pt x="764" y="361"/>
                  <a:pt x="764" y="365"/>
                </a:cubicBezTo>
                <a:lnTo>
                  <a:pt x="764" y="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Parallelogram 47">
            <a:extLst>
              <a:ext uri="{FF2B5EF4-FFF2-40B4-BE49-F238E27FC236}">
                <a16:creationId xmlns:a16="http://schemas.microsoft.com/office/drawing/2014/main" id="{1F1CF15A-CBA7-2CF7-9176-C62C6512DE4F}"/>
              </a:ext>
            </a:extLst>
          </p:cNvPr>
          <p:cNvSpPr/>
          <p:nvPr/>
        </p:nvSpPr>
        <p:spPr>
          <a:xfrm>
            <a:off x="5550134" y="3057248"/>
            <a:ext cx="1948646" cy="1548605"/>
          </a:xfrm>
          <a:prstGeom prst="parallelogram">
            <a:avLst>
              <a:gd name="adj" fmla="val 453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856C5900-EA36-27B1-413E-283B421A698F}"/>
              </a:ext>
            </a:extLst>
          </p:cNvPr>
          <p:cNvSpPr>
            <a:spLocks noEditPoints="1"/>
          </p:cNvSpPr>
          <p:nvPr/>
        </p:nvSpPr>
        <p:spPr bwMode="auto">
          <a:xfrm>
            <a:off x="6242898" y="3583490"/>
            <a:ext cx="563118" cy="496120"/>
          </a:xfrm>
          <a:custGeom>
            <a:avLst/>
            <a:gdLst>
              <a:gd name="T0" fmla="*/ 551 w 787"/>
              <a:gd name="T1" fmla="*/ 318 h 694"/>
              <a:gd name="T2" fmla="*/ 340 w 787"/>
              <a:gd name="T3" fmla="*/ 166 h 694"/>
              <a:gd name="T4" fmla="*/ 328 w 787"/>
              <a:gd name="T5" fmla="*/ 0 h 694"/>
              <a:gd name="T6" fmla="*/ 127 w 787"/>
              <a:gd name="T7" fmla="*/ 19 h 694"/>
              <a:gd name="T8" fmla="*/ 125 w 787"/>
              <a:gd name="T9" fmla="*/ 102 h 694"/>
              <a:gd name="T10" fmla="*/ 316 w 787"/>
              <a:gd name="T11" fmla="*/ 166 h 694"/>
              <a:gd name="T12" fmla="*/ 187 w 787"/>
              <a:gd name="T13" fmla="*/ 206 h 694"/>
              <a:gd name="T14" fmla="*/ 144 w 787"/>
              <a:gd name="T15" fmla="*/ 245 h 694"/>
              <a:gd name="T16" fmla="*/ 235 w 787"/>
              <a:gd name="T17" fmla="*/ 319 h 694"/>
              <a:gd name="T18" fmla="*/ 0 w 787"/>
              <a:gd name="T19" fmla="*/ 682 h 694"/>
              <a:gd name="T20" fmla="*/ 352 w 787"/>
              <a:gd name="T21" fmla="*/ 694 h 694"/>
              <a:gd name="T22" fmla="*/ 775 w 787"/>
              <a:gd name="T23" fmla="*/ 694 h 694"/>
              <a:gd name="T24" fmla="*/ 540 w 787"/>
              <a:gd name="T25" fmla="*/ 349 h 694"/>
              <a:gd name="T26" fmla="*/ 532 w 787"/>
              <a:gd name="T27" fmla="*/ 465 h 694"/>
              <a:gd name="T28" fmla="*/ 161 w 787"/>
              <a:gd name="T29" fmla="*/ 85 h 694"/>
              <a:gd name="T30" fmla="*/ 161 w 787"/>
              <a:gd name="T31" fmla="*/ 24 h 694"/>
              <a:gd name="T32" fmla="*/ 161 w 787"/>
              <a:gd name="T33" fmla="*/ 85 h 694"/>
              <a:gd name="T34" fmla="*/ 169 w 787"/>
              <a:gd name="T35" fmla="*/ 257 h 694"/>
              <a:gd name="T36" fmla="*/ 178 w 787"/>
              <a:gd name="T37" fmla="*/ 229 h 694"/>
              <a:gd name="T38" fmla="*/ 206 w 787"/>
              <a:gd name="T39" fmla="*/ 225 h 694"/>
              <a:gd name="T40" fmla="*/ 266 w 787"/>
              <a:gd name="T41" fmla="*/ 235 h 694"/>
              <a:gd name="T42" fmla="*/ 309 w 787"/>
              <a:gd name="T43" fmla="*/ 272 h 694"/>
              <a:gd name="T44" fmla="*/ 148 w 787"/>
              <a:gd name="T45" fmla="*/ 279 h 694"/>
              <a:gd name="T46" fmla="*/ 309 w 787"/>
              <a:gd name="T47" fmla="*/ 231 h 694"/>
              <a:gd name="T48" fmla="*/ 319 w 787"/>
              <a:gd name="T49" fmla="*/ 329 h 694"/>
              <a:gd name="T50" fmla="*/ 285 w 787"/>
              <a:gd name="T51" fmla="*/ 319 h 694"/>
              <a:gd name="T52" fmla="*/ 336 w 787"/>
              <a:gd name="T53" fmla="*/ 346 h 694"/>
              <a:gd name="T54" fmla="*/ 344 w 787"/>
              <a:gd name="T55" fmla="*/ 670 h 694"/>
              <a:gd name="T56" fmla="*/ 552 w 787"/>
              <a:gd name="T57" fmla="*/ 670 h 694"/>
              <a:gd name="T58" fmla="*/ 501 w 787"/>
              <a:gd name="T59" fmla="*/ 502 h 694"/>
              <a:gd name="T60" fmla="*/ 710 w 787"/>
              <a:gd name="T61" fmla="*/ 670 h 694"/>
              <a:gd name="T62" fmla="*/ 568 w 787"/>
              <a:gd name="T63" fmla="*/ 221 h 694"/>
              <a:gd name="T64" fmla="*/ 687 w 787"/>
              <a:gd name="T65" fmla="*/ 173 h 694"/>
              <a:gd name="T66" fmla="*/ 708 w 787"/>
              <a:gd name="T67" fmla="*/ 96 h 694"/>
              <a:gd name="T68" fmla="*/ 616 w 787"/>
              <a:gd name="T69" fmla="*/ 31 h 694"/>
              <a:gd name="T70" fmla="*/ 497 w 787"/>
              <a:gd name="T71" fmla="*/ 79 h 694"/>
              <a:gd name="T72" fmla="*/ 450 w 787"/>
              <a:gd name="T73" fmla="*/ 221 h 694"/>
              <a:gd name="T74" fmla="*/ 584 w 787"/>
              <a:gd name="T75" fmla="*/ 101 h 694"/>
              <a:gd name="T76" fmla="*/ 616 w 787"/>
              <a:gd name="T77" fmla="*/ 56 h 694"/>
              <a:gd name="T78" fmla="*/ 665 w 787"/>
              <a:gd name="T79" fmla="*/ 88 h 694"/>
              <a:gd name="T80" fmla="*/ 682 w 787"/>
              <a:gd name="T81" fmla="*/ 102 h 694"/>
              <a:gd name="T82" fmla="*/ 703 w 787"/>
              <a:gd name="T83" fmla="*/ 134 h 694"/>
              <a:gd name="T84" fmla="*/ 546 w 787"/>
              <a:gd name="T85" fmla="*/ 126 h 694"/>
              <a:gd name="T86" fmla="*/ 454 w 787"/>
              <a:gd name="T87" fmla="*/ 151 h 694"/>
              <a:gd name="T88" fmla="*/ 468 w 787"/>
              <a:gd name="T89" fmla="*/ 132 h 694"/>
              <a:gd name="T90" fmla="*/ 523 w 787"/>
              <a:gd name="T91" fmla="*/ 126 h 694"/>
              <a:gd name="T92" fmla="*/ 583 w 787"/>
              <a:gd name="T93" fmla="*/ 182 h 694"/>
              <a:gd name="T94" fmla="*/ 427 w 787"/>
              <a:gd name="T95" fmla="*/ 174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787" h="694">
                <a:moveTo>
                  <a:pt x="775" y="670"/>
                </a:moveTo>
                <a:cubicBezTo>
                  <a:pt x="737" y="670"/>
                  <a:pt x="737" y="670"/>
                  <a:pt x="737" y="670"/>
                </a:cubicBezTo>
                <a:cubicBezTo>
                  <a:pt x="551" y="318"/>
                  <a:pt x="551" y="318"/>
                  <a:pt x="551" y="318"/>
                </a:cubicBezTo>
                <a:cubicBezTo>
                  <a:pt x="547" y="310"/>
                  <a:pt x="534" y="310"/>
                  <a:pt x="530" y="318"/>
                </a:cubicBezTo>
                <a:cubicBezTo>
                  <a:pt x="475" y="423"/>
                  <a:pt x="475" y="423"/>
                  <a:pt x="475" y="423"/>
                </a:cubicBezTo>
                <a:cubicBezTo>
                  <a:pt x="340" y="166"/>
                  <a:pt x="340" y="166"/>
                  <a:pt x="340" y="166"/>
                </a:cubicBezTo>
                <a:cubicBezTo>
                  <a:pt x="340" y="97"/>
                  <a:pt x="340" y="97"/>
                  <a:pt x="340" y="97"/>
                </a:cubicBezTo>
                <a:cubicBezTo>
                  <a:pt x="340" y="12"/>
                  <a:pt x="340" y="12"/>
                  <a:pt x="340" y="12"/>
                </a:cubicBezTo>
                <a:cubicBezTo>
                  <a:pt x="340" y="5"/>
                  <a:pt x="334" y="0"/>
                  <a:pt x="328" y="0"/>
                </a:cubicBezTo>
                <a:cubicBezTo>
                  <a:pt x="136" y="0"/>
                  <a:pt x="136" y="0"/>
                  <a:pt x="136" y="0"/>
                </a:cubicBezTo>
                <a:cubicBezTo>
                  <a:pt x="131" y="0"/>
                  <a:pt x="127" y="2"/>
                  <a:pt x="125" y="7"/>
                </a:cubicBezTo>
                <a:cubicBezTo>
                  <a:pt x="123" y="11"/>
                  <a:pt x="124" y="16"/>
                  <a:pt x="127" y="19"/>
                </a:cubicBezTo>
                <a:cubicBezTo>
                  <a:pt x="156" y="54"/>
                  <a:pt x="156" y="54"/>
                  <a:pt x="156" y="54"/>
                </a:cubicBezTo>
                <a:cubicBezTo>
                  <a:pt x="127" y="90"/>
                  <a:pt x="127" y="90"/>
                  <a:pt x="127" y="90"/>
                </a:cubicBezTo>
                <a:cubicBezTo>
                  <a:pt x="124" y="93"/>
                  <a:pt x="123" y="98"/>
                  <a:pt x="125" y="102"/>
                </a:cubicBezTo>
                <a:cubicBezTo>
                  <a:pt x="127" y="107"/>
                  <a:pt x="131" y="109"/>
                  <a:pt x="136" y="109"/>
                </a:cubicBezTo>
                <a:cubicBezTo>
                  <a:pt x="316" y="109"/>
                  <a:pt x="316" y="109"/>
                  <a:pt x="316" y="109"/>
                </a:cubicBezTo>
                <a:cubicBezTo>
                  <a:pt x="316" y="166"/>
                  <a:pt x="316" y="166"/>
                  <a:pt x="316" y="166"/>
                </a:cubicBezTo>
                <a:cubicBezTo>
                  <a:pt x="289" y="218"/>
                  <a:pt x="289" y="218"/>
                  <a:pt x="289" y="218"/>
                </a:cubicBezTo>
                <a:cubicBezTo>
                  <a:pt x="284" y="193"/>
                  <a:pt x="262" y="175"/>
                  <a:pt x="236" y="175"/>
                </a:cubicBezTo>
                <a:cubicBezTo>
                  <a:pt x="215" y="175"/>
                  <a:pt x="195" y="188"/>
                  <a:pt x="187" y="206"/>
                </a:cubicBezTo>
                <a:cubicBezTo>
                  <a:pt x="184" y="206"/>
                  <a:pt x="181" y="205"/>
                  <a:pt x="178" y="205"/>
                </a:cubicBezTo>
                <a:cubicBezTo>
                  <a:pt x="159" y="205"/>
                  <a:pt x="143" y="221"/>
                  <a:pt x="143" y="241"/>
                </a:cubicBezTo>
                <a:cubicBezTo>
                  <a:pt x="143" y="242"/>
                  <a:pt x="143" y="244"/>
                  <a:pt x="144" y="245"/>
                </a:cubicBezTo>
                <a:cubicBezTo>
                  <a:pt x="132" y="252"/>
                  <a:pt x="124" y="265"/>
                  <a:pt x="124" y="279"/>
                </a:cubicBezTo>
                <a:cubicBezTo>
                  <a:pt x="124" y="301"/>
                  <a:pt x="142" y="319"/>
                  <a:pt x="164" y="319"/>
                </a:cubicBezTo>
                <a:cubicBezTo>
                  <a:pt x="235" y="319"/>
                  <a:pt x="235" y="319"/>
                  <a:pt x="235" y="319"/>
                </a:cubicBezTo>
                <a:cubicBezTo>
                  <a:pt x="50" y="670"/>
                  <a:pt x="50" y="670"/>
                  <a:pt x="50" y="670"/>
                </a:cubicBezTo>
                <a:cubicBezTo>
                  <a:pt x="12" y="670"/>
                  <a:pt x="12" y="670"/>
                  <a:pt x="12" y="670"/>
                </a:cubicBezTo>
                <a:cubicBezTo>
                  <a:pt x="5" y="670"/>
                  <a:pt x="0" y="675"/>
                  <a:pt x="0" y="682"/>
                </a:cubicBezTo>
                <a:cubicBezTo>
                  <a:pt x="0" y="688"/>
                  <a:pt x="5" y="694"/>
                  <a:pt x="12" y="694"/>
                </a:cubicBezTo>
                <a:cubicBezTo>
                  <a:pt x="57" y="694"/>
                  <a:pt x="57" y="694"/>
                  <a:pt x="57" y="694"/>
                </a:cubicBezTo>
                <a:cubicBezTo>
                  <a:pt x="352" y="694"/>
                  <a:pt x="352" y="694"/>
                  <a:pt x="352" y="694"/>
                </a:cubicBezTo>
                <a:cubicBezTo>
                  <a:pt x="550" y="694"/>
                  <a:pt x="550" y="694"/>
                  <a:pt x="550" y="694"/>
                </a:cubicBezTo>
                <a:cubicBezTo>
                  <a:pt x="729" y="694"/>
                  <a:pt x="729" y="694"/>
                  <a:pt x="729" y="694"/>
                </a:cubicBezTo>
                <a:cubicBezTo>
                  <a:pt x="775" y="694"/>
                  <a:pt x="775" y="694"/>
                  <a:pt x="775" y="694"/>
                </a:cubicBezTo>
                <a:cubicBezTo>
                  <a:pt x="782" y="694"/>
                  <a:pt x="787" y="688"/>
                  <a:pt x="787" y="682"/>
                </a:cubicBezTo>
                <a:cubicBezTo>
                  <a:pt x="787" y="675"/>
                  <a:pt x="782" y="670"/>
                  <a:pt x="775" y="670"/>
                </a:cubicBezTo>
                <a:close/>
                <a:moveTo>
                  <a:pt x="540" y="349"/>
                </a:moveTo>
                <a:cubicBezTo>
                  <a:pt x="592" y="446"/>
                  <a:pt x="592" y="446"/>
                  <a:pt x="592" y="446"/>
                </a:cubicBezTo>
                <a:cubicBezTo>
                  <a:pt x="588" y="445"/>
                  <a:pt x="584" y="445"/>
                  <a:pt x="580" y="445"/>
                </a:cubicBezTo>
                <a:cubicBezTo>
                  <a:pt x="562" y="445"/>
                  <a:pt x="545" y="452"/>
                  <a:pt x="532" y="465"/>
                </a:cubicBezTo>
                <a:cubicBezTo>
                  <a:pt x="517" y="480"/>
                  <a:pt x="494" y="482"/>
                  <a:pt x="477" y="470"/>
                </a:cubicBezTo>
                <a:lnTo>
                  <a:pt x="540" y="349"/>
                </a:lnTo>
                <a:close/>
                <a:moveTo>
                  <a:pt x="161" y="85"/>
                </a:moveTo>
                <a:cubicBezTo>
                  <a:pt x="181" y="62"/>
                  <a:pt x="181" y="62"/>
                  <a:pt x="181" y="62"/>
                </a:cubicBezTo>
                <a:cubicBezTo>
                  <a:pt x="184" y="58"/>
                  <a:pt x="184" y="51"/>
                  <a:pt x="181" y="47"/>
                </a:cubicBezTo>
                <a:cubicBezTo>
                  <a:pt x="161" y="24"/>
                  <a:pt x="161" y="24"/>
                  <a:pt x="161" y="24"/>
                </a:cubicBezTo>
                <a:cubicBezTo>
                  <a:pt x="316" y="24"/>
                  <a:pt x="316" y="24"/>
                  <a:pt x="316" y="24"/>
                </a:cubicBezTo>
                <a:cubicBezTo>
                  <a:pt x="316" y="85"/>
                  <a:pt x="316" y="85"/>
                  <a:pt x="316" y="85"/>
                </a:cubicBezTo>
                <a:lnTo>
                  <a:pt x="161" y="85"/>
                </a:lnTo>
                <a:close/>
                <a:moveTo>
                  <a:pt x="148" y="279"/>
                </a:moveTo>
                <a:cubicBezTo>
                  <a:pt x="148" y="272"/>
                  <a:pt x="153" y="266"/>
                  <a:pt x="161" y="264"/>
                </a:cubicBezTo>
                <a:cubicBezTo>
                  <a:pt x="164" y="263"/>
                  <a:pt x="167" y="261"/>
                  <a:pt x="169" y="257"/>
                </a:cubicBezTo>
                <a:cubicBezTo>
                  <a:pt x="171" y="254"/>
                  <a:pt x="171" y="250"/>
                  <a:pt x="169" y="246"/>
                </a:cubicBezTo>
                <a:cubicBezTo>
                  <a:pt x="168" y="245"/>
                  <a:pt x="167" y="243"/>
                  <a:pt x="167" y="241"/>
                </a:cubicBezTo>
                <a:cubicBezTo>
                  <a:pt x="167" y="234"/>
                  <a:pt x="172" y="229"/>
                  <a:pt x="178" y="229"/>
                </a:cubicBezTo>
                <a:cubicBezTo>
                  <a:pt x="181" y="229"/>
                  <a:pt x="184" y="230"/>
                  <a:pt x="186" y="232"/>
                </a:cubicBezTo>
                <a:cubicBezTo>
                  <a:pt x="190" y="235"/>
                  <a:pt x="194" y="236"/>
                  <a:pt x="198" y="235"/>
                </a:cubicBezTo>
                <a:cubicBezTo>
                  <a:pt x="203" y="233"/>
                  <a:pt x="206" y="229"/>
                  <a:pt x="206" y="225"/>
                </a:cubicBezTo>
                <a:cubicBezTo>
                  <a:pt x="208" y="210"/>
                  <a:pt x="221" y="199"/>
                  <a:pt x="236" y="199"/>
                </a:cubicBezTo>
                <a:cubicBezTo>
                  <a:pt x="253" y="199"/>
                  <a:pt x="266" y="212"/>
                  <a:pt x="266" y="229"/>
                </a:cubicBezTo>
                <a:cubicBezTo>
                  <a:pt x="266" y="231"/>
                  <a:pt x="266" y="233"/>
                  <a:pt x="266" y="235"/>
                </a:cubicBezTo>
                <a:cubicBezTo>
                  <a:pt x="265" y="238"/>
                  <a:pt x="266" y="242"/>
                  <a:pt x="269" y="245"/>
                </a:cubicBezTo>
                <a:cubicBezTo>
                  <a:pt x="272" y="248"/>
                  <a:pt x="276" y="249"/>
                  <a:pt x="280" y="248"/>
                </a:cubicBezTo>
                <a:cubicBezTo>
                  <a:pt x="295" y="245"/>
                  <a:pt x="309" y="257"/>
                  <a:pt x="309" y="272"/>
                </a:cubicBezTo>
                <a:cubicBezTo>
                  <a:pt x="309" y="284"/>
                  <a:pt x="298" y="295"/>
                  <a:pt x="285" y="295"/>
                </a:cubicBezTo>
                <a:cubicBezTo>
                  <a:pt x="164" y="295"/>
                  <a:pt x="164" y="295"/>
                  <a:pt x="164" y="295"/>
                </a:cubicBezTo>
                <a:cubicBezTo>
                  <a:pt x="155" y="295"/>
                  <a:pt x="148" y="288"/>
                  <a:pt x="148" y="279"/>
                </a:cubicBezTo>
                <a:close/>
                <a:moveTo>
                  <a:pt x="285" y="319"/>
                </a:moveTo>
                <a:cubicBezTo>
                  <a:pt x="311" y="319"/>
                  <a:pt x="332" y="298"/>
                  <a:pt x="332" y="272"/>
                </a:cubicBezTo>
                <a:cubicBezTo>
                  <a:pt x="332" y="254"/>
                  <a:pt x="323" y="239"/>
                  <a:pt x="309" y="231"/>
                </a:cubicBezTo>
                <a:cubicBezTo>
                  <a:pt x="328" y="195"/>
                  <a:pt x="328" y="195"/>
                  <a:pt x="328" y="195"/>
                </a:cubicBezTo>
                <a:cubicBezTo>
                  <a:pt x="388" y="309"/>
                  <a:pt x="388" y="309"/>
                  <a:pt x="388" y="309"/>
                </a:cubicBezTo>
                <a:cubicBezTo>
                  <a:pt x="364" y="304"/>
                  <a:pt x="338" y="310"/>
                  <a:pt x="319" y="329"/>
                </a:cubicBezTo>
                <a:cubicBezTo>
                  <a:pt x="302" y="347"/>
                  <a:pt x="274" y="348"/>
                  <a:pt x="254" y="334"/>
                </a:cubicBezTo>
                <a:cubicBezTo>
                  <a:pt x="262" y="319"/>
                  <a:pt x="262" y="319"/>
                  <a:pt x="262" y="319"/>
                </a:cubicBezTo>
                <a:lnTo>
                  <a:pt x="285" y="319"/>
                </a:lnTo>
                <a:close/>
                <a:moveTo>
                  <a:pt x="243" y="356"/>
                </a:moveTo>
                <a:cubicBezTo>
                  <a:pt x="255" y="364"/>
                  <a:pt x="269" y="368"/>
                  <a:pt x="283" y="368"/>
                </a:cubicBezTo>
                <a:cubicBezTo>
                  <a:pt x="302" y="368"/>
                  <a:pt x="321" y="360"/>
                  <a:pt x="336" y="346"/>
                </a:cubicBezTo>
                <a:cubicBezTo>
                  <a:pt x="355" y="326"/>
                  <a:pt x="387" y="326"/>
                  <a:pt x="407" y="345"/>
                </a:cubicBezTo>
                <a:cubicBezTo>
                  <a:pt x="461" y="448"/>
                  <a:pt x="461" y="448"/>
                  <a:pt x="461" y="448"/>
                </a:cubicBezTo>
                <a:cubicBezTo>
                  <a:pt x="344" y="670"/>
                  <a:pt x="344" y="670"/>
                  <a:pt x="344" y="670"/>
                </a:cubicBezTo>
                <a:cubicBezTo>
                  <a:pt x="77" y="670"/>
                  <a:pt x="77" y="670"/>
                  <a:pt x="77" y="670"/>
                </a:cubicBezTo>
                <a:lnTo>
                  <a:pt x="243" y="356"/>
                </a:lnTo>
                <a:close/>
                <a:moveTo>
                  <a:pt x="552" y="670"/>
                </a:moveTo>
                <a:cubicBezTo>
                  <a:pt x="371" y="670"/>
                  <a:pt x="371" y="670"/>
                  <a:pt x="371" y="670"/>
                </a:cubicBezTo>
                <a:cubicBezTo>
                  <a:pt x="466" y="491"/>
                  <a:pt x="466" y="491"/>
                  <a:pt x="466" y="491"/>
                </a:cubicBezTo>
                <a:cubicBezTo>
                  <a:pt x="477" y="498"/>
                  <a:pt x="489" y="502"/>
                  <a:pt x="501" y="502"/>
                </a:cubicBezTo>
                <a:cubicBezTo>
                  <a:pt x="518" y="502"/>
                  <a:pt x="536" y="495"/>
                  <a:pt x="549" y="482"/>
                </a:cubicBezTo>
                <a:cubicBezTo>
                  <a:pt x="565" y="466"/>
                  <a:pt x="593" y="465"/>
                  <a:pt x="610" y="481"/>
                </a:cubicBezTo>
                <a:cubicBezTo>
                  <a:pt x="710" y="670"/>
                  <a:pt x="710" y="670"/>
                  <a:pt x="710" y="670"/>
                </a:cubicBezTo>
                <a:lnTo>
                  <a:pt x="552" y="670"/>
                </a:lnTo>
                <a:close/>
                <a:moveTo>
                  <a:pt x="450" y="221"/>
                </a:moveTo>
                <a:cubicBezTo>
                  <a:pt x="568" y="221"/>
                  <a:pt x="568" y="221"/>
                  <a:pt x="568" y="221"/>
                </a:cubicBezTo>
                <a:cubicBezTo>
                  <a:pt x="589" y="221"/>
                  <a:pt x="607" y="203"/>
                  <a:pt x="607" y="182"/>
                </a:cubicBezTo>
                <a:cubicBezTo>
                  <a:pt x="607" y="178"/>
                  <a:pt x="606" y="176"/>
                  <a:pt x="606" y="173"/>
                </a:cubicBezTo>
                <a:cubicBezTo>
                  <a:pt x="687" y="173"/>
                  <a:pt x="687" y="173"/>
                  <a:pt x="687" y="173"/>
                </a:cubicBezTo>
                <a:cubicBezTo>
                  <a:pt x="709" y="173"/>
                  <a:pt x="726" y="155"/>
                  <a:pt x="726" y="134"/>
                </a:cubicBezTo>
                <a:cubicBezTo>
                  <a:pt x="726" y="120"/>
                  <a:pt x="719" y="107"/>
                  <a:pt x="707" y="100"/>
                </a:cubicBezTo>
                <a:cubicBezTo>
                  <a:pt x="708" y="99"/>
                  <a:pt x="708" y="98"/>
                  <a:pt x="708" y="96"/>
                </a:cubicBezTo>
                <a:cubicBezTo>
                  <a:pt x="708" y="77"/>
                  <a:pt x="692" y="62"/>
                  <a:pt x="673" y="62"/>
                </a:cubicBezTo>
                <a:cubicBezTo>
                  <a:pt x="670" y="62"/>
                  <a:pt x="667" y="62"/>
                  <a:pt x="665" y="62"/>
                </a:cubicBezTo>
                <a:cubicBezTo>
                  <a:pt x="656" y="44"/>
                  <a:pt x="637" y="31"/>
                  <a:pt x="616" y="31"/>
                </a:cubicBezTo>
                <a:cubicBezTo>
                  <a:pt x="589" y="31"/>
                  <a:pt x="566" y="53"/>
                  <a:pt x="564" y="80"/>
                </a:cubicBezTo>
                <a:cubicBezTo>
                  <a:pt x="552" y="81"/>
                  <a:pt x="542" y="87"/>
                  <a:pt x="535" y="95"/>
                </a:cubicBezTo>
                <a:cubicBezTo>
                  <a:pt x="525" y="85"/>
                  <a:pt x="512" y="79"/>
                  <a:pt x="497" y="79"/>
                </a:cubicBezTo>
                <a:cubicBezTo>
                  <a:pt x="470" y="79"/>
                  <a:pt x="447" y="100"/>
                  <a:pt x="444" y="128"/>
                </a:cubicBezTo>
                <a:cubicBezTo>
                  <a:pt x="421" y="130"/>
                  <a:pt x="403" y="150"/>
                  <a:pt x="403" y="174"/>
                </a:cubicBezTo>
                <a:cubicBezTo>
                  <a:pt x="403" y="199"/>
                  <a:pt x="424" y="221"/>
                  <a:pt x="450" y="221"/>
                </a:cubicBezTo>
                <a:close/>
                <a:moveTo>
                  <a:pt x="569" y="103"/>
                </a:moveTo>
                <a:cubicBezTo>
                  <a:pt x="570" y="103"/>
                  <a:pt x="572" y="104"/>
                  <a:pt x="574" y="104"/>
                </a:cubicBezTo>
                <a:cubicBezTo>
                  <a:pt x="578" y="105"/>
                  <a:pt x="581" y="104"/>
                  <a:pt x="584" y="101"/>
                </a:cubicBezTo>
                <a:cubicBezTo>
                  <a:pt x="587" y="98"/>
                  <a:pt x="589" y="94"/>
                  <a:pt x="588" y="90"/>
                </a:cubicBezTo>
                <a:cubicBezTo>
                  <a:pt x="587" y="88"/>
                  <a:pt x="587" y="87"/>
                  <a:pt x="587" y="85"/>
                </a:cubicBezTo>
                <a:cubicBezTo>
                  <a:pt x="587" y="69"/>
                  <a:pt x="601" y="56"/>
                  <a:pt x="616" y="56"/>
                </a:cubicBezTo>
                <a:cubicBezTo>
                  <a:pt x="631" y="56"/>
                  <a:pt x="644" y="66"/>
                  <a:pt x="646" y="81"/>
                </a:cubicBezTo>
                <a:cubicBezTo>
                  <a:pt x="646" y="85"/>
                  <a:pt x="649" y="89"/>
                  <a:pt x="653" y="91"/>
                </a:cubicBezTo>
                <a:cubicBezTo>
                  <a:pt x="657" y="92"/>
                  <a:pt x="662" y="91"/>
                  <a:pt x="665" y="88"/>
                </a:cubicBezTo>
                <a:cubicBezTo>
                  <a:pt x="667" y="86"/>
                  <a:pt x="670" y="85"/>
                  <a:pt x="673" y="85"/>
                </a:cubicBezTo>
                <a:cubicBezTo>
                  <a:pt x="678" y="85"/>
                  <a:pt x="683" y="90"/>
                  <a:pt x="683" y="96"/>
                </a:cubicBezTo>
                <a:cubicBezTo>
                  <a:pt x="683" y="98"/>
                  <a:pt x="683" y="100"/>
                  <a:pt x="682" y="102"/>
                </a:cubicBezTo>
                <a:cubicBezTo>
                  <a:pt x="680" y="105"/>
                  <a:pt x="680" y="109"/>
                  <a:pt x="682" y="112"/>
                </a:cubicBezTo>
                <a:cubicBezTo>
                  <a:pt x="683" y="116"/>
                  <a:pt x="686" y="119"/>
                  <a:pt x="690" y="119"/>
                </a:cubicBezTo>
                <a:cubicBezTo>
                  <a:pt x="697" y="120"/>
                  <a:pt x="703" y="127"/>
                  <a:pt x="703" y="134"/>
                </a:cubicBezTo>
                <a:cubicBezTo>
                  <a:pt x="703" y="142"/>
                  <a:pt x="695" y="149"/>
                  <a:pt x="687" y="149"/>
                </a:cubicBezTo>
                <a:cubicBezTo>
                  <a:pt x="569" y="149"/>
                  <a:pt x="569" y="149"/>
                  <a:pt x="569" y="149"/>
                </a:cubicBezTo>
                <a:cubicBezTo>
                  <a:pt x="557" y="149"/>
                  <a:pt x="546" y="139"/>
                  <a:pt x="546" y="126"/>
                </a:cubicBezTo>
                <a:cubicBezTo>
                  <a:pt x="546" y="114"/>
                  <a:pt x="557" y="103"/>
                  <a:pt x="569" y="103"/>
                </a:cubicBezTo>
                <a:close/>
                <a:moveTo>
                  <a:pt x="450" y="151"/>
                </a:moveTo>
                <a:cubicBezTo>
                  <a:pt x="451" y="151"/>
                  <a:pt x="453" y="151"/>
                  <a:pt x="454" y="151"/>
                </a:cubicBezTo>
                <a:cubicBezTo>
                  <a:pt x="458" y="153"/>
                  <a:pt x="462" y="151"/>
                  <a:pt x="465" y="148"/>
                </a:cubicBezTo>
                <a:cubicBezTo>
                  <a:pt x="468" y="145"/>
                  <a:pt x="469" y="142"/>
                  <a:pt x="468" y="138"/>
                </a:cubicBezTo>
                <a:cubicBezTo>
                  <a:pt x="468" y="136"/>
                  <a:pt x="468" y="134"/>
                  <a:pt x="468" y="132"/>
                </a:cubicBezTo>
                <a:cubicBezTo>
                  <a:pt x="468" y="116"/>
                  <a:pt x="481" y="103"/>
                  <a:pt x="497" y="103"/>
                </a:cubicBezTo>
                <a:cubicBezTo>
                  <a:pt x="508" y="103"/>
                  <a:pt x="518" y="110"/>
                  <a:pt x="523" y="119"/>
                </a:cubicBezTo>
                <a:cubicBezTo>
                  <a:pt x="523" y="121"/>
                  <a:pt x="523" y="124"/>
                  <a:pt x="523" y="126"/>
                </a:cubicBezTo>
                <a:cubicBezTo>
                  <a:pt x="523" y="152"/>
                  <a:pt x="543" y="173"/>
                  <a:pt x="569" y="173"/>
                </a:cubicBezTo>
                <a:cubicBezTo>
                  <a:pt x="580" y="173"/>
                  <a:pt x="580" y="173"/>
                  <a:pt x="580" y="173"/>
                </a:cubicBezTo>
                <a:cubicBezTo>
                  <a:pt x="582" y="175"/>
                  <a:pt x="583" y="178"/>
                  <a:pt x="583" y="182"/>
                </a:cubicBezTo>
                <a:cubicBezTo>
                  <a:pt x="583" y="190"/>
                  <a:pt x="576" y="196"/>
                  <a:pt x="568" y="196"/>
                </a:cubicBezTo>
                <a:cubicBezTo>
                  <a:pt x="450" y="196"/>
                  <a:pt x="450" y="196"/>
                  <a:pt x="450" y="196"/>
                </a:cubicBezTo>
                <a:cubicBezTo>
                  <a:pt x="437" y="196"/>
                  <a:pt x="427" y="186"/>
                  <a:pt x="427" y="174"/>
                </a:cubicBezTo>
                <a:cubicBezTo>
                  <a:pt x="427" y="161"/>
                  <a:pt x="437" y="151"/>
                  <a:pt x="450" y="1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17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D08CFD-8A99-564F-CA1A-0D7F3F29157F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2FF07C-B045-324B-E81E-A27DBCFC621D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17</a:t>
            </a:fld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DB58D-D64C-1A87-9934-76DDE7E62AC7}"/>
              </a:ext>
            </a:extLst>
          </p:cNvPr>
          <p:cNvSpPr txBox="1"/>
          <p:nvPr/>
        </p:nvSpPr>
        <p:spPr>
          <a:xfrm>
            <a:off x="762002" y="732108"/>
            <a:ext cx="10667996" cy="86421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latin typeface="+mj-lt"/>
                <a:cs typeface="Poppins ExtraBold" panose="00000900000000000000" pitchFamily="2" charset="0"/>
              </a:rPr>
              <a:t>Arrow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Infographic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52BC5-E139-5F00-9EBD-677ED172B50D}"/>
              </a:ext>
            </a:extLst>
          </p:cNvPr>
          <p:cNvSpPr txBox="1"/>
          <p:nvPr/>
        </p:nvSpPr>
        <p:spPr>
          <a:xfrm>
            <a:off x="9017001" y="2325129"/>
            <a:ext cx="2743198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Phasellus egestas sollicitudin quam ac adipiscing condimentum.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706D6D-D23C-8C4F-ACC7-92957743DE38}"/>
              </a:ext>
            </a:extLst>
          </p:cNvPr>
          <p:cNvSpPr txBox="1"/>
          <p:nvPr/>
        </p:nvSpPr>
        <p:spPr>
          <a:xfrm>
            <a:off x="9017001" y="1929205"/>
            <a:ext cx="2743198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Here Is Your Option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ADF2D-F8DF-CC6D-4C45-CDCDECD46C06}"/>
              </a:ext>
            </a:extLst>
          </p:cNvPr>
          <p:cNvSpPr txBox="1"/>
          <p:nvPr/>
        </p:nvSpPr>
        <p:spPr>
          <a:xfrm>
            <a:off x="9017001" y="4224840"/>
            <a:ext cx="2743198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Phasellus egestas sollicitudin quam ac adipiscing condimentum.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1B903-505C-B557-4EDF-0F29F63F6FAB}"/>
              </a:ext>
            </a:extLst>
          </p:cNvPr>
          <p:cNvSpPr txBox="1"/>
          <p:nvPr/>
        </p:nvSpPr>
        <p:spPr>
          <a:xfrm>
            <a:off x="9017001" y="3828916"/>
            <a:ext cx="2743198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Here Is Your Option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F6F27A-17F7-83FE-2EDF-7D3F05D16E65}"/>
              </a:ext>
            </a:extLst>
          </p:cNvPr>
          <p:cNvSpPr txBox="1"/>
          <p:nvPr/>
        </p:nvSpPr>
        <p:spPr>
          <a:xfrm>
            <a:off x="1092200" y="3259560"/>
            <a:ext cx="2743198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Phasellus egestas sollicitudin quam ac adipiscing condimentum.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0A2624-2900-D0DF-7666-A3A9EE5BC0B0}"/>
              </a:ext>
            </a:extLst>
          </p:cNvPr>
          <p:cNvSpPr txBox="1"/>
          <p:nvPr/>
        </p:nvSpPr>
        <p:spPr>
          <a:xfrm>
            <a:off x="1092200" y="2863636"/>
            <a:ext cx="2743198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Here Is Your Option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CCE9E1-18CF-4964-2BC9-A5F926DA3316}"/>
              </a:ext>
            </a:extLst>
          </p:cNvPr>
          <p:cNvSpPr txBox="1"/>
          <p:nvPr/>
        </p:nvSpPr>
        <p:spPr>
          <a:xfrm>
            <a:off x="1092200" y="5159271"/>
            <a:ext cx="2743198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/>
              <a:t>Phasellus egestas sollicitudin quam ac adipiscing condimentum.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5CC6FB-7F0E-7F73-C070-8649CEE65C42}"/>
              </a:ext>
            </a:extLst>
          </p:cNvPr>
          <p:cNvSpPr txBox="1"/>
          <p:nvPr/>
        </p:nvSpPr>
        <p:spPr>
          <a:xfrm>
            <a:off x="1092200" y="4763347"/>
            <a:ext cx="2743198" cy="426784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Here Is Your Option</a:t>
            </a:r>
          </a:p>
        </p:txBody>
      </p:sp>
      <p:sp>
        <p:nvSpPr>
          <p:cNvPr id="21" name="Freeform 22">
            <a:extLst>
              <a:ext uri="{FF2B5EF4-FFF2-40B4-BE49-F238E27FC236}">
                <a16:creationId xmlns:a16="http://schemas.microsoft.com/office/drawing/2014/main" id="{DBE3A38F-9799-91DD-CC76-4752422D7DA5}"/>
              </a:ext>
            </a:extLst>
          </p:cNvPr>
          <p:cNvSpPr>
            <a:spLocks/>
          </p:cNvSpPr>
          <p:nvPr/>
        </p:nvSpPr>
        <p:spPr bwMode="auto">
          <a:xfrm>
            <a:off x="5129213" y="3887037"/>
            <a:ext cx="3255963" cy="957263"/>
          </a:xfrm>
          <a:custGeom>
            <a:avLst/>
            <a:gdLst>
              <a:gd name="T0" fmla="*/ 1855 w 2051"/>
              <a:gd name="T1" fmla="*/ 0 h 603"/>
              <a:gd name="T2" fmla="*/ 0 w 2051"/>
              <a:gd name="T3" fmla="*/ 0 h 603"/>
              <a:gd name="T4" fmla="*/ 196 w 2051"/>
              <a:gd name="T5" fmla="*/ 309 h 603"/>
              <a:gd name="T6" fmla="*/ 0 w 2051"/>
              <a:gd name="T7" fmla="*/ 603 h 603"/>
              <a:gd name="T8" fmla="*/ 1855 w 2051"/>
              <a:gd name="T9" fmla="*/ 603 h 603"/>
              <a:gd name="T10" fmla="*/ 2051 w 2051"/>
              <a:gd name="T11" fmla="*/ 309 h 603"/>
              <a:gd name="T12" fmla="*/ 1855 w 2051"/>
              <a:gd name="T13" fmla="*/ 0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51" h="603">
                <a:moveTo>
                  <a:pt x="1855" y="0"/>
                </a:moveTo>
                <a:lnTo>
                  <a:pt x="0" y="0"/>
                </a:lnTo>
                <a:lnTo>
                  <a:pt x="196" y="309"/>
                </a:lnTo>
                <a:lnTo>
                  <a:pt x="0" y="603"/>
                </a:lnTo>
                <a:lnTo>
                  <a:pt x="1855" y="603"/>
                </a:lnTo>
                <a:lnTo>
                  <a:pt x="2051" y="309"/>
                </a:lnTo>
                <a:lnTo>
                  <a:pt x="18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pc="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CAD0AC-929E-89F5-8905-0E17EB2E4DCB}"/>
              </a:ext>
            </a:extLst>
          </p:cNvPr>
          <p:cNvSpPr txBox="1"/>
          <p:nvPr/>
        </p:nvSpPr>
        <p:spPr>
          <a:xfrm flipH="1">
            <a:off x="5607888" y="4119212"/>
            <a:ext cx="1649322" cy="42678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OPTION 03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F7F6EECA-7288-41ED-6096-D2178C98065C}"/>
              </a:ext>
            </a:extLst>
          </p:cNvPr>
          <p:cNvSpPr>
            <a:spLocks noEditPoints="1"/>
          </p:cNvSpPr>
          <p:nvPr/>
        </p:nvSpPr>
        <p:spPr bwMode="auto">
          <a:xfrm>
            <a:off x="7475543" y="4165648"/>
            <a:ext cx="376229" cy="376229"/>
          </a:xfrm>
          <a:custGeom>
            <a:avLst/>
            <a:gdLst>
              <a:gd name="T0" fmla="*/ 776 w 788"/>
              <a:gd name="T1" fmla="*/ 67 h 788"/>
              <a:gd name="T2" fmla="*/ 632 w 788"/>
              <a:gd name="T3" fmla="*/ 14 h 788"/>
              <a:gd name="T4" fmla="*/ 620 w 788"/>
              <a:gd name="T5" fmla="*/ 0 h 788"/>
              <a:gd name="T6" fmla="*/ 158 w 788"/>
              <a:gd name="T7" fmla="*/ 4 h 788"/>
              <a:gd name="T8" fmla="*/ 163 w 788"/>
              <a:gd name="T9" fmla="*/ 67 h 788"/>
              <a:gd name="T10" fmla="*/ 3 w 788"/>
              <a:gd name="T11" fmla="*/ 71 h 788"/>
              <a:gd name="T12" fmla="*/ 24 w 788"/>
              <a:gd name="T13" fmla="*/ 240 h 788"/>
              <a:gd name="T14" fmla="*/ 339 w 788"/>
              <a:gd name="T15" fmla="*/ 541 h 788"/>
              <a:gd name="T16" fmla="*/ 263 w 788"/>
              <a:gd name="T17" fmla="*/ 668 h 788"/>
              <a:gd name="T18" fmla="*/ 203 w 788"/>
              <a:gd name="T19" fmla="*/ 776 h 788"/>
              <a:gd name="T20" fmla="*/ 573 w 788"/>
              <a:gd name="T21" fmla="*/ 788 h 788"/>
              <a:gd name="T22" fmla="*/ 585 w 788"/>
              <a:gd name="T23" fmla="*/ 728 h 788"/>
              <a:gd name="T24" fmla="*/ 522 w 788"/>
              <a:gd name="T25" fmla="*/ 668 h 788"/>
              <a:gd name="T26" fmla="*/ 576 w 788"/>
              <a:gd name="T27" fmla="*/ 412 h 788"/>
              <a:gd name="T28" fmla="*/ 788 w 788"/>
              <a:gd name="T29" fmla="*/ 81 h 788"/>
              <a:gd name="T30" fmla="*/ 47 w 788"/>
              <a:gd name="T31" fmla="*/ 237 h 788"/>
              <a:gd name="T32" fmla="*/ 166 w 788"/>
              <a:gd name="T33" fmla="*/ 91 h 788"/>
              <a:gd name="T34" fmla="*/ 207 w 788"/>
              <a:gd name="T35" fmla="*/ 388 h 788"/>
              <a:gd name="T36" fmla="*/ 525 w 788"/>
              <a:gd name="T37" fmla="*/ 692 h 788"/>
              <a:gd name="T38" fmla="*/ 561 w 788"/>
              <a:gd name="T39" fmla="*/ 764 h 788"/>
              <a:gd name="T40" fmla="*/ 227 w 788"/>
              <a:gd name="T41" fmla="*/ 728 h 788"/>
              <a:gd name="T42" fmla="*/ 525 w 788"/>
              <a:gd name="T43" fmla="*/ 692 h 788"/>
              <a:gd name="T44" fmla="*/ 306 w 788"/>
              <a:gd name="T45" fmla="*/ 668 h 788"/>
              <a:gd name="T46" fmla="*/ 394 w 788"/>
              <a:gd name="T47" fmla="*/ 549 h 788"/>
              <a:gd name="T48" fmla="*/ 482 w 788"/>
              <a:gd name="T49" fmla="*/ 668 h 788"/>
              <a:gd name="T50" fmla="*/ 394 w 788"/>
              <a:gd name="T51" fmla="*/ 525 h 788"/>
              <a:gd name="T52" fmla="*/ 305 w 788"/>
              <a:gd name="T53" fmla="*/ 120 h 788"/>
              <a:gd name="T54" fmla="*/ 282 w 788"/>
              <a:gd name="T55" fmla="*/ 122 h 788"/>
              <a:gd name="T56" fmla="*/ 339 w 788"/>
              <a:gd name="T57" fmla="*/ 515 h 788"/>
              <a:gd name="T58" fmla="*/ 181 w 788"/>
              <a:gd name="T59" fmla="*/ 24 h 788"/>
              <a:gd name="T60" fmla="*/ 558 w 788"/>
              <a:gd name="T61" fmla="*/ 382 h 788"/>
              <a:gd name="T62" fmla="*/ 581 w 788"/>
              <a:gd name="T63" fmla="*/ 388 h 788"/>
              <a:gd name="T64" fmla="*/ 622 w 788"/>
              <a:gd name="T65" fmla="*/ 91 h 788"/>
              <a:gd name="T66" fmla="*/ 740 w 788"/>
              <a:gd name="T67" fmla="*/ 237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88" h="788">
                <a:moveTo>
                  <a:pt x="785" y="71"/>
                </a:moveTo>
                <a:cubicBezTo>
                  <a:pt x="783" y="69"/>
                  <a:pt x="779" y="67"/>
                  <a:pt x="776" y="67"/>
                </a:cubicBezTo>
                <a:cubicBezTo>
                  <a:pt x="625" y="67"/>
                  <a:pt x="625" y="67"/>
                  <a:pt x="625" y="67"/>
                </a:cubicBezTo>
                <a:cubicBezTo>
                  <a:pt x="632" y="14"/>
                  <a:pt x="632" y="14"/>
                  <a:pt x="632" y="14"/>
                </a:cubicBezTo>
                <a:cubicBezTo>
                  <a:pt x="633" y="10"/>
                  <a:pt x="632" y="7"/>
                  <a:pt x="630" y="4"/>
                </a:cubicBezTo>
                <a:cubicBezTo>
                  <a:pt x="628" y="2"/>
                  <a:pt x="624" y="0"/>
                  <a:pt x="620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164" y="0"/>
                  <a:pt x="160" y="2"/>
                  <a:pt x="158" y="4"/>
                </a:cubicBezTo>
                <a:cubicBezTo>
                  <a:pt x="156" y="7"/>
                  <a:pt x="155" y="10"/>
                  <a:pt x="155" y="14"/>
                </a:cubicBezTo>
                <a:cubicBezTo>
                  <a:pt x="163" y="67"/>
                  <a:pt x="163" y="67"/>
                  <a:pt x="163" y="67"/>
                </a:cubicBezTo>
                <a:cubicBezTo>
                  <a:pt x="12" y="67"/>
                  <a:pt x="12" y="67"/>
                  <a:pt x="12" y="67"/>
                </a:cubicBezTo>
                <a:cubicBezTo>
                  <a:pt x="8" y="67"/>
                  <a:pt x="5" y="69"/>
                  <a:pt x="3" y="71"/>
                </a:cubicBezTo>
                <a:cubicBezTo>
                  <a:pt x="1" y="74"/>
                  <a:pt x="0" y="77"/>
                  <a:pt x="0" y="81"/>
                </a:cubicBezTo>
                <a:cubicBezTo>
                  <a:pt x="24" y="240"/>
                  <a:pt x="24" y="240"/>
                  <a:pt x="24" y="240"/>
                </a:cubicBezTo>
                <a:cubicBezTo>
                  <a:pt x="38" y="335"/>
                  <a:pt x="118" y="407"/>
                  <a:pt x="212" y="412"/>
                </a:cubicBezTo>
                <a:cubicBezTo>
                  <a:pt x="230" y="474"/>
                  <a:pt x="279" y="522"/>
                  <a:pt x="339" y="541"/>
                </a:cubicBezTo>
                <a:cubicBezTo>
                  <a:pt x="339" y="622"/>
                  <a:pt x="278" y="661"/>
                  <a:pt x="266" y="668"/>
                </a:cubicBezTo>
                <a:cubicBezTo>
                  <a:pt x="263" y="668"/>
                  <a:pt x="263" y="668"/>
                  <a:pt x="263" y="668"/>
                </a:cubicBezTo>
                <a:cubicBezTo>
                  <a:pt x="230" y="668"/>
                  <a:pt x="203" y="695"/>
                  <a:pt x="203" y="728"/>
                </a:cubicBezTo>
                <a:cubicBezTo>
                  <a:pt x="203" y="776"/>
                  <a:pt x="203" y="776"/>
                  <a:pt x="203" y="776"/>
                </a:cubicBezTo>
                <a:cubicBezTo>
                  <a:pt x="203" y="782"/>
                  <a:pt x="208" y="788"/>
                  <a:pt x="215" y="788"/>
                </a:cubicBezTo>
                <a:cubicBezTo>
                  <a:pt x="573" y="788"/>
                  <a:pt x="573" y="788"/>
                  <a:pt x="573" y="788"/>
                </a:cubicBezTo>
                <a:cubicBezTo>
                  <a:pt x="579" y="788"/>
                  <a:pt x="585" y="782"/>
                  <a:pt x="585" y="776"/>
                </a:cubicBezTo>
                <a:cubicBezTo>
                  <a:pt x="585" y="728"/>
                  <a:pt x="585" y="728"/>
                  <a:pt x="585" y="728"/>
                </a:cubicBezTo>
                <a:cubicBezTo>
                  <a:pt x="585" y="695"/>
                  <a:pt x="558" y="668"/>
                  <a:pt x="525" y="668"/>
                </a:cubicBezTo>
                <a:cubicBezTo>
                  <a:pt x="522" y="668"/>
                  <a:pt x="522" y="668"/>
                  <a:pt x="522" y="668"/>
                </a:cubicBezTo>
                <a:cubicBezTo>
                  <a:pt x="510" y="661"/>
                  <a:pt x="449" y="622"/>
                  <a:pt x="448" y="541"/>
                </a:cubicBezTo>
                <a:cubicBezTo>
                  <a:pt x="509" y="522"/>
                  <a:pt x="557" y="474"/>
                  <a:pt x="576" y="412"/>
                </a:cubicBezTo>
                <a:cubicBezTo>
                  <a:pt x="670" y="407"/>
                  <a:pt x="750" y="335"/>
                  <a:pt x="764" y="240"/>
                </a:cubicBezTo>
                <a:cubicBezTo>
                  <a:pt x="788" y="81"/>
                  <a:pt x="788" y="81"/>
                  <a:pt x="788" y="81"/>
                </a:cubicBezTo>
                <a:cubicBezTo>
                  <a:pt x="788" y="77"/>
                  <a:pt x="787" y="74"/>
                  <a:pt x="785" y="71"/>
                </a:cubicBezTo>
                <a:close/>
                <a:moveTo>
                  <a:pt x="47" y="237"/>
                </a:moveTo>
                <a:cubicBezTo>
                  <a:pt x="26" y="91"/>
                  <a:pt x="26" y="91"/>
                  <a:pt x="26" y="91"/>
                </a:cubicBezTo>
                <a:cubicBezTo>
                  <a:pt x="166" y="91"/>
                  <a:pt x="166" y="91"/>
                  <a:pt x="166" y="91"/>
                </a:cubicBezTo>
                <a:cubicBezTo>
                  <a:pt x="206" y="385"/>
                  <a:pt x="206" y="385"/>
                  <a:pt x="206" y="385"/>
                </a:cubicBezTo>
                <a:cubicBezTo>
                  <a:pt x="206" y="386"/>
                  <a:pt x="206" y="387"/>
                  <a:pt x="207" y="388"/>
                </a:cubicBezTo>
                <a:cubicBezTo>
                  <a:pt x="126" y="380"/>
                  <a:pt x="59" y="318"/>
                  <a:pt x="47" y="237"/>
                </a:cubicBezTo>
                <a:close/>
                <a:moveTo>
                  <a:pt x="525" y="692"/>
                </a:moveTo>
                <a:cubicBezTo>
                  <a:pt x="545" y="692"/>
                  <a:pt x="561" y="708"/>
                  <a:pt x="561" y="728"/>
                </a:cubicBezTo>
                <a:cubicBezTo>
                  <a:pt x="561" y="764"/>
                  <a:pt x="561" y="764"/>
                  <a:pt x="561" y="764"/>
                </a:cubicBezTo>
                <a:cubicBezTo>
                  <a:pt x="227" y="764"/>
                  <a:pt x="227" y="764"/>
                  <a:pt x="227" y="764"/>
                </a:cubicBezTo>
                <a:cubicBezTo>
                  <a:pt x="227" y="728"/>
                  <a:pt x="227" y="728"/>
                  <a:pt x="227" y="728"/>
                </a:cubicBezTo>
                <a:cubicBezTo>
                  <a:pt x="227" y="708"/>
                  <a:pt x="243" y="692"/>
                  <a:pt x="263" y="692"/>
                </a:cubicBezTo>
                <a:lnTo>
                  <a:pt x="525" y="692"/>
                </a:lnTo>
                <a:close/>
                <a:moveTo>
                  <a:pt x="482" y="668"/>
                </a:moveTo>
                <a:cubicBezTo>
                  <a:pt x="306" y="668"/>
                  <a:pt x="306" y="668"/>
                  <a:pt x="306" y="668"/>
                </a:cubicBezTo>
                <a:cubicBezTo>
                  <a:pt x="331" y="646"/>
                  <a:pt x="361" y="606"/>
                  <a:pt x="363" y="546"/>
                </a:cubicBezTo>
                <a:cubicBezTo>
                  <a:pt x="373" y="548"/>
                  <a:pt x="384" y="549"/>
                  <a:pt x="394" y="549"/>
                </a:cubicBezTo>
                <a:cubicBezTo>
                  <a:pt x="404" y="549"/>
                  <a:pt x="414" y="548"/>
                  <a:pt x="425" y="546"/>
                </a:cubicBezTo>
                <a:cubicBezTo>
                  <a:pt x="426" y="606"/>
                  <a:pt x="457" y="646"/>
                  <a:pt x="482" y="668"/>
                </a:cubicBezTo>
                <a:close/>
                <a:moveTo>
                  <a:pt x="558" y="382"/>
                </a:moveTo>
                <a:cubicBezTo>
                  <a:pt x="547" y="463"/>
                  <a:pt x="476" y="525"/>
                  <a:pt x="394" y="525"/>
                </a:cubicBezTo>
                <a:cubicBezTo>
                  <a:pt x="363" y="525"/>
                  <a:pt x="328" y="472"/>
                  <a:pt x="322" y="383"/>
                </a:cubicBezTo>
                <a:cubicBezTo>
                  <a:pt x="305" y="120"/>
                  <a:pt x="305" y="120"/>
                  <a:pt x="305" y="120"/>
                </a:cubicBezTo>
                <a:cubicBezTo>
                  <a:pt x="305" y="113"/>
                  <a:pt x="300" y="108"/>
                  <a:pt x="293" y="109"/>
                </a:cubicBezTo>
                <a:cubicBezTo>
                  <a:pt x="286" y="110"/>
                  <a:pt x="281" y="115"/>
                  <a:pt x="282" y="122"/>
                </a:cubicBezTo>
                <a:cubicBezTo>
                  <a:pt x="299" y="384"/>
                  <a:pt x="299" y="384"/>
                  <a:pt x="299" y="384"/>
                </a:cubicBezTo>
                <a:cubicBezTo>
                  <a:pt x="302" y="440"/>
                  <a:pt x="317" y="486"/>
                  <a:pt x="339" y="515"/>
                </a:cubicBezTo>
                <a:cubicBezTo>
                  <a:pt x="282" y="495"/>
                  <a:pt x="238" y="445"/>
                  <a:pt x="229" y="382"/>
                </a:cubicBezTo>
                <a:cubicBezTo>
                  <a:pt x="181" y="24"/>
                  <a:pt x="181" y="24"/>
                  <a:pt x="181" y="24"/>
                </a:cubicBezTo>
                <a:cubicBezTo>
                  <a:pt x="607" y="24"/>
                  <a:pt x="607" y="24"/>
                  <a:pt x="607" y="24"/>
                </a:cubicBezTo>
                <a:lnTo>
                  <a:pt x="558" y="382"/>
                </a:lnTo>
                <a:close/>
                <a:moveTo>
                  <a:pt x="740" y="237"/>
                </a:moveTo>
                <a:cubicBezTo>
                  <a:pt x="728" y="318"/>
                  <a:pt x="662" y="380"/>
                  <a:pt x="581" y="388"/>
                </a:cubicBezTo>
                <a:cubicBezTo>
                  <a:pt x="581" y="387"/>
                  <a:pt x="581" y="386"/>
                  <a:pt x="582" y="385"/>
                </a:cubicBezTo>
                <a:cubicBezTo>
                  <a:pt x="622" y="91"/>
                  <a:pt x="622" y="91"/>
                  <a:pt x="622" y="91"/>
                </a:cubicBezTo>
                <a:cubicBezTo>
                  <a:pt x="762" y="91"/>
                  <a:pt x="762" y="91"/>
                  <a:pt x="762" y="91"/>
                </a:cubicBezTo>
                <a:lnTo>
                  <a:pt x="740" y="2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32">
            <a:extLst>
              <a:ext uri="{FF2B5EF4-FFF2-40B4-BE49-F238E27FC236}">
                <a16:creationId xmlns:a16="http://schemas.microsoft.com/office/drawing/2014/main" id="{9EC819B3-79B6-8C89-0FC6-6557B8DD4893}"/>
              </a:ext>
            </a:extLst>
          </p:cNvPr>
          <p:cNvSpPr>
            <a:spLocks/>
          </p:cNvSpPr>
          <p:nvPr/>
        </p:nvSpPr>
        <p:spPr bwMode="auto">
          <a:xfrm>
            <a:off x="4464050" y="4844299"/>
            <a:ext cx="3243263" cy="958850"/>
          </a:xfrm>
          <a:custGeom>
            <a:avLst/>
            <a:gdLst>
              <a:gd name="T0" fmla="*/ 197 w 2043"/>
              <a:gd name="T1" fmla="*/ 0 h 604"/>
              <a:gd name="T2" fmla="*/ 2043 w 2043"/>
              <a:gd name="T3" fmla="*/ 0 h 604"/>
              <a:gd name="T4" fmla="*/ 1849 w 2043"/>
              <a:gd name="T5" fmla="*/ 309 h 604"/>
              <a:gd name="T6" fmla="*/ 2043 w 2043"/>
              <a:gd name="T7" fmla="*/ 604 h 604"/>
              <a:gd name="T8" fmla="*/ 197 w 2043"/>
              <a:gd name="T9" fmla="*/ 604 h 604"/>
              <a:gd name="T10" fmla="*/ 0 w 2043"/>
              <a:gd name="T11" fmla="*/ 309 h 604"/>
              <a:gd name="T12" fmla="*/ 197 w 2043"/>
              <a:gd name="T13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604">
                <a:moveTo>
                  <a:pt x="197" y="0"/>
                </a:moveTo>
                <a:lnTo>
                  <a:pt x="2043" y="0"/>
                </a:lnTo>
                <a:lnTo>
                  <a:pt x="1849" y="309"/>
                </a:lnTo>
                <a:lnTo>
                  <a:pt x="2043" y="604"/>
                </a:lnTo>
                <a:lnTo>
                  <a:pt x="197" y="604"/>
                </a:lnTo>
                <a:lnTo>
                  <a:pt x="0" y="309"/>
                </a:lnTo>
                <a:lnTo>
                  <a:pt x="19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pc="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C207CB-1687-86E4-DDC0-A43BF6923A91}"/>
              </a:ext>
            </a:extLst>
          </p:cNvPr>
          <p:cNvSpPr txBox="1"/>
          <p:nvPr/>
        </p:nvSpPr>
        <p:spPr>
          <a:xfrm flipH="1">
            <a:off x="5607888" y="5103344"/>
            <a:ext cx="1649322" cy="42678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OPTION 04</a:t>
            </a:r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C9A0D0CE-CD77-E6F8-80A4-3F37BD028938}"/>
              </a:ext>
            </a:extLst>
          </p:cNvPr>
          <p:cNvSpPr>
            <a:spLocks noEditPoints="1"/>
          </p:cNvSpPr>
          <p:nvPr/>
        </p:nvSpPr>
        <p:spPr bwMode="auto">
          <a:xfrm>
            <a:off x="5013831" y="5160327"/>
            <a:ext cx="376814" cy="349021"/>
          </a:xfrm>
          <a:custGeom>
            <a:avLst/>
            <a:gdLst>
              <a:gd name="T0" fmla="*/ 668 w 789"/>
              <a:gd name="T1" fmla="*/ 329 h 731"/>
              <a:gd name="T2" fmla="*/ 531 w 789"/>
              <a:gd name="T3" fmla="*/ 336 h 731"/>
              <a:gd name="T4" fmla="*/ 394 w 789"/>
              <a:gd name="T5" fmla="*/ 0 h 731"/>
              <a:gd name="T6" fmla="*/ 257 w 789"/>
              <a:gd name="T7" fmla="*/ 336 h 731"/>
              <a:gd name="T8" fmla="*/ 121 w 789"/>
              <a:gd name="T9" fmla="*/ 329 h 731"/>
              <a:gd name="T10" fmla="*/ 3 w 789"/>
              <a:gd name="T11" fmla="*/ 621 h 731"/>
              <a:gd name="T12" fmla="*/ 386 w 789"/>
              <a:gd name="T13" fmla="*/ 727 h 731"/>
              <a:gd name="T14" fmla="*/ 388 w 789"/>
              <a:gd name="T15" fmla="*/ 730 h 731"/>
              <a:gd name="T16" fmla="*/ 394 w 789"/>
              <a:gd name="T17" fmla="*/ 731 h 731"/>
              <a:gd name="T18" fmla="*/ 399 w 789"/>
              <a:gd name="T19" fmla="*/ 730 h 731"/>
              <a:gd name="T20" fmla="*/ 403 w 789"/>
              <a:gd name="T21" fmla="*/ 727 h 731"/>
              <a:gd name="T22" fmla="*/ 785 w 789"/>
              <a:gd name="T23" fmla="*/ 621 h 731"/>
              <a:gd name="T24" fmla="*/ 394 w 789"/>
              <a:gd name="T25" fmla="*/ 24 h 731"/>
              <a:gd name="T26" fmla="*/ 394 w 789"/>
              <a:gd name="T27" fmla="*/ 474 h 731"/>
              <a:gd name="T28" fmla="*/ 394 w 789"/>
              <a:gd name="T29" fmla="*/ 24 h 731"/>
              <a:gd name="T30" fmla="*/ 294 w 789"/>
              <a:gd name="T31" fmla="*/ 491 h 731"/>
              <a:gd name="T32" fmla="*/ 386 w 789"/>
              <a:gd name="T33" fmla="*/ 500 h 731"/>
              <a:gd name="T34" fmla="*/ 402 w 789"/>
              <a:gd name="T35" fmla="*/ 500 h 731"/>
              <a:gd name="T36" fmla="*/ 494 w 789"/>
              <a:gd name="T37" fmla="*/ 491 h 731"/>
              <a:gd name="T38" fmla="*/ 94 w 789"/>
              <a:gd name="T39" fmla="*/ 596 h 731"/>
              <a:gd name="T40" fmla="*/ 140 w 789"/>
              <a:gd name="T41" fmla="*/ 345 h 731"/>
              <a:gd name="T42" fmla="*/ 327 w 789"/>
              <a:gd name="T43" fmla="*/ 436 h 731"/>
              <a:gd name="T44" fmla="*/ 382 w 789"/>
              <a:gd name="T45" fmla="*/ 556 h 731"/>
              <a:gd name="T46" fmla="*/ 94 w 789"/>
              <a:gd name="T47" fmla="*/ 596 h 731"/>
              <a:gd name="T48" fmla="*/ 406 w 789"/>
              <a:gd name="T49" fmla="*/ 556 h 731"/>
              <a:gd name="T50" fmla="*/ 461 w 789"/>
              <a:gd name="T51" fmla="*/ 436 h 731"/>
              <a:gd name="T52" fmla="*/ 647 w 789"/>
              <a:gd name="T53" fmla="*/ 345 h 731"/>
              <a:gd name="T54" fmla="*/ 757 w 789"/>
              <a:gd name="T55" fmla="*/ 600 h 731"/>
              <a:gd name="T56" fmla="*/ 486 w 789"/>
              <a:gd name="T57" fmla="*/ 188 h 731"/>
              <a:gd name="T58" fmla="*/ 303 w 789"/>
              <a:gd name="T59" fmla="*/ 188 h 731"/>
              <a:gd name="T60" fmla="*/ 486 w 789"/>
              <a:gd name="T61" fmla="*/ 188 h 731"/>
              <a:gd name="T62" fmla="*/ 394 w 789"/>
              <a:gd name="T63" fmla="*/ 120 h 731"/>
              <a:gd name="T64" fmla="*/ 394 w 789"/>
              <a:gd name="T65" fmla="*/ 255 h 7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89" h="731">
                <a:moveTo>
                  <a:pt x="787" y="609"/>
                </a:moveTo>
                <a:cubicBezTo>
                  <a:pt x="668" y="329"/>
                  <a:pt x="668" y="329"/>
                  <a:pt x="668" y="329"/>
                </a:cubicBezTo>
                <a:cubicBezTo>
                  <a:pt x="666" y="325"/>
                  <a:pt x="662" y="322"/>
                  <a:pt x="657" y="322"/>
                </a:cubicBezTo>
                <a:cubicBezTo>
                  <a:pt x="653" y="322"/>
                  <a:pt x="597" y="319"/>
                  <a:pt x="531" y="336"/>
                </a:cubicBezTo>
                <a:cubicBezTo>
                  <a:pt x="558" y="289"/>
                  <a:pt x="580" y="236"/>
                  <a:pt x="580" y="186"/>
                </a:cubicBezTo>
                <a:cubicBezTo>
                  <a:pt x="580" y="84"/>
                  <a:pt x="497" y="0"/>
                  <a:pt x="394" y="0"/>
                </a:cubicBezTo>
                <a:cubicBezTo>
                  <a:pt x="291" y="0"/>
                  <a:pt x="208" y="84"/>
                  <a:pt x="208" y="186"/>
                </a:cubicBezTo>
                <a:cubicBezTo>
                  <a:pt x="208" y="236"/>
                  <a:pt x="229" y="289"/>
                  <a:pt x="257" y="336"/>
                </a:cubicBezTo>
                <a:cubicBezTo>
                  <a:pt x="191" y="319"/>
                  <a:pt x="135" y="322"/>
                  <a:pt x="131" y="322"/>
                </a:cubicBezTo>
                <a:cubicBezTo>
                  <a:pt x="126" y="322"/>
                  <a:pt x="122" y="325"/>
                  <a:pt x="121" y="329"/>
                </a:cubicBezTo>
                <a:cubicBezTo>
                  <a:pt x="1" y="609"/>
                  <a:pt x="1" y="609"/>
                  <a:pt x="1" y="609"/>
                </a:cubicBezTo>
                <a:cubicBezTo>
                  <a:pt x="0" y="613"/>
                  <a:pt x="0" y="618"/>
                  <a:pt x="3" y="621"/>
                </a:cubicBezTo>
                <a:cubicBezTo>
                  <a:pt x="6" y="625"/>
                  <a:pt x="10" y="627"/>
                  <a:pt x="15" y="626"/>
                </a:cubicBezTo>
                <a:cubicBezTo>
                  <a:pt x="17" y="625"/>
                  <a:pt x="251" y="586"/>
                  <a:pt x="386" y="727"/>
                </a:cubicBezTo>
                <a:cubicBezTo>
                  <a:pt x="386" y="727"/>
                  <a:pt x="386" y="727"/>
                  <a:pt x="386" y="727"/>
                </a:cubicBezTo>
                <a:cubicBezTo>
                  <a:pt x="386" y="728"/>
                  <a:pt x="388" y="729"/>
                  <a:pt x="388" y="730"/>
                </a:cubicBezTo>
                <a:cubicBezTo>
                  <a:pt x="389" y="730"/>
                  <a:pt x="389" y="730"/>
                  <a:pt x="389" y="730"/>
                </a:cubicBezTo>
                <a:cubicBezTo>
                  <a:pt x="391" y="731"/>
                  <a:pt x="392" y="731"/>
                  <a:pt x="394" y="731"/>
                </a:cubicBezTo>
                <a:cubicBezTo>
                  <a:pt x="396" y="731"/>
                  <a:pt x="397" y="731"/>
                  <a:pt x="399" y="730"/>
                </a:cubicBezTo>
                <a:cubicBezTo>
                  <a:pt x="399" y="730"/>
                  <a:pt x="399" y="730"/>
                  <a:pt x="399" y="730"/>
                </a:cubicBezTo>
                <a:cubicBezTo>
                  <a:pt x="401" y="729"/>
                  <a:pt x="402" y="728"/>
                  <a:pt x="403" y="727"/>
                </a:cubicBezTo>
                <a:cubicBezTo>
                  <a:pt x="403" y="727"/>
                  <a:pt x="403" y="727"/>
                  <a:pt x="403" y="727"/>
                </a:cubicBezTo>
                <a:cubicBezTo>
                  <a:pt x="537" y="586"/>
                  <a:pt x="772" y="625"/>
                  <a:pt x="774" y="626"/>
                </a:cubicBezTo>
                <a:cubicBezTo>
                  <a:pt x="778" y="627"/>
                  <a:pt x="782" y="625"/>
                  <a:pt x="785" y="621"/>
                </a:cubicBezTo>
                <a:cubicBezTo>
                  <a:pt x="788" y="618"/>
                  <a:pt x="789" y="613"/>
                  <a:pt x="787" y="609"/>
                </a:cubicBezTo>
                <a:close/>
                <a:moveTo>
                  <a:pt x="394" y="24"/>
                </a:moveTo>
                <a:cubicBezTo>
                  <a:pt x="483" y="24"/>
                  <a:pt x="556" y="97"/>
                  <a:pt x="556" y="186"/>
                </a:cubicBezTo>
                <a:cubicBezTo>
                  <a:pt x="556" y="301"/>
                  <a:pt x="428" y="439"/>
                  <a:pt x="394" y="474"/>
                </a:cubicBezTo>
                <a:cubicBezTo>
                  <a:pt x="360" y="439"/>
                  <a:pt x="232" y="301"/>
                  <a:pt x="232" y="186"/>
                </a:cubicBezTo>
                <a:cubicBezTo>
                  <a:pt x="232" y="97"/>
                  <a:pt x="305" y="24"/>
                  <a:pt x="394" y="24"/>
                </a:cubicBezTo>
                <a:close/>
                <a:moveTo>
                  <a:pt x="394" y="533"/>
                </a:moveTo>
                <a:cubicBezTo>
                  <a:pt x="337" y="533"/>
                  <a:pt x="294" y="511"/>
                  <a:pt x="294" y="491"/>
                </a:cubicBezTo>
                <a:cubicBezTo>
                  <a:pt x="294" y="478"/>
                  <a:pt x="314" y="464"/>
                  <a:pt x="344" y="456"/>
                </a:cubicBezTo>
                <a:cubicBezTo>
                  <a:pt x="367" y="481"/>
                  <a:pt x="384" y="498"/>
                  <a:pt x="386" y="500"/>
                </a:cubicBezTo>
                <a:cubicBezTo>
                  <a:pt x="388" y="502"/>
                  <a:pt x="391" y="503"/>
                  <a:pt x="394" y="503"/>
                </a:cubicBezTo>
                <a:cubicBezTo>
                  <a:pt x="397" y="503"/>
                  <a:pt x="400" y="502"/>
                  <a:pt x="402" y="500"/>
                </a:cubicBezTo>
                <a:cubicBezTo>
                  <a:pt x="404" y="498"/>
                  <a:pt x="421" y="481"/>
                  <a:pt x="444" y="455"/>
                </a:cubicBezTo>
                <a:cubicBezTo>
                  <a:pt x="474" y="464"/>
                  <a:pt x="494" y="478"/>
                  <a:pt x="494" y="491"/>
                </a:cubicBezTo>
                <a:cubicBezTo>
                  <a:pt x="494" y="511"/>
                  <a:pt x="451" y="533"/>
                  <a:pt x="394" y="533"/>
                </a:cubicBezTo>
                <a:close/>
                <a:moveTo>
                  <a:pt x="94" y="596"/>
                </a:moveTo>
                <a:cubicBezTo>
                  <a:pt x="68" y="596"/>
                  <a:pt x="46" y="598"/>
                  <a:pt x="32" y="600"/>
                </a:cubicBezTo>
                <a:cubicBezTo>
                  <a:pt x="140" y="345"/>
                  <a:pt x="140" y="345"/>
                  <a:pt x="140" y="345"/>
                </a:cubicBezTo>
                <a:cubicBezTo>
                  <a:pt x="159" y="345"/>
                  <a:pt x="216" y="347"/>
                  <a:pt x="277" y="368"/>
                </a:cubicBezTo>
                <a:cubicBezTo>
                  <a:pt x="293" y="393"/>
                  <a:pt x="311" y="416"/>
                  <a:pt x="327" y="436"/>
                </a:cubicBezTo>
                <a:cubicBezTo>
                  <a:pt x="293" y="447"/>
                  <a:pt x="271" y="467"/>
                  <a:pt x="271" y="491"/>
                </a:cubicBezTo>
                <a:cubicBezTo>
                  <a:pt x="271" y="526"/>
                  <a:pt x="318" y="553"/>
                  <a:pt x="382" y="556"/>
                </a:cubicBezTo>
                <a:cubicBezTo>
                  <a:pt x="382" y="691"/>
                  <a:pt x="382" y="691"/>
                  <a:pt x="382" y="691"/>
                </a:cubicBezTo>
                <a:cubicBezTo>
                  <a:pt x="292" y="612"/>
                  <a:pt x="173" y="596"/>
                  <a:pt x="94" y="596"/>
                </a:cubicBezTo>
                <a:close/>
                <a:moveTo>
                  <a:pt x="406" y="691"/>
                </a:moveTo>
                <a:cubicBezTo>
                  <a:pt x="406" y="556"/>
                  <a:pt x="406" y="556"/>
                  <a:pt x="406" y="556"/>
                </a:cubicBezTo>
                <a:cubicBezTo>
                  <a:pt x="470" y="553"/>
                  <a:pt x="517" y="526"/>
                  <a:pt x="517" y="491"/>
                </a:cubicBezTo>
                <a:cubicBezTo>
                  <a:pt x="517" y="467"/>
                  <a:pt x="495" y="447"/>
                  <a:pt x="461" y="436"/>
                </a:cubicBezTo>
                <a:cubicBezTo>
                  <a:pt x="477" y="416"/>
                  <a:pt x="495" y="393"/>
                  <a:pt x="512" y="368"/>
                </a:cubicBezTo>
                <a:cubicBezTo>
                  <a:pt x="570" y="348"/>
                  <a:pt x="625" y="345"/>
                  <a:pt x="647" y="345"/>
                </a:cubicBezTo>
                <a:cubicBezTo>
                  <a:pt x="647" y="345"/>
                  <a:pt x="648" y="345"/>
                  <a:pt x="648" y="345"/>
                </a:cubicBezTo>
                <a:cubicBezTo>
                  <a:pt x="757" y="600"/>
                  <a:pt x="757" y="600"/>
                  <a:pt x="757" y="600"/>
                </a:cubicBezTo>
                <a:cubicBezTo>
                  <a:pt x="697" y="593"/>
                  <a:pt x="526" y="585"/>
                  <a:pt x="406" y="691"/>
                </a:cubicBezTo>
                <a:close/>
                <a:moveTo>
                  <a:pt x="486" y="188"/>
                </a:moveTo>
                <a:cubicBezTo>
                  <a:pt x="486" y="137"/>
                  <a:pt x="444" y="96"/>
                  <a:pt x="394" y="96"/>
                </a:cubicBezTo>
                <a:cubicBezTo>
                  <a:pt x="344" y="96"/>
                  <a:pt x="303" y="137"/>
                  <a:pt x="303" y="188"/>
                </a:cubicBezTo>
                <a:cubicBezTo>
                  <a:pt x="303" y="238"/>
                  <a:pt x="344" y="279"/>
                  <a:pt x="394" y="279"/>
                </a:cubicBezTo>
                <a:cubicBezTo>
                  <a:pt x="444" y="279"/>
                  <a:pt x="486" y="238"/>
                  <a:pt x="486" y="188"/>
                </a:cubicBezTo>
                <a:close/>
                <a:moveTo>
                  <a:pt x="327" y="188"/>
                </a:moveTo>
                <a:cubicBezTo>
                  <a:pt x="327" y="150"/>
                  <a:pt x="357" y="120"/>
                  <a:pt x="394" y="120"/>
                </a:cubicBezTo>
                <a:cubicBezTo>
                  <a:pt x="431" y="120"/>
                  <a:pt x="461" y="150"/>
                  <a:pt x="461" y="188"/>
                </a:cubicBezTo>
                <a:cubicBezTo>
                  <a:pt x="461" y="225"/>
                  <a:pt x="431" y="255"/>
                  <a:pt x="394" y="255"/>
                </a:cubicBezTo>
                <a:cubicBezTo>
                  <a:pt x="357" y="255"/>
                  <a:pt x="327" y="225"/>
                  <a:pt x="327" y="1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7">
            <a:extLst>
              <a:ext uri="{FF2B5EF4-FFF2-40B4-BE49-F238E27FC236}">
                <a16:creationId xmlns:a16="http://schemas.microsoft.com/office/drawing/2014/main" id="{0A16C66D-88EC-1E0F-494B-94BF8CD734C7}"/>
              </a:ext>
            </a:extLst>
          </p:cNvPr>
          <p:cNvSpPr>
            <a:spLocks/>
          </p:cNvSpPr>
          <p:nvPr/>
        </p:nvSpPr>
        <p:spPr bwMode="auto">
          <a:xfrm>
            <a:off x="4516438" y="2928187"/>
            <a:ext cx="3243263" cy="958850"/>
          </a:xfrm>
          <a:custGeom>
            <a:avLst/>
            <a:gdLst>
              <a:gd name="T0" fmla="*/ 196 w 2043"/>
              <a:gd name="T1" fmla="*/ 0 h 604"/>
              <a:gd name="T2" fmla="*/ 2043 w 2043"/>
              <a:gd name="T3" fmla="*/ 0 h 604"/>
              <a:gd name="T4" fmla="*/ 1847 w 2043"/>
              <a:gd name="T5" fmla="*/ 309 h 604"/>
              <a:gd name="T6" fmla="*/ 2043 w 2043"/>
              <a:gd name="T7" fmla="*/ 604 h 604"/>
              <a:gd name="T8" fmla="*/ 196 w 2043"/>
              <a:gd name="T9" fmla="*/ 604 h 604"/>
              <a:gd name="T10" fmla="*/ 0 w 2043"/>
              <a:gd name="T11" fmla="*/ 309 h 604"/>
              <a:gd name="T12" fmla="*/ 196 w 2043"/>
              <a:gd name="T13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604">
                <a:moveTo>
                  <a:pt x="196" y="0"/>
                </a:moveTo>
                <a:lnTo>
                  <a:pt x="2043" y="0"/>
                </a:lnTo>
                <a:lnTo>
                  <a:pt x="1847" y="309"/>
                </a:lnTo>
                <a:lnTo>
                  <a:pt x="2043" y="604"/>
                </a:lnTo>
                <a:lnTo>
                  <a:pt x="196" y="604"/>
                </a:lnTo>
                <a:lnTo>
                  <a:pt x="0" y="309"/>
                </a:lnTo>
                <a:lnTo>
                  <a:pt x="19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pc="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A88BD9-AB41-7A59-4DA3-0F0FC153713C}"/>
              </a:ext>
            </a:extLst>
          </p:cNvPr>
          <p:cNvSpPr txBox="1"/>
          <p:nvPr/>
        </p:nvSpPr>
        <p:spPr>
          <a:xfrm flipH="1">
            <a:off x="5607888" y="3175985"/>
            <a:ext cx="1649322" cy="42678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OPTION 02</a:t>
            </a:r>
          </a:p>
        </p:txBody>
      </p:sp>
      <p:sp>
        <p:nvSpPr>
          <p:cNvPr id="34" name="Freeform 40">
            <a:extLst>
              <a:ext uri="{FF2B5EF4-FFF2-40B4-BE49-F238E27FC236}">
                <a16:creationId xmlns:a16="http://schemas.microsoft.com/office/drawing/2014/main" id="{4D91F5F0-80BC-5D90-2F0F-2F9CD05A60BD}"/>
              </a:ext>
            </a:extLst>
          </p:cNvPr>
          <p:cNvSpPr>
            <a:spLocks noEditPoints="1"/>
          </p:cNvSpPr>
          <p:nvPr/>
        </p:nvSpPr>
        <p:spPr bwMode="auto">
          <a:xfrm>
            <a:off x="5004031" y="3226874"/>
            <a:ext cx="396415" cy="363064"/>
          </a:xfrm>
          <a:custGeom>
            <a:avLst/>
            <a:gdLst>
              <a:gd name="T0" fmla="*/ 746 w 830"/>
              <a:gd name="T1" fmla="*/ 93 h 760"/>
              <a:gd name="T2" fmla="*/ 430 w 830"/>
              <a:gd name="T3" fmla="*/ 92 h 760"/>
              <a:gd name="T4" fmla="*/ 400 w 830"/>
              <a:gd name="T5" fmla="*/ 87 h 760"/>
              <a:gd name="T6" fmla="*/ 84 w 830"/>
              <a:gd name="T7" fmla="*/ 393 h 760"/>
              <a:gd name="T8" fmla="*/ 82 w 830"/>
              <a:gd name="T9" fmla="*/ 473 h 760"/>
              <a:gd name="T10" fmla="*/ 131 w 830"/>
              <a:gd name="T11" fmla="*/ 612 h 760"/>
              <a:gd name="T12" fmla="*/ 193 w 830"/>
              <a:gd name="T13" fmla="*/ 651 h 760"/>
              <a:gd name="T14" fmla="*/ 309 w 830"/>
              <a:gd name="T15" fmla="*/ 739 h 760"/>
              <a:gd name="T16" fmla="*/ 402 w 830"/>
              <a:gd name="T17" fmla="*/ 742 h 760"/>
              <a:gd name="T18" fmla="*/ 492 w 830"/>
              <a:gd name="T19" fmla="*/ 728 h 760"/>
              <a:gd name="T20" fmla="*/ 630 w 830"/>
              <a:gd name="T21" fmla="*/ 643 h 760"/>
              <a:gd name="T22" fmla="*/ 687 w 830"/>
              <a:gd name="T23" fmla="*/ 607 h 760"/>
              <a:gd name="T24" fmla="*/ 730 w 830"/>
              <a:gd name="T25" fmla="*/ 417 h 760"/>
              <a:gd name="T26" fmla="*/ 729 w 830"/>
              <a:gd name="T27" fmla="*/ 381 h 760"/>
              <a:gd name="T28" fmla="*/ 532 w 830"/>
              <a:gd name="T29" fmla="*/ 192 h 760"/>
              <a:gd name="T30" fmla="*/ 409 w 830"/>
              <a:gd name="T31" fmla="*/ 281 h 760"/>
              <a:gd name="T32" fmla="*/ 344 w 830"/>
              <a:gd name="T33" fmla="*/ 212 h 760"/>
              <a:gd name="T34" fmla="*/ 124 w 830"/>
              <a:gd name="T35" fmla="*/ 500 h 760"/>
              <a:gd name="T36" fmla="*/ 124 w 830"/>
              <a:gd name="T37" fmla="*/ 432 h 760"/>
              <a:gd name="T38" fmla="*/ 124 w 830"/>
              <a:gd name="T39" fmla="*/ 500 h 760"/>
              <a:gd name="T40" fmla="*/ 150 w 830"/>
              <a:gd name="T41" fmla="*/ 598 h 760"/>
              <a:gd name="T42" fmla="*/ 192 w 830"/>
              <a:gd name="T43" fmla="*/ 511 h 760"/>
              <a:gd name="T44" fmla="*/ 212 w 830"/>
              <a:gd name="T45" fmla="*/ 604 h 760"/>
              <a:gd name="T46" fmla="*/ 230 w 830"/>
              <a:gd name="T47" fmla="*/ 679 h 760"/>
              <a:gd name="T48" fmla="*/ 271 w 830"/>
              <a:gd name="T49" fmla="*/ 579 h 760"/>
              <a:gd name="T50" fmla="*/ 313 w 830"/>
              <a:gd name="T51" fmla="*/ 650 h 760"/>
              <a:gd name="T52" fmla="*/ 330 w 830"/>
              <a:gd name="T53" fmla="*/ 667 h 760"/>
              <a:gd name="T54" fmla="*/ 385 w 830"/>
              <a:gd name="T55" fmla="*/ 725 h 760"/>
              <a:gd name="T56" fmla="*/ 688 w 830"/>
              <a:gd name="T57" fmla="*/ 505 h 760"/>
              <a:gd name="T58" fmla="*/ 503 w 830"/>
              <a:gd name="T59" fmla="*/ 337 h 760"/>
              <a:gd name="T60" fmla="*/ 642 w 830"/>
              <a:gd name="T61" fmla="*/ 510 h 760"/>
              <a:gd name="T62" fmla="*/ 669 w 830"/>
              <a:gd name="T63" fmla="*/ 591 h 760"/>
              <a:gd name="T64" fmla="*/ 611 w 830"/>
              <a:gd name="T65" fmla="*/ 592 h 760"/>
              <a:gd name="T66" fmla="*/ 412 w 830"/>
              <a:gd name="T67" fmla="*/ 410 h 760"/>
              <a:gd name="T68" fmla="*/ 594 w 830"/>
              <a:gd name="T69" fmla="*/ 609 h 760"/>
              <a:gd name="T70" fmla="*/ 536 w 830"/>
              <a:gd name="T71" fmla="*/ 664 h 760"/>
              <a:gd name="T72" fmla="*/ 502 w 830"/>
              <a:gd name="T73" fmla="*/ 630 h 760"/>
              <a:gd name="T74" fmla="*/ 336 w 830"/>
              <a:gd name="T75" fmla="*/ 493 h 760"/>
              <a:gd name="T76" fmla="*/ 485 w 830"/>
              <a:gd name="T77" fmla="*/ 647 h 760"/>
              <a:gd name="T78" fmla="*/ 479 w 830"/>
              <a:gd name="T79" fmla="*/ 709 h 760"/>
              <a:gd name="T80" fmla="*/ 101 w 830"/>
              <a:gd name="T81" fmla="*/ 104 h 760"/>
              <a:gd name="T82" fmla="*/ 383 w 830"/>
              <a:gd name="T83" fmla="*/ 104 h 760"/>
              <a:gd name="T84" fmla="*/ 317 w 830"/>
              <a:gd name="T85" fmla="*/ 287 h 760"/>
              <a:gd name="T86" fmla="*/ 426 w 830"/>
              <a:gd name="T87" fmla="*/ 297 h 760"/>
              <a:gd name="T88" fmla="*/ 717 w 830"/>
              <a:gd name="T89" fmla="*/ 491 h 760"/>
              <a:gd name="T90" fmla="*/ 325 w 830"/>
              <a:gd name="T91" fmla="*/ 114 h 760"/>
              <a:gd name="T92" fmla="*/ 703 w 830"/>
              <a:gd name="T93" fmla="*/ 322 h 760"/>
              <a:gd name="T94" fmla="*/ 720 w 830"/>
              <a:gd name="T95" fmla="*/ 322 h 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30" h="760">
                <a:moveTo>
                  <a:pt x="728" y="415"/>
                </a:moveTo>
                <a:cubicBezTo>
                  <a:pt x="746" y="398"/>
                  <a:pt x="746" y="398"/>
                  <a:pt x="746" y="398"/>
                </a:cubicBezTo>
                <a:cubicBezTo>
                  <a:pt x="830" y="314"/>
                  <a:pt x="830" y="177"/>
                  <a:pt x="746" y="93"/>
                </a:cubicBezTo>
                <a:cubicBezTo>
                  <a:pt x="663" y="10"/>
                  <a:pt x="531" y="6"/>
                  <a:pt x="443" y="81"/>
                </a:cubicBezTo>
                <a:cubicBezTo>
                  <a:pt x="441" y="81"/>
                  <a:pt x="440" y="82"/>
                  <a:pt x="439" y="83"/>
                </a:cubicBezTo>
                <a:cubicBezTo>
                  <a:pt x="430" y="92"/>
                  <a:pt x="430" y="92"/>
                  <a:pt x="430" y="92"/>
                </a:cubicBezTo>
                <a:cubicBezTo>
                  <a:pt x="430" y="92"/>
                  <a:pt x="430" y="92"/>
                  <a:pt x="430" y="93"/>
                </a:cubicBezTo>
                <a:cubicBezTo>
                  <a:pt x="417" y="105"/>
                  <a:pt x="417" y="105"/>
                  <a:pt x="417" y="105"/>
                </a:cubicBezTo>
                <a:cubicBezTo>
                  <a:pt x="400" y="87"/>
                  <a:pt x="400" y="87"/>
                  <a:pt x="400" y="87"/>
                </a:cubicBezTo>
                <a:cubicBezTo>
                  <a:pt x="313" y="0"/>
                  <a:pt x="172" y="0"/>
                  <a:pt x="84" y="87"/>
                </a:cubicBezTo>
                <a:cubicBezTo>
                  <a:pt x="84" y="87"/>
                  <a:pt x="84" y="87"/>
                  <a:pt x="84" y="87"/>
                </a:cubicBezTo>
                <a:cubicBezTo>
                  <a:pt x="0" y="172"/>
                  <a:pt x="0" y="308"/>
                  <a:pt x="84" y="393"/>
                </a:cubicBezTo>
                <a:cubicBezTo>
                  <a:pt x="107" y="415"/>
                  <a:pt x="107" y="415"/>
                  <a:pt x="107" y="415"/>
                </a:cubicBezTo>
                <a:cubicBezTo>
                  <a:pt x="101" y="422"/>
                  <a:pt x="101" y="422"/>
                  <a:pt x="101" y="422"/>
                </a:cubicBezTo>
                <a:cubicBezTo>
                  <a:pt x="87" y="436"/>
                  <a:pt x="80" y="454"/>
                  <a:pt x="82" y="473"/>
                </a:cubicBezTo>
                <a:cubicBezTo>
                  <a:pt x="84" y="492"/>
                  <a:pt x="94" y="509"/>
                  <a:pt x="111" y="520"/>
                </a:cubicBezTo>
                <a:cubicBezTo>
                  <a:pt x="119" y="526"/>
                  <a:pt x="129" y="529"/>
                  <a:pt x="139" y="530"/>
                </a:cubicBezTo>
                <a:cubicBezTo>
                  <a:pt x="117" y="553"/>
                  <a:pt x="114" y="587"/>
                  <a:pt x="131" y="612"/>
                </a:cubicBezTo>
                <a:cubicBezTo>
                  <a:pt x="141" y="627"/>
                  <a:pt x="158" y="638"/>
                  <a:pt x="177" y="639"/>
                </a:cubicBezTo>
                <a:cubicBezTo>
                  <a:pt x="183" y="640"/>
                  <a:pt x="189" y="640"/>
                  <a:pt x="194" y="639"/>
                </a:cubicBezTo>
                <a:cubicBezTo>
                  <a:pt x="194" y="643"/>
                  <a:pt x="193" y="647"/>
                  <a:pt x="193" y="651"/>
                </a:cubicBezTo>
                <a:cubicBezTo>
                  <a:pt x="194" y="669"/>
                  <a:pt x="201" y="685"/>
                  <a:pt x="214" y="697"/>
                </a:cubicBezTo>
                <a:cubicBezTo>
                  <a:pt x="236" y="716"/>
                  <a:pt x="269" y="717"/>
                  <a:pt x="293" y="701"/>
                </a:cubicBezTo>
                <a:cubicBezTo>
                  <a:pt x="294" y="715"/>
                  <a:pt x="299" y="729"/>
                  <a:pt x="309" y="739"/>
                </a:cubicBezTo>
                <a:cubicBezTo>
                  <a:pt x="321" y="752"/>
                  <a:pt x="337" y="760"/>
                  <a:pt x="355" y="760"/>
                </a:cubicBezTo>
                <a:cubicBezTo>
                  <a:pt x="355" y="760"/>
                  <a:pt x="356" y="760"/>
                  <a:pt x="356" y="760"/>
                </a:cubicBezTo>
                <a:cubicBezTo>
                  <a:pt x="373" y="760"/>
                  <a:pt x="389" y="754"/>
                  <a:pt x="402" y="742"/>
                </a:cubicBezTo>
                <a:cubicBezTo>
                  <a:pt x="418" y="725"/>
                  <a:pt x="418" y="725"/>
                  <a:pt x="418" y="725"/>
                </a:cubicBezTo>
                <a:cubicBezTo>
                  <a:pt x="430" y="734"/>
                  <a:pt x="444" y="739"/>
                  <a:pt x="458" y="739"/>
                </a:cubicBezTo>
                <a:cubicBezTo>
                  <a:pt x="470" y="739"/>
                  <a:pt x="482" y="735"/>
                  <a:pt x="492" y="728"/>
                </a:cubicBezTo>
                <a:cubicBezTo>
                  <a:pt x="508" y="718"/>
                  <a:pt x="519" y="701"/>
                  <a:pt x="521" y="682"/>
                </a:cubicBezTo>
                <a:cubicBezTo>
                  <a:pt x="543" y="704"/>
                  <a:pt x="577" y="707"/>
                  <a:pt x="602" y="690"/>
                </a:cubicBezTo>
                <a:cubicBezTo>
                  <a:pt x="618" y="680"/>
                  <a:pt x="628" y="663"/>
                  <a:pt x="630" y="643"/>
                </a:cubicBezTo>
                <a:cubicBezTo>
                  <a:pt x="630" y="638"/>
                  <a:pt x="630" y="632"/>
                  <a:pt x="629" y="627"/>
                </a:cubicBezTo>
                <a:cubicBezTo>
                  <a:pt x="633" y="627"/>
                  <a:pt x="637" y="628"/>
                  <a:pt x="641" y="628"/>
                </a:cubicBezTo>
                <a:cubicBezTo>
                  <a:pt x="659" y="627"/>
                  <a:pt x="675" y="620"/>
                  <a:pt x="687" y="607"/>
                </a:cubicBezTo>
                <a:cubicBezTo>
                  <a:pt x="706" y="585"/>
                  <a:pt x="708" y="553"/>
                  <a:pt x="692" y="528"/>
                </a:cubicBezTo>
                <a:cubicBezTo>
                  <a:pt x="708" y="527"/>
                  <a:pt x="723" y="519"/>
                  <a:pt x="734" y="507"/>
                </a:cubicBezTo>
                <a:cubicBezTo>
                  <a:pt x="757" y="482"/>
                  <a:pt x="755" y="443"/>
                  <a:pt x="730" y="417"/>
                </a:cubicBezTo>
                <a:lnTo>
                  <a:pt x="728" y="415"/>
                </a:lnTo>
                <a:close/>
                <a:moveTo>
                  <a:pt x="729" y="109"/>
                </a:moveTo>
                <a:cubicBezTo>
                  <a:pt x="803" y="184"/>
                  <a:pt x="803" y="306"/>
                  <a:pt x="729" y="381"/>
                </a:cubicBezTo>
                <a:cubicBezTo>
                  <a:pt x="711" y="399"/>
                  <a:pt x="711" y="399"/>
                  <a:pt x="711" y="399"/>
                </a:cubicBezTo>
                <a:cubicBezTo>
                  <a:pt x="518" y="205"/>
                  <a:pt x="518" y="205"/>
                  <a:pt x="518" y="205"/>
                </a:cubicBezTo>
                <a:cubicBezTo>
                  <a:pt x="532" y="192"/>
                  <a:pt x="532" y="192"/>
                  <a:pt x="532" y="192"/>
                </a:cubicBezTo>
                <a:cubicBezTo>
                  <a:pt x="536" y="187"/>
                  <a:pt x="536" y="179"/>
                  <a:pt x="532" y="175"/>
                </a:cubicBezTo>
                <a:cubicBezTo>
                  <a:pt x="527" y="170"/>
                  <a:pt x="519" y="170"/>
                  <a:pt x="515" y="175"/>
                </a:cubicBezTo>
                <a:cubicBezTo>
                  <a:pt x="409" y="281"/>
                  <a:pt x="409" y="281"/>
                  <a:pt x="409" y="281"/>
                </a:cubicBezTo>
                <a:cubicBezTo>
                  <a:pt x="399" y="291"/>
                  <a:pt x="385" y="296"/>
                  <a:pt x="371" y="294"/>
                </a:cubicBezTo>
                <a:cubicBezTo>
                  <a:pt x="357" y="293"/>
                  <a:pt x="344" y="285"/>
                  <a:pt x="337" y="273"/>
                </a:cubicBezTo>
                <a:cubicBezTo>
                  <a:pt x="324" y="255"/>
                  <a:pt x="327" y="229"/>
                  <a:pt x="344" y="212"/>
                </a:cubicBezTo>
                <a:cubicBezTo>
                  <a:pt x="447" y="109"/>
                  <a:pt x="447" y="109"/>
                  <a:pt x="447" y="109"/>
                </a:cubicBezTo>
                <a:cubicBezTo>
                  <a:pt x="525" y="32"/>
                  <a:pt x="651" y="32"/>
                  <a:pt x="729" y="109"/>
                </a:cubicBezTo>
                <a:close/>
                <a:moveTo>
                  <a:pt x="124" y="500"/>
                </a:moveTo>
                <a:cubicBezTo>
                  <a:pt x="114" y="493"/>
                  <a:pt x="107" y="483"/>
                  <a:pt x="106" y="471"/>
                </a:cubicBezTo>
                <a:cubicBezTo>
                  <a:pt x="105" y="459"/>
                  <a:pt x="109" y="447"/>
                  <a:pt x="118" y="439"/>
                </a:cubicBezTo>
                <a:cubicBezTo>
                  <a:pt x="124" y="432"/>
                  <a:pt x="124" y="432"/>
                  <a:pt x="124" y="432"/>
                </a:cubicBezTo>
                <a:cubicBezTo>
                  <a:pt x="181" y="489"/>
                  <a:pt x="181" y="489"/>
                  <a:pt x="181" y="489"/>
                </a:cubicBezTo>
                <a:cubicBezTo>
                  <a:pt x="175" y="494"/>
                  <a:pt x="175" y="494"/>
                  <a:pt x="175" y="494"/>
                </a:cubicBezTo>
                <a:cubicBezTo>
                  <a:pt x="161" y="508"/>
                  <a:pt x="139" y="511"/>
                  <a:pt x="124" y="500"/>
                </a:cubicBezTo>
                <a:close/>
                <a:moveTo>
                  <a:pt x="212" y="604"/>
                </a:moveTo>
                <a:cubicBezTo>
                  <a:pt x="203" y="613"/>
                  <a:pt x="192" y="617"/>
                  <a:pt x="180" y="616"/>
                </a:cubicBezTo>
                <a:cubicBezTo>
                  <a:pt x="168" y="614"/>
                  <a:pt x="157" y="608"/>
                  <a:pt x="150" y="598"/>
                </a:cubicBezTo>
                <a:cubicBezTo>
                  <a:pt x="140" y="582"/>
                  <a:pt x="143" y="560"/>
                  <a:pt x="157" y="546"/>
                </a:cubicBezTo>
                <a:cubicBezTo>
                  <a:pt x="192" y="511"/>
                  <a:pt x="192" y="511"/>
                  <a:pt x="192" y="511"/>
                </a:cubicBezTo>
                <a:cubicBezTo>
                  <a:pt x="192" y="511"/>
                  <a:pt x="192" y="511"/>
                  <a:pt x="192" y="511"/>
                </a:cubicBezTo>
                <a:cubicBezTo>
                  <a:pt x="197" y="506"/>
                  <a:pt x="197" y="506"/>
                  <a:pt x="197" y="506"/>
                </a:cubicBezTo>
                <a:cubicBezTo>
                  <a:pt x="254" y="562"/>
                  <a:pt x="254" y="562"/>
                  <a:pt x="254" y="562"/>
                </a:cubicBezTo>
                <a:lnTo>
                  <a:pt x="212" y="604"/>
                </a:lnTo>
                <a:close/>
                <a:moveTo>
                  <a:pt x="313" y="650"/>
                </a:moveTo>
                <a:cubicBezTo>
                  <a:pt x="287" y="676"/>
                  <a:pt x="287" y="676"/>
                  <a:pt x="287" y="676"/>
                </a:cubicBezTo>
                <a:cubicBezTo>
                  <a:pt x="271" y="692"/>
                  <a:pt x="246" y="693"/>
                  <a:pt x="230" y="679"/>
                </a:cubicBezTo>
                <a:cubicBezTo>
                  <a:pt x="222" y="672"/>
                  <a:pt x="217" y="661"/>
                  <a:pt x="217" y="650"/>
                </a:cubicBezTo>
                <a:cubicBezTo>
                  <a:pt x="217" y="639"/>
                  <a:pt x="221" y="629"/>
                  <a:pt x="229" y="621"/>
                </a:cubicBezTo>
                <a:cubicBezTo>
                  <a:pt x="271" y="579"/>
                  <a:pt x="271" y="579"/>
                  <a:pt x="271" y="579"/>
                </a:cubicBezTo>
                <a:cubicBezTo>
                  <a:pt x="327" y="636"/>
                  <a:pt x="327" y="636"/>
                  <a:pt x="327" y="636"/>
                </a:cubicBezTo>
                <a:cubicBezTo>
                  <a:pt x="313" y="649"/>
                  <a:pt x="313" y="649"/>
                  <a:pt x="313" y="649"/>
                </a:cubicBezTo>
                <a:cubicBezTo>
                  <a:pt x="313" y="650"/>
                  <a:pt x="313" y="650"/>
                  <a:pt x="313" y="650"/>
                </a:cubicBezTo>
                <a:close/>
                <a:moveTo>
                  <a:pt x="355" y="737"/>
                </a:moveTo>
                <a:cubicBezTo>
                  <a:pt x="344" y="736"/>
                  <a:pt x="334" y="732"/>
                  <a:pt x="327" y="723"/>
                </a:cubicBezTo>
                <a:cubicBezTo>
                  <a:pt x="313" y="708"/>
                  <a:pt x="314" y="683"/>
                  <a:pt x="330" y="667"/>
                </a:cubicBezTo>
                <a:cubicBezTo>
                  <a:pt x="344" y="653"/>
                  <a:pt x="344" y="653"/>
                  <a:pt x="344" y="653"/>
                </a:cubicBezTo>
                <a:cubicBezTo>
                  <a:pt x="401" y="709"/>
                  <a:pt x="401" y="709"/>
                  <a:pt x="401" y="709"/>
                </a:cubicBezTo>
                <a:cubicBezTo>
                  <a:pt x="385" y="725"/>
                  <a:pt x="385" y="725"/>
                  <a:pt x="385" y="725"/>
                </a:cubicBezTo>
                <a:cubicBezTo>
                  <a:pt x="377" y="733"/>
                  <a:pt x="366" y="737"/>
                  <a:pt x="355" y="737"/>
                </a:cubicBezTo>
                <a:close/>
                <a:moveTo>
                  <a:pt x="717" y="491"/>
                </a:moveTo>
                <a:cubicBezTo>
                  <a:pt x="709" y="500"/>
                  <a:pt x="699" y="504"/>
                  <a:pt x="688" y="505"/>
                </a:cubicBezTo>
                <a:cubicBezTo>
                  <a:pt x="677" y="505"/>
                  <a:pt x="666" y="501"/>
                  <a:pt x="659" y="493"/>
                </a:cubicBezTo>
                <a:cubicBezTo>
                  <a:pt x="659" y="493"/>
                  <a:pt x="658" y="493"/>
                  <a:pt x="658" y="493"/>
                </a:cubicBezTo>
                <a:cubicBezTo>
                  <a:pt x="503" y="337"/>
                  <a:pt x="503" y="337"/>
                  <a:pt x="503" y="337"/>
                </a:cubicBezTo>
                <a:cubicBezTo>
                  <a:pt x="498" y="332"/>
                  <a:pt x="491" y="332"/>
                  <a:pt x="486" y="337"/>
                </a:cubicBezTo>
                <a:cubicBezTo>
                  <a:pt x="481" y="342"/>
                  <a:pt x="481" y="349"/>
                  <a:pt x="486" y="354"/>
                </a:cubicBezTo>
                <a:cubicBezTo>
                  <a:pt x="642" y="510"/>
                  <a:pt x="642" y="510"/>
                  <a:pt x="642" y="510"/>
                </a:cubicBezTo>
                <a:cubicBezTo>
                  <a:pt x="642" y="510"/>
                  <a:pt x="642" y="510"/>
                  <a:pt x="642" y="510"/>
                </a:cubicBezTo>
                <a:cubicBezTo>
                  <a:pt x="666" y="534"/>
                  <a:pt x="666" y="534"/>
                  <a:pt x="666" y="534"/>
                </a:cubicBezTo>
                <a:cubicBezTo>
                  <a:pt x="682" y="550"/>
                  <a:pt x="683" y="575"/>
                  <a:pt x="669" y="591"/>
                </a:cubicBezTo>
                <a:cubicBezTo>
                  <a:pt x="662" y="599"/>
                  <a:pt x="652" y="604"/>
                  <a:pt x="640" y="604"/>
                </a:cubicBezTo>
                <a:cubicBezTo>
                  <a:pt x="630" y="604"/>
                  <a:pt x="619" y="600"/>
                  <a:pt x="611" y="592"/>
                </a:cubicBezTo>
                <a:cubicBezTo>
                  <a:pt x="611" y="592"/>
                  <a:pt x="611" y="592"/>
                  <a:pt x="611" y="592"/>
                </a:cubicBezTo>
                <a:cubicBezTo>
                  <a:pt x="611" y="592"/>
                  <a:pt x="611" y="592"/>
                  <a:pt x="611" y="592"/>
                </a:cubicBezTo>
                <a:cubicBezTo>
                  <a:pt x="429" y="410"/>
                  <a:pt x="429" y="410"/>
                  <a:pt x="429" y="410"/>
                </a:cubicBezTo>
                <a:cubicBezTo>
                  <a:pt x="425" y="406"/>
                  <a:pt x="417" y="406"/>
                  <a:pt x="412" y="410"/>
                </a:cubicBezTo>
                <a:cubicBezTo>
                  <a:pt x="408" y="415"/>
                  <a:pt x="408" y="423"/>
                  <a:pt x="412" y="427"/>
                </a:cubicBezTo>
                <a:cubicBezTo>
                  <a:pt x="594" y="609"/>
                  <a:pt x="594" y="609"/>
                  <a:pt x="594" y="609"/>
                </a:cubicBezTo>
                <a:cubicBezTo>
                  <a:pt x="594" y="609"/>
                  <a:pt x="594" y="609"/>
                  <a:pt x="594" y="609"/>
                </a:cubicBezTo>
                <a:cubicBezTo>
                  <a:pt x="603" y="618"/>
                  <a:pt x="607" y="629"/>
                  <a:pt x="606" y="641"/>
                </a:cubicBezTo>
                <a:cubicBezTo>
                  <a:pt x="605" y="653"/>
                  <a:pt x="599" y="664"/>
                  <a:pt x="588" y="671"/>
                </a:cubicBezTo>
                <a:cubicBezTo>
                  <a:pt x="573" y="681"/>
                  <a:pt x="551" y="678"/>
                  <a:pt x="536" y="664"/>
                </a:cubicBezTo>
                <a:cubicBezTo>
                  <a:pt x="503" y="631"/>
                  <a:pt x="503" y="631"/>
                  <a:pt x="503" y="631"/>
                </a:cubicBezTo>
                <a:cubicBezTo>
                  <a:pt x="503" y="631"/>
                  <a:pt x="503" y="630"/>
                  <a:pt x="502" y="630"/>
                </a:cubicBezTo>
                <a:cubicBezTo>
                  <a:pt x="502" y="630"/>
                  <a:pt x="502" y="630"/>
                  <a:pt x="502" y="630"/>
                </a:cubicBezTo>
                <a:cubicBezTo>
                  <a:pt x="356" y="484"/>
                  <a:pt x="356" y="484"/>
                  <a:pt x="356" y="484"/>
                </a:cubicBezTo>
                <a:cubicBezTo>
                  <a:pt x="351" y="479"/>
                  <a:pt x="344" y="479"/>
                  <a:pt x="339" y="484"/>
                </a:cubicBezTo>
                <a:cubicBezTo>
                  <a:pt x="337" y="486"/>
                  <a:pt x="336" y="489"/>
                  <a:pt x="336" y="493"/>
                </a:cubicBezTo>
                <a:cubicBezTo>
                  <a:pt x="336" y="495"/>
                  <a:pt x="337" y="499"/>
                  <a:pt x="339" y="501"/>
                </a:cubicBezTo>
                <a:cubicBezTo>
                  <a:pt x="485" y="647"/>
                  <a:pt x="485" y="647"/>
                  <a:pt x="485" y="647"/>
                </a:cubicBezTo>
                <a:cubicBezTo>
                  <a:pt x="485" y="647"/>
                  <a:pt x="485" y="647"/>
                  <a:pt x="485" y="647"/>
                </a:cubicBezTo>
                <a:cubicBezTo>
                  <a:pt x="485" y="647"/>
                  <a:pt x="485" y="647"/>
                  <a:pt x="485" y="647"/>
                </a:cubicBezTo>
                <a:cubicBezTo>
                  <a:pt x="494" y="655"/>
                  <a:pt x="498" y="667"/>
                  <a:pt x="497" y="679"/>
                </a:cubicBezTo>
                <a:cubicBezTo>
                  <a:pt x="496" y="691"/>
                  <a:pt x="490" y="701"/>
                  <a:pt x="479" y="709"/>
                </a:cubicBezTo>
                <a:cubicBezTo>
                  <a:pt x="464" y="719"/>
                  <a:pt x="441" y="716"/>
                  <a:pt x="428" y="702"/>
                </a:cubicBezTo>
                <a:cubicBezTo>
                  <a:pt x="101" y="376"/>
                  <a:pt x="101" y="376"/>
                  <a:pt x="101" y="376"/>
                </a:cubicBezTo>
                <a:cubicBezTo>
                  <a:pt x="26" y="301"/>
                  <a:pt x="26" y="179"/>
                  <a:pt x="101" y="104"/>
                </a:cubicBezTo>
                <a:cubicBezTo>
                  <a:pt x="101" y="104"/>
                  <a:pt x="101" y="104"/>
                  <a:pt x="101" y="104"/>
                </a:cubicBezTo>
                <a:cubicBezTo>
                  <a:pt x="140" y="65"/>
                  <a:pt x="191" y="46"/>
                  <a:pt x="242" y="46"/>
                </a:cubicBezTo>
                <a:cubicBezTo>
                  <a:pt x="293" y="46"/>
                  <a:pt x="344" y="65"/>
                  <a:pt x="383" y="104"/>
                </a:cubicBezTo>
                <a:cubicBezTo>
                  <a:pt x="401" y="122"/>
                  <a:pt x="401" y="122"/>
                  <a:pt x="401" y="122"/>
                </a:cubicBezTo>
                <a:cubicBezTo>
                  <a:pt x="327" y="195"/>
                  <a:pt x="327" y="195"/>
                  <a:pt x="327" y="195"/>
                </a:cubicBezTo>
                <a:cubicBezTo>
                  <a:pt x="302" y="221"/>
                  <a:pt x="298" y="259"/>
                  <a:pt x="317" y="287"/>
                </a:cubicBezTo>
                <a:cubicBezTo>
                  <a:pt x="329" y="304"/>
                  <a:pt x="348" y="316"/>
                  <a:pt x="369" y="318"/>
                </a:cubicBezTo>
                <a:cubicBezTo>
                  <a:pt x="371" y="318"/>
                  <a:pt x="373" y="318"/>
                  <a:pt x="376" y="318"/>
                </a:cubicBezTo>
                <a:cubicBezTo>
                  <a:pt x="395" y="318"/>
                  <a:pt x="412" y="311"/>
                  <a:pt x="426" y="297"/>
                </a:cubicBezTo>
                <a:cubicBezTo>
                  <a:pt x="501" y="222"/>
                  <a:pt x="501" y="222"/>
                  <a:pt x="501" y="222"/>
                </a:cubicBezTo>
                <a:cubicBezTo>
                  <a:pt x="713" y="434"/>
                  <a:pt x="713" y="434"/>
                  <a:pt x="713" y="434"/>
                </a:cubicBezTo>
                <a:cubicBezTo>
                  <a:pt x="729" y="450"/>
                  <a:pt x="730" y="476"/>
                  <a:pt x="717" y="491"/>
                </a:cubicBezTo>
                <a:close/>
                <a:moveTo>
                  <a:pt x="308" y="130"/>
                </a:moveTo>
                <a:cubicBezTo>
                  <a:pt x="303" y="126"/>
                  <a:pt x="303" y="118"/>
                  <a:pt x="308" y="114"/>
                </a:cubicBezTo>
                <a:cubicBezTo>
                  <a:pt x="312" y="109"/>
                  <a:pt x="320" y="109"/>
                  <a:pt x="325" y="114"/>
                </a:cubicBezTo>
                <a:cubicBezTo>
                  <a:pt x="329" y="118"/>
                  <a:pt x="329" y="126"/>
                  <a:pt x="325" y="130"/>
                </a:cubicBezTo>
                <a:cubicBezTo>
                  <a:pt x="320" y="135"/>
                  <a:pt x="312" y="135"/>
                  <a:pt x="308" y="130"/>
                </a:cubicBezTo>
                <a:close/>
                <a:moveTo>
                  <a:pt x="703" y="322"/>
                </a:moveTo>
                <a:cubicBezTo>
                  <a:pt x="698" y="317"/>
                  <a:pt x="698" y="310"/>
                  <a:pt x="703" y="305"/>
                </a:cubicBezTo>
                <a:cubicBezTo>
                  <a:pt x="708" y="300"/>
                  <a:pt x="715" y="300"/>
                  <a:pt x="720" y="305"/>
                </a:cubicBezTo>
                <a:cubicBezTo>
                  <a:pt x="724" y="310"/>
                  <a:pt x="724" y="317"/>
                  <a:pt x="720" y="322"/>
                </a:cubicBezTo>
                <a:cubicBezTo>
                  <a:pt x="715" y="326"/>
                  <a:pt x="708" y="326"/>
                  <a:pt x="703" y="3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27">
            <a:extLst>
              <a:ext uri="{FF2B5EF4-FFF2-40B4-BE49-F238E27FC236}">
                <a16:creationId xmlns:a16="http://schemas.microsoft.com/office/drawing/2014/main" id="{AF2E0816-D4E2-2BDF-473A-F0BB26E2EADD}"/>
              </a:ext>
            </a:extLst>
          </p:cNvPr>
          <p:cNvSpPr>
            <a:spLocks/>
          </p:cNvSpPr>
          <p:nvPr/>
        </p:nvSpPr>
        <p:spPr bwMode="auto">
          <a:xfrm>
            <a:off x="5129213" y="1970924"/>
            <a:ext cx="3255963" cy="957263"/>
          </a:xfrm>
          <a:custGeom>
            <a:avLst/>
            <a:gdLst>
              <a:gd name="T0" fmla="*/ 1855 w 2051"/>
              <a:gd name="T1" fmla="*/ 0 h 603"/>
              <a:gd name="T2" fmla="*/ 0 w 2051"/>
              <a:gd name="T3" fmla="*/ 0 h 603"/>
              <a:gd name="T4" fmla="*/ 196 w 2051"/>
              <a:gd name="T5" fmla="*/ 309 h 603"/>
              <a:gd name="T6" fmla="*/ 0 w 2051"/>
              <a:gd name="T7" fmla="*/ 603 h 603"/>
              <a:gd name="T8" fmla="*/ 1855 w 2051"/>
              <a:gd name="T9" fmla="*/ 603 h 603"/>
              <a:gd name="T10" fmla="*/ 2051 w 2051"/>
              <a:gd name="T11" fmla="*/ 309 h 603"/>
              <a:gd name="T12" fmla="*/ 1855 w 2051"/>
              <a:gd name="T13" fmla="*/ 0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51" h="603">
                <a:moveTo>
                  <a:pt x="1855" y="0"/>
                </a:moveTo>
                <a:lnTo>
                  <a:pt x="0" y="0"/>
                </a:lnTo>
                <a:lnTo>
                  <a:pt x="196" y="309"/>
                </a:lnTo>
                <a:lnTo>
                  <a:pt x="0" y="603"/>
                </a:lnTo>
                <a:lnTo>
                  <a:pt x="1855" y="603"/>
                </a:lnTo>
                <a:lnTo>
                  <a:pt x="2051" y="309"/>
                </a:lnTo>
                <a:lnTo>
                  <a:pt x="18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pc="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D855B3-42FC-6A42-7F56-56A9A7AA0B5E}"/>
              </a:ext>
            </a:extLst>
          </p:cNvPr>
          <p:cNvSpPr txBox="1"/>
          <p:nvPr/>
        </p:nvSpPr>
        <p:spPr>
          <a:xfrm flipH="1">
            <a:off x="5607888" y="2228307"/>
            <a:ext cx="1649322" cy="42678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600" b="1" spc="5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OPTION 01</a:t>
            </a:r>
          </a:p>
        </p:txBody>
      </p:sp>
      <p:sp>
        <p:nvSpPr>
          <p:cNvPr id="39" name="Freeform 42">
            <a:extLst>
              <a:ext uri="{FF2B5EF4-FFF2-40B4-BE49-F238E27FC236}">
                <a16:creationId xmlns:a16="http://schemas.microsoft.com/office/drawing/2014/main" id="{EB86C97D-C968-D0A0-B7F0-1838AD67CFDE}"/>
              </a:ext>
            </a:extLst>
          </p:cNvPr>
          <p:cNvSpPr>
            <a:spLocks noEditPoints="1"/>
          </p:cNvSpPr>
          <p:nvPr/>
        </p:nvSpPr>
        <p:spPr bwMode="auto">
          <a:xfrm>
            <a:off x="7521328" y="2262088"/>
            <a:ext cx="284659" cy="376522"/>
          </a:xfrm>
          <a:custGeom>
            <a:avLst/>
            <a:gdLst>
              <a:gd name="T0" fmla="*/ 0 w 596"/>
              <a:gd name="T1" fmla="*/ 289 h 788"/>
              <a:gd name="T2" fmla="*/ 95 w 596"/>
              <a:gd name="T3" fmla="*/ 574 h 788"/>
              <a:gd name="T4" fmla="*/ 108 w 596"/>
              <a:gd name="T5" fmla="*/ 598 h 788"/>
              <a:gd name="T6" fmla="*/ 95 w 596"/>
              <a:gd name="T7" fmla="*/ 641 h 788"/>
              <a:gd name="T8" fmla="*/ 108 w 596"/>
              <a:gd name="T9" fmla="*/ 665 h 788"/>
              <a:gd name="T10" fmla="*/ 95 w 596"/>
              <a:gd name="T11" fmla="*/ 708 h 788"/>
              <a:gd name="T12" fmla="*/ 113 w 596"/>
              <a:gd name="T13" fmla="*/ 731 h 788"/>
              <a:gd name="T14" fmla="*/ 366 w 596"/>
              <a:gd name="T15" fmla="*/ 788 h 788"/>
              <a:gd name="T16" fmla="*/ 501 w 596"/>
              <a:gd name="T17" fmla="*/ 731 h 788"/>
              <a:gd name="T18" fmla="*/ 488 w 596"/>
              <a:gd name="T19" fmla="*/ 708 h 788"/>
              <a:gd name="T20" fmla="*/ 501 w 596"/>
              <a:gd name="T21" fmla="*/ 665 h 788"/>
              <a:gd name="T22" fmla="*/ 488 w 596"/>
              <a:gd name="T23" fmla="*/ 641 h 788"/>
              <a:gd name="T24" fmla="*/ 501 w 596"/>
              <a:gd name="T25" fmla="*/ 598 h 788"/>
              <a:gd name="T26" fmla="*/ 500 w 596"/>
              <a:gd name="T27" fmla="*/ 574 h 788"/>
              <a:gd name="T28" fmla="*/ 282 w 596"/>
              <a:gd name="T29" fmla="*/ 333 h 788"/>
              <a:gd name="T30" fmla="*/ 289 w 596"/>
              <a:gd name="T31" fmla="*/ 285 h 788"/>
              <a:gd name="T32" fmla="*/ 283 w 596"/>
              <a:gd name="T33" fmla="*/ 237 h 788"/>
              <a:gd name="T34" fmla="*/ 268 w 596"/>
              <a:gd name="T35" fmla="*/ 187 h 788"/>
              <a:gd name="T36" fmla="*/ 341 w 596"/>
              <a:gd name="T37" fmla="*/ 477 h 788"/>
              <a:gd name="T38" fmla="*/ 362 w 596"/>
              <a:gd name="T39" fmla="*/ 574 h 788"/>
              <a:gd name="T40" fmla="*/ 234 w 596"/>
              <a:gd name="T41" fmla="*/ 574 h 788"/>
              <a:gd name="T42" fmla="*/ 255 w 596"/>
              <a:gd name="T43" fmla="*/ 477 h 788"/>
              <a:gd name="T44" fmla="*/ 289 w 596"/>
              <a:gd name="T45" fmla="*/ 350 h 788"/>
              <a:gd name="T46" fmla="*/ 279 w 596"/>
              <a:gd name="T47" fmla="*/ 547 h 788"/>
              <a:gd name="T48" fmla="*/ 338 w 596"/>
              <a:gd name="T49" fmla="*/ 574 h 788"/>
              <a:gd name="T50" fmla="*/ 230 w 596"/>
              <a:gd name="T51" fmla="*/ 764 h 788"/>
              <a:gd name="T52" fmla="*/ 366 w 596"/>
              <a:gd name="T53" fmla="*/ 764 h 788"/>
              <a:gd name="T54" fmla="*/ 178 w 596"/>
              <a:gd name="T55" fmla="*/ 708 h 788"/>
              <a:gd name="T56" fmla="*/ 135 w 596"/>
              <a:gd name="T57" fmla="*/ 665 h 788"/>
              <a:gd name="T58" fmla="*/ 461 w 596"/>
              <a:gd name="T59" fmla="*/ 708 h 788"/>
              <a:gd name="T60" fmla="*/ 135 w 596"/>
              <a:gd name="T61" fmla="*/ 598 h 788"/>
              <a:gd name="T62" fmla="*/ 461 w 596"/>
              <a:gd name="T63" fmla="*/ 641 h 788"/>
              <a:gd name="T64" fmla="*/ 428 w 596"/>
              <a:gd name="T65" fmla="*/ 574 h 788"/>
              <a:gd name="T66" fmla="*/ 361 w 596"/>
              <a:gd name="T67" fmla="*/ 181 h 788"/>
              <a:gd name="T68" fmla="*/ 242 w 596"/>
              <a:gd name="T69" fmla="*/ 179 h 788"/>
              <a:gd name="T70" fmla="*/ 266 w 596"/>
              <a:gd name="T71" fmla="*/ 220 h 788"/>
              <a:gd name="T72" fmla="*/ 256 w 596"/>
              <a:gd name="T73" fmla="*/ 276 h 788"/>
              <a:gd name="T74" fmla="*/ 238 w 596"/>
              <a:gd name="T75" fmla="*/ 319 h 788"/>
              <a:gd name="T76" fmla="*/ 265 w 596"/>
              <a:gd name="T77" fmla="*/ 350 h 788"/>
              <a:gd name="T78" fmla="*/ 232 w 596"/>
              <a:gd name="T79" fmla="*/ 470 h 788"/>
              <a:gd name="T80" fmla="*/ 80 w 596"/>
              <a:gd name="T81" fmla="*/ 474 h 788"/>
              <a:gd name="T82" fmla="*/ 572 w 596"/>
              <a:gd name="T83" fmla="*/ 289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96" h="788">
                <a:moveTo>
                  <a:pt x="596" y="289"/>
                </a:moveTo>
                <a:cubicBezTo>
                  <a:pt x="596" y="130"/>
                  <a:pt x="462" y="0"/>
                  <a:pt x="298" y="0"/>
                </a:cubicBezTo>
                <a:cubicBezTo>
                  <a:pt x="133" y="0"/>
                  <a:pt x="0" y="130"/>
                  <a:pt x="0" y="289"/>
                </a:cubicBezTo>
                <a:cubicBezTo>
                  <a:pt x="0" y="352"/>
                  <a:pt x="29" y="419"/>
                  <a:pt x="58" y="484"/>
                </a:cubicBezTo>
                <a:cubicBezTo>
                  <a:pt x="72" y="514"/>
                  <a:pt x="85" y="544"/>
                  <a:pt x="95" y="574"/>
                </a:cubicBezTo>
                <a:cubicBezTo>
                  <a:pt x="95" y="574"/>
                  <a:pt x="95" y="574"/>
                  <a:pt x="95" y="574"/>
                </a:cubicBezTo>
                <a:cubicBezTo>
                  <a:pt x="89" y="574"/>
                  <a:pt x="83" y="579"/>
                  <a:pt x="83" y="586"/>
                </a:cubicBezTo>
                <a:cubicBezTo>
                  <a:pt x="83" y="593"/>
                  <a:pt x="89" y="598"/>
                  <a:pt x="95" y="598"/>
                </a:cubicBezTo>
                <a:cubicBezTo>
                  <a:pt x="108" y="598"/>
                  <a:pt x="108" y="598"/>
                  <a:pt x="108" y="598"/>
                </a:cubicBezTo>
                <a:cubicBezTo>
                  <a:pt x="112" y="604"/>
                  <a:pt x="115" y="611"/>
                  <a:pt x="115" y="619"/>
                </a:cubicBezTo>
                <a:cubicBezTo>
                  <a:pt x="115" y="627"/>
                  <a:pt x="112" y="635"/>
                  <a:pt x="108" y="641"/>
                </a:cubicBezTo>
                <a:cubicBezTo>
                  <a:pt x="95" y="641"/>
                  <a:pt x="95" y="641"/>
                  <a:pt x="95" y="641"/>
                </a:cubicBezTo>
                <a:cubicBezTo>
                  <a:pt x="89" y="641"/>
                  <a:pt x="83" y="646"/>
                  <a:pt x="83" y="653"/>
                </a:cubicBezTo>
                <a:cubicBezTo>
                  <a:pt x="83" y="659"/>
                  <a:pt x="89" y="665"/>
                  <a:pt x="95" y="665"/>
                </a:cubicBezTo>
                <a:cubicBezTo>
                  <a:pt x="108" y="665"/>
                  <a:pt x="108" y="665"/>
                  <a:pt x="108" y="665"/>
                </a:cubicBezTo>
                <a:cubicBezTo>
                  <a:pt x="112" y="671"/>
                  <a:pt x="115" y="678"/>
                  <a:pt x="115" y="686"/>
                </a:cubicBezTo>
                <a:cubicBezTo>
                  <a:pt x="115" y="694"/>
                  <a:pt x="112" y="702"/>
                  <a:pt x="108" y="708"/>
                </a:cubicBezTo>
                <a:cubicBezTo>
                  <a:pt x="95" y="708"/>
                  <a:pt x="95" y="708"/>
                  <a:pt x="95" y="708"/>
                </a:cubicBezTo>
                <a:cubicBezTo>
                  <a:pt x="89" y="708"/>
                  <a:pt x="83" y="713"/>
                  <a:pt x="83" y="719"/>
                </a:cubicBezTo>
                <a:cubicBezTo>
                  <a:pt x="83" y="726"/>
                  <a:pt x="89" y="731"/>
                  <a:pt x="95" y="731"/>
                </a:cubicBezTo>
                <a:cubicBezTo>
                  <a:pt x="113" y="731"/>
                  <a:pt x="113" y="731"/>
                  <a:pt x="113" y="731"/>
                </a:cubicBezTo>
                <a:cubicBezTo>
                  <a:pt x="168" y="731"/>
                  <a:pt x="168" y="731"/>
                  <a:pt x="168" y="731"/>
                </a:cubicBezTo>
                <a:cubicBezTo>
                  <a:pt x="173" y="764"/>
                  <a:pt x="199" y="788"/>
                  <a:pt x="230" y="788"/>
                </a:cubicBezTo>
                <a:cubicBezTo>
                  <a:pt x="366" y="788"/>
                  <a:pt x="366" y="788"/>
                  <a:pt x="366" y="788"/>
                </a:cubicBezTo>
                <a:cubicBezTo>
                  <a:pt x="397" y="788"/>
                  <a:pt x="423" y="764"/>
                  <a:pt x="428" y="731"/>
                </a:cubicBezTo>
                <a:cubicBezTo>
                  <a:pt x="483" y="731"/>
                  <a:pt x="483" y="731"/>
                  <a:pt x="483" y="731"/>
                </a:cubicBezTo>
                <a:cubicBezTo>
                  <a:pt x="501" y="731"/>
                  <a:pt x="501" y="731"/>
                  <a:pt x="501" y="731"/>
                </a:cubicBezTo>
                <a:cubicBezTo>
                  <a:pt x="507" y="731"/>
                  <a:pt x="513" y="726"/>
                  <a:pt x="513" y="719"/>
                </a:cubicBezTo>
                <a:cubicBezTo>
                  <a:pt x="513" y="713"/>
                  <a:pt x="507" y="708"/>
                  <a:pt x="501" y="708"/>
                </a:cubicBezTo>
                <a:cubicBezTo>
                  <a:pt x="488" y="708"/>
                  <a:pt x="488" y="708"/>
                  <a:pt x="488" y="708"/>
                </a:cubicBezTo>
                <a:cubicBezTo>
                  <a:pt x="484" y="702"/>
                  <a:pt x="481" y="694"/>
                  <a:pt x="481" y="686"/>
                </a:cubicBezTo>
                <a:cubicBezTo>
                  <a:pt x="481" y="678"/>
                  <a:pt x="484" y="671"/>
                  <a:pt x="488" y="665"/>
                </a:cubicBezTo>
                <a:cubicBezTo>
                  <a:pt x="501" y="665"/>
                  <a:pt x="501" y="665"/>
                  <a:pt x="501" y="665"/>
                </a:cubicBezTo>
                <a:cubicBezTo>
                  <a:pt x="507" y="665"/>
                  <a:pt x="513" y="659"/>
                  <a:pt x="513" y="653"/>
                </a:cubicBezTo>
                <a:cubicBezTo>
                  <a:pt x="513" y="646"/>
                  <a:pt x="507" y="641"/>
                  <a:pt x="501" y="641"/>
                </a:cubicBezTo>
                <a:cubicBezTo>
                  <a:pt x="488" y="641"/>
                  <a:pt x="488" y="641"/>
                  <a:pt x="488" y="641"/>
                </a:cubicBezTo>
                <a:cubicBezTo>
                  <a:pt x="484" y="635"/>
                  <a:pt x="481" y="627"/>
                  <a:pt x="481" y="619"/>
                </a:cubicBezTo>
                <a:cubicBezTo>
                  <a:pt x="481" y="611"/>
                  <a:pt x="484" y="604"/>
                  <a:pt x="488" y="598"/>
                </a:cubicBezTo>
                <a:cubicBezTo>
                  <a:pt x="501" y="598"/>
                  <a:pt x="501" y="598"/>
                  <a:pt x="501" y="598"/>
                </a:cubicBezTo>
                <a:cubicBezTo>
                  <a:pt x="507" y="598"/>
                  <a:pt x="513" y="593"/>
                  <a:pt x="513" y="586"/>
                </a:cubicBezTo>
                <a:cubicBezTo>
                  <a:pt x="513" y="579"/>
                  <a:pt x="507" y="574"/>
                  <a:pt x="501" y="574"/>
                </a:cubicBezTo>
                <a:cubicBezTo>
                  <a:pt x="500" y="574"/>
                  <a:pt x="500" y="574"/>
                  <a:pt x="500" y="574"/>
                </a:cubicBezTo>
                <a:cubicBezTo>
                  <a:pt x="511" y="543"/>
                  <a:pt x="525" y="511"/>
                  <a:pt x="538" y="480"/>
                </a:cubicBezTo>
                <a:cubicBezTo>
                  <a:pt x="567" y="417"/>
                  <a:pt x="596" y="352"/>
                  <a:pt x="596" y="289"/>
                </a:cubicBezTo>
                <a:close/>
                <a:moveTo>
                  <a:pt x="282" y="333"/>
                </a:moveTo>
                <a:cubicBezTo>
                  <a:pt x="267" y="317"/>
                  <a:pt x="267" y="317"/>
                  <a:pt x="267" y="317"/>
                </a:cubicBezTo>
                <a:cubicBezTo>
                  <a:pt x="282" y="303"/>
                  <a:pt x="282" y="303"/>
                  <a:pt x="282" y="303"/>
                </a:cubicBezTo>
                <a:cubicBezTo>
                  <a:pt x="286" y="298"/>
                  <a:pt x="289" y="292"/>
                  <a:pt x="289" y="285"/>
                </a:cubicBezTo>
                <a:cubicBezTo>
                  <a:pt x="289" y="279"/>
                  <a:pt x="286" y="272"/>
                  <a:pt x="282" y="268"/>
                </a:cubicBezTo>
                <a:cubicBezTo>
                  <a:pt x="267" y="253"/>
                  <a:pt x="267" y="253"/>
                  <a:pt x="267" y="253"/>
                </a:cubicBezTo>
                <a:cubicBezTo>
                  <a:pt x="283" y="237"/>
                  <a:pt x="283" y="237"/>
                  <a:pt x="283" y="237"/>
                </a:cubicBezTo>
                <a:cubicBezTo>
                  <a:pt x="288" y="232"/>
                  <a:pt x="290" y="226"/>
                  <a:pt x="290" y="219"/>
                </a:cubicBezTo>
                <a:cubicBezTo>
                  <a:pt x="290" y="213"/>
                  <a:pt x="288" y="207"/>
                  <a:pt x="283" y="202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300" y="154"/>
                  <a:pt x="300" y="154"/>
                  <a:pt x="300" y="154"/>
                </a:cubicBezTo>
                <a:cubicBezTo>
                  <a:pt x="341" y="195"/>
                  <a:pt x="341" y="195"/>
                  <a:pt x="341" y="195"/>
                </a:cubicBezTo>
                <a:cubicBezTo>
                  <a:pt x="341" y="477"/>
                  <a:pt x="341" y="477"/>
                  <a:pt x="341" y="477"/>
                </a:cubicBezTo>
                <a:cubicBezTo>
                  <a:pt x="341" y="482"/>
                  <a:pt x="343" y="486"/>
                  <a:pt x="347" y="488"/>
                </a:cubicBezTo>
                <a:cubicBezTo>
                  <a:pt x="380" y="505"/>
                  <a:pt x="401" y="538"/>
                  <a:pt x="404" y="574"/>
                </a:cubicBezTo>
                <a:cubicBezTo>
                  <a:pt x="362" y="574"/>
                  <a:pt x="362" y="574"/>
                  <a:pt x="362" y="574"/>
                </a:cubicBezTo>
                <a:cubicBezTo>
                  <a:pt x="359" y="554"/>
                  <a:pt x="346" y="536"/>
                  <a:pt x="328" y="526"/>
                </a:cubicBezTo>
                <a:cubicBezTo>
                  <a:pt x="309" y="516"/>
                  <a:pt x="287" y="516"/>
                  <a:pt x="268" y="526"/>
                </a:cubicBezTo>
                <a:cubicBezTo>
                  <a:pt x="249" y="536"/>
                  <a:pt x="237" y="554"/>
                  <a:pt x="234" y="574"/>
                </a:cubicBezTo>
                <a:cubicBezTo>
                  <a:pt x="191" y="574"/>
                  <a:pt x="191" y="574"/>
                  <a:pt x="191" y="574"/>
                </a:cubicBezTo>
                <a:cubicBezTo>
                  <a:pt x="194" y="538"/>
                  <a:pt x="216" y="505"/>
                  <a:pt x="249" y="488"/>
                </a:cubicBezTo>
                <a:cubicBezTo>
                  <a:pt x="253" y="486"/>
                  <a:pt x="255" y="482"/>
                  <a:pt x="255" y="477"/>
                </a:cubicBezTo>
                <a:cubicBezTo>
                  <a:pt x="255" y="394"/>
                  <a:pt x="255" y="394"/>
                  <a:pt x="255" y="394"/>
                </a:cubicBezTo>
                <a:cubicBezTo>
                  <a:pt x="282" y="367"/>
                  <a:pt x="282" y="367"/>
                  <a:pt x="282" y="367"/>
                </a:cubicBezTo>
                <a:cubicBezTo>
                  <a:pt x="286" y="363"/>
                  <a:pt x="289" y="357"/>
                  <a:pt x="289" y="350"/>
                </a:cubicBezTo>
                <a:cubicBezTo>
                  <a:pt x="289" y="344"/>
                  <a:pt x="286" y="337"/>
                  <a:pt x="282" y="333"/>
                </a:cubicBezTo>
                <a:close/>
                <a:moveTo>
                  <a:pt x="258" y="574"/>
                </a:moveTo>
                <a:cubicBezTo>
                  <a:pt x="261" y="562"/>
                  <a:pt x="268" y="553"/>
                  <a:pt x="279" y="547"/>
                </a:cubicBezTo>
                <a:cubicBezTo>
                  <a:pt x="285" y="544"/>
                  <a:pt x="291" y="542"/>
                  <a:pt x="298" y="542"/>
                </a:cubicBezTo>
                <a:cubicBezTo>
                  <a:pt x="305" y="542"/>
                  <a:pt x="311" y="544"/>
                  <a:pt x="317" y="547"/>
                </a:cubicBezTo>
                <a:cubicBezTo>
                  <a:pt x="328" y="553"/>
                  <a:pt x="335" y="562"/>
                  <a:pt x="338" y="574"/>
                </a:cubicBezTo>
                <a:lnTo>
                  <a:pt x="258" y="574"/>
                </a:lnTo>
                <a:close/>
                <a:moveTo>
                  <a:pt x="366" y="764"/>
                </a:moveTo>
                <a:cubicBezTo>
                  <a:pt x="230" y="764"/>
                  <a:pt x="230" y="764"/>
                  <a:pt x="230" y="764"/>
                </a:cubicBezTo>
                <a:cubicBezTo>
                  <a:pt x="212" y="764"/>
                  <a:pt x="197" y="750"/>
                  <a:pt x="192" y="731"/>
                </a:cubicBezTo>
                <a:cubicBezTo>
                  <a:pt x="404" y="731"/>
                  <a:pt x="404" y="731"/>
                  <a:pt x="404" y="731"/>
                </a:cubicBezTo>
                <a:cubicBezTo>
                  <a:pt x="399" y="750"/>
                  <a:pt x="384" y="764"/>
                  <a:pt x="366" y="764"/>
                </a:cubicBezTo>
                <a:close/>
                <a:moveTo>
                  <a:pt x="461" y="708"/>
                </a:moveTo>
                <a:cubicBezTo>
                  <a:pt x="417" y="708"/>
                  <a:pt x="417" y="708"/>
                  <a:pt x="417" y="708"/>
                </a:cubicBezTo>
                <a:cubicBezTo>
                  <a:pt x="178" y="708"/>
                  <a:pt x="178" y="708"/>
                  <a:pt x="178" y="708"/>
                </a:cubicBezTo>
                <a:cubicBezTo>
                  <a:pt x="135" y="708"/>
                  <a:pt x="135" y="708"/>
                  <a:pt x="135" y="708"/>
                </a:cubicBezTo>
                <a:cubicBezTo>
                  <a:pt x="137" y="701"/>
                  <a:pt x="139" y="693"/>
                  <a:pt x="139" y="686"/>
                </a:cubicBezTo>
                <a:cubicBezTo>
                  <a:pt x="139" y="679"/>
                  <a:pt x="137" y="672"/>
                  <a:pt x="135" y="665"/>
                </a:cubicBezTo>
                <a:cubicBezTo>
                  <a:pt x="461" y="665"/>
                  <a:pt x="461" y="665"/>
                  <a:pt x="461" y="665"/>
                </a:cubicBezTo>
                <a:cubicBezTo>
                  <a:pt x="459" y="672"/>
                  <a:pt x="457" y="679"/>
                  <a:pt x="457" y="686"/>
                </a:cubicBezTo>
                <a:cubicBezTo>
                  <a:pt x="457" y="693"/>
                  <a:pt x="458" y="701"/>
                  <a:pt x="461" y="708"/>
                </a:cubicBezTo>
                <a:close/>
                <a:moveTo>
                  <a:pt x="135" y="641"/>
                </a:moveTo>
                <a:cubicBezTo>
                  <a:pt x="137" y="634"/>
                  <a:pt x="139" y="627"/>
                  <a:pt x="139" y="619"/>
                </a:cubicBezTo>
                <a:cubicBezTo>
                  <a:pt x="139" y="612"/>
                  <a:pt x="137" y="605"/>
                  <a:pt x="135" y="598"/>
                </a:cubicBezTo>
                <a:cubicBezTo>
                  <a:pt x="461" y="598"/>
                  <a:pt x="461" y="598"/>
                  <a:pt x="461" y="598"/>
                </a:cubicBezTo>
                <a:cubicBezTo>
                  <a:pt x="458" y="605"/>
                  <a:pt x="457" y="612"/>
                  <a:pt x="457" y="619"/>
                </a:cubicBezTo>
                <a:cubicBezTo>
                  <a:pt x="457" y="627"/>
                  <a:pt x="459" y="634"/>
                  <a:pt x="461" y="641"/>
                </a:cubicBezTo>
                <a:lnTo>
                  <a:pt x="135" y="641"/>
                </a:lnTo>
                <a:close/>
                <a:moveTo>
                  <a:pt x="475" y="574"/>
                </a:moveTo>
                <a:cubicBezTo>
                  <a:pt x="428" y="574"/>
                  <a:pt x="428" y="574"/>
                  <a:pt x="428" y="574"/>
                </a:cubicBezTo>
                <a:cubicBezTo>
                  <a:pt x="426" y="531"/>
                  <a:pt x="402" y="492"/>
                  <a:pt x="364" y="470"/>
                </a:cubicBezTo>
                <a:cubicBezTo>
                  <a:pt x="364" y="190"/>
                  <a:pt x="364" y="190"/>
                  <a:pt x="364" y="190"/>
                </a:cubicBezTo>
                <a:cubicBezTo>
                  <a:pt x="364" y="187"/>
                  <a:pt x="363" y="184"/>
                  <a:pt x="361" y="181"/>
                </a:cubicBezTo>
                <a:cubicBezTo>
                  <a:pt x="309" y="129"/>
                  <a:pt x="309" y="129"/>
                  <a:pt x="309" y="129"/>
                </a:cubicBezTo>
                <a:cubicBezTo>
                  <a:pt x="304" y="125"/>
                  <a:pt x="296" y="125"/>
                  <a:pt x="292" y="129"/>
                </a:cubicBezTo>
                <a:cubicBezTo>
                  <a:pt x="242" y="179"/>
                  <a:pt x="242" y="179"/>
                  <a:pt x="242" y="179"/>
                </a:cubicBezTo>
                <a:cubicBezTo>
                  <a:pt x="240" y="181"/>
                  <a:pt x="239" y="184"/>
                  <a:pt x="239" y="187"/>
                </a:cubicBezTo>
                <a:cubicBezTo>
                  <a:pt x="239" y="190"/>
                  <a:pt x="240" y="193"/>
                  <a:pt x="242" y="196"/>
                </a:cubicBezTo>
                <a:cubicBezTo>
                  <a:pt x="266" y="220"/>
                  <a:pt x="266" y="220"/>
                  <a:pt x="266" y="220"/>
                </a:cubicBezTo>
                <a:cubicBezTo>
                  <a:pt x="241" y="244"/>
                  <a:pt x="241" y="244"/>
                  <a:pt x="241" y="244"/>
                </a:cubicBezTo>
                <a:cubicBezTo>
                  <a:pt x="237" y="249"/>
                  <a:pt x="237" y="256"/>
                  <a:pt x="241" y="261"/>
                </a:cubicBezTo>
                <a:cubicBezTo>
                  <a:pt x="256" y="276"/>
                  <a:pt x="256" y="276"/>
                  <a:pt x="256" y="276"/>
                </a:cubicBezTo>
                <a:cubicBezTo>
                  <a:pt x="265" y="286"/>
                  <a:pt x="265" y="286"/>
                  <a:pt x="265" y="286"/>
                </a:cubicBezTo>
                <a:cubicBezTo>
                  <a:pt x="241" y="309"/>
                  <a:pt x="241" y="309"/>
                  <a:pt x="241" y="309"/>
                </a:cubicBezTo>
                <a:cubicBezTo>
                  <a:pt x="239" y="312"/>
                  <a:pt x="237" y="315"/>
                  <a:pt x="238" y="319"/>
                </a:cubicBezTo>
                <a:cubicBezTo>
                  <a:pt x="238" y="322"/>
                  <a:pt x="239" y="324"/>
                  <a:pt x="241" y="326"/>
                </a:cubicBezTo>
                <a:cubicBezTo>
                  <a:pt x="256" y="341"/>
                  <a:pt x="256" y="341"/>
                  <a:pt x="256" y="341"/>
                </a:cubicBezTo>
                <a:cubicBezTo>
                  <a:pt x="265" y="350"/>
                  <a:pt x="265" y="350"/>
                  <a:pt x="265" y="350"/>
                </a:cubicBezTo>
                <a:cubicBezTo>
                  <a:pt x="235" y="380"/>
                  <a:pt x="235" y="380"/>
                  <a:pt x="235" y="380"/>
                </a:cubicBezTo>
                <a:cubicBezTo>
                  <a:pt x="233" y="383"/>
                  <a:pt x="232" y="385"/>
                  <a:pt x="232" y="389"/>
                </a:cubicBezTo>
                <a:cubicBezTo>
                  <a:pt x="232" y="470"/>
                  <a:pt x="232" y="470"/>
                  <a:pt x="232" y="470"/>
                </a:cubicBezTo>
                <a:cubicBezTo>
                  <a:pt x="194" y="492"/>
                  <a:pt x="171" y="531"/>
                  <a:pt x="167" y="574"/>
                </a:cubicBezTo>
                <a:cubicBezTo>
                  <a:pt x="120" y="574"/>
                  <a:pt x="120" y="574"/>
                  <a:pt x="120" y="574"/>
                </a:cubicBezTo>
                <a:cubicBezTo>
                  <a:pt x="110" y="541"/>
                  <a:pt x="95" y="507"/>
                  <a:pt x="80" y="474"/>
                </a:cubicBezTo>
                <a:cubicBezTo>
                  <a:pt x="52" y="412"/>
                  <a:pt x="23" y="348"/>
                  <a:pt x="23" y="289"/>
                </a:cubicBezTo>
                <a:cubicBezTo>
                  <a:pt x="23" y="143"/>
                  <a:pt x="147" y="25"/>
                  <a:pt x="298" y="25"/>
                </a:cubicBezTo>
                <a:cubicBezTo>
                  <a:pt x="449" y="25"/>
                  <a:pt x="572" y="143"/>
                  <a:pt x="572" y="289"/>
                </a:cubicBezTo>
                <a:cubicBezTo>
                  <a:pt x="572" y="347"/>
                  <a:pt x="545" y="407"/>
                  <a:pt x="517" y="470"/>
                </a:cubicBezTo>
                <a:cubicBezTo>
                  <a:pt x="501" y="504"/>
                  <a:pt x="486" y="539"/>
                  <a:pt x="475" y="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72D8E64-8827-F9A2-19EF-80E976FC33A7}"/>
              </a:ext>
            </a:extLst>
          </p:cNvPr>
          <p:cNvGrpSpPr/>
          <p:nvPr/>
        </p:nvGrpSpPr>
        <p:grpSpPr>
          <a:xfrm>
            <a:off x="762002" y="-526634"/>
            <a:ext cx="1974805" cy="1940665"/>
            <a:chOff x="4705927" y="2059783"/>
            <a:chExt cx="2783882" cy="27357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33D7AFC-9BF8-BA7A-B7CF-ED1B06D57F9E}"/>
                </a:ext>
              </a:extLst>
            </p:cNvPr>
            <p:cNvSpPr/>
            <p:nvPr/>
          </p:nvSpPr>
          <p:spPr>
            <a:xfrm>
              <a:off x="4705927" y="2059783"/>
              <a:ext cx="2783882" cy="2735755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rgbClr val="79AD8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CA335CA-5EB5-E584-351B-49A34C0EAEFD}"/>
                </a:ext>
              </a:extLst>
            </p:cNvPr>
            <p:cNvSpPr/>
            <p:nvPr/>
          </p:nvSpPr>
          <p:spPr>
            <a:xfrm>
              <a:off x="5965940" y="3236014"/>
              <a:ext cx="339868" cy="31558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rgbClr val="F4D66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16C56E4-446B-DE34-1993-ED2119A609A0}"/>
                </a:ext>
              </a:extLst>
            </p:cNvPr>
            <p:cNvSpPr/>
            <p:nvPr/>
          </p:nvSpPr>
          <p:spPr>
            <a:xfrm>
              <a:off x="4806406" y="2113814"/>
              <a:ext cx="2676209" cy="2650669"/>
            </a:xfrm>
            <a:custGeom>
              <a:avLst/>
              <a:gdLst>
                <a:gd name="connsiteX0" fmla="*/ 1208499 w 2676209"/>
                <a:gd name="connsiteY0" fmla="*/ 2000456 h 2650669"/>
                <a:gd name="connsiteX1" fmla="*/ 1195071 w 2676209"/>
                <a:gd name="connsiteY1" fmla="*/ 1979951 h 2650669"/>
                <a:gd name="connsiteX2" fmla="*/ 1197320 w 2676209"/>
                <a:gd name="connsiteY2" fmla="*/ 1972444 h 2650669"/>
                <a:gd name="connsiteX3" fmla="*/ 1212401 w 2676209"/>
                <a:gd name="connsiteY3" fmla="*/ 1954750 h 2650669"/>
                <a:gd name="connsiteX4" fmla="*/ 1216106 w 2676209"/>
                <a:gd name="connsiteY4" fmla="*/ 1952137 h 2650669"/>
                <a:gd name="connsiteX5" fmla="*/ 1240414 w 2676209"/>
                <a:gd name="connsiteY5" fmla="*/ 1968012 h 2650669"/>
                <a:gd name="connsiteX6" fmla="*/ 1240414 w 2676209"/>
                <a:gd name="connsiteY6" fmla="*/ 1969732 h 2650669"/>
                <a:gd name="connsiteX7" fmla="*/ 1239356 w 2676209"/>
                <a:gd name="connsiteY7" fmla="*/ 1984747 h 2650669"/>
                <a:gd name="connsiteX8" fmla="*/ 1243755 w 2676209"/>
                <a:gd name="connsiteY8" fmla="*/ 2000291 h 2650669"/>
                <a:gd name="connsiteX9" fmla="*/ 1240513 w 2676209"/>
                <a:gd name="connsiteY9" fmla="*/ 2004624 h 2650669"/>
                <a:gd name="connsiteX10" fmla="*/ 1229632 w 2676209"/>
                <a:gd name="connsiteY10" fmla="*/ 2004624 h 2650669"/>
                <a:gd name="connsiteX11" fmla="*/ 1214187 w 2676209"/>
                <a:gd name="connsiteY11" fmla="*/ 2001118 h 2650669"/>
                <a:gd name="connsiteX12" fmla="*/ 1208499 w 2676209"/>
                <a:gd name="connsiteY12" fmla="*/ 2000456 h 2650669"/>
                <a:gd name="connsiteX13" fmla="*/ 1745107 w 2676209"/>
                <a:gd name="connsiteY13" fmla="*/ 1247155 h 2650669"/>
                <a:gd name="connsiteX14" fmla="*/ 1738128 w 2676209"/>
                <a:gd name="connsiteY14" fmla="*/ 1243484 h 2650669"/>
                <a:gd name="connsiteX15" fmla="*/ 1722518 w 2676209"/>
                <a:gd name="connsiteY15" fmla="*/ 1251851 h 2650669"/>
                <a:gd name="connsiteX16" fmla="*/ 1718946 w 2676209"/>
                <a:gd name="connsiteY16" fmla="*/ 1259061 h 2650669"/>
                <a:gd name="connsiteX17" fmla="*/ 1732638 w 2676209"/>
                <a:gd name="connsiteY17" fmla="*/ 1271265 h 2650669"/>
                <a:gd name="connsiteX18" fmla="*/ 1747025 w 2676209"/>
                <a:gd name="connsiteY18" fmla="*/ 1256184 h 2650669"/>
                <a:gd name="connsiteX19" fmla="*/ 1745107 w 2676209"/>
                <a:gd name="connsiteY19" fmla="*/ 1247155 h 2650669"/>
                <a:gd name="connsiteX20" fmla="*/ 1196659 w 2676209"/>
                <a:gd name="connsiteY20" fmla="*/ 1715236 h 2650669"/>
                <a:gd name="connsiteX21" fmla="*/ 1194410 w 2676209"/>
                <a:gd name="connsiteY21" fmla="*/ 1725422 h 2650669"/>
                <a:gd name="connsiteX22" fmla="*/ 1207209 w 2676209"/>
                <a:gd name="connsiteY22" fmla="*/ 1741826 h 2650669"/>
                <a:gd name="connsiteX23" fmla="*/ 1218751 w 2676209"/>
                <a:gd name="connsiteY23" fmla="*/ 1739511 h 2650669"/>
                <a:gd name="connsiteX24" fmla="*/ 1222555 w 2676209"/>
                <a:gd name="connsiteY24" fmla="*/ 1730615 h 2650669"/>
                <a:gd name="connsiteX25" fmla="*/ 1208069 w 2676209"/>
                <a:gd name="connsiteY25" fmla="*/ 1715831 h 2650669"/>
                <a:gd name="connsiteX26" fmla="*/ 1196659 w 2676209"/>
                <a:gd name="connsiteY26" fmla="*/ 1715236 h 2650669"/>
                <a:gd name="connsiteX27" fmla="*/ 1628227 w 2676209"/>
                <a:gd name="connsiteY27" fmla="*/ 1364266 h 2650669"/>
                <a:gd name="connsiteX28" fmla="*/ 1628227 w 2676209"/>
                <a:gd name="connsiteY28" fmla="*/ 1360826 h 2650669"/>
                <a:gd name="connsiteX29" fmla="*/ 1619297 w 2676209"/>
                <a:gd name="connsiteY29" fmla="*/ 1355402 h 2650669"/>
                <a:gd name="connsiteX30" fmla="*/ 1614634 w 2676209"/>
                <a:gd name="connsiteY30" fmla="*/ 1360165 h 2650669"/>
                <a:gd name="connsiteX31" fmla="*/ 1608383 w 2676209"/>
                <a:gd name="connsiteY31" fmla="*/ 1373262 h 2650669"/>
                <a:gd name="connsiteX32" fmla="*/ 1609806 w 2676209"/>
                <a:gd name="connsiteY32" fmla="*/ 1380372 h 2650669"/>
                <a:gd name="connsiteX33" fmla="*/ 1615494 w 2676209"/>
                <a:gd name="connsiteY33" fmla="*/ 1382853 h 2650669"/>
                <a:gd name="connsiteX34" fmla="*/ 1628227 w 2676209"/>
                <a:gd name="connsiteY34" fmla="*/ 1364266 h 2650669"/>
                <a:gd name="connsiteX35" fmla="*/ 812847 w 2676209"/>
                <a:gd name="connsiteY35" fmla="*/ 1525595 h 2650669"/>
                <a:gd name="connsiteX36" fmla="*/ 814303 w 2676209"/>
                <a:gd name="connsiteY36" fmla="*/ 1522487 h 2650669"/>
                <a:gd name="connsiteX37" fmla="*/ 816982 w 2676209"/>
                <a:gd name="connsiteY37" fmla="*/ 1507736 h 2650669"/>
                <a:gd name="connsiteX38" fmla="*/ 813608 w 2676209"/>
                <a:gd name="connsiteY38" fmla="*/ 1503106 h 2650669"/>
                <a:gd name="connsiteX39" fmla="*/ 803356 w 2676209"/>
                <a:gd name="connsiteY39" fmla="*/ 1505123 h 2650669"/>
                <a:gd name="connsiteX40" fmla="*/ 810764 w 2676209"/>
                <a:gd name="connsiteY40" fmla="*/ 1518981 h 2650669"/>
                <a:gd name="connsiteX41" fmla="*/ 812847 w 2676209"/>
                <a:gd name="connsiteY41" fmla="*/ 1525595 h 2650669"/>
                <a:gd name="connsiteX42" fmla="*/ 1007680 w 2676209"/>
                <a:gd name="connsiteY42" fmla="*/ 1083047 h 2650669"/>
                <a:gd name="connsiteX43" fmla="*/ 995278 w 2676209"/>
                <a:gd name="connsiteY43" fmla="*/ 1079376 h 2650669"/>
                <a:gd name="connsiteX44" fmla="*/ 988002 w 2676209"/>
                <a:gd name="connsiteY44" fmla="*/ 1081757 h 2650669"/>
                <a:gd name="connsiteX45" fmla="*/ 985753 w 2676209"/>
                <a:gd name="connsiteY45" fmla="*/ 1084204 h 2650669"/>
                <a:gd name="connsiteX46" fmla="*/ 1003149 w 2676209"/>
                <a:gd name="connsiteY46" fmla="*/ 1100145 h 2650669"/>
                <a:gd name="connsiteX47" fmla="*/ 1004737 w 2676209"/>
                <a:gd name="connsiteY47" fmla="*/ 1099947 h 2650669"/>
                <a:gd name="connsiteX48" fmla="*/ 1009830 w 2676209"/>
                <a:gd name="connsiteY48" fmla="*/ 1091811 h 2650669"/>
                <a:gd name="connsiteX49" fmla="*/ 1007680 w 2676209"/>
                <a:gd name="connsiteY49" fmla="*/ 1083047 h 2650669"/>
                <a:gd name="connsiteX50" fmla="*/ 1221033 w 2676209"/>
                <a:gd name="connsiteY50" fmla="*/ 1931169 h 2650669"/>
                <a:gd name="connsiteX51" fmla="*/ 1219512 w 2676209"/>
                <a:gd name="connsiteY51" fmla="*/ 1937486 h 2650669"/>
                <a:gd name="connsiteX52" fmla="*/ 1230426 w 2676209"/>
                <a:gd name="connsiteY52" fmla="*/ 1945258 h 2650669"/>
                <a:gd name="connsiteX53" fmla="*/ 1240348 w 2676209"/>
                <a:gd name="connsiteY53" fmla="*/ 1936526 h 2650669"/>
                <a:gd name="connsiteX54" fmla="*/ 1234329 w 2676209"/>
                <a:gd name="connsiteY54" fmla="*/ 1925149 h 2650669"/>
                <a:gd name="connsiteX55" fmla="*/ 1221033 w 2676209"/>
                <a:gd name="connsiteY55" fmla="*/ 1931169 h 2650669"/>
                <a:gd name="connsiteX56" fmla="*/ 1249145 w 2676209"/>
                <a:gd name="connsiteY56" fmla="*/ 688355 h 2650669"/>
                <a:gd name="connsiteX57" fmla="*/ 1242101 w 2676209"/>
                <a:gd name="connsiteY57" fmla="*/ 684617 h 2650669"/>
                <a:gd name="connsiteX58" fmla="*/ 1235122 w 2676209"/>
                <a:gd name="connsiteY58" fmla="*/ 688487 h 2650669"/>
                <a:gd name="connsiteX59" fmla="*/ 1233403 w 2676209"/>
                <a:gd name="connsiteY59" fmla="*/ 695994 h 2650669"/>
                <a:gd name="connsiteX60" fmla="*/ 1238694 w 2676209"/>
                <a:gd name="connsiteY60" fmla="*/ 705619 h 2650669"/>
                <a:gd name="connsiteX61" fmla="*/ 1250898 w 2676209"/>
                <a:gd name="connsiteY61" fmla="*/ 694175 h 2650669"/>
                <a:gd name="connsiteX62" fmla="*/ 1249145 w 2676209"/>
                <a:gd name="connsiteY62" fmla="*/ 688355 h 2650669"/>
                <a:gd name="connsiteX63" fmla="*/ 1214915 w 2676209"/>
                <a:gd name="connsiteY63" fmla="*/ 614933 h 2650669"/>
                <a:gd name="connsiteX64" fmla="*/ 1208863 w 2676209"/>
                <a:gd name="connsiteY64" fmla="*/ 622308 h 2650669"/>
                <a:gd name="connsiteX65" fmla="*/ 1214452 w 2676209"/>
                <a:gd name="connsiteY65" fmla="*/ 631998 h 2650669"/>
                <a:gd name="connsiteX66" fmla="*/ 1221430 w 2676209"/>
                <a:gd name="connsiteY66" fmla="*/ 632197 h 2650669"/>
                <a:gd name="connsiteX67" fmla="*/ 1226325 w 2676209"/>
                <a:gd name="connsiteY67" fmla="*/ 630444 h 2650669"/>
                <a:gd name="connsiteX68" fmla="*/ 1225300 w 2676209"/>
                <a:gd name="connsiteY68" fmla="*/ 618802 h 2650669"/>
                <a:gd name="connsiteX69" fmla="*/ 1214915 w 2676209"/>
                <a:gd name="connsiteY69" fmla="*/ 614933 h 2650669"/>
                <a:gd name="connsiteX70" fmla="*/ 53394 w 2676209"/>
                <a:gd name="connsiteY70" fmla="*/ 1552848 h 2650669"/>
                <a:gd name="connsiteX71" fmla="*/ 42711 w 2676209"/>
                <a:gd name="connsiteY71" fmla="*/ 1551855 h 2650669"/>
                <a:gd name="connsiteX72" fmla="*/ 38875 w 2676209"/>
                <a:gd name="connsiteY72" fmla="*/ 1563662 h 2650669"/>
                <a:gd name="connsiteX73" fmla="*/ 40396 w 2676209"/>
                <a:gd name="connsiteY73" fmla="*/ 1571865 h 2650669"/>
                <a:gd name="connsiteX74" fmla="*/ 47970 w 2676209"/>
                <a:gd name="connsiteY74" fmla="*/ 1571203 h 2650669"/>
                <a:gd name="connsiteX75" fmla="*/ 47011 w 2676209"/>
                <a:gd name="connsiteY75" fmla="*/ 1565085 h 2650669"/>
                <a:gd name="connsiteX76" fmla="*/ 52534 w 2676209"/>
                <a:gd name="connsiteY76" fmla="*/ 1560752 h 2650669"/>
                <a:gd name="connsiteX77" fmla="*/ 53394 w 2676209"/>
                <a:gd name="connsiteY77" fmla="*/ 1552848 h 2650669"/>
                <a:gd name="connsiteX78" fmla="*/ 1879714 w 2676209"/>
                <a:gd name="connsiteY78" fmla="*/ 1355799 h 2650669"/>
                <a:gd name="connsiteX79" fmla="*/ 1879780 w 2676209"/>
                <a:gd name="connsiteY79" fmla="*/ 1348788 h 2650669"/>
                <a:gd name="connsiteX80" fmla="*/ 1879184 w 2676209"/>
                <a:gd name="connsiteY80" fmla="*/ 1342372 h 2650669"/>
                <a:gd name="connsiteX81" fmla="*/ 1864269 w 2676209"/>
                <a:gd name="connsiteY81" fmla="*/ 1337774 h 2650669"/>
                <a:gd name="connsiteX82" fmla="*/ 1865558 w 2676209"/>
                <a:gd name="connsiteY82" fmla="*/ 1347266 h 2650669"/>
                <a:gd name="connsiteX83" fmla="*/ 1873430 w 2676209"/>
                <a:gd name="connsiteY83" fmla="*/ 1357453 h 2650669"/>
                <a:gd name="connsiteX84" fmla="*/ 1876373 w 2676209"/>
                <a:gd name="connsiteY84" fmla="*/ 1358544 h 2650669"/>
                <a:gd name="connsiteX85" fmla="*/ 1879714 w 2676209"/>
                <a:gd name="connsiteY85" fmla="*/ 1355799 h 2650669"/>
                <a:gd name="connsiteX86" fmla="*/ 1219446 w 2676209"/>
                <a:gd name="connsiteY86" fmla="*/ 1568226 h 2650669"/>
                <a:gd name="connsiteX87" fmla="*/ 1224473 w 2676209"/>
                <a:gd name="connsiteY87" fmla="*/ 1574576 h 2650669"/>
                <a:gd name="connsiteX88" fmla="*/ 1228078 w 2676209"/>
                <a:gd name="connsiteY88" fmla="*/ 1575073 h 2650669"/>
                <a:gd name="connsiteX89" fmla="*/ 1232708 w 2676209"/>
                <a:gd name="connsiteY89" fmla="*/ 1575040 h 2650669"/>
                <a:gd name="connsiteX90" fmla="*/ 1240447 w 2676209"/>
                <a:gd name="connsiteY90" fmla="*/ 1564390 h 2650669"/>
                <a:gd name="connsiteX91" fmla="*/ 1232444 w 2676209"/>
                <a:gd name="connsiteY91" fmla="*/ 1561215 h 2650669"/>
                <a:gd name="connsiteX92" fmla="*/ 1224308 w 2676209"/>
                <a:gd name="connsiteY92" fmla="*/ 1561876 h 2650669"/>
                <a:gd name="connsiteX93" fmla="*/ 1219446 w 2676209"/>
                <a:gd name="connsiteY93" fmla="*/ 1568226 h 2650669"/>
                <a:gd name="connsiteX94" fmla="*/ 1841316 w 2676209"/>
                <a:gd name="connsiteY94" fmla="*/ 859507 h 2650669"/>
                <a:gd name="connsiteX95" fmla="*/ 1846508 w 2676209"/>
                <a:gd name="connsiteY95" fmla="*/ 869330 h 2650669"/>
                <a:gd name="connsiteX96" fmla="*/ 1853586 w 2676209"/>
                <a:gd name="connsiteY96" fmla="*/ 866188 h 2650669"/>
                <a:gd name="connsiteX97" fmla="*/ 1859076 w 2676209"/>
                <a:gd name="connsiteY97" fmla="*/ 854447 h 2650669"/>
                <a:gd name="connsiteX98" fmla="*/ 1857952 w 2676209"/>
                <a:gd name="connsiteY98" fmla="*/ 849651 h 2650669"/>
                <a:gd name="connsiteX99" fmla="*/ 1855670 w 2676209"/>
                <a:gd name="connsiteY99" fmla="*/ 850213 h 2650669"/>
                <a:gd name="connsiteX100" fmla="*/ 1849187 w 2676209"/>
                <a:gd name="connsiteY100" fmla="*/ 852429 h 2650669"/>
                <a:gd name="connsiteX101" fmla="*/ 1841316 w 2676209"/>
                <a:gd name="connsiteY101" fmla="*/ 859507 h 2650669"/>
                <a:gd name="connsiteX102" fmla="*/ 1785456 w 2676209"/>
                <a:gd name="connsiteY102" fmla="*/ 1379380 h 2650669"/>
                <a:gd name="connsiteX103" fmla="*/ 1792269 w 2676209"/>
                <a:gd name="connsiteY103" fmla="*/ 1372931 h 2650669"/>
                <a:gd name="connsiteX104" fmla="*/ 1780759 w 2676209"/>
                <a:gd name="connsiteY104" fmla="*/ 1362050 h 2650669"/>
                <a:gd name="connsiteX105" fmla="*/ 1774906 w 2676209"/>
                <a:gd name="connsiteY105" fmla="*/ 1365688 h 2650669"/>
                <a:gd name="connsiteX106" fmla="*/ 1785456 w 2676209"/>
                <a:gd name="connsiteY106" fmla="*/ 1379380 h 2650669"/>
                <a:gd name="connsiteX107" fmla="*/ 779179 w 2676209"/>
                <a:gd name="connsiteY107" fmla="*/ 1830991 h 2650669"/>
                <a:gd name="connsiteX108" fmla="*/ 775343 w 2676209"/>
                <a:gd name="connsiteY108" fmla="*/ 1824442 h 2650669"/>
                <a:gd name="connsiteX109" fmla="*/ 768728 w 2676209"/>
                <a:gd name="connsiteY109" fmla="*/ 1826559 h 2650669"/>
                <a:gd name="connsiteX110" fmla="*/ 764594 w 2676209"/>
                <a:gd name="connsiteY110" fmla="*/ 1828940 h 2650669"/>
                <a:gd name="connsiteX111" fmla="*/ 762808 w 2676209"/>
                <a:gd name="connsiteY111" fmla="*/ 1839424 h 2650669"/>
                <a:gd name="connsiteX112" fmla="*/ 769787 w 2676209"/>
                <a:gd name="connsiteY112" fmla="*/ 1840979 h 2650669"/>
                <a:gd name="connsiteX113" fmla="*/ 779179 w 2676209"/>
                <a:gd name="connsiteY113" fmla="*/ 1830991 h 2650669"/>
                <a:gd name="connsiteX114" fmla="*/ 2516863 w 2676209"/>
                <a:gd name="connsiteY114" fmla="*/ 1149788 h 2650669"/>
                <a:gd name="connsiteX115" fmla="*/ 2503634 w 2676209"/>
                <a:gd name="connsiteY115" fmla="*/ 1156204 h 2650669"/>
                <a:gd name="connsiteX116" fmla="*/ 2501650 w 2676209"/>
                <a:gd name="connsiteY116" fmla="*/ 1160239 h 2650669"/>
                <a:gd name="connsiteX117" fmla="*/ 2505123 w 2676209"/>
                <a:gd name="connsiteY117" fmla="*/ 1162984 h 2650669"/>
                <a:gd name="connsiteX118" fmla="*/ 2511638 w 2676209"/>
                <a:gd name="connsiteY118" fmla="*/ 1161793 h 2650669"/>
                <a:gd name="connsiteX119" fmla="*/ 2518914 w 2676209"/>
                <a:gd name="connsiteY119" fmla="*/ 1160735 h 2650669"/>
                <a:gd name="connsiteX120" fmla="*/ 2526091 w 2676209"/>
                <a:gd name="connsiteY120" fmla="*/ 1156171 h 2650669"/>
                <a:gd name="connsiteX121" fmla="*/ 2516863 w 2676209"/>
                <a:gd name="connsiteY121" fmla="*/ 1149788 h 2650669"/>
                <a:gd name="connsiteX122" fmla="*/ 1620554 w 2676209"/>
                <a:gd name="connsiteY122" fmla="*/ 1479723 h 2650669"/>
                <a:gd name="connsiteX123" fmla="*/ 1607987 w 2676209"/>
                <a:gd name="connsiteY123" fmla="*/ 1466792 h 2650669"/>
                <a:gd name="connsiteX124" fmla="*/ 1600314 w 2676209"/>
                <a:gd name="connsiteY124" fmla="*/ 1469768 h 2650669"/>
                <a:gd name="connsiteX125" fmla="*/ 1607127 w 2676209"/>
                <a:gd name="connsiteY125" fmla="*/ 1475259 h 2650669"/>
                <a:gd name="connsiteX126" fmla="*/ 1613212 w 2676209"/>
                <a:gd name="connsiteY126" fmla="*/ 1481443 h 2650669"/>
                <a:gd name="connsiteX127" fmla="*/ 1620554 w 2676209"/>
                <a:gd name="connsiteY127" fmla="*/ 1479723 h 2650669"/>
                <a:gd name="connsiteX128" fmla="*/ 1605241 w 2676209"/>
                <a:gd name="connsiteY128" fmla="*/ 743917 h 2650669"/>
                <a:gd name="connsiteX129" fmla="*/ 1613741 w 2676209"/>
                <a:gd name="connsiteY129" fmla="*/ 735715 h 2650669"/>
                <a:gd name="connsiteX130" fmla="*/ 1606201 w 2676209"/>
                <a:gd name="connsiteY130" fmla="*/ 728373 h 2650669"/>
                <a:gd name="connsiteX131" fmla="*/ 1596841 w 2676209"/>
                <a:gd name="connsiteY131" fmla="*/ 733565 h 2650669"/>
                <a:gd name="connsiteX132" fmla="*/ 1605241 w 2676209"/>
                <a:gd name="connsiteY132" fmla="*/ 743917 h 2650669"/>
                <a:gd name="connsiteX133" fmla="*/ 1038471 w 2676209"/>
                <a:gd name="connsiteY133" fmla="*/ 1045608 h 2650669"/>
                <a:gd name="connsiteX134" fmla="*/ 1036288 w 2676209"/>
                <a:gd name="connsiteY134" fmla="*/ 1051528 h 2650669"/>
                <a:gd name="connsiteX135" fmla="*/ 1044821 w 2676209"/>
                <a:gd name="connsiteY135" fmla="*/ 1060028 h 2650669"/>
                <a:gd name="connsiteX136" fmla="*/ 1050642 w 2676209"/>
                <a:gd name="connsiteY136" fmla="*/ 1060954 h 2650669"/>
                <a:gd name="connsiteX137" fmla="*/ 1055371 w 2676209"/>
                <a:gd name="connsiteY137" fmla="*/ 1055100 h 2650669"/>
                <a:gd name="connsiteX138" fmla="*/ 1038471 w 2676209"/>
                <a:gd name="connsiteY138" fmla="*/ 1045608 h 2650669"/>
                <a:gd name="connsiteX139" fmla="*/ 1388349 w 2676209"/>
                <a:gd name="connsiteY139" fmla="*/ 1278111 h 2650669"/>
                <a:gd name="connsiteX140" fmla="*/ 1394170 w 2676209"/>
                <a:gd name="connsiteY140" fmla="*/ 1269049 h 2650669"/>
                <a:gd name="connsiteX141" fmla="*/ 1383421 w 2676209"/>
                <a:gd name="connsiteY141" fmla="*/ 1260748 h 2650669"/>
                <a:gd name="connsiteX142" fmla="*/ 1376840 w 2676209"/>
                <a:gd name="connsiteY142" fmla="*/ 1265841 h 2650669"/>
                <a:gd name="connsiteX143" fmla="*/ 1383785 w 2676209"/>
                <a:gd name="connsiteY143" fmla="*/ 1276788 h 2650669"/>
                <a:gd name="connsiteX144" fmla="*/ 1388349 w 2676209"/>
                <a:gd name="connsiteY144" fmla="*/ 1278111 h 2650669"/>
                <a:gd name="connsiteX145" fmla="*/ 356772 w 2676209"/>
                <a:gd name="connsiteY145" fmla="*/ 2278534 h 2650669"/>
                <a:gd name="connsiteX146" fmla="*/ 352042 w 2676209"/>
                <a:gd name="connsiteY146" fmla="*/ 2273506 h 2650669"/>
                <a:gd name="connsiteX147" fmla="*/ 339508 w 2676209"/>
                <a:gd name="connsiteY147" fmla="*/ 2279757 h 2650669"/>
                <a:gd name="connsiteX148" fmla="*/ 345759 w 2676209"/>
                <a:gd name="connsiteY148" fmla="*/ 2288918 h 2650669"/>
                <a:gd name="connsiteX149" fmla="*/ 346982 w 2676209"/>
                <a:gd name="connsiteY149" fmla="*/ 2290142 h 2650669"/>
                <a:gd name="connsiteX150" fmla="*/ 352605 w 2676209"/>
                <a:gd name="connsiteY150" fmla="*/ 2289381 h 2650669"/>
                <a:gd name="connsiteX151" fmla="*/ 356772 w 2676209"/>
                <a:gd name="connsiteY151" fmla="*/ 2278534 h 2650669"/>
                <a:gd name="connsiteX152" fmla="*/ 321582 w 2676209"/>
                <a:gd name="connsiteY152" fmla="*/ 1267726 h 2650669"/>
                <a:gd name="connsiteX153" fmla="*/ 307989 w 2676209"/>
                <a:gd name="connsiteY153" fmla="*/ 1276193 h 2650669"/>
                <a:gd name="connsiteX154" fmla="*/ 317812 w 2676209"/>
                <a:gd name="connsiteY154" fmla="*/ 1284990 h 2650669"/>
                <a:gd name="connsiteX155" fmla="*/ 325088 w 2676209"/>
                <a:gd name="connsiteY155" fmla="*/ 1273679 h 2650669"/>
                <a:gd name="connsiteX156" fmla="*/ 321582 w 2676209"/>
                <a:gd name="connsiteY156" fmla="*/ 1267726 h 2650669"/>
                <a:gd name="connsiteX157" fmla="*/ 1404290 w 2676209"/>
                <a:gd name="connsiteY157" fmla="*/ 2580721 h 2650669"/>
                <a:gd name="connsiteX158" fmla="*/ 1403001 w 2676209"/>
                <a:gd name="connsiteY158" fmla="*/ 2576256 h 2650669"/>
                <a:gd name="connsiteX159" fmla="*/ 1404290 w 2676209"/>
                <a:gd name="connsiteY159" fmla="*/ 2580985 h 2650669"/>
                <a:gd name="connsiteX160" fmla="*/ 1404290 w 2676209"/>
                <a:gd name="connsiteY160" fmla="*/ 2580721 h 2650669"/>
                <a:gd name="connsiteX161" fmla="*/ 1162097 w 2676209"/>
                <a:gd name="connsiteY161" fmla="*/ 1243318 h 2650669"/>
                <a:gd name="connsiteX162" fmla="*/ 1168910 w 2676209"/>
                <a:gd name="connsiteY162" fmla="*/ 1231941 h 2650669"/>
                <a:gd name="connsiteX163" fmla="*/ 1162296 w 2676209"/>
                <a:gd name="connsiteY163" fmla="*/ 1225856 h 2650669"/>
                <a:gd name="connsiteX164" fmla="*/ 1153102 w 2676209"/>
                <a:gd name="connsiteY164" fmla="*/ 1235315 h 2650669"/>
                <a:gd name="connsiteX165" fmla="*/ 1162097 w 2676209"/>
                <a:gd name="connsiteY165" fmla="*/ 1243318 h 2650669"/>
                <a:gd name="connsiteX166" fmla="*/ 1561916 w 2676209"/>
                <a:gd name="connsiteY166" fmla="*/ 1568028 h 2650669"/>
                <a:gd name="connsiteX167" fmla="*/ 1568861 w 2676209"/>
                <a:gd name="connsiteY167" fmla="*/ 1563729 h 2650669"/>
                <a:gd name="connsiteX168" fmla="*/ 1558278 w 2676209"/>
                <a:gd name="connsiteY168" fmla="*/ 1554137 h 2650669"/>
                <a:gd name="connsiteX169" fmla="*/ 1551333 w 2676209"/>
                <a:gd name="connsiteY169" fmla="*/ 1558470 h 2650669"/>
                <a:gd name="connsiteX170" fmla="*/ 1561916 w 2676209"/>
                <a:gd name="connsiteY170" fmla="*/ 1568028 h 2650669"/>
                <a:gd name="connsiteX171" fmla="*/ 972193 w 2676209"/>
                <a:gd name="connsiteY171" fmla="*/ 1427071 h 2650669"/>
                <a:gd name="connsiteX172" fmla="*/ 974938 w 2676209"/>
                <a:gd name="connsiteY172" fmla="*/ 1436266 h 2650669"/>
                <a:gd name="connsiteX173" fmla="*/ 978344 w 2676209"/>
                <a:gd name="connsiteY173" fmla="*/ 1442351 h 2650669"/>
                <a:gd name="connsiteX174" fmla="*/ 986017 w 2676209"/>
                <a:gd name="connsiteY174" fmla="*/ 1440168 h 2650669"/>
                <a:gd name="connsiteX175" fmla="*/ 987142 w 2676209"/>
                <a:gd name="connsiteY175" fmla="*/ 1428758 h 2650669"/>
                <a:gd name="connsiteX176" fmla="*/ 975235 w 2676209"/>
                <a:gd name="connsiteY176" fmla="*/ 1424922 h 2650669"/>
                <a:gd name="connsiteX177" fmla="*/ 972193 w 2676209"/>
                <a:gd name="connsiteY177" fmla="*/ 1427071 h 2650669"/>
                <a:gd name="connsiteX178" fmla="*/ 1268328 w 2676209"/>
                <a:gd name="connsiteY178" fmla="*/ 824350 h 2650669"/>
                <a:gd name="connsiteX179" fmla="*/ 1278713 w 2676209"/>
                <a:gd name="connsiteY179" fmla="*/ 817703 h 2650669"/>
                <a:gd name="connsiteX180" fmla="*/ 1267170 w 2676209"/>
                <a:gd name="connsiteY180" fmla="*/ 807318 h 2650669"/>
                <a:gd name="connsiteX181" fmla="*/ 1261349 w 2676209"/>
                <a:gd name="connsiteY181" fmla="*/ 816016 h 2650669"/>
                <a:gd name="connsiteX182" fmla="*/ 1268328 w 2676209"/>
                <a:gd name="connsiteY182" fmla="*/ 824350 h 2650669"/>
                <a:gd name="connsiteX183" fmla="*/ 11259 w 2676209"/>
                <a:gd name="connsiteY183" fmla="*/ 973079 h 2650669"/>
                <a:gd name="connsiteX184" fmla="*/ 15856 w 2676209"/>
                <a:gd name="connsiteY184" fmla="*/ 970665 h 2650669"/>
                <a:gd name="connsiteX185" fmla="*/ 13740 w 2676209"/>
                <a:gd name="connsiteY185" fmla="*/ 958825 h 2650669"/>
                <a:gd name="connsiteX186" fmla="*/ 6563 w 2676209"/>
                <a:gd name="connsiteY186" fmla="*/ 956973 h 2650669"/>
                <a:gd name="connsiteX187" fmla="*/ 411 w 2676209"/>
                <a:gd name="connsiteY187" fmla="*/ 958891 h 2650669"/>
                <a:gd name="connsiteX188" fmla="*/ 1370 w 2676209"/>
                <a:gd name="connsiteY188" fmla="*/ 967126 h 2650669"/>
                <a:gd name="connsiteX189" fmla="*/ 11259 w 2676209"/>
                <a:gd name="connsiteY189" fmla="*/ 973079 h 2650669"/>
                <a:gd name="connsiteX190" fmla="*/ 1925189 w 2676209"/>
                <a:gd name="connsiteY190" fmla="*/ 1451115 h 2650669"/>
                <a:gd name="connsiteX191" fmla="*/ 1918640 w 2676209"/>
                <a:gd name="connsiteY191" fmla="*/ 1442516 h 2650669"/>
                <a:gd name="connsiteX192" fmla="*/ 1908652 w 2676209"/>
                <a:gd name="connsiteY192" fmla="*/ 1455216 h 2650669"/>
                <a:gd name="connsiteX193" fmla="*/ 1914606 w 2676209"/>
                <a:gd name="connsiteY193" fmla="*/ 1459747 h 2650669"/>
                <a:gd name="connsiteX194" fmla="*/ 1917549 w 2676209"/>
                <a:gd name="connsiteY194" fmla="*/ 1459218 h 2650669"/>
                <a:gd name="connsiteX195" fmla="*/ 1925189 w 2676209"/>
                <a:gd name="connsiteY195" fmla="*/ 1451115 h 2650669"/>
                <a:gd name="connsiteX196" fmla="*/ 2569714 w 2676209"/>
                <a:gd name="connsiteY196" fmla="*/ 1348126 h 2650669"/>
                <a:gd name="connsiteX197" fmla="*/ 2576329 w 2676209"/>
                <a:gd name="connsiteY197" fmla="*/ 1344951 h 2650669"/>
                <a:gd name="connsiteX198" fmla="*/ 2561380 w 2676209"/>
                <a:gd name="connsiteY198" fmla="*/ 1342173 h 2650669"/>
                <a:gd name="connsiteX199" fmla="*/ 2569714 w 2676209"/>
                <a:gd name="connsiteY199" fmla="*/ 1348126 h 2650669"/>
                <a:gd name="connsiteX200" fmla="*/ 1462333 w 2676209"/>
                <a:gd name="connsiteY200" fmla="*/ 855472 h 2650669"/>
                <a:gd name="connsiteX201" fmla="*/ 1470370 w 2676209"/>
                <a:gd name="connsiteY201" fmla="*/ 854645 h 2650669"/>
                <a:gd name="connsiteX202" fmla="*/ 1474372 w 2676209"/>
                <a:gd name="connsiteY202" fmla="*/ 844492 h 2650669"/>
                <a:gd name="connsiteX203" fmla="*/ 1466534 w 2676209"/>
                <a:gd name="connsiteY203" fmla="*/ 837976 h 2650669"/>
                <a:gd name="connsiteX204" fmla="*/ 1463359 w 2676209"/>
                <a:gd name="connsiteY204" fmla="*/ 840589 h 2650669"/>
                <a:gd name="connsiteX205" fmla="*/ 1460547 w 2676209"/>
                <a:gd name="connsiteY205" fmla="*/ 849618 h 2650669"/>
                <a:gd name="connsiteX206" fmla="*/ 1462333 w 2676209"/>
                <a:gd name="connsiteY206" fmla="*/ 855472 h 2650669"/>
                <a:gd name="connsiteX207" fmla="*/ 975269 w 2676209"/>
                <a:gd name="connsiteY207" fmla="*/ 1334070 h 2650669"/>
                <a:gd name="connsiteX208" fmla="*/ 971366 w 2676209"/>
                <a:gd name="connsiteY208" fmla="*/ 1341842 h 2650669"/>
                <a:gd name="connsiteX209" fmla="*/ 973053 w 2676209"/>
                <a:gd name="connsiteY209" fmla="*/ 1347696 h 2650669"/>
                <a:gd name="connsiteX210" fmla="*/ 979998 w 2676209"/>
                <a:gd name="connsiteY210" fmla="*/ 1351202 h 2650669"/>
                <a:gd name="connsiteX211" fmla="*/ 985422 w 2676209"/>
                <a:gd name="connsiteY211" fmla="*/ 1342636 h 2650669"/>
                <a:gd name="connsiteX212" fmla="*/ 975269 w 2676209"/>
                <a:gd name="connsiteY212" fmla="*/ 1334070 h 2650669"/>
                <a:gd name="connsiteX213" fmla="*/ 905088 w 2676209"/>
                <a:gd name="connsiteY213" fmla="*/ 1679186 h 2650669"/>
                <a:gd name="connsiteX214" fmla="*/ 896522 w 2676209"/>
                <a:gd name="connsiteY214" fmla="*/ 1669330 h 2650669"/>
                <a:gd name="connsiteX215" fmla="*/ 888287 w 2676209"/>
                <a:gd name="connsiteY215" fmla="*/ 1675184 h 2650669"/>
                <a:gd name="connsiteX216" fmla="*/ 897977 w 2676209"/>
                <a:gd name="connsiteY216" fmla="*/ 1683320 h 2650669"/>
                <a:gd name="connsiteX217" fmla="*/ 905088 w 2676209"/>
                <a:gd name="connsiteY217" fmla="*/ 1679186 h 2650669"/>
                <a:gd name="connsiteX218" fmla="*/ 2480649 w 2676209"/>
                <a:gd name="connsiteY218" fmla="*/ 1522685 h 2650669"/>
                <a:gd name="connsiteX219" fmla="*/ 2470164 w 2676209"/>
                <a:gd name="connsiteY219" fmla="*/ 1532475 h 2650669"/>
                <a:gd name="connsiteX220" fmla="*/ 2477308 w 2676209"/>
                <a:gd name="connsiteY220" fmla="*/ 1536675 h 2650669"/>
                <a:gd name="connsiteX221" fmla="*/ 2484022 w 2676209"/>
                <a:gd name="connsiteY221" fmla="*/ 1529928 h 2650669"/>
                <a:gd name="connsiteX222" fmla="*/ 2480649 w 2676209"/>
                <a:gd name="connsiteY222" fmla="*/ 1522685 h 2650669"/>
                <a:gd name="connsiteX223" fmla="*/ 2310257 w 2676209"/>
                <a:gd name="connsiteY223" fmla="*/ 1382787 h 2650669"/>
                <a:gd name="connsiteX224" fmla="*/ 2312870 w 2676209"/>
                <a:gd name="connsiteY224" fmla="*/ 1372666 h 2650669"/>
                <a:gd name="connsiteX225" fmla="*/ 2307049 w 2676209"/>
                <a:gd name="connsiteY225" fmla="*/ 1369028 h 2650669"/>
                <a:gd name="connsiteX226" fmla="*/ 2303378 w 2676209"/>
                <a:gd name="connsiteY226" fmla="*/ 1369028 h 2650669"/>
                <a:gd name="connsiteX227" fmla="*/ 2296102 w 2676209"/>
                <a:gd name="connsiteY227" fmla="*/ 1370682 h 2650669"/>
                <a:gd name="connsiteX228" fmla="*/ 2301360 w 2676209"/>
                <a:gd name="connsiteY228" fmla="*/ 1376602 h 2650669"/>
                <a:gd name="connsiteX229" fmla="*/ 2302452 w 2676209"/>
                <a:gd name="connsiteY229" fmla="*/ 1377826 h 2650669"/>
                <a:gd name="connsiteX230" fmla="*/ 2310257 w 2676209"/>
                <a:gd name="connsiteY230" fmla="*/ 1382787 h 2650669"/>
                <a:gd name="connsiteX231" fmla="*/ 962932 w 2676209"/>
                <a:gd name="connsiteY231" fmla="*/ 178106 h 2650669"/>
                <a:gd name="connsiteX232" fmla="*/ 971399 w 2676209"/>
                <a:gd name="connsiteY232" fmla="*/ 173971 h 2650669"/>
                <a:gd name="connsiteX233" fmla="*/ 964487 w 2676209"/>
                <a:gd name="connsiteY233" fmla="*/ 164248 h 2650669"/>
                <a:gd name="connsiteX234" fmla="*/ 957409 w 2676209"/>
                <a:gd name="connsiteY234" fmla="*/ 173905 h 2650669"/>
                <a:gd name="connsiteX235" fmla="*/ 962932 w 2676209"/>
                <a:gd name="connsiteY235" fmla="*/ 178106 h 2650669"/>
                <a:gd name="connsiteX236" fmla="*/ 1248782 w 2676209"/>
                <a:gd name="connsiteY236" fmla="*/ 1047526 h 2650669"/>
                <a:gd name="connsiteX237" fmla="*/ 1257414 w 2676209"/>
                <a:gd name="connsiteY237" fmla="*/ 1039622 h 2650669"/>
                <a:gd name="connsiteX238" fmla="*/ 1246665 w 2676209"/>
                <a:gd name="connsiteY238" fmla="*/ 1033801 h 2650669"/>
                <a:gd name="connsiteX239" fmla="*/ 1240745 w 2676209"/>
                <a:gd name="connsiteY239" fmla="*/ 1042566 h 2650669"/>
                <a:gd name="connsiteX240" fmla="*/ 1248782 w 2676209"/>
                <a:gd name="connsiteY240" fmla="*/ 1047526 h 2650669"/>
                <a:gd name="connsiteX241" fmla="*/ 256396 w 2676209"/>
                <a:gd name="connsiteY241" fmla="*/ 2391213 h 2650669"/>
                <a:gd name="connsiteX242" fmla="*/ 260993 w 2676209"/>
                <a:gd name="connsiteY242" fmla="*/ 2388038 h 2650669"/>
                <a:gd name="connsiteX243" fmla="*/ 259637 w 2676209"/>
                <a:gd name="connsiteY243" fmla="*/ 2380927 h 2650669"/>
                <a:gd name="connsiteX244" fmla="*/ 259207 w 2676209"/>
                <a:gd name="connsiteY244" fmla="*/ 2380497 h 2650669"/>
                <a:gd name="connsiteX245" fmla="*/ 253121 w 2676209"/>
                <a:gd name="connsiteY245" fmla="*/ 2389460 h 2650669"/>
                <a:gd name="connsiteX246" fmla="*/ 256396 w 2676209"/>
                <a:gd name="connsiteY246" fmla="*/ 2391213 h 2650669"/>
                <a:gd name="connsiteX247" fmla="*/ 1719376 w 2676209"/>
                <a:gd name="connsiteY247" fmla="*/ 1328547 h 2650669"/>
                <a:gd name="connsiteX248" fmla="*/ 1722551 w 2676209"/>
                <a:gd name="connsiteY248" fmla="*/ 1322991 h 2650669"/>
                <a:gd name="connsiteX249" fmla="*/ 1720931 w 2676209"/>
                <a:gd name="connsiteY249" fmla="*/ 1316542 h 2650669"/>
                <a:gd name="connsiteX250" fmla="*/ 1710281 w 2676209"/>
                <a:gd name="connsiteY250" fmla="*/ 1313631 h 2650669"/>
                <a:gd name="connsiteX251" fmla="*/ 1711637 w 2676209"/>
                <a:gd name="connsiteY251" fmla="*/ 1321899 h 2650669"/>
                <a:gd name="connsiteX252" fmla="*/ 1715606 w 2676209"/>
                <a:gd name="connsiteY252" fmla="*/ 1329010 h 2650669"/>
                <a:gd name="connsiteX253" fmla="*/ 1719376 w 2676209"/>
                <a:gd name="connsiteY253" fmla="*/ 1328547 h 2650669"/>
                <a:gd name="connsiteX254" fmla="*/ 1105675 w 2676209"/>
                <a:gd name="connsiteY254" fmla="*/ 268229 h 2650669"/>
                <a:gd name="connsiteX255" fmla="*/ 1111165 w 2676209"/>
                <a:gd name="connsiteY255" fmla="*/ 261152 h 2650669"/>
                <a:gd name="connsiteX256" fmla="*/ 1103823 w 2676209"/>
                <a:gd name="connsiteY256" fmla="*/ 251693 h 2650669"/>
                <a:gd name="connsiteX257" fmla="*/ 1097705 w 2676209"/>
                <a:gd name="connsiteY257" fmla="*/ 262078 h 2650669"/>
                <a:gd name="connsiteX258" fmla="*/ 1105675 w 2676209"/>
                <a:gd name="connsiteY258" fmla="*/ 268229 h 2650669"/>
                <a:gd name="connsiteX259" fmla="*/ 224910 w 2676209"/>
                <a:gd name="connsiteY259" fmla="*/ 2116212 h 2650669"/>
                <a:gd name="connsiteX260" fmla="*/ 230632 w 2676209"/>
                <a:gd name="connsiteY260" fmla="*/ 2111317 h 2650669"/>
                <a:gd name="connsiteX261" fmla="*/ 221702 w 2676209"/>
                <a:gd name="connsiteY261" fmla="*/ 2099345 h 2650669"/>
                <a:gd name="connsiteX262" fmla="*/ 219255 w 2676209"/>
                <a:gd name="connsiteY262" fmla="*/ 2101693 h 2650669"/>
                <a:gd name="connsiteX263" fmla="*/ 219189 w 2676209"/>
                <a:gd name="connsiteY263" fmla="*/ 2113533 h 2650669"/>
                <a:gd name="connsiteX264" fmla="*/ 224910 w 2676209"/>
                <a:gd name="connsiteY264" fmla="*/ 2116212 h 2650669"/>
                <a:gd name="connsiteX265" fmla="*/ 1315258 w 2676209"/>
                <a:gd name="connsiteY265" fmla="*/ 1369227 h 2650669"/>
                <a:gd name="connsiteX266" fmla="*/ 1305998 w 2676209"/>
                <a:gd name="connsiteY266" fmla="*/ 1371641 h 2650669"/>
                <a:gd name="connsiteX267" fmla="*/ 1304377 w 2676209"/>
                <a:gd name="connsiteY267" fmla="*/ 1375279 h 2650669"/>
                <a:gd name="connsiteX268" fmla="*/ 1311719 w 2676209"/>
                <a:gd name="connsiteY268" fmla="*/ 1386094 h 2650669"/>
                <a:gd name="connsiteX269" fmla="*/ 1315093 w 2676209"/>
                <a:gd name="connsiteY269" fmla="*/ 1386524 h 2650669"/>
                <a:gd name="connsiteX270" fmla="*/ 1317209 w 2676209"/>
                <a:gd name="connsiteY270" fmla="*/ 1384209 h 2650669"/>
                <a:gd name="connsiteX271" fmla="*/ 1316879 w 2676209"/>
                <a:gd name="connsiteY271" fmla="*/ 1381001 h 2650669"/>
                <a:gd name="connsiteX272" fmla="*/ 1316647 w 2676209"/>
                <a:gd name="connsiteY272" fmla="*/ 1374651 h 2650669"/>
                <a:gd name="connsiteX273" fmla="*/ 1315258 w 2676209"/>
                <a:gd name="connsiteY273" fmla="*/ 1369227 h 2650669"/>
                <a:gd name="connsiteX274" fmla="*/ 1796601 w 2676209"/>
                <a:gd name="connsiteY274" fmla="*/ 790550 h 2650669"/>
                <a:gd name="connsiteX275" fmla="*/ 1793459 w 2676209"/>
                <a:gd name="connsiteY275" fmla="*/ 795147 h 2650669"/>
                <a:gd name="connsiteX276" fmla="*/ 1798420 w 2676209"/>
                <a:gd name="connsiteY276" fmla="*/ 803250 h 2650669"/>
                <a:gd name="connsiteX277" fmla="*/ 1803646 w 2676209"/>
                <a:gd name="connsiteY277" fmla="*/ 803316 h 2650669"/>
                <a:gd name="connsiteX278" fmla="*/ 1809797 w 2676209"/>
                <a:gd name="connsiteY278" fmla="*/ 801497 h 2650669"/>
                <a:gd name="connsiteX279" fmla="*/ 1807449 w 2676209"/>
                <a:gd name="connsiteY279" fmla="*/ 795577 h 2650669"/>
                <a:gd name="connsiteX280" fmla="*/ 1803745 w 2676209"/>
                <a:gd name="connsiteY280" fmla="*/ 791873 h 2650669"/>
                <a:gd name="connsiteX281" fmla="*/ 1796601 w 2676209"/>
                <a:gd name="connsiteY281" fmla="*/ 790550 h 2650669"/>
                <a:gd name="connsiteX282" fmla="*/ 2197644 w 2676209"/>
                <a:gd name="connsiteY282" fmla="*/ 1359371 h 2650669"/>
                <a:gd name="connsiteX283" fmla="*/ 2195593 w 2676209"/>
                <a:gd name="connsiteY283" fmla="*/ 1355138 h 2650669"/>
                <a:gd name="connsiteX284" fmla="*/ 2192319 w 2676209"/>
                <a:gd name="connsiteY284" fmla="*/ 1355336 h 2650669"/>
                <a:gd name="connsiteX285" fmla="*/ 2181239 w 2676209"/>
                <a:gd name="connsiteY285" fmla="*/ 1366217 h 2650669"/>
                <a:gd name="connsiteX286" fmla="*/ 2181570 w 2676209"/>
                <a:gd name="connsiteY286" fmla="*/ 1368731 h 2650669"/>
                <a:gd name="connsiteX287" fmla="*/ 2185175 w 2676209"/>
                <a:gd name="connsiteY287" fmla="*/ 1372137 h 2650669"/>
                <a:gd name="connsiteX288" fmla="*/ 2194832 w 2676209"/>
                <a:gd name="connsiteY288" fmla="*/ 1366614 h 2650669"/>
                <a:gd name="connsiteX289" fmla="*/ 2197644 w 2676209"/>
                <a:gd name="connsiteY289" fmla="*/ 1359371 h 2650669"/>
                <a:gd name="connsiteX290" fmla="*/ 824721 w 2676209"/>
                <a:gd name="connsiteY290" fmla="*/ 1814620 h 2650669"/>
                <a:gd name="connsiteX291" fmla="*/ 817048 w 2676209"/>
                <a:gd name="connsiteY291" fmla="*/ 1805558 h 2650669"/>
                <a:gd name="connsiteX292" fmla="*/ 810698 w 2676209"/>
                <a:gd name="connsiteY292" fmla="*/ 1815910 h 2650669"/>
                <a:gd name="connsiteX293" fmla="*/ 818172 w 2676209"/>
                <a:gd name="connsiteY293" fmla="*/ 1819481 h 2650669"/>
                <a:gd name="connsiteX294" fmla="*/ 824721 w 2676209"/>
                <a:gd name="connsiteY294" fmla="*/ 1814620 h 2650669"/>
                <a:gd name="connsiteX295" fmla="*/ 2324875 w 2676209"/>
                <a:gd name="connsiteY295" fmla="*/ 1441557 h 2650669"/>
                <a:gd name="connsiteX296" fmla="*/ 2333772 w 2676209"/>
                <a:gd name="connsiteY296" fmla="*/ 1436199 h 2650669"/>
                <a:gd name="connsiteX297" fmla="*/ 2324842 w 2676209"/>
                <a:gd name="connsiteY297" fmla="*/ 1425285 h 2650669"/>
                <a:gd name="connsiteX298" fmla="*/ 2319749 w 2676209"/>
                <a:gd name="connsiteY298" fmla="*/ 1433653 h 2650669"/>
                <a:gd name="connsiteX299" fmla="*/ 2324875 w 2676209"/>
                <a:gd name="connsiteY299" fmla="*/ 1441557 h 2650669"/>
                <a:gd name="connsiteX300" fmla="*/ 262150 w 2676209"/>
                <a:gd name="connsiteY300" fmla="*/ 1271265 h 2650669"/>
                <a:gd name="connsiteX301" fmla="*/ 267508 w 2676209"/>
                <a:gd name="connsiteY301" fmla="*/ 1268255 h 2650669"/>
                <a:gd name="connsiteX302" fmla="*/ 270088 w 2676209"/>
                <a:gd name="connsiteY302" fmla="*/ 1273811 h 2650669"/>
                <a:gd name="connsiteX303" fmla="*/ 272370 w 2676209"/>
                <a:gd name="connsiteY303" fmla="*/ 1273216 h 2650669"/>
                <a:gd name="connsiteX304" fmla="*/ 272800 w 2676209"/>
                <a:gd name="connsiteY304" fmla="*/ 1260516 h 2650669"/>
                <a:gd name="connsiteX305" fmla="*/ 270286 w 2676209"/>
                <a:gd name="connsiteY305" fmla="*/ 1258201 h 2650669"/>
                <a:gd name="connsiteX306" fmla="*/ 258810 w 2676209"/>
                <a:gd name="connsiteY306" fmla="*/ 1266866 h 2650669"/>
                <a:gd name="connsiteX307" fmla="*/ 262150 w 2676209"/>
                <a:gd name="connsiteY307" fmla="*/ 1271265 h 2650669"/>
                <a:gd name="connsiteX308" fmla="*/ 1078258 w 2676209"/>
                <a:gd name="connsiteY308" fmla="*/ 376907 h 2650669"/>
                <a:gd name="connsiteX309" fmla="*/ 1069196 w 2676209"/>
                <a:gd name="connsiteY309" fmla="*/ 373699 h 2650669"/>
                <a:gd name="connsiteX310" fmla="*/ 1067476 w 2676209"/>
                <a:gd name="connsiteY310" fmla="*/ 374063 h 2650669"/>
                <a:gd name="connsiteX311" fmla="*/ 1076306 w 2676209"/>
                <a:gd name="connsiteY311" fmla="*/ 384249 h 2650669"/>
                <a:gd name="connsiteX312" fmla="*/ 1077894 w 2676209"/>
                <a:gd name="connsiteY312" fmla="*/ 384249 h 2650669"/>
                <a:gd name="connsiteX313" fmla="*/ 1083185 w 2676209"/>
                <a:gd name="connsiteY313" fmla="*/ 381669 h 2650669"/>
                <a:gd name="connsiteX314" fmla="*/ 1078258 w 2676209"/>
                <a:gd name="connsiteY314" fmla="*/ 376907 h 2650669"/>
                <a:gd name="connsiteX315" fmla="*/ 1710116 w 2676209"/>
                <a:gd name="connsiteY315" fmla="*/ 1047725 h 2650669"/>
                <a:gd name="connsiteX316" fmla="*/ 1719045 w 2676209"/>
                <a:gd name="connsiteY316" fmla="*/ 1039986 h 2650669"/>
                <a:gd name="connsiteX317" fmla="*/ 1712133 w 2676209"/>
                <a:gd name="connsiteY317" fmla="*/ 1033867 h 2650669"/>
                <a:gd name="connsiteX318" fmla="*/ 1705056 w 2676209"/>
                <a:gd name="connsiteY318" fmla="*/ 1045013 h 2650669"/>
                <a:gd name="connsiteX319" fmla="*/ 1710116 w 2676209"/>
                <a:gd name="connsiteY319" fmla="*/ 1047725 h 2650669"/>
                <a:gd name="connsiteX320" fmla="*/ 958699 w 2676209"/>
                <a:gd name="connsiteY320" fmla="*/ 1843327 h 2650669"/>
                <a:gd name="connsiteX321" fmla="*/ 958633 w 2676209"/>
                <a:gd name="connsiteY321" fmla="*/ 1843294 h 2650669"/>
                <a:gd name="connsiteX322" fmla="*/ 953010 w 2676209"/>
                <a:gd name="connsiteY322" fmla="*/ 1840483 h 2650669"/>
                <a:gd name="connsiteX323" fmla="*/ 950464 w 2676209"/>
                <a:gd name="connsiteY323" fmla="*/ 1845278 h 2650669"/>
                <a:gd name="connsiteX324" fmla="*/ 950398 w 2676209"/>
                <a:gd name="connsiteY324" fmla="*/ 1846436 h 2650669"/>
                <a:gd name="connsiteX325" fmla="*/ 958699 w 2676209"/>
                <a:gd name="connsiteY325" fmla="*/ 1843327 h 2650669"/>
                <a:gd name="connsiteX326" fmla="*/ 1541278 w 2676209"/>
                <a:gd name="connsiteY326" fmla="*/ 1159511 h 2650669"/>
                <a:gd name="connsiteX327" fmla="*/ 1539261 w 2676209"/>
                <a:gd name="connsiteY327" fmla="*/ 1159511 h 2650669"/>
                <a:gd name="connsiteX328" fmla="*/ 1534565 w 2676209"/>
                <a:gd name="connsiteY328" fmla="*/ 1160603 h 2650669"/>
                <a:gd name="connsiteX329" fmla="*/ 1536913 w 2676209"/>
                <a:gd name="connsiteY329" fmla="*/ 1164208 h 2650669"/>
                <a:gd name="connsiteX330" fmla="*/ 1543164 w 2676209"/>
                <a:gd name="connsiteY330" fmla="*/ 1169665 h 2650669"/>
                <a:gd name="connsiteX331" fmla="*/ 1554574 w 2676209"/>
                <a:gd name="connsiteY331" fmla="*/ 1168540 h 2650669"/>
                <a:gd name="connsiteX332" fmla="*/ 1548025 w 2676209"/>
                <a:gd name="connsiteY332" fmla="*/ 1161132 h 2650669"/>
                <a:gd name="connsiteX333" fmla="*/ 1541278 w 2676209"/>
                <a:gd name="connsiteY333" fmla="*/ 1159511 h 2650669"/>
                <a:gd name="connsiteX334" fmla="*/ 1340261 w 2676209"/>
                <a:gd name="connsiteY334" fmla="*/ 1152831 h 2650669"/>
                <a:gd name="connsiteX335" fmla="*/ 1338674 w 2676209"/>
                <a:gd name="connsiteY335" fmla="*/ 1152533 h 2650669"/>
                <a:gd name="connsiteX336" fmla="*/ 1333151 w 2676209"/>
                <a:gd name="connsiteY336" fmla="*/ 1155840 h 2650669"/>
                <a:gd name="connsiteX337" fmla="*/ 1334275 w 2676209"/>
                <a:gd name="connsiteY337" fmla="*/ 1160702 h 2650669"/>
                <a:gd name="connsiteX338" fmla="*/ 1335003 w 2676209"/>
                <a:gd name="connsiteY338" fmla="*/ 1168011 h 2650669"/>
                <a:gd name="connsiteX339" fmla="*/ 1339501 w 2676209"/>
                <a:gd name="connsiteY339" fmla="*/ 1172707 h 2650669"/>
                <a:gd name="connsiteX340" fmla="*/ 1343006 w 2676209"/>
                <a:gd name="connsiteY340" fmla="*/ 1170392 h 2650669"/>
                <a:gd name="connsiteX341" fmla="*/ 1340261 w 2676209"/>
                <a:gd name="connsiteY341" fmla="*/ 1152831 h 2650669"/>
                <a:gd name="connsiteX342" fmla="*/ 1327297 w 2676209"/>
                <a:gd name="connsiteY342" fmla="*/ 2369153 h 2650669"/>
                <a:gd name="connsiteX343" fmla="*/ 1312348 w 2676209"/>
                <a:gd name="connsiteY343" fmla="*/ 2364424 h 2650669"/>
                <a:gd name="connsiteX344" fmla="*/ 1306924 w 2676209"/>
                <a:gd name="connsiteY344" fmla="*/ 2372097 h 2650669"/>
                <a:gd name="connsiteX345" fmla="*/ 1315093 w 2676209"/>
                <a:gd name="connsiteY345" fmla="*/ 2374478 h 2650669"/>
                <a:gd name="connsiteX346" fmla="*/ 1325808 w 2676209"/>
                <a:gd name="connsiteY346" fmla="*/ 2371204 h 2650669"/>
                <a:gd name="connsiteX347" fmla="*/ 1327297 w 2676209"/>
                <a:gd name="connsiteY347" fmla="*/ 2369153 h 2650669"/>
                <a:gd name="connsiteX348" fmla="*/ 1180982 w 2676209"/>
                <a:gd name="connsiteY348" fmla="*/ 502187 h 2650669"/>
                <a:gd name="connsiteX349" fmla="*/ 1183033 w 2676209"/>
                <a:gd name="connsiteY349" fmla="*/ 506354 h 2650669"/>
                <a:gd name="connsiteX350" fmla="*/ 1187696 w 2676209"/>
                <a:gd name="connsiteY350" fmla="*/ 505131 h 2650669"/>
                <a:gd name="connsiteX351" fmla="*/ 1191764 w 2676209"/>
                <a:gd name="connsiteY351" fmla="*/ 498020 h 2650669"/>
                <a:gd name="connsiteX352" fmla="*/ 1190143 w 2676209"/>
                <a:gd name="connsiteY352" fmla="*/ 492497 h 2650669"/>
                <a:gd name="connsiteX353" fmla="*/ 1180982 w 2676209"/>
                <a:gd name="connsiteY353" fmla="*/ 502187 h 2650669"/>
                <a:gd name="connsiteX354" fmla="*/ 709197 w 2676209"/>
                <a:gd name="connsiteY354" fmla="*/ 1252314 h 2650669"/>
                <a:gd name="connsiteX355" fmla="*/ 703541 w 2676209"/>
                <a:gd name="connsiteY355" fmla="*/ 1243384 h 2650669"/>
                <a:gd name="connsiteX356" fmla="*/ 695439 w 2676209"/>
                <a:gd name="connsiteY356" fmla="*/ 1252149 h 2650669"/>
                <a:gd name="connsiteX357" fmla="*/ 698084 w 2676209"/>
                <a:gd name="connsiteY357" fmla="*/ 1257308 h 2650669"/>
                <a:gd name="connsiteX358" fmla="*/ 709197 w 2676209"/>
                <a:gd name="connsiteY358" fmla="*/ 1252314 h 2650669"/>
                <a:gd name="connsiteX359" fmla="*/ 1338277 w 2676209"/>
                <a:gd name="connsiteY359" fmla="*/ 1472050 h 2650669"/>
                <a:gd name="connsiteX360" fmla="*/ 1338277 w 2676209"/>
                <a:gd name="connsiteY360" fmla="*/ 1466957 h 2650669"/>
                <a:gd name="connsiteX361" fmla="*/ 1335730 w 2676209"/>
                <a:gd name="connsiteY361" fmla="*/ 1463451 h 2650669"/>
                <a:gd name="connsiteX362" fmla="*/ 1331398 w 2676209"/>
                <a:gd name="connsiteY362" fmla="*/ 1465072 h 2650669"/>
                <a:gd name="connsiteX363" fmla="*/ 1329149 w 2676209"/>
                <a:gd name="connsiteY363" fmla="*/ 1473043 h 2650669"/>
                <a:gd name="connsiteX364" fmla="*/ 1335730 w 2676209"/>
                <a:gd name="connsiteY364" fmla="*/ 1480682 h 2650669"/>
                <a:gd name="connsiteX365" fmla="*/ 1338277 w 2676209"/>
                <a:gd name="connsiteY365" fmla="*/ 1472050 h 2650669"/>
                <a:gd name="connsiteX366" fmla="*/ 424538 w 2676209"/>
                <a:gd name="connsiteY366" fmla="*/ 1264187 h 2650669"/>
                <a:gd name="connsiteX367" fmla="*/ 426324 w 2676209"/>
                <a:gd name="connsiteY367" fmla="*/ 1261707 h 2650669"/>
                <a:gd name="connsiteX368" fmla="*/ 415774 w 2676209"/>
                <a:gd name="connsiteY368" fmla="*/ 1250297 h 2650669"/>
                <a:gd name="connsiteX369" fmla="*/ 412434 w 2676209"/>
                <a:gd name="connsiteY369" fmla="*/ 1253042 h 2650669"/>
                <a:gd name="connsiteX370" fmla="*/ 424538 w 2676209"/>
                <a:gd name="connsiteY370" fmla="*/ 1264187 h 2650669"/>
                <a:gd name="connsiteX371" fmla="*/ 1567009 w 2676209"/>
                <a:gd name="connsiteY371" fmla="*/ 1257341 h 2650669"/>
                <a:gd name="connsiteX372" fmla="*/ 1572433 w 2676209"/>
                <a:gd name="connsiteY372" fmla="*/ 1253042 h 2650669"/>
                <a:gd name="connsiteX373" fmla="*/ 1565554 w 2676209"/>
                <a:gd name="connsiteY373" fmla="*/ 1243318 h 2650669"/>
                <a:gd name="connsiteX374" fmla="*/ 1561949 w 2676209"/>
                <a:gd name="connsiteY374" fmla="*/ 1247717 h 2650669"/>
                <a:gd name="connsiteX375" fmla="*/ 1567009 w 2676209"/>
                <a:gd name="connsiteY375" fmla="*/ 1257341 h 2650669"/>
                <a:gd name="connsiteX376" fmla="*/ 1400222 w 2676209"/>
                <a:gd name="connsiteY376" fmla="*/ 1931301 h 2650669"/>
                <a:gd name="connsiteX377" fmla="*/ 1394203 w 2676209"/>
                <a:gd name="connsiteY377" fmla="*/ 1936593 h 2650669"/>
                <a:gd name="connsiteX378" fmla="*/ 1396816 w 2676209"/>
                <a:gd name="connsiteY378" fmla="*/ 1945159 h 2650669"/>
                <a:gd name="connsiteX379" fmla="*/ 1404654 w 2676209"/>
                <a:gd name="connsiteY379" fmla="*/ 1936361 h 2650669"/>
                <a:gd name="connsiteX380" fmla="*/ 1400222 w 2676209"/>
                <a:gd name="connsiteY380" fmla="*/ 1931301 h 2650669"/>
                <a:gd name="connsiteX381" fmla="*/ 1310297 w 2676209"/>
                <a:gd name="connsiteY381" fmla="*/ 1467090 h 2650669"/>
                <a:gd name="connsiteX382" fmla="*/ 1307718 w 2676209"/>
                <a:gd name="connsiteY382" fmla="*/ 1459847 h 2650669"/>
                <a:gd name="connsiteX383" fmla="*/ 1299813 w 2676209"/>
                <a:gd name="connsiteY383" fmla="*/ 1468677 h 2650669"/>
                <a:gd name="connsiteX384" fmla="*/ 1304278 w 2676209"/>
                <a:gd name="connsiteY384" fmla="*/ 1473936 h 2650669"/>
                <a:gd name="connsiteX385" fmla="*/ 1310297 w 2676209"/>
                <a:gd name="connsiteY385" fmla="*/ 1467090 h 2650669"/>
                <a:gd name="connsiteX386" fmla="*/ 1537442 w 2676209"/>
                <a:gd name="connsiteY386" fmla="*/ 2481998 h 2650669"/>
                <a:gd name="connsiteX387" fmla="*/ 1546107 w 2676209"/>
                <a:gd name="connsiteY387" fmla="*/ 2490068 h 2650669"/>
                <a:gd name="connsiteX388" fmla="*/ 1551465 w 2676209"/>
                <a:gd name="connsiteY388" fmla="*/ 2483983 h 2650669"/>
                <a:gd name="connsiteX389" fmla="*/ 1544288 w 2676209"/>
                <a:gd name="connsiteY389" fmla="*/ 2479551 h 2650669"/>
                <a:gd name="connsiteX390" fmla="*/ 1537442 w 2676209"/>
                <a:gd name="connsiteY390" fmla="*/ 2481998 h 2650669"/>
                <a:gd name="connsiteX391" fmla="*/ 1493951 w 2676209"/>
                <a:gd name="connsiteY391" fmla="*/ 1616645 h 2650669"/>
                <a:gd name="connsiteX392" fmla="*/ 1498945 w 2676209"/>
                <a:gd name="connsiteY392" fmla="*/ 1611717 h 2650669"/>
                <a:gd name="connsiteX393" fmla="*/ 1491272 w 2676209"/>
                <a:gd name="connsiteY393" fmla="*/ 1603218 h 2650669"/>
                <a:gd name="connsiteX394" fmla="*/ 1485154 w 2676209"/>
                <a:gd name="connsiteY394" fmla="*/ 1608410 h 2650669"/>
                <a:gd name="connsiteX395" fmla="*/ 1493951 w 2676209"/>
                <a:gd name="connsiteY395" fmla="*/ 1616645 h 2650669"/>
                <a:gd name="connsiteX396" fmla="*/ 1100516 w 2676209"/>
                <a:gd name="connsiteY396" fmla="*/ 4208 h 2650669"/>
                <a:gd name="connsiteX397" fmla="*/ 1106039 w 2676209"/>
                <a:gd name="connsiteY397" fmla="*/ 14163 h 2650669"/>
                <a:gd name="connsiteX398" fmla="*/ 1111331 w 2676209"/>
                <a:gd name="connsiteY398" fmla="*/ 4506 h 2650669"/>
                <a:gd name="connsiteX399" fmla="*/ 1106072 w 2676209"/>
                <a:gd name="connsiteY399" fmla="*/ 8 h 2650669"/>
                <a:gd name="connsiteX400" fmla="*/ 1100516 w 2676209"/>
                <a:gd name="connsiteY400" fmla="*/ 4208 h 2650669"/>
                <a:gd name="connsiteX401" fmla="*/ 1604845 w 2676209"/>
                <a:gd name="connsiteY401" fmla="*/ 1528737 h 2650669"/>
                <a:gd name="connsiteX402" fmla="*/ 1610665 w 2676209"/>
                <a:gd name="connsiteY402" fmla="*/ 1520601 h 2650669"/>
                <a:gd name="connsiteX403" fmla="*/ 1602959 w 2676209"/>
                <a:gd name="connsiteY403" fmla="*/ 1518981 h 2650669"/>
                <a:gd name="connsiteX404" fmla="*/ 1593434 w 2676209"/>
                <a:gd name="connsiteY404" fmla="*/ 1521759 h 2650669"/>
                <a:gd name="connsiteX405" fmla="*/ 1595055 w 2676209"/>
                <a:gd name="connsiteY405" fmla="*/ 1526191 h 2650669"/>
                <a:gd name="connsiteX406" fmla="*/ 1604845 w 2676209"/>
                <a:gd name="connsiteY406" fmla="*/ 1528737 h 2650669"/>
                <a:gd name="connsiteX407" fmla="*/ 1403629 w 2676209"/>
                <a:gd name="connsiteY407" fmla="*/ 1195164 h 2650669"/>
                <a:gd name="connsiteX408" fmla="*/ 1398337 w 2676209"/>
                <a:gd name="connsiteY408" fmla="*/ 1203565 h 2650669"/>
                <a:gd name="connsiteX409" fmla="*/ 1403662 w 2676209"/>
                <a:gd name="connsiteY409" fmla="*/ 1208459 h 2650669"/>
                <a:gd name="connsiteX410" fmla="*/ 1411633 w 2676209"/>
                <a:gd name="connsiteY410" fmla="*/ 1201845 h 2650669"/>
                <a:gd name="connsiteX411" fmla="*/ 1403629 w 2676209"/>
                <a:gd name="connsiteY411" fmla="*/ 1195164 h 2650669"/>
                <a:gd name="connsiteX412" fmla="*/ 1467460 w 2676209"/>
                <a:gd name="connsiteY412" fmla="*/ 1333310 h 2650669"/>
                <a:gd name="connsiteX413" fmla="*/ 1464086 w 2676209"/>
                <a:gd name="connsiteY413" fmla="*/ 1330631 h 2650669"/>
                <a:gd name="connsiteX414" fmla="*/ 1453701 w 2676209"/>
                <a:gd name="connsiteY414" fmla="*/ 1336782 h 2650669"/>
                <a:gd name="connsiteX415" fmla="*/ 1455355 w 2676209"/>
                <a:gd name="connsiteY415" fmla="*/ 1340949 h 2650669"/>
                <a:gd name="connsiteX416" fmla="*/ 1467460 w 2676209"/>
                <a:gd name="connsiteY416" fmla="*/ 1333310 h 2650669"/>
                <a:gd name="connsiteX417" fmla="*/ 1462366 w 2676209"/>
                <a:gd name="connsiteY417" fmla="*/ 1854572 h 2650669"/>
                <a:gd name="connsiteX418" fmla="*/ 1450063 w 2676209"/>
                <a:gd name="connsiteY418" fmla="*/ 1864659 h 2650669"/>
                <a:gd name="connsiteX419" fmla="*/ 1450096 w 2676209"/>
                <a:gd name="connsiteY419" fmla="*/ 1866346 h 2650669"/>
                <a:gd name="connsiteX420" fmla="*/ 1452544 w 2676209"/>
                <a:gd name="connsiteY420" fmla="*/ 1868396 h 2650669"/>
                <a:gd name="connsiteX421" fmla="*/ 1454264 w 2676209"/>
                <a:gd name="connsiteY421" fmla="*/ 1868396 h 2650669"/>
                <a:gd name="connsiteX422" fmla="*/ 1463259 w 2676209"/>
                <a:gd name="connsiteY422" fmla="*/ 1859235 h 2650669"/>
                <a:gd name="connsiteX423" fmla="*/ 1463656 w 2676209"/>
                <a:gd name="connsiteY423" fmla="*/ 1856225 h 2650669"/>
                <a:gd name="connsiteX424" fmla="*/ 1463590 w 2676209"/>
                <a:gd name="connsiteY424" fmla="*/ 1855795 h 2650669"/>
                <a:gd name="connsiteX425" fmla="*/ 1462366 w 2676209"/>
                <a:gd name="connsiteY425" fmla="*/ 1854572 h 2650669"/>
                <a:gd name="connsiteX426" fmla="*/ 313744 w 2676209"/>
                <a:gd name="connsiteY426" fmla="*/ 2357313 h 2650669"/>
                <a:gd name="connsiteX427" fmla="*/ 306700 w 2676209"/>
                <a:gd name="connsiteY427" fmla="*/ 2357512 h 2650669"/>
                <a:gd name="connsiteX428" fmla="*/ 301209 w 2676209"/>
                <a:gd name="connsiteY428" fmla="*/ 2363101 h 2650669"/>
                <a:gd name="connsiteX429" fmla="*/ 304748 w 2676209"/>
                <a:gd name="connsiteY429" fmla="*/ 2366640 h 2650669"/>
                <a:gd name="connsiteX430" fmla="*/ 310701 w 2676209"/>
                <a:gd name="connsiteY430" fmla="*/ 2366474 h 2650669"/>
                <a:gd name="connsiteX431" fmla="*/ 315629 w 2676209"/>
                <a:gd name="connsiteY431" fmla="*/ 2361547 h 2650669"/>
                <a:gd name="connsiteX432" fmla="*/ 317944 w 2676209"/>
                <a:gd name="connsiteY432" fmla="*/ 2359132 h 2650669"/>
                <a:gd name="connsiteX433" fmla="*/ 313744 w 2676209"/>
                <a:gd name="connsiteY433" fmla="*/ 2357313 h 2650669"/>
                <a:gd name="connsiteX434" fmla="*/ 1554772 w 2676209"/>
                <a:gd name="connsiteY434" fmla="*/ 1341545 h 2650669"/>
                <a:gd name="connsiteX435" fmla="*/ 1547959 w 2676209"/>
                <a:gd name="connsiteY435" fmla="*/ 1350904 h 2650669"/>
                <a:gd name="connsiteX436" fmla="*/ 1548621 w 2676209"/>
                <a:gd name="connsiteY436" fmla="*/ 1354013 h 2650669"/>
                <a:gd name="connsiteX437" fmla="*/ 1551101 w 2676209"/>
                <a:gd name="connsiteY437" fmla="*/ 1353716 h 2650669"/>
                <a:gd name="connsiteX438" fmla="*/ 1560626 w 2676209"/>
                <a:gd name="connsiteY438" fmla="*/ 1347399 h 2650669"/>
                <a:gd name="connsiteX439" fmla="*/ 1561883 w 2676209"/>
                <a:gd name="connsiteY439" fmla="*/ 1344521 h 2650669"/>
                <a:gd name="connsiteX440" fmla="*/ 1558113 w 2676209"/>
                <a:gd name="connsiteY440" fmla="*/ 1339263 h 2650669"/>
                <a:gd name="connsiteX441" fmla="*/ 1554772 w 2676209"/>
                <a:gd name="connsiteY441" fmla="*/ 1341545 h 2650669"/>
                <a:gd name="connsiteX442" fmla="*/ 1177410 w 2676209"/>
                <a:gd name="connsiteY442" fmla="*/ 1355038 h 2650669"/>
                <a:gd name="connsiteX443" fmla="*/ 1179461 w 2676209"/>
                <a:gd name="connsiteY443" fmla="*/ 1358313 h 2650669"/>
                <a:gd name="connsiteX444" fmla="*/ 1184289 w 2676209"/>
                <a:gd name="connsiteY444" fmla="*/ 1356857 h 2650669"/>
                <a:gd name="connsiteX445" fmla="*/ 1187861 w 2676209"/>
                <a:gd name="connsiteY445" fmla="*/ 1349714 h 2650669"/>
                <a:gd name="connsiteX446" fmla="*/ 1186770 w 2676209"/>
                <a:gd name="connsiteY446" fmla="*/ 1345348 h 2650669"/>
                <a:gd name="connsiteX447" fmla="*/ 1182338 w 2676209"/>
                <a:gd name="connsiteY447" fmla="*/ 1345216 h 2650669"/>
                <a:gd name="connsiteX448" fmla="*/ 1177410 w 2676209"/>
                <a:gd name="connsiteY448" fmla="*/ 1355038 h 2650669"/>
                <a:gd name="connsiteX449" fmla="*/ 1773715 w 2676209"/>
                <a:gd name="connsiteY449" fmla="*/ 664178 h 2650669"/>
                <a:gd name="connsiteX450" fmla="*/ 1770176 w 2676209"/>
                <a:gd name="connsiteY450" fmla="*/ 660772 h 2650669"/>
                <a:gd name="connsiteX451" fmla="*/ 1761015 w 2676209"/>
                <a:gd name="connsiteY451" fmla="*/ 668875 h 2650669"/>
                <a:gd name="connsiteX452" fmla="*/ 1766240 w 2676209"/>
                <a:gd name="connsiteY452" fmla="*/ 674100 h 2650669"/>
                <a:gd name="connsiteX453" fmla="*/ 1773715 w 2676209"/>
                <a:gd name="connsiteY453" fmla="*/ 664178 h 2650669"/>
                <a:gd name="connsiteX454" fmla="*/ 219288 w 2676209"/>
                <a:gd name="connsiteY454" fmla="*/ 2063956 h 2650669"/>
                <a:gd name="connsiteX455" fmla="*/ 227391 w 2676209"/>
                <a:gd name="connsiteY455" fmla="*/ 2055820 h 2650669"/>
                <a:gd name="connsiteX456" fmla="*/ 226498 w 2676209"/>
                <a:gd name="connsiteY456" fmla="*/ 2053902 h 2650669"/>
                <a:gd name="connsiteX457" fmla="*/ 217039 w 2676209"/>
                <a:gd name="connsiteY457" fmla="*/ 2055787 h 2650669"/>
                <a:gd name="connsiteX458" fmla="*/ 216741 w 2676209"/>
                <a:gd name="connsiteY458" fmla="*/ 2058731 h 2650669"/>
                <a:gd name="connsiteX459" fmla="*/ 219288 w 2676209"/>
                <a:gd name="connsiteY459" fmla="*/ 2063956 h 2650669"/>
                <a:gd name="connsiteX460" fmla="*/ 1578849 w 2676209"/>
                <a:gd name="connsiteY460" fmla="*/ 1514582 h 2650669"/>
                <a:gd name="connsiteX461" fmla="*/ 1572301 w 2676209"/>
                <a:gd name="connsiteY461" fmla="*/ 1508828 h 2650669"/>
                <a:gd name="connsiteX462" fmla="*/ 1565389 w 2676209"/>
                <a:gd name="connsiteY462" fmla="*/ 1511209 h 2650669"/>
                <a:gd name="connsiteX463" fmla="*/ 1572202 w 2676209"/>
                <a:gd name="connsiteY463" fmla="*/ 1519179 h 2650669"/>
                <a:gd name="connsiteX464" fmla="*/ 1578849 w 2676209"/>
                <a:gd name="connsiteY464" fmla="*/ 1514582 h 2650669"/>
                <a:gd name="connsiteX465" fmla="*/ 1333713 w 2676209"/>
                <a:gd name="connsiteY465" fmla="*/ 2063063 h 2650669"/>
                <a:gd name="connsiteX466" fmla="*/ 1334639 w 2676209"/>
                <a:gd name="connsiteY466" fmla="*/ 2060087 h 2650669"/>
                <a:gd name="connsiteX467" fmla="*/ 1334573 w 2676209"/>
                <a:gd name="connsiteY467" fmla="*/ 2055192 h 2650669"/>
                <a:gd name="connsiteX468" fmla="*/ 1321972 w 2676209"/>
                <a:gd name="connsiteY468" fmla="*/ 2054001 h 2650669"/>
                <a:gd name="connsiteX469" fmla="*/ 1321939 w 2676209"/>
                <a:gd name="connsiteY469" fmla="*/ 2056515 h 2650669"/>
                <a:gd name="connsiteX470" fmla="*/ 1327958 w 2676209"/>
                <a:gd name="connsiteY470" fmla="*/ 2062468 h 2650669"/>
                <a:gd name="connsiteX471" fmla="*/ 1333713 w 2676209"/>
                <a:gd name="connsiteY471" fmla="*/ 2063063 h 2650669"/>
                <a:gd name="connsiteX472" fmla="*/ 1454330 w 2676209"/>
                <a:gd name="connsiteY472" fmla="*/ 1523975 h 2650669"/>
                <a:gd name="connsiteX473" fmla="*/ 1449997 w 2676209"/>
                <a:gd name="connsiteY473" fmla="*/ 1530689 h 2650669"/>
                <a:gd name="connsiteX474" fmla="*/ 1452478 w 2676209"/>
                <a:gd name="connsiteY474" fmla="*/ 1535716 h 2650669"/>
                <a:gd name="connsiteX475" fmla="*/ 1454892 w 2676209"/>
                <a:gd name="connsiteY475" fmla="*/ 1542860 h 2650669"/>
                <a:gd name="connsiteX476" fmla="*/ 1457009 w 2676209"/>
                <a:gd name="connsiteY476" fmla="*/ 1537965 h 2650669"/>
                <a:gd name="connsiteX477" fmla="*/ 1457042 w 2676209"/>
                <a:gd name="connsiteY477" fmla="*/ 1534459 h 2650669"/>
                <a:gd name="connsiteX478" fmla="*/ 1456943 w 2676209"/>
                <a:gd name="connsiteY478" fmla="*/ 1529267 h 2650669"/>
                <a:gd name="connsiteX479" fmla="*/ 1454330 w 2676209"/>
                <a:gd name="connsiteY479" fmla="*/ 1523975 h 2650669"/>
                <a:gd name="connsiteX480" fmla="*/ 1730952 w 2676209"/>
                <a:gd name="connsiteY480" fmla="*/ 1072133 h 2650669"/>
                <a:gd name="connsiteX481" fmla="*/ 1736508 w 2676209"/>
                <a:gd name="connsiteY481" fmla="*/ 1061020 h 2650669"/>
                <a:gd name="connsiteX482" fmla="*/ 1733267 w 2676209"/>
                <a:gd name="connsiteY482" fmla="*/ 1058275 h 2650669"/>
                <a:gd name="connsiteX483" fmla="*/ 1726288 w 2676209"/>
                <a:gd name="connsiteY483" fmla="*/ 1065849 h 2650669"/>
                <a:gd name="connsiteX484" fmla="*/ 1730952 w 2676209"/>
                <a:gd name="connsiteY484" fmla="*/ 1072133 h 2650669"/>
                <a:gd name="connsiteX485" fmla="*/ 1167918 w 2676209"/>
                <a:gd name="connsiteY485" fmla="*/ 1206045 h 2650669"/>
                <a:gd name="connsiteX486" fmla="*/ 1175955 w 2676209"/>
                <a:gd name="connsiteY486" fmla="*/ 1211932 h 2650669"/>
                <a:gd name="connsiteX487" fmla="*/ 1181081 w 2676209"/>
                <a:gd name="connsiteY487" fmla="*/ 1208691 h 2650669"/>
                <a:gd name="connsiteX488" fmla="*/ 1174004 w 2676209"/>
                <a:gd name="connsiteY488" fmla="*/ 1201415 h 2650669"/>
                <a:gd name="connsiteX489" fmla="*/ 1167918 w 2676209"/>
                <a:gd name="connsiteY489" fmla="*/ 1206045 h 2650669"/>
                <a:gd name="connsiteX490" fmla="*/ 1402075 w 2676209"/>
                <a:gd name="connsiteY490" fmla="*/ 1229262 h 2650669"/>
                <a:gd name="connsiteX491" fmla="*/ 1397510 w 2676209"/>
                <a:gd name="connsiteY491" fmla="*/ 1234521 h 2650669"/>
                <a:gd name="connsiteX492" fmla="*/ 1404158 w 2676209"/>
                <a:gd name="connsiteY492" fmla="*/ 1239779 h 2650669"/>
                <a:gd name="connsiteX493" fmla="*/ 1408259 w 2676209"/>
                <a:gd name="connsiteY493" fmla="*/ 1234653 h 2650669"/>
                <a:gd name="connsiteX494" fmla="*/ 1402075 w 2676209"/>
                <a:gd name="connsiteY494" fmla="*/ 1229262 h 2650669"/>
                <a:gd name="connsiteX495" fmla="*/ 2096540 w 2676209"/>
                <a:gd name="connsiteY495" fmla="*/ 550242 h 2650669"/>
                <a:gd name="connsiteX496" fmla="*/ 2097631 w 2676209"/>
                <a:gd name="connsiteY496" fmla="*/ 554575 h 2650669"/>
                <a:gd name="connsiteX497" fmla="*/ 2102063 w 2676209"/>
                <a:gd name="connsiteY497" fmla="*/ 554740 h 2650669"/>
                <a:gd name="connsiteX498" fmla="*/ 2106858 w 2676209"/>
                <a:gd name="connsiteY498" fmla="*/ 544950 h 2650669"/>
                <a:gd name="connsiteX499" fmla="*/ 2104279 w 2676209"/>
                <a:gd name="connsiteY499" fmla="*/ 541511 h 2650669"/>
                <a:gd name="connsiteX500" fmla="*/ 2100112 w 2676209"/>
                <a:gd name="connsiteY500" fmla="*/ 543065 h 2650669"/>
                <a:gd name="connsiteX501" fmla="*/ 2096540 w 2676209"/>
                <a:gd name="connsiteY501" fmla="*/ 550242 h 2650669"/>
                <a:gd name="connsiteX502" fmla="*/ 1367116 w 2676209"/>
                <a:gd name="connsiteY502" fmla="*/ 1449329 h 2650669"/>
                <a:gd name="connsiteX503" fmla="*/ 1369729 w 2676209"/>
                <a:gd name="connsiteY503" fmla="*/ 1444170 h 2650669"/>
                <a:gd name="connsiteX504" fmla="*/ 1363677 w 2676209"/>
                <a:gd name="connsiteY504" fmla="*/ 1435604 h 2650669"/>
                <a:gd name="connsiteX505" fmla="*/ 1359410 w 2676209"/>
                <a:gd name="connsiteY505" fmla="*/ 1442483 h 2650669"/>
                <a:gd name="connsiteX506" fmla="*/ 1367116 w 2676209"/>
                <a:gd name="connsiteY506" fmla="*/ 1449329 h 2650669"/>
                <a:gd name="connsiteX507" fmla="*/ 226134 w 2676209"/>
                <a:gd name="connsiteY507" fmla="*/ 1174394 h 2650669"/>
                <a:gd name="connsiteX508" fmla="*/ 222297 w 2676209"/>
                <a:gd name="connsiteY508" fmla="*/ 1176412 h 2650669"/>
                <a:gd name="connsiteX509" fmla="*/ 228912 w 2676209"/>
                <a:gd name="connsiteY509" fmla="*/ 1180876 h 2650669"/>
                <a:gd name="connsiteX510" fmla="*/ 230136 w 2676209"/>
                <a:gd name="connsiteY510" fmla="*/ 1181869 h 2650669"/>
                <a:gd name="connsiteX511" fmla="*/ 230830 w 2676209"/>
                <a:gd name="connsiteY511" fmla="*/ 1179421 h 2650669"/>
                <a:gd name="connsiteX512" fmla="*/ 226134 w 2676209"/>
                <a:gd name="connsiteY512" fmla="*/ 1174394 h 2650669"/>
                <a:gd name="connsiteX513" fmla="*/ 793268 w 2676209"/>
                <a:gd name="connsiteY513" fmla="*/ 1438018 h 2650669"/>
                <a:gd name="connsiteX514" fmla="*/ 798395 w 2676209"/>
                <a:gd name="connsiteY514" fmla="*/ 1449131 h 2650669"/>
                <a:gd name="connsiteX515" fmla="*/ 803918 w 2676209"/>
                <a:gd name="connsiteY515" fmla="*/ 1445724 h 2650669"/>
                <a:gd name="connsiteX516" fmla="*/ 796675 w 2676209"/>
                <a:gd name="connsiteY516" fmla="*/ 1435406 h 2650669"/>
                <a:gd name="connsiteX517" fmla="*/ 793268 w 2676209"/>
                <a:gd name="connsiteY517" fmla="*/ 1438018 h 2650669"/>
                <a:gd name="connsiteX518" fmla="*/ 1879780 w 2676209"/>
                <a:gd name="connsiteY518" fmla="*/ 1465998 h 2650669"/>
                <a:gd name="connsiteX519" fmla="*/ 1874620 w 2676209"/>
                <a:gd name="connsiteY519" fmla="*/ 1459847 h 2650669"/>
                <a:gd name="connsiteX520" fmla="*/ 1869329 w 2676209"/>
                <a:gd name="connsiteY520" fmla="*/ 1462261 h 2650669"/>
                <a:gd name="connsiteX521" fmla="*/ 1871941 w 2676209"/>
                <a:gd name="connsiteY521" fmla="*/ 1467916 h 2650669"/>
                <a:gd name="connsiteX522" fmla="*/ 1879780 w 2676209"/>
                <a:gd name="connsiteY522" fmla="*/ 1466362 h 2650669"/>
                <a:gd name="connsiteX523" fmla="*/ 1879780 w 2676209"/>
                <a:gd name="connsiteY523" fmla="*/ 1465998 h 2650669"/>
                <a:gd name="connsiteX524" fmla="*/ 2173236 w 2676209"/>
                <a:gd name="connsiteY524" fmla="*/ 1420787 h 2650669"/>
                <a:gd name="connsiteX525" fmla="*/ 2169234 w 2676209"/>
                <a:gd name="connsiteY525" fmla="*/ 1420192 h 2650669"/>
                <a:gd name="connsiteX526" fmla="*/ 2165695 w 2676209"/>
                <a:gd name="connsiteY526" fmla="*/ 1419001 h 2650669"/>
                <a:gd name="connsiteX527" fmla="*/ 2157427 w 2676209"/>
                <a:gd name="connsiteY527" fmla="*/ 1421449 h 2650669"/>
                <a:gd name="connsiteX528" fmla="*/ 2156732 w 2676209"/>
                <a:gd name="connsiteY528" fmla="*/ 1424293 h 2650669"/>
                <a:gd name="connsiteX529" fmla="*/ 2173203 w 2676209"/>
                <a:gd name="connsiteY529" fmla="*/ 1422408 h 2650669"/>
                <a:gd name="connsiteX530" fmla="*/ 2173236 w 2676209"/>
                <a:gd name="connsiteY530" fmla="*/ 1420787 h 2650669"/>
                <a:gd name="connsiteX531" fmla="*/ 544229 w 2676209"/>
                <a:gd name="connsiteY531" fmla="*/ 2329433 h 2650669"/>
                <a:gd name="connsiteX532" fmla="*/ 541650 w 2676209"/>
                <a:gd name="connsiteY532" fmla="*/ 2334691 h 2650669"/>
                <a:gd name="connsiteX533" fmla="*/ 547801 w 2676209"/>
                <a:gd name="connsiteY533" fmla="*/ 2339851 h 2650669"/>
                <a:gd name="connsiteX534" fmla="*/ 552167 w 2676209"/>
                <a:gd name="connsiteY534" fmla="*/ 2336411 h 2650669"/>
                <a:gd name="connsiteX535" fmla="*/ 544229 w 2676209"/>
                <a:gd name="connsiteY535" fmla="*/ 2329433 h 2650669"/>
                <a:gd name="connsiteX536" fmla="*/ 1579279 w 2676209"/>
                <a:gd name="connsiteY536" fmla="*/ 2426105 h 2650669"/>
                <a:gd name="connsiteX537" fmla="*/ 1582587 w 2676209"/>
                <a:gd name="connsiteY537" fmla="*/ 2430570 h 2650669"/>
                <a:gd name="connsiteX538" fmla="*/ 1589102 w 2676209"/>
                <a:gd name="connsiteY538" fmla="*/ 2426072 h 2650669"/>
                <a:gd name="connsiteX539" fmla="*/ 1583777 w 2676209"/>
                <a:gd name="connsiteY539" fmla="*/ 2420086 h 2650669"/>
                <a:gd name="connsiteX540" fmla="*/ 1579279 w 2676209"/>
                <a:gd name="connsiteY540" fmla="*/ 2426105 h 2650669"/>
                <a:gd name="connsiteX541" fmla="*/ 2319154 w 2676209"/>
                <a:gd name="connsiteY541" fmla="*/ 1343463 h 2650669"/>
                <a:gd name="connsiteX542" fmla="*/ 2311150 w 2676209"/>
                <a:gd name="connsiteY542" fmla="*/ 1337576 h 2650669"/>
                <a:gd name="connsiteX543" fmla="*/ 2305991 w 2676209"/>
                <a:gd name="connsiteY543" fmla="*/ 1340189 h 2650669"/>
                <a:gd name="connsiteX544" fmla="*/ 2315185 w 2676209"/>
                <a:gd name="connsiteY544" fmla="*/ 1348027 h 2650669"/>
                <a:gd name="connsiteX545" fmla="*/ 2319154 w 2676209"/>
                <a:gd name="connsiteY545" fmla="*/ 1343463 h 2650669"/>
                <a:gd name="connsiteX546" fmla="*/ 1352333 w 2676209"/>
                <a:gd name="connsiteY546" fmla="*/ 1479856 h 2650669"/>
                <a:gd name="connsiteX547" fmla="*/ 1347835 w 2676209"/>
                <a:gd name="connsiteY547" fmla="*/ 1477276 h 2650669"/>
                <a:gd name="connsiteX548" fmla="*/ 1341683 w 2676209"/>
                <a:gd name="connsiteY548" fmla="*/ 1482468 h 2650669"/>
                <a:gd name="connsiteX549" fmla="*/ 1344263 w 2676209"/>
                <a:gd name="connsiteY549" fmla="*/ 1487727 h 2650669"/>
                <a:gd name="connsiteX550" fmla="*/ 1352333 w 2676209"/>
                <a:gd name="connsiteY550" fmla="*/ 1479856 h 2650669"/>
                <a:gd name="connsiteX551" fmla="*/ 96290 w 2676209"/>
                <a:gd name="connsiteY551" fmla="*/ 1543753 h 2650669"/>
                <a:gd name="connsiteX552" fmla="*/ 94603 w 2676209"/>
                <a:gd name="connsiteY552" fmla="*/ 1546266 h 2650669"/>
                <a:gd name="connsiteX553" fmla="*/ 101515 w 2676209"/>
                <a:gd name="connsiteY553" fmla="*/ 1554038 h 2650669"/>
                <a:gd name="connsiteX554" fmla="*/ 107964 w 2676209"/>
                <a:gd name="connsiteY554" fmla="*/ 1549507 h 2650669"/>
                <a:gd name="connsiteX555" fmla="*/ 107832 w 2676209"/>
                <a:gd name="connsiteY555" fmla="*/ 1548284 h 2650669"/>
                <a:gd name="connsiteX556" fmla="*/ 96290 w 2676209"/>
                <a:gd name="connsiteY556" fmla="*/ 1543753 h 2650669"/>
                <a:gd name="connsiteX557" fmla="*/ 893446 w 2676209"/>
                <a:gd name="connsiteY557" fmla="*/ 1778736 h 2650669"/>
                <a:gd name="connsiteX558" fmla="*/ 893248 w 2676209"/>
                <a:gd name="connsiteY558" fmla="*/ 1787665 h 2650669"/>
                <a:gd name="connsiteX559" fmla="*/ 890999 w 2676209"/>
                <a:gd name="connsiteY559" fmla="*/ 1791832 h 2650669"/>
                <a:gd name="connsiteX560" fmla="*/ 893909 w 2676209"/>
                <a:gd name="connsiteY560" fmla="*/ 1795074 h 2650669"/>
                <a:gd name="connsiteX561" fmla="*/ 897977 w 2676209"/>
                <a:gd name="connsiteY561" fmla="*/ 1793089 h 2650669"/>
                <a:gd name="connsiteX562" fmla="*/ 898043 w 2676209"/>
                <a:gd name="connsiteY562" fmla="*/ 1788426 h 2650669"/>
                <a:gd name="connsiteX563" fmla="*/ 893446 w 2676209"/>
                <a:gd name="connsiteY563" fmla="*/ 1778736 h 2650669"/>
                <a:gd name="connsiteX564" fmla="*/ 1547827 w 2676209"/>
                <a:gd name="connsiteY564" fmla="*/ 1157825 h 2650669"/>
                <a:gd name="connsiteX565" fmla="*/ 1551266 w 2676209"/>
                <a:gd name="connsiteY565" fmla="*/ 1159379 h 2650669"/>
                <a:gd name="connsiteX566" fmla="*/ 1554078 w 2676209"/>
                <a:gd name="connsiteY566" fmla="*/ 1158387 h 2650669"/>
                <a:gd name="connsiteX567" fmla="*/ 1555004 w 2676209"/>
                <a:gd name="connsiteY567" fmla="*/ 1152632 h 2650669"/>
                <a:gd name="connsiteX568" fmla="*/ 1554475 w 2676209"/>
                <a:gd name="connsiteY568" fmla="*/ 1147043 h 2650669"/>
                <a:gd name="connsiteX569" fmla="*/ 1551796 w 2676209"/>
                <a:gd name="connsiteY569" fmla="*/ 1145588 h 2650669"/>
                <a:gd name="connsiteX570" fmla="*/ 1547992 w 2676209"/>
                <a:gd name="connsiteY570" fmla="*/ 1147704 h 2650669"/>
                <a:gd name="connsiteX571" fmla="*/ 1547827 w 2676209"/>
                <a:gd name="connsiteY571" fmla="*/ 1157825 h 2650669"/>
                <a:gd name="connsiteX572" fmla="*/ 1499044 w 2676209"/>
                <a:gd name="connsiteY572" fmla="*/ 1401010 h 2650669"/>
                <a:gd name="connsiteX573" fmla="*/ 1500533 w 2676209"/>
                <a:gd name="connsiteY573" fmla="*/ 1403788 h 2650669"/>
                <a:gd name="connsiteX574" fmla="*/ 1512472 w 2676209"/>
                <a:gd name="connsiteY574" fmla="*/ 1395520 h 2650669"/>
                <a:gd name="connsiteX575" fmla="*/ 1510785 w 2676209"/>
                <a:gd name="connsiteY575" fmla="*/ 1393138 h 2650669"/>
                <a:gd name="connsiteX576" fmla="*/ 1507147 w 2676209"/>
                <a:gd name="connsiteY576" fmla="*/ 1390526 h 2650669"/>
                <a:gd name="connsiteX577" fmla="*/ 1499044 w 2676209"/>
                <a:gd name="connsiteY577" fmla="*/ 1401010 h 2650669"/>
                <a:gd name="connsiteX578" fmla="*/ 1142783 w 2676209"/>
                <a:gd name="connsiteY578" fmla="*/ 1572328 h 2650669"/>
                <a:gd name="connsiteX579" fmla="*/ 1147909 w 2676209"/>
                <a:gd name="connsiteY579" fmla="*/ 1578512 h 2650669"/>
                <a:gd name="connsiteX580" fmla="*/ 1151481 w 2676209"/>
                <a:gd name="connsiteY580" fmla="*/ 1574973 h 2650669"/>
                <a:gd name="connsiteX581" fmla="*/ 1153102 w 2676209"/>
                <a:gd name="connsiteY581" fmla="*/ 1568888 h 2650669"/>
                <a:gd name="connsiteX582" fmla="*/ 1152473 w 2676209"/>
                <a:gd name="connsiteY582" fmla="*/ 1565812 h 2650669"/>
                <a:gd name="connsiteX583" fmla="*/ 1148934 w 2676209"/>
                <a:gd name="connsiteY583" fmla="*/ 1567003 h 2650669"/>
                <a:gd name="connsiteX584" fmla="*/ 1144470 w 2676209"/>
                <a:gd name="connsiteY584" fmla="*/ 1568193 h 2650669"/>
                <a:gd name="connsiteX585" fmla="*/ 1142783 w 2676209"/>
                <a:gd name="connsiteY585" fmla="*/ 1572328 h 2650669"/>
                <a:gd name="connsiteX586" fmla="*/ 1275405 w 2676209"/>
                <a:gd name="connsiteY586" fmla="*/ 729993 h 2650669"/>
                <a:gd name="connsiteX587" fmla="*/ 1268427 w 2676209"/>
                <a:gd name="connsiteY587" fmla="*/ 737931 h 2650669"/>
                <a:gd name="connsiteX588" fmla="*/ 1273619 w 2676209"/>
                <a:gd name="connsiteY588" fmla="*/ 740411 h 2650669"/>
                <a:gd name="connsiteX589" fmla="*/ 1278878 w 2676209"/>
                <a:gd name="connsiteY589" fmla="*/ 734359 h 2650669"/>
                <a:gd name="connsiteX590" fmla="*/ 1275405 w 2676209"/>
                <a:gd name="connsiteY590" fmla="*/ 729993 h 2650669"/>
                <a:gd name="connsiteX591" fmla="*/ 139450 w 2676209"/>
                <a:gd name="connsiteY591" fmla="*/ 1118435 h 2650669"/>
                <a:gd name="connsiteX592" fmla="*/ 138458 w 2676209"/>
                <a:gd name="connsiteY592" fmla="*/ 1117740 h 2650669"/>
                <a:gd name="connsiteX593" fmla="*/ 139450 w 2676209"/>
                <a:gd name="connsiteY593" fmla="*/ 1118435 h 2650669"/>
                <a:gd name="connsiteX594" fmla="*/ 1049153 w 2676209"/>
                <a:gd name="connsiteY594" fmla="*/ 1040581 h 2650669"/>
                <a:gd name="connsiteX595" fmla="*/ 1055007 w 2676209"/>
                <a:gd name="connsiteY595" fmla="*/ 1035885 h 2650669"/>
                <a:gd name="connsiteX596" fmla="*/ 1046541 w 2676209"/>
                <a:gd name="connsiteY596" fmla="*/ 1030329 h 2650669"/>
                <a:gd name="connsiteX597" fmla="*/ 1044920 w 2676209"/>
                <a:gd name="connsiteY597" fmla="*/ 1037274 h 2650669"/>
                <a:gd name="connsiteX598" fmla="*/ 1049153 w 2676209"/>
                <a:gd name="connsiteY598" fmla="*/ 1040581 h 2650669"/>
                <a:gd name="connsiteX599" fmla="*/ 1551366 w 2676209"/>
                <a:gd name="connsiteY599" fmla="*/ 1397802 h 2650669"/>
                <a:gd name="connsiteX600" fmla="*/ 1546140 w 2676209"/>
                <a:gd name="connsiteY600" fmla="*/ 1390162 h 2650669"/>
                <a:gd name="connsiteX601" fmla="*/ 1541080 w 2676209"/>
                <a:gd name="connsiteY601" fmla="*/ 1396413 h 2650669"/>
                <a:gd name="connsiteX602" fmla="*/ 1546239 w 2676209"/>
                <a:gd name="connsiteY602" fmla="*/ 1400415 h 2650669"/>
                <a:gd name="connsiteX603" fmla="*/ 1551366 w 2676209"/>
                <a:gd name="connsiteY603" fmla="*/ 1397802 h 2650669"/>
                <a:gd name="connsiteX604" fmla="*/ 828028 w 2676209"/>
                <a:gd name="connsiteY604" fmla="*/ 1360264 h 2650669"/>
                <a:gd name="connsiteX605" fmla="*/ 825184 w 2676209"/>
                <a:gd name="connsiteY605" fmla="*/ 1355105 h 2650669"/>
                <a:gd name="connsiteX606" fmla="*/ 817742 w 2676209"/>
                <a:gd name="connsiteY606" fmla="*/ 1358743 h 2650669"/>
                <a:gd name="connsiteX607" fmla="*/ 820355 w 2676209"/>
                <a:gd name="connsiteY607" fmla="*/ 1365523 h 2650669"/>
                <a:gd name="connsiteX608" fmla="*/ 828028 w 2676209"/>
                <a:gd name="connsiteY608" fmla="*/ 1360264 h 2650669"/>
                <a:gd name="connsiteX609" fmla="*/ 1097208 w 2676209"/>
                <a:gd name="connsiteY609" fmla="*/ 397478 h 2650669"/>
                <a:gd name="connsiteX610" fmla="*/ 1098862 w 2676209"/>
                <a:gd name="connsiteY610" fmla="*/ 401844 h 2650669"/>
                <a:gd name="connsiteX611" fmla="*/ 1106800 w 2676209"/>
                <a:gd name="connsiteY611" fmla="*/ 396982 h 2650669"/>
                <a:gd name="connsiteX612" fmla="*/ 1100383 w 2676209"/>
                <a:gd name="connsiteY612" fmla="*/ 391294 h 2650669"/>
                <a:gd name="connsiteX613" fmla="*/ 1097208 w 2676209"/>
                <a:gd name="connsiteY613" fmla="*/ 397478 h 2650669"/>
                <a:gd name="connsiteX614" fmla="*/ 1304906 w 2676209"/>
                <a:gd name="connsiteY614" fmla="*/ 1847626 h 2650669"/>
                <a:gd name="connsiteX615" fmla="*/ 1312083 w 2676209"/>
                <a:gd name="connsiteY615" fmla="*/ 1840483 h 2650669"/>
                <a:gd name="connsiteX616" fmla="*/ 1310562 w 2676209"/>
                <a:gd name="connsiteY616" fmla="*/ 1835555 h 2650669"/>
                <a:gd name="connsiteX617" fmla="*/ 1305634 w 2676209"/>
                <a:gd name="connsiteY617" fmla="*/ 1836316 h 2650669"/>
                <a:gd name="connsiteX618" fmla="*/ 1303385 w 2676209"/>
                <a:gd name="connsiteY618" fmla="*/ 1844121 h 2650669"/>
                <a:gd name="connsiteX619" fmla="*/ 1304906 w 2676209"/>
                <a:gd name="connsiteY619" fmla="*/ 1847626 h 2650669"/>
                <a:gd name="connsiteX620" fmla="*/ 1187233 w 2676209"/>
                <a:gd name="connsiteY620" fmla="*/ 1822822 h 2650669"/>
                <a:gd name="connsiteX621" fmla="*/ 1191433 w 2676209"/>
                <a:gd name="connsiteY621" fmla="*/ 1820374 h 2650669"/>
                <a:gd name="connsiteX622" fmla="*/ 1184455 w 2676209"/>
                <a:gd name="connsiteY622" fmla="*/ 1812569 h 2650669"/>
                <a:gd name="connsiteX623" fmla="*/ 1181114 w 2676209"/>
                <a:gd name="connsiteY623" fmla="*/ 1815182 h 2650669"/>
                <a:gd name="connsiteX624" fmla="*/ 1187233 w 2676209"/>
                <a:gd name="connsiteY624" fmla="*/ 1822822 h 2650669"/>
                <a:gd name="connsiteX625" fmla="*/ 469484 w 2676209"/>
                <a:gd name="connsiteY625" fmla="*/ 2202664 h 2650669"/>
                <a:gd name="connsiteX626" fmla="*/ 475338 w 2676209"/>
                <a:gd name="connsiteY626" fmla="*/ 2196777 h 2650669"/>
                <a:gd name="connsiteX627" fmla="*/ 470973 w 2676209"/>
                <a:gd name="connsiteY627" fmla="*/ 2193239 h 2650669"/>
                <a:gd name="connsiteX628" fmla="*/ 464821 w 2676209"/>
                <a:gd name="connsiteY628" fmla="*/ 2196513 h 2650669"/>
                <a:gd name="connsiteX629" fmla="*/ 469484 w 2676209"/>
                <a:gd name="connsiteY629" fmla="*/ 2202664 h 2650669"/>
                <a:gd name="connsiteX630" fmla="*/ 801867 w 2676209"/>
                <a:gd name="connsiteY630" fmla="*/ 1337510 h 2650669"/>
                <a:gd name="connsiteX631" fmla="*/ 807060 w 2676209"/>
                <a:gd name="connsiteY631" fmla="*/ 1331259 h 2650669"/>
                <a:gd name="connsiteX632" fmla="*/ 803653 w 2676209"/>
                <a:gd name="connsiteY632" fmla="*/ 1327158 h 2650669"/>
                <a:gd name="connsiteX633" fmla="*/ 796741 w 2676209"/>
                <a:gd name="connsiteY633" fmla="*/ 1329638 h 2650669"/>
                <a:gd name="connsiteX634" fmla="*/ 801867 w 2676209"/>
                <a:gd name="connsiteY634" fmla="*/ 1337510 h 2650669"/>
                <a:gd name="connsiteX635" fmla="*/ 2204655 w 2676209"/>
                <a:gd name="connsiteY635" fmla="*/ 1323818 h 2650669"/>
                <a:gd name="connsiteX636" fmla="*/ 2197181 w 2676209"/>
                <a:gd name="connsiteY636" fmla="*/ 1320180 h 2650669"/>
                <a:gd name="connsiteX637" fmla="*/ 2194369 w 2676209"/>
                <a:gd name="connsiteY637" fmla="*/ 1325339 h 2650669"/>
                <a:gd name="connsiteX638" fmla="*/ 2202042 w 2676209"/>
                <a:gd name="connsiteY638" fmla="*/ 1330598 h 2650669"/>
                <a:gd name="connsiteX639" fmla="*/ 2204655 w 2676209"/>
                <a:gd name="connsiteY639" fmla="*/ 1323818 h 2650669"/>
                <a:gd name="connsiteX640" fmla="*/ 1423870 w 2676209"/>
                <a:gd name="connsiteY640" fmla="*/ 2605360 h 2650669"/>
                <a:gd name="connsiteX641" fmla="*/ 1428963 w 2676209"/>
                <a:gd name="connsiteY641" fmla="*/ 2602648 h 2650669"/>
                <a:gd name="connsiteX642" fmla="*/ 1427243 w 2676209"/>
                <a:gd name="connsiteY642" fmla="*/ 2598448 h 2650669"/>
                <a:gd name="connsiteX643" fmla="*/ 1422216 w 2676209"/>
                <a:gd name="connsiteY643" fmla="*/ 2598283 h 2650669"/>
                <a:gd name="connsiteX644" fmla="*/ 1417123 w 2676209"/>
                <a:gd name="connsiteY644" fmla="*/ 2598382 h 2650669"/>
                <a:gd name="connsiteX645" fmla="*/ 1415668 w 2676209"/>
                <a:gd name="connsiteY645" fmla="*/ 2600432 h 2650669"/>
                <a:gd name="connsiteX646" fmla="*/ 1423870 w 2676209"/>
                <a:gd name="connsiteY646" fmla="*/ 2605360 h 2650669"/>
                <a:gd name="connsiteX647" fmla="*/ 1942850 w 2676209"/>
                <a:gd name="connsiteY647" fmla="*/ 1260218 h 2650669"/>
                <a:gd name="connsiteX648" fmla="*/ 1947712 w 2676209"/>
                <a:gd name="connsiteY648" fmla="*/ 1264286 h 2650669"/>
                <a:gd name="connsiteX649" fmla="*/ 1953135 w 2676209"/>
                <a:gd name="connsiteY649" fmla="*/ 1261607 h 2650669"/>
                <a:gd name="connsiteX650" fmla="*/ 1947910 w 2676209"/>
                <a:gd name="connsiteY650" fmla="*/ 1253968 h 2650669"/>
                <a:gd name="connsiteX651" fmla="*/ 1942850 w 2676209"/>
                <a:gd name="connsiteY651" fmla="*/ 1260218 h 2650669"/>
                <a:gd name="connsiteX652" fmla="*/ 1128595 w 2676209"/>
                <a:gd name="connsiteY652" fmla="*/ 881765 h 2650669"/>
                <a:gd name="connsiteX653" fmla="*/ 1132696 w 2676209"/>
                <a:gd name="connsiteY653" fmla="*/ 886924 h 2650669"/>
                <a:gd name="connsiteX654" fmla="*/ 1139013 w 2676209"/>
                <a:gd name="connsiteY654" fmla="*/ 882261 h 2650669"/>
                <a:gd name="connsiteX655" fmla="*/ 1131274 w 2676209"/>
                <a:gd name="connsiteY655" fmla="*/ 876639 h 2650669"/>
                <a:gd name="connsiteX656" fmla="*/ 1128595 w 2676209"/>
                <a:gd name="connsiteY656" fmla="*/ 881765 h 2650669"/>
                <a:gd name="connsiteX657" fmla="*/ 1606465 w 2676209"/>
                <a:gd name="connsiteY657" fmla="*/ 1424922 h 2650669"/>
                <a:gd name="connsiteX658" fmla="*/ 1600247 w 2676209"/>
                <a:gd name="connsiteY658" fmla="*/ 1428262 h 2650669"/>
                <a:gd name="connsiteX659" fmla="*/ 1608681 w 2676209"/>
                <a:gd name="connsiteY659" fmla="*/ 1434711 h 2650669"/>
                <a:gd name="connsiteX660" fmla="*/ 1610765 w 2676209"/>
                <a:gd name="connsiteY660" fmla="*/ 1431867 h 2650669"/>
                <a:gd name="connsiteX661" fmla="*/ 1606465 w 2676209"/>
                <a:gd name="connsiteY661" fmla="*/ 1424922 h 2650669"/>
                <a:gd name="connsiteX662" fmla="*/ 1370556 w 2676209"/>
                <a:gd name="connsiteY662" fmla="*/ 1206144 h 2650669"/>
                <a:gd name="connsiteX663" fmla="*/ 1377005 w 2676209"/>
                <a:gd name="connsiteY663" fmla="*/ 1211866 h 2650669"/>
                <a:gd name="connsiteX664" fmla="*/ 1380180 w 2676209"/>
                <a:gd name="connsiteY664" fmla="*/ 1207136 h 2650669"/>
                <a:gd name="connsiteX665" fmla="*/ 1376608 w 2676209"/>
                <a:gd name="connsiteY665" fmla="*/ 1201382 h 2650669"/>
                <a:gd name="connsiteX666" fmla="*/ 1370556 w 2676209"/>
                <a:gd name="connsiteY666" fmla="*/ 1206144 h 2650669"/>
                <a:gd name="connsiteX667" fmla="*/ 2457068 w 2676209"/>
                <a:gd name="connsiteY667" fmla="*/ 1159511 h 2650669"/>
                <a:gd name="connsiteX668" fmla="*/ 2449428 w 2676209"/>
                <a:gd name="connsiteY668" fmla="*/ 1164737 h 2650669"/>
                <a:gd name="connsiteX669" fmla="*/ 2455679 w 2676209"/>
                <a:gd name="connsiteY669" fmla="*/ 1169764 h 2650669"/>
                <a:gd name="connsiteX670" fmla="*/ 2459680 w 2676209"/>
                <a:gd name="connsiteY670" fmla="*/ 1164605 h 2650669"/>
                <a:gd name="connsiteX671" fmla="*/ 2457068 w 2676209"/>
                <a:gd name="connsiteY671" fmla="*/ 1159511 h 2650669"/>
                <a:gd name="connsiteX672" fmla="*/ 946892 w 2676209"/>
                <a:gd name="connsiteY672" fmla="*/ 1452835 h 2650669"/>
                <a:gd name="connsiteX673" fmla="*/ 943585 w 2676209"/>
                <a:gd name="connsiteY673" fmla="*/ 1460574 h 2650669"/>
                <a:gd name="connsiteX674" fmla="*/ 946793 w 2676209"/>
                <a:gd name="connsiteY674" fmla="*/ 1463319 h 2650669"/>
                <a:gd name="connsiteX675" fmla="*/ 953672 w 2676209"/>
                <a:gd name="connsiteY675" fmla="*/ 1457234 h 2650669"/>
                <a:gd name="connsiteX676" fmla="*/ 946892 w 2676209"/>
                <a:gd name="connsiteY676" fmla="*/ 1452835 h 2650669"/>
                <a:gd name="connsiteX677" fmla="*/ 1170663 w 2676209"/>
                <a:gd name="connsiteY677" fmla="*/ 987433 h 2650669"/>
                <a:gd name="connsiteX678" fmla="*/ 1177509 w 2676209"/>
                <a:gd name="connsiteY678" fmla="*/ 995337 h 2650669"/>
                <a:gd name="connsiteX679" fmla="*/ 1180949 w 2676209"/>
                <a:gd name="connsiteY679" fmla="*/ 992824 h 2650669"/>
                <a:gd name="connsiteX680" fmla="*/ 1174831 w 2676209"/>
                <a:gd name="connsiteY680" fmla="*/ 985052 h 2650669"/>
                <a:gd name="connsiteX681" fmla="*/ 1170663 w 2676209"/>
                <a:gd name="connsiteY681" fmla="*/ 987433 h 2650669"/>
                <a:gd name="connsiteX682" fmla="*/ 1372540 w 2676209"/>
                <a:gd name="connsiteY682" fmla="*/ 1764746 h 2650669"/>
                <a:gd name="connsiteX683" fmla="*/ 1366025 w 2676209"/>
                <a:gd name="connsiteY683" fmla="*/ 1760149 h 2650669"/>
                <a:gd name="connsiteX684" fmla="*/ 1362751 w 2676209"/>
                <a:gd name="connsiteY684" fmla="*/ 1766300 h 2650669"/>
                <a:gd name="connsiteX685" fmla="*/ 1367943 w 2676209"/>
                <a:gd name="connsiteY685" fmla="*/ 1770567 h 2650669"/>
                <a:gd name="connsiteX686" fmla="*/ 1372540 w 2676209"/>
                <a:gd name="connsiteY686" fmla="*/ 1764746 h 2650669"/>
                <a:gd name="connsiteX687" fmla="*/ 1682500 w 2676209"/>
                <a:gd name="connsiteY687" fmla="*/ 1487694 h 2650669"/>
                <a:gd name="connsiteX688" fmla="*/ 1685212 w 2676209"/>
                <a:gd name="connsiteY688" fmla="*/ 1484817 h 2650669"/>
                <a:gd name="connsiteX689" fmla="*/ 1687461 w 2676209"/>
                <a:gd name="connsiteY689" fmla="*/ 1475854 h 2650669"/>
                <a:gd name="connsiteX690" fmla="*/ 1683624 w 2676209"/>
                <a:gd name="connsiteY690" fmla="*/ 1473836 h 2650669"/>
                <a:gd name="connsiteX691" fmla="*/ 1681012 w 2676209"/>
                <a:gd name="connsiteY691" fmla="*/ 1475325 h 2650669"/>
                <a:gd name="connsiteX692" fmla="*/ 1680648 w 2676209"/>
                <a:gd name="connsiteY692" fmla="*/ 1478996 h 2650669"/>
                <a:gd name="connsiteX693" fmla="*/ 1680714 w 2676209"/>
                <a:gd name="connsiteY693" fmla="*/ 1485213 h 2650669"/>
                <a:gd name="connsiteX694" fmla="*/ 1682500 w 2676209"/>
                <a:gd name="connsiteY694" fmla="*/ 1487694 h 2650669"/>
                <a:gd name="connsiteX695" fmla="*/ 1979428 w 2676209"/>
                <a:gd name="connsiteY695" fmla="*/ 55802 h 2650669"/>
                <a:gd name="connsiteX696" fmla="*/ 1981082 w 2676209"/>
                <a:gd name="connsiteY696" fmla="*/ 51139 h 2650669"/>
                <a:gd name="connsiteX697" fmla="*/ 1981115 w 2676209"/>
                <a:gd name="connsiteY697" fmla="*/ 45946 h 2650669"/>
                <a:gd name="connsiteX698" fmla="*/ 1977312 w 2676209"/>
                <a:gd name="connsiteY698" fmla="*/ 41977 h 2650669"/>
                <a:gd name="connsiteX699" fmla="*/ 1974104 w 2676209"/>
                <a:gd name="connsiteY699" fmla="*/ 46508 h 2650669"/>
                <a:gd name="connsiteX700" fmla="*/ 1975824 w 2676209"/>
                <a:gd name="connsiteY700" fmla="*/ 52495 h 2650669"/>
                <a:gd name="connsiteX701" fmla="*/ 1979428 w 2676209"/>
                <a:gd name="connsiteY701" fmla="*/ 55802 h 2650669"/>
                <a:gd name="connsiteX702" fmla="*/ 544328 w 2676209"/>
                <a:gd name="connsiteY702" fmla="*/ 2524894 h 2650669"/>
                <a:gd name="connsiteX703" fmla="*/ 548859 w 2676209"/>
                <a:gd name="connsiteY703" fmla="*/ 2523802 h 2650669"/>
                <a:gd name="connsiteX704" fmla="*/ 542542 w 2676209"/>
                <a:gd name="connsiteY704" fmla="*/ 2517981 h 2650669"/>
                <a:gd name="connsiteX705" fmla="*/ 538177 w 2676209"/>
                <a:gd name="connsiteY705" fmla="*/ 2521487 h 2650669"/>
                <a:gd name="connsiteX706" fmla="*/ 544328 w 2676209"/>
                <a:gd name="connsiteY706" fmla="*/ 2524894 h 2650669"/>
                <a:gd name="connsiteX707" fmla="*/ 1006291 w 2676209"/>
                <a:gd name="connsiteY707" fmla="*/ 1273911 h 2650669"/>
                <a:gd name="connsiteX708" fmla="*/ 1004604 w 2676209"/>
                <a:gd name="connsiteY708" fmla="*/ 1271265 h 2650669"/>
                <a:gd name="connsiteX709" fmla="*/ 1002190 w 2676209"/>
                <a:gd name="connsiteY709" fmla="*/ 1273613 h 2650669"/>
                <a:gd name="connsiteX710" fmla="*/ 999445 w 2676209"/>
                <a:gd name="connsiteY710" fmla="*/ 1282576 h 2650669"/>
                <a:gd name="connsiteX711" fmla="*/ 1001132 w 2676209"/>
                <a:gd name="connsiteY711" fmla="*/ 1285222 h 2650669"/>
                <a:gd name="connsiteX712" fmla="*/ 1003513 w 2676209"/>
                <a:gd name="connsiteY712" fmla="*/ 1282873 h 2650669"/>
                <a:gd name="connsiteX713" fmla="*/ 1006291 w 2676209"/>
                <a:gd name="connsiteY713" fmla="*/ 1273911 h 2650669"/>
                <a:gd name="connsiteX714" fmla="*/ 1766240 w 2676209"/>
                <a:gd name="connsiteY714" fmla="*/ 894068 h 2650669"/>
                <a:gd name="connsiteX715" fmla="*/ 1771433 w 2676209"/>
                <a:gd name="connsiteY715" fmla="*/ 891389 h 2650669"/>
                <a:gd name="connsiteX716" fmla="*/ 1766174 w 2676209"/>
                <a:gd name="connsiteY716" fmla="*/ 887057 h 2650669"/>
                <a:gd name="connsiteX717" fmla="*/ 1761015 w 2676209"/>
                <a:gd name="connsiteY717" fmla="*/ 889835 h 2650669"/>
                <a:gd name="connsiteX718" fmla="*/ 1766240 w 2676209"/>
                <a:gd name="connsiteY718" fmla="*/ 894068 h 2650669"/>
                <a:gd name="connsiteX719" fmla="*/ 1140732 w 2676209"/>
                <a:gd name="connsiteY719" fmla="*/ 77134 h 2650669"/>
                <a:gd name="connsiteX720" fmla="*/ 1132166 w 2676209"/>
                <a:gd name="connsiteY720" fmla="*/ 79648 h 2650669"/>
                <a:gd name="connsiteX721" fmla="*/ 1133952 w 2676209"/>
                <a:gd name="connsiteY721" fmla="*/ 83715 h 2650669"/>
                <a:gd name="connsiteX722" fmla="*/ 1142551 w 2676209"/>
                <a:gd name="connsiteY722" fmla="*/ 81268 h 2650669"/>
                <a:gd name="connsiteX723" fmla="*/ 1140732 w 2676209"/>
                <a:gd name="connsiteY723" fmla="*/ 77134 h 2650669"/>
                <a:gd name="connsiteX724" fmla="*/ 1041249 w 2676209"/>
                <a:gd name="connsiteY724" fmla="*/ 1015479 h 2650669"/>
                <a:gd name="connsiteX725" fmla="*/ 1037909 w 2676209"/>
                <a:gd name="connsiteY725" fmla="*/ 1012833 h 2650669"/>
                <a:gd name="connsiteX726" fmla="*/ 1031261 w 2676209"/>
                <a:gd name="connsiteY726" fmla="*/ 1018522 h 2650669"/>
                <a:gd name="connsiteX727" fmla="*/ 1036057 w 2676209"/>
                <a:gd name="connsiteY727" fmla="*/ 1023317 h 2650669"/>
                <a:gd name="connsiteX728" fmla="*/ 1041249 w 2676209"/>
                <a:gd name="connsiteY728" fmla="*/ 1015479 h 2650669"/>
                <a:gd name="connsiteX729" fmla="*/ 1925255 w 2676209"/>
                <a:gd name="connsiteY729" fmla="*/ 510025 h 2650669"/>
                <a:gd name="connsiteX730" fmla="*/ 1927868 w 2676209"/>
                <a:gd name="connsiteY730" fmla="*/ 513399 h 2650669"/>
                <a:gd name="connsiteX731" fmla="*/ 1932068 w 2676209"/>
                <a:gd name="connsiteY731" fmla="*/ 511580 h 2650669"/>
                <a:gd name="connsiteX732" fmla="*/ 1932167 w 2676209"/>
                <a:gd name="connsiteY732" fmla="*/ 506520 h 2650669"/>
                <a:gd name="connsiteX733" fmla="*/ 1932134 w 2676209"/>
                <a:gd name="connsiteY733" fmla="*/ 503113 h 2650669"/>
                <a:gd name="connsiteX734" fmla="*/ 1931043 w 2676209"/>
                <a:gd name="connsiteY734" fmla="*/ 500269 h 2650669"/>
                <a:gd name="connsiteX735" fmla="*/ 1928562 w 2676209"/>
                <a:gd name="connsiteY735" fmla="*/ 502882 h 2650669"/>
                <a:gd name="connsiteX736" fmla="*/ 1925255 w 2676209"/>
                <a:gd name="connsiteY736" fmla="*/ 510025 h 2650669"/>
                <a:gd name="connsiteX737" fmla="*/ 859679 w 2676209"/>
                <a:gd name="connsiteY737" fmla="*/ 1768880 h 2650669"/>
                <a:gd name="connsiteX738" fmla="*/ 860770 w 2676209"/>
                <a:gd name="connsiteY738" fmla="*/ 1770004 h 2650669"/>
                <a:gd name="connsiteX739" fmla="*/ 870593 w 2676209"/>
                <a:gd name="connsiteY739" fmla="*/ 1764779 h 2650669"/>
                <a:gd name="connsiteX740" fmla="*/ 868873 w 2676209"/>
                <a:gd name="connsiteY740" fmla="*/ 1760777 h 2650669"/>
                <a:gd name="connsiteX741" fmla="*/ 861895 w 2676209"/>
                <a:gd name="connsiteY741" fmla="*/ 1763026 h 2650669"/>
                <a:gd name="connsiteX742" fmla="*/ 859679 w 2676209"/>
                <a:gd name="connsiteY742" fmla="*/ 1768880 h 2650669"/>
                <a:gd name="connsiteX743" fmla="*/ 1504138 w 2676209"/>
                <a:gd name="connsiteY743" fmla="*/ 1026856 h 2650669"/>
                <a:gd name="connsiteX744" fmla="*/ 1509396 w 2676209"/>
                <a:gd name="connsiteY744" fmla="*/ 1022523 h 2650669"/>
                <a:gd name="connsiteX745" fmla="*/ 1504204 w 2676209"/>
                <a:gd name="connsiteY745" fmla="*/ 1019844 h 2650669"/>
                <a:gd name="connsiteX746" fmla="*/ 1499011 w 2676209"/>
                <a:gd name="connsiteY746" fmla="*/ 1024078 h 2650669"/>
                <a:gd name="connsiteX747" fmla="*/ 1504138 w 2676209"/>
                <a:gd name="connsiteY747" fmla="*/ 1026856 h 2650669"/>
                <a:gd name="connsiteX748" fmla="*/ 1683327 w 2676209"/>
                <a:gd name="connsiteY748" fmla="*/ 1459780 h 2650669"/>
                <a:gd name="connsiteX749" fmla="*/ 1687593 w 2676209"/>
                <a:gd name="connsiteY749" fmla="*/ 1454588 h 2650669"/>
                <a:gd name="connsiteX750" fmla="*/ 1684914 w 2676209"/>
                <a:gd name="connsiteY750" fmla="*/ 1449395 h 2650669"/>
                <a:gd name="connsiteX751" fmla="*/ 1680582 w 2676209"/>
                <a:gd name="connsiteY751" fmla="*/ 1454654 h 2650669"/>
                <a:gd name="connsiteX752" fmla="*/ 1683327 w 2676209"/>
                <a:gd name="connsiteY752" fmla="*/ 1459780 h 2650669"/>
                <a:gd name="connsiteX753" fmla="*/ 1418611 w 2676209"/>
                <a:gd name="connsiteY753" fmla="*/ 1541900 h 2650669"/>
                <a:gd name="connsiteX754" fmla="*/ 1423274 w 2676209"/>
                <a:gd name="connsiteY754" fmla="*/ 1546299 h 2650669"/>
                <a:gd name="connsiteX755" fmla="*/ 1429492 w 2676209"/>
                <a:gd name="connsiteY755" fmla="*/ 1537766 h 2650669"/>
                <a:gd name="connsiteX756" fmla="*/ 1426449 w 2676209"/>
                <a:gd name="connsiteY756" fmla="*/ 1536708 h 2650669"/>
                <a:gd name="connsiteX757" fmla="*/ 1418611 w 2676209"/>
                <a:gd name="connsiteY757" fmla="*/ 1541900 h 2650669"/>
                <a:gd name="connsiteX758" fmla="*/ 1070122 w 2676209"/>
                <a:gd name="connsiteY758" fmla="*/ 1543719 h 2650669"/>
                <a:gd name="connsiteX759" fmla="*/ 1066980 w 2676209"/>
                <a:gd name="connsiteY759" fmla="*/ 1544216 h 2650669"/>
                <a:gd name="connsiteX760" fmla="*/ 1065888 w 2676209"/>
                <a:gd name="connsiteY760" fmla="*/ 1548713 h 2650669"/>
                <a:gd name="connsiteX761" fmla="*/ 1069361 w 2676209"/>
                <a:gd name="connsiteY761" fmla="*/ 1555890 h 2650669"/>
                <a:gd name="connsiteX762" fmla="*/ 1071676 w 2676209"/>
                <a:gd name="connsiteY762" fmla="*/ 1556882 h 2650669"/>
                <a:gd name="connsiteX763" fmla="*/ 1072701 w 2676209"/>
                <a:gd name="connsiteY763" fmla="*/ 1555692 h 2650669"/>
                <a:gd name="connsiteX764" fmla="*/ 1072734 w 2676209"/>
                <a:gd name="connsiteY764" fmla="*/ 1550599 h 2650669"/>
                <a:gd name="connsiteX765" fmla="*/ 1072768 w 2676209"/>
                <a:gd name="connsiteY765" fmla="*/ 1547192 h 2650669"/>
                <a:gd name="connsiteX766" fmla="*/ 1070122 w 2676209"/>
                <a:gd name="connsiteY766" fmla="*/ 1543719 h 2650669"/>
                <a:gd name="connsiteX767" fmla="*/ 1443184 w 2676209"/>
                <a:gd name="connsiteY767" fmla="*/ 1444203 h 2650669"/>
                <a:gd name="connsiteX768" fmla="*/ 1444342 w 2676209"/>
                <a:gd name="connsiteY768" fmla="*/ 1445361 h 2650669"/>
                <a:gd name="connsiteX769" fmla="*/ 1457042 w 2676209"/>
                <a:gd name="connsiteY769" fmla="*/ 1438878 h 2650669"/>
                <a:gd name="connsiteX770" fmla="*/ 1455851 w 2676209"/>
                <a:gd name="connsiteY770" fmla="*/ 1436133 h 2650669"/>
                <a:gd name="connsiteX771" fmla="*/ 1443184 w 2676209"/>
                <a:gd name="connsiteY771" fmla="*/ 1444203 h 2650669"/>
                <a:gd name="connsiteX772" fmla="*/ 1300276 w 2676209"/>
                <a:gd name="connsiteY772" fmla="*/ 739088 h 2650669"/>
                <a:gd name="connsiteX773" fmla="*/ 1308577 w 2676209"/>
                <a:gd name="connsiteY773" fmla="*/ 740444 h 2650669"/>
                <a:gd name="connsiteX774" fmla="*/ 1310231 w 2676209"/>
                <a:gd name="connsiteY774" fmla="*/ 737799 h 2650669"/>
                <a:gd name="connsiteX775" fmla="*/ 1309702 w 2676209"/>
                <a:gd name="connsiteY775" fmla="*/ 734690 h 2650669"/>
                <a:gd name="connsiteX776" fmla="*/ 1303716 w 2676209"/>
                <a:gd name="connsiteY776" fmla="*/ 733466 h 2650669"/>
                <a:gd name="connsiteX777" fmla="*/ 1300177 w 2676209"/>
                <a:gd name="connsiteY777" fmla="*/ 733433 h 2650669"/>
                <a:gd name="connsiteX778" fmla="*/ 1296870 w 2676209"/>
                <a:gd name="connsiteY778" fmla="*/ 735517 h 2650669"/>
                <a:gd name="connsiteX779" fmla="*/ 1300276 w 2676209"/>
                <a:gd name="connsiteY779" fmla="*/ 739088 h 2650669"/>
                <a:gd name="connsiteX780" fmla="*/ 1744313 w 2676209"/>
                <a:gd name="connsiteY780" fmla="*/ 1044219 h 2650669"/>
                <a:gd name="connsiteX781" fmla="*/ 1746959 w 2676209"/>
                <a:gd name="connsiteY781" fmla="*/ 1039027 h 2650669"/>
                <a:gd name="connsiteX782" fmla="*/ 1742726 w 2676209"/>
                <a:gd name="connsiteY782" fmla="*/ 1033834 h 2650669"/>
                <a:gd name="connsiteX783" fmla="*/ 1739981 w 2676209"/>
                <a:gd name="connsiteY783" fmla="*/ 1038961 h 2650669"/>
                <a:gd name="connsiteX784" fmla="*/ 1744313 w 2676209"/>
                <a:gd name="connsiteY784" fmla="*/ 1044219 h 2650669"/>
                <a:gd name="connsiteX785" fmla="*/ 1048327 w 2676209"/>
                <a:gd name="connsiteY785" fmla="*/ 317045 h 2650669"/>
                <a:gd name="connsiteX786" fmla="*/ 1049418 w 2676209"/>
                <a:gd name="connsiteY786" fmla="*/ 321543 h 2650669"/>
                <a:gd name="connsiteX787" fmla="*/ 1055239 w 2676209"/>
                <a:gd name="connsiteY787" fmla="*/ 315259 h 2650669"/>
                <a:gd name="connsiteX788" fmla="*/ 1051733 w 2676209"/>
                <a:gd name="connsiteY788" fmla="*/ 310893 h 2650669"/>
                <a:gd name="connsiteX789" fmla="*/ 1048327 w 2676209"/>
                <a:gd name="connsiteY789" fmla="*/ 317045 h 2650669"/>
                <a:gd name="connsiteX790" fmla="*/ 1069229 w 2676209"/>
                <a:gd name="connsiteY790" fmla="*/ 310993 h 2650669"/>
                <a:gd name="connsiteX791" fmla="*/ 1066781 w 2676209"/>
                <a:gd name="connsiteY791" fmla="*/ 307454 h 2650669"/>
                <a:gd name="connsiteX792" fmla="*/ 1058877 w 2676209"/>
                <a:gd name="connsiteY792" fmla="*/ 312514 h 2650669"/>
                <a:gd name="connsiteX793" fmla="*/ 1063408 w 2676209"/>
                <a:gd name="connsiteY793" fmla="*/ 317376 h 2650669"/>
                <a:gd name="connsiteX794" fmla="*/ 1069229 w 2676209"/>
                <a:gd name="connsiteY794" fmla="*/ 310993 h 2650669"/>
                <a:gd name="connsiteX795" fmla="*/ 1206316 w 2676209"/>
                <a:gd name="connsiteY795" fmla="*/ 283013 h 2650669"/>
                <a:gd name="connsiteX796" fmla="*/ 1202215 w 2676209"/>
                <a:gd name="connsiteY796" fmla="*/ 284832 h 2650669"/>
                <a:gd name="connsiteX797" fmla="*/ 1204728 w 2676209"/>
                <a:gd name="connsiteY797" fmla="*/ 293398 h 2650669"/>
                <a:gd name="connsiteX798" fmla="*/ 1208763 w 2676209"/>
                <a:gd name="connsiteY798" fmla="*/ 291612 h 2650669"/>
                <a:gd name="connsiteX799" fmla="*/ 1206316 w 2676209"/>
                <a:gd name="connsiteY799" fmla="*/ 283013 h 2650669"/>
                <a:gd name="connsiteX800" fmla="*/ 283218 w 2676209"/>
                <a:gd name="connsiteY800" fmla="*/ 2054266 h 2650669"/>
                <a:gd name="connsiteX801" fmla="*/ 286492 w 2676209"/>
                <a:gd name="connsiteY801" fmla="*/ 2057011 h 2650669"/>
                <a:gd name="connsiteX802" fmla="*/ 293239 w 2676209"/>
                <a:gd name="connsiteY802" fmla="*/ 2051323 h 2650669"/>
                <a:gd name="connsiteX803" fmla="*/ 288443 w 2676209"/>
                <a:gd name="connsiteY803" fmla="*/ 2046560 h 2650669"/>
                <a:gd name="connsiteX804" fmla="*/ 283218 w 2676209"/>
                <a:gd name="connsiteY804" fmla="*/ 2054266 h 2650669"/>
                <a:gd name="connsiteX805" fmla="*/ 632501 w 2676209"/>
                <a:gd name="connsiteY805" fmla="*/ 1309695 h 2650669"/>
                <a:gd name="connsiteX806" fmla="*/ 636007 w 2676209"/>
                <a:gd name="connsiteY806" fmla="*/ 1305330 h 2650669"/>
                <a:gd name="connsiteX807" fmla="*/ 631674 w 2676209"/>
                <a:gd name="connsiteY807" fmla="*/ 1299079 h 2650669"/>
                <a:gd name="connsiteX808" fmla="*/ 629061 w 2676209"/>
                <a:gd name="connsiteY808" fmla="*/ 1303544 h 2650669"/>
                <a:gd name="connsiteX809" fmla="*/ 632501 w 2676209"/>
                <a:gd name="connsiteY809" fmla="*/ 1309695 h 2650669"/>
                <a:gd name="connsiteX810" fmla="*/ 1019487 w 2676209"/>
                <a:gd name="connsiteY810" fmla="*/ 1044351 h 2650669"/>
                <a:gd name="connsiteX811" fmla="*/ 1016907 w 2676209"/>
                <a:gd name="connsiteY811" fmla="*/ 1046038 h 2650669"/>
                <a:gd name="connsiteX812" fmla="*/ 1023753 w 2676209"/>
                <a:gd name="connsiteY812" fmla="*/ 1052884 h 2650669"/>
                <a:gd name="connsiteX813" fmla="*/ 1024944 w 2676209"/>
                <a:gd name="connsiteY813" fmla="*/ 1054042 h 2650669"/>
                <a:gd name="connsiteX814" fmla="*/ 1027292 w 2676209"/>
                <a:gd name="connsiteY814" fmla="*/ 1050966 h 2650669"/>
                <a:gd name="connsiteX815" fmla="*/ 1019487 w 2676209"/>
                <a:gd name="connsiteY815" fmla="*/ 1044351 h 2650669"/>
                <a:gd name="connsiteX816" fmla="*/ 1133721 w 2676209"/>
                <a:gd name="connsiteY816" fmla="*/ 398074 h 2650669"/>
                <a:gd name="connsiteX817" fmla="*/ 1138616 w 2676209"/>
                <a:gd name="connsiteY817" fmla="*/ 393576 h 2650669"/>
                <a:gd name="connsiteX818" fmla="*/ 1132200 w 2676209"/>
                <a:gd name="connsiteY818" fmla="*/ 387755 h 2650669"/>
                <a:gd name="connsiteX819" fmla="*/ 1128694 w 2676209"/>
                <a:gd name="connsiteY819" fmla="*/ 390202 h 2650669"/>
                <a:gd name="connsiteX820" fmla="*/ 1133721 w 2676209"/>
                <a:gd name="connsiteY820" fmla="*/ 398074 h 2650669"/>
                <a:gd name="connsiteX821" fmla="*/ 1273553 w 2676209"/>
                <a:gd name="connsiteY821" fmla="*/ 1899882 h 2650669"/>
                <a:gd name="connsiteX822" fmla="*/ 1278812 w 2676209"/>
                <a:gd name="connsiteY822" fmla="*/ 1895582 h 2650669"/>
                <a:gd name="connsiteX823" fmla="*/ 1273222 w 2676209"/>
                <a:gd name="connsiteY823" fmla="*/ 1892936 h 2650669"/>
                <a:gd name="connsiteX824" fmla="*/ 1268427 w 2676209"/>
                <a:gd name="connsiteY824" fmla="*/ 1897137 h 2650669"/>
                <a:gd name="connsiteX825" fmla="*/ 1273553 w 2676209"/>
                <a:gd name="connsiteY825" fmla="*/ 1899882 h 2650669"/>
                <a:gd name="connsiteX826" fmla="*/ 780436 w 2676209"/>
                <a:gd name="connsiteY826" fmla="*/ 1937419 h 2650669"/>
                <a:gd name="connsiteX827" fmla="*/ 786720 w 2676209"/>
                <a:gd name="connsiteY827" fmla="*/ 1928920 h 2650669"/>
                <a:gd name="connsiteX828" fmla="*/ 783644 w 2676209"/>
                <a:gd name="connsiteY828" fmla="*/ 1927828 h 2650669"/>
                <a:gd name="connsiteX829" fmla="*/ 775806 w 2676209"/>
                <a:gd name="connsiteY829" fmla="*/ 1932988 h 2650669"/>
                <a:gd name="connsiteX830" fmla="*/ 780436 w 2676209"/>
                <a:gd name="connsiteY830" fmla="*/ 1937419 h 2650669"/>
                <a:gd name="connsiteX831" fmla="*/ 1443019 w 2676209"/>
                <a:gd name="connsiteY831" fmla="*/ 1951376 h 2650669"/>
                <a:gd name="connsiteX832" fmla="*/ 1439678 w 2676209"/>
                <a:gd name="connsiteY832" fmla="*/ 1948730 h 2650669"/>
                <a:gd name="connsiteX833" fmla="*/ 1433031 w 2676209"/>
                <a:gd name="connsiteY833" fmla="*/ 1954419 h 2650669"/>
                <a:gd name="connsiteX834" fmla="*/ 1437826 w 2676209"/>
                <a:gd name="connsiteY834" fmla="*/ 1959215 h 2650669"/>
                <a:gd name="connsiteX835" fmla="*/ 1443019 w 2676209"/>
                <a:gd name="connsiteY835" fmla="*/ 1951376 h 2650669"/>
                <a:gd name="connsiteX836" fmla="*/ 1709785 w 2676209"/>
                <a:gd name="connsiteY836" fmla="*/ 924694 h 2650669"/>
                <a:gd name="connsiteX837" fmla="*/ 1715275 w 2676209"/>
                <a:gd name="connsiteY837" fmla="*/ 921089 h 2650669"/>
                <a:gd name="connsiteX838" fmla="*/ 1709355 w 2676209"/>
                <a:gd name="connsiteY838" fmla="*/ 915202 h 2650669"/>
                <a:gd name="connsiteX839" fmla="*/ 1705287 w 2676209"/>
                <a:gd name="connsiteY839" fmla="*/ 916822 h 2650669"/>
                <a:gd name="connsiteX840" fmla="*/ 1709785 w 2676209"/>
                <a:gd name="connsiteY840" fmla="*/ 924694 h 2650669"/>
                <a:gd name="connsiteX841" fmla="*/ 1061357 w 2676209"/>
                <a:gd name="connsiteY841" fmla="*/ 1093134 h 2650669"/>
                <a:gd name="connsiteX842" fmla="*/ 1068071 w 2676209"/>
                <a:gd name="connsiteY842" fmla="*/ 1089099 h 2650669"/>
                <a:gd name="connsiteX843" fmla="*/ 1066781 w 2676209"/>
                <a:gd name="connsiteY843" fmla="*/ 1085626 h 2650669"/>
                <a:gd name="connsiteX844" fmla="*/ 1062118 w 2676209"/>
                <a:gd name="connsiteY844" fmla="*/ 1084469 h 2650669"/>
                <a:gd name="connsiteX845" fmla="*/ 1058877 w 2676209"/>
                <a:gd name="connsiteY845" fmla="*/ 1091381 h 2650669"/>
                <a:gd name="connsiteX846" fmla="*/ 1061357 w 2676209"/>
                <a:gd name="connsiteY846" fmla="*/ 1093134 h 2650669"/>
                <a:gd name="connsiteX847" fmla="*/ 428176 w 2676209"/>
                <a:gd name="connsiteY847" fmla="*/ 2214339 h 2650669"/>
                <a:gd name="connsiteX848" fmla="*/ 426523 w 2676209"/>
                <a:gd name="connsiteY848" fmla="*/ 2218506 h 2650669"/>
                <a:gd name="connsiteX849" fmla="*/ 433303 w 2676209"/>
                <a:gd name="connsiteY849" fmla="*/ 2221119 h 2650669"/>
                <a:gd name="connsiteX850" fmla="*/ 436345 w 2676209"/>
                <a:gd name="connsiteY850" fmla="*/ 2218837 h 2650669"/>
                <a:gd name="connsiteX851" fmla="*/ 428176 w 2676209"/>
                <a:gd name="connsiteY851" fmla="*/ 2214339 h 2650669"/>
                <a:gd name="connsiteX852" fmla="*/ 1542535 w 2676209"/>
                <a:gd name="connsiteY852" fmla="*/ 1264187 h 2650669"/>
                <a:gd name="connsiteX853" fmla="*/ 1544288 w 2676209"/>
                <a:gd name="connsiteY853" fmla="*/ 1259921 h 2650669"/>
                <a:gd name="connsiteX854" fmla="*/ 1541014 w 2676209"/>
                <a:gd name="connsiteY854" fmla="*/ 1253736 h 2650669"/>
                <a:gd name="connsiteX855" fmla="*/ 1537409 w 2676209"/>
                <a:gd name="connsiteY855" fmla="*/ 1256283 h 2650669"/>
                <a:gd name="connsiteX856" fmla="*/ 1542535 w 2676209"/>
                <a:gd name="connsiteY856" fmla="*/ 1264187 h 2650669"/>
                <a:gd name="connsiteX857" fmla="*/ 1999008 w 2676209"/>
                <a:gd name="connsiteY857" fmla="*/ 572897 h 2650669"/>
                <a:gd name="connsiteX858" fmla="*/ 2001984 w 2676209"/>
                <a:gd name="connsiteY858" fmla="*/ 570152 h 2650669"/>
                <a:gd name="connsiteX859" fmla="*/ 1996693 w 2676209"/>
                <a:gd name="connsiteY859" fmla="*/ 562479 h 2650669"/>
                <a:gd name="connsiteX860" fmla="*/ 1995171 w 2676209"/>
                <a:gd name="connsiteY860" fmla="*/ 566878 h 2650669"/>
                <a:gd name="connsiteX861" fmla="*/ 1999008 w 2676209"/>
                <a:gd name="connsiteY861" fmla="*/ 572897 h 2650669"/>
                <a:gd name="connsiteX862" fmla="*/ 1296440 w 2676209"/>
                <a:gd name="connsiteY862" fmla="*/ 1282576 h 2650669"/>
                <a:gd name="connsiteX863" fmla="*/ 1298126 w 2676209"/>
                <a:gd name="connsiteY863" fmla="*/ 1285122 h 2650669"/>
                <a:gd name="connsiteX864" fmla="*/ 1303253 w 2676209"/>
                <a:gd name="connsiteY864" fmla="*/ 1277251 h 2650669"/>
                <a:gd name="connsiteX865" fmla="*/ 1301533 w 2676209"/>
                <a:gd name="connsiteY865" fmla="*/ 1274374 h 2650669"/>
                <a:gd name="connsiteX866" fmla="*/ 1296440 w 2676209"/>
                <a:gd name="connsiteY866" fmla="*/ 1282576 h 2650669"/>
                <a:gd name="connsiteX867" fmla="*/ 1114671 w 2676209"/>
                <a:gd name="connsiteY867" fmla="*/ 1264584 h 2650669"/>
                <a:gd name="connsiteX868" fmla="*/ 1107593 w 2676209"/>
                <a:gd name="connsiteY868" fmla="*/ 1259061 h 2650669"/>
                <a:gd name="connsiteX869" fmla="*/ 1104319 w 2676209"/>
                <a:gd name="connsiteY869" fmla="*/ 1259193 h 2650669"/>
                <a:gd name="connsiteX870" fmla="*/ 1105410 w 2676209"/>
                <a:gd name="connsiteY870" fmla="*/ 1263625 h 2650669"/>
                <a:gd name="connsiteX871" fmla="*/ 1112455 w 2676209"/>
                <a:gd name="connsiteY871" fmla="*/ 1267131 h 2650669"/>
                <a:gd name="connsiteX872" fmla="*/ 1114605 w 2676209"/>
                <a:gd name="connsiteY872" fmla="*/ 1265841 h 2650669"/>
                <a:gd name="connsiteX873" fmla="*/ 1114671 w 2676209"/>
                <a:gd name="connsiteY873" fmla="*/ 1264584 h 2650669"/>
                <a:gd name="connsiteX874" fmla="*/ 1447318 w 2676209"/>
                <a:gd name="connsiteY874" fmla="*/ 2322421 h 2650669"/>
                <a:gd name="connsiteX875" fmla="*/ 1443250 w 2676209"/>
                <a:gd name="connsiteY875" fmla="*/ 2324240 h 2650669"/>
                <a:gd name="connsiteX876" fmla="*/ 1444209 w 2676209"/>
                <a:gd name="connsiteY876" fmla="*/ 2332211 h 2650669"/>
                <a:gd name="connsiteX877" fmla="*/ 1445334 w 2676209"/>
                <a:gd name="connsiteY877" fmla="*/ 2332277 h 2650669"/>
                <a:gd name="connsiteX878" fmla="*/ 1450096 w 2676209"/>
                <a:gd name="connsiteY878" fmla="*/ 2325332 h 2650669"/>
                <a:gd name="connsiteX879" fmla="*/ 1447318 w 2676209"/>
                <a:gd name="connsiteY879" fmla="*/ 2322421 h 2650669"/>
                <a:gd name="connsiteX880" fmla="*/ 1554706 w 2676209"/>
                <a:gd name="connsiteY880" fmla="*/ 1075705 h 2650669"/>
                <a:gd name="connsiteX881" fmla="*/ 1547992 w 2676209"/>
                <a:gd name="connsiteY881" fmla="*/ 1078384 h 2650669"/>
                <a:gd name="connsiteX882" fmla="*/ 1549745 w 2676209"/>
                <a:gd name="connsiteY882" fmla="*/ 1082551 h 2650669"/>
                <a:gd name="connsiteX883" fmla="*/ 1557881 w 2676209"/>
                <a:gd name="connsiteY883" fmla="*/ 1077854 h 2650669"/>
                <a:gd name="connsiteX884" fmla="*/ 1554706 w 2676209"/>
                <a:gd name="connsiteY884" fmla="*/ 1075705 h 2650669"/>
                <a:gd name="connsiteX885" fmla="*/ 1450130 w 2676209"/>
                <a:gd name="connsiteY885" fmla="*/ 2380894 h 2650669"/>
                <a:gd name="connsiteX886" fmla="*/ 1456943 w 2676209"/>
                <a:gd name="connsiteY886" fmla="*/ 2388666 h 2650669"/>
                <a:gd name="connsiteX887" fmla="*/ 1460878 w 2676209"/>
                <a:gd name="connsiteY887" fmla="*/ 2387343 h 2650669"/>
                <a:gd name="connsiteX888" fmla="*/ 1451816 w 2676209"/>
                <a:gd name="connsiteY888" fmla="*/ 2378281 h 2650669"/>
                <a:gd name="connsiteX889" fmla="*/ 1450130 w 2676209"/>
                <a:gd name="connsiteY889" fmla="*/ 2380894 h 2650669"/>
                <a:gd name="connsiteX890" fmla="*/ 2443045 w 2676209"/>
                <a:gd name="connsiteY890" fmla="*/ 1217852 h 2650669"/>
                <a:gd name="connsiteX891" fmla="*/ 2449362 w 2676209"/>
                <a:gd name="connsiteY891" fmla="*/ 1218844 h 2650669"/>
                <a:gd name="connsiteX892" fmla="*/ 2452768 w 2676209"/>
                <a:gd name="connsiteY892" fmla="*/ 1214512 h 2650669"/>
                <a:gd name="connsiteX893" fmla="*/ 2449196 w 2676209"/>
                <a:gd name="connsiteY893" fmla="*/ 1211866 h 2650669"/>
                <a:gd name="connsiteX894" fmla="*/ 2443045 w 2676209"/>
                <a:gd name="connsiteY894" fmla="*/ 1217852 h 2650669"/>
                <a:gd name="connsiteX895" fmla="*/ 562089 w 2676209"/>
                <a:gd name="connsiteY895" fmla="*/ 2387575 h 2650669"/>
                <a:gd name="connsiteX896" fmla="*/ 559112 w 2676209"/>
                <a:gd name="connsiteY896" fmla="*/ 2385260 h 2650669"/>
                <a:gd name="connsiteX897" fmla="*/ 552299 w 2676209"/>
                <a:gd name="connsiteY897" fmla="*/ 2387840 h 2650669"/>
                <a:gd name="connsiteX898" fmla="*/ 553920 w 2676209"/>
                <a:gd name="connsiteY898" fmla="*/ 2392007 h 2650669"/>
                <a:gd name="connsiteX899" fmla="*/ 562089 w 2676209"/>
                <a:gd name="connsiteY899" fmla="*/ 2387575 h 2650669"/>
                <a:gd name="connsiteX900" fmla="*/ 609780 w 2676209"/>
                <a:gd name="connsiteY900" fmla="*/ 2273209 h 2650669"/>
                <a:gd name="connsiteX901" fmla="*/ 618015 w 2676209"/>
                <a:gd name="connsiteY901" fmla="*/ 2268843 h 2650669"/>
                <a:gd name="connsiteX902" fmla="*/ 616824 w 2676209"/>
                <a:gd name="connsiteY902" fmla="*/ 2266627 h 2650669"/>
                <a:gd name="connsiteX903" fmla="*/ 608225 w 2676209"/>
                <a:gd name="connsiteY903" fmla="*/ 2269009 h 2650669"/>
                <a:gd name="connsiteX904" fmla="*/ 609780 w 2676209"/>
                <a:gd name="connsiteY904" fmla="*/ 2273209 h 2650669"/>
                <a:gd name="connsiteX905" fmla="*/ 1428268 w 2676209"/>
                <a:gd name="connsiteY905" fmla="*/ 2317791 h 2650669"/>
                <a:gd name="connsiteX906" fmla="*/ 1424498 w 2676209"/>
                <a:gd name="connsiteY906" fmla="*/ 2311640 h 2650669"/>
                <a:gd name="connsiteX907" fmla="*/ 1419306 w 2676209"/>
                <a:gd name="connsiteY907" fmla="*/ 2320073 h 2650669"/>
                <a:gd name="connsiteX908" fmla="*/ 1420397 w 2676209"/>
                <a:gd name="connsiteY908" fmla="*/ 2322355 h 2650669"/>
                <a:gd name="connsiteX909" fmla="*/ 1428268 w 2676209"/>
                <a:gd name="connsiteY909" fmla="*/ 2317791 h 2650669"/>
                <a:gd name="connsiteX910" fmla="*/ 1360204 w 2676209"/>
                <a:gd name="connsiteY910" fmla="*/ 976817 h 2650669"/>
                <a:gd name="connsiteX911" fmla="*/ 1366224 w 2676209"/>
                <a:gd name="connsiteY911" fmla="*/ 977875 h 2650669"/>
                <a:gd name="connsiteX912" fmla="*/ 1369729 w 2676209"/>
                <a:gd name="connsiteY912" fmla="*/ 973675 h 2650669"/>
                <a:gd name="connsiteX913" fmla="*/ 1366257 w 2676209"/>
                <a:gd name="connsiteY913" fmla="*/ 970930 h 2650669"/>
                <a:gd name="connsiteX914" fmla="*/ 1360204 w 2676209"/>
                <a:gd name="connsiteY914" fmla="*/ 976817 h 2650669"/>
                <a:gd name="connsiteX915" fmla="*/ 647284 w 2676209"/>
                <a:gd name="connsiteY915" fmla="*/ 1934840 h 2650669"/>
                <a:gd name="connsiteX916" fmla="*/ 639545 w 2676209"/>
                <a:gd name="connsiteY916" fmla="*/ 1941752 h 2650669"/>
                <a:gd name="connsiteX917" fmla="*/ 639578 w 2676209"/>
                <a:gd name="connsiteY917" fmla="*/ 1943340 h 2650669"/>
                <a:gd name="connsiteX918" fmla="*/ 641728 w 2676209"/>
                <a:gd name="connsiteY918" fmla="*/ 1944629 h 2650669"/>
                <a:gd name="connsiteX919" fmla="*/ 650228 w 2676209"/>
                <a:gd name="connsiteY919" fmla="*/ 1936626 h 2650669"/>
                <a:gd name="connsiteX920" fmla="*/ 647284 w 2676209"/>
                <a:gd name="connsiteY920" fmla="*/ 1934840 h 2650669"/>
                <a:gd name="connsiteX921" fmla="*/ 1899293 w 2676209"/>
                <a:gd name="connsiteY921" fmla="*/ 1347762 h 2650669"/>
                <a:gd name="connsiteX922" fmla="*/ 1894299 w 2676209"/>
                <a:gd name="connsiteY922" fmla="*/ 1353153 h 2650669"/>
                <a:gd name="connsiteX923" fmla="*/ 1898499 w 2676209"/>
                <a:gd name="connsiteY923" fmla="*/ 1357750 h 2650669"/>
                <a:gd name="connsiteX924" fmla="*/ 1903526 w 2676209"/>
                <a:gd name="connsiteY924" fmla="*/ 1352922 h 2650669"/>
                <a:gd name="connsiteX925" fmla="*/ 1899293 w 2676209"/>
                <a:gd name="connsiteY925" fmla="*/ 1347762 h 2650669"/>
                <a:gd name="connsiteX926" fmla="*/ 1935640 w 2676209"/>
                <a:gd name="connsiteY926" fmla="*/ 1339395 h 2650669"/>
                <a:gd name="connsiteX927" fmla="*/ 1927570 w 2676209"/>
                <a:gd name="connsiteY927" fmla="*/ 1341181 h 2650669"/>
                <a:gd name="connsiteX928" fmla="*/ 1924230 w 2676209"/>
                <a:gd name="connsiteY928" fmla="*/ 1341181 h 2650669"/>
                <a:gd name="connsiteX929" fmla="*/ 1921815 w 2676209"/>
                <a:gd name="connsiteY929" fmla="*/ 1342967 h 2650669"/>
                <a:gd name="connsiteX930" fmla="*/ 1924560 w 2676209"/>
                <a:gd name="connsiteY930" fmla="*/ 1344521 h 2650669"/>
                <a:gd name="connsiteX931" fmla="*/ 1927967 w 2676209"/>
                <a:gd name="connsiteY931" fmla="*/ 1344587 h 2650669"/>
                <a:gd name="connsiteX932" fmla="*/ 1935673 w 2676209"/>
                <a:gd name="connsiteY932" fmla="*/ 1341049 h 2650669"/>
                <a:gd name="connsiteX933" fmla="*/ 1935640 w 2676209"/>
                <a:gd name="connsiteY933" fmla="*/ 1339395 h 2650669"/>
                <a:gd name="connsiteX934" fmla="*/ 669179 w 2676209"/>
                <a:gd name="connsiteY934" fmla="*/ 1864857 h 2650669"/>
                <a:gd name="connsiteX935" fmla="*/ 674503 w 2676209"/>
                <a:gd name="connsiteY935" fmla="*/ 1857118 h 2650669"/>
                <a:gd name="connsiteX936" fmla="*/ 673710 w 2676209"/>
                <a:gd name="connsiteY936" fmla="*/ 1855630 h 2650669"/>
                <a:gd name="connsiteX937" fmla="*/ 668583 w 2676209"/>
                <a:gd name="connsiteY937" fmla="*/ 1863568 h 2650669"/>
                <a:gd name="connsiteX938" fmla="*/ 669179 w 2676209"/>
                <a:gd name="connsiteY938" fmla="*/ 1864857 h 2650669"/>
                <a:gd name="connsiteX939" fmla="*/ 1358385 w 2676209"/>
                <a:gd name="connsiteY939" fmla="*/ 1895053 h 2650669"/>
                <a:gd name="connsiteX940" fmla="*/ 1352101 w 2676209"/>
                <a:gd name="connsiteY940" fmla="*/ 1892936 h 2650669"/>
                <a:gd name="connsiteX941" fmla="*/ 1348827 w 2676209"/>
                <a:gd name="connsiteY941" fmla="*/ 1897269 h 2650669"/>
                <a:gd name="connsiteX942" fmla="*/ 1351705 w 2676209"/>
                <a:gd name="connsiteY942" fmla="*/ 1899948 h 2650669"/>
                <a:gd name="connsiteX943" fmla="*/ 1358385 w 2676209"/>
                <a:gd name="connsiteY943" fmla="*/ 1895053 h 2650669"/>
                <a:gd name="connsiteX944" fmla="*/ 1211608 w 2676209"/>
                <a:gd name="connsiteY944" fmla="*/ 262078 h 2650669"/>
                <a:gd name="connsiteX945" fmla="*/ 1208929 w 2676209"/>
                <a:gd name="connsiteY945" fmla="*/ 265484 h 2650669"/>
                <a:gd name="connsiteX946" fmla="*/ 1213824 w 2676209"/>
                <a:gd name="connsiteY946" fmla="*/ 271669 h 2650669"/>
                <a:gd name="connsiteX947" fmla="*/ 1215609 w 2676209"/>
                <a:gd name="connsiteY947" fmla="*/ 269023 h 2650669"/>
                <a:gd name="connsiteX948" fmla="*/ 1211608 w 2676209"/>
                <a:gd name="connsiteY948" fmla="*/ 262078 h 2650669"/>
                <a:gd name="connsiteX949" fmla="*/ 1794187 w 2676209"/>
                <a:gd name="connsiteY949" fmla="*/ 1302684 h 2650669"/>
                <a:gd name="connsiteX950" fmla="*/ 1788995 w 2676209"/>
                <a:gd name="connsiteY950" fmla="*/ 1310522 h 2650669"/>
                <a:gd name="connsiteX951" fmla="*/ 1790648 w 2676209"/>
                <a:gd name="connsiteY951" fmla="*/ 1313135 h 2650669"/>
                <a:gd name="connsiteX952" fmla="*/ 1799049 w 2676209"/>
                <a:gd name="connsiteY952" fmla="*/ 1307546 h 2650669"/>
                <a:gd name="connsiteX953" fmla="*/ 1794187 w 2676209"/>
                <a:gd name="connsiteY953" fmla="*/ 1302684 h 2650669"/>
                <a:gd name="connsiteX954" fmla="*/ 1345355 w 2676209"/>
                <a:gd name="connsiteY954" fmla="*/ 1400944 h 2650669"/>
                <a:gd name="connsiteX955" fmla="*/ 1341816 w 2676209"/>
                <a:gd name="connsiteY955" fmla="*/ 1397008 h 2650669"/>
                <a:gd name="connsiteX956" fmla="*/ 1335763 w 2676209"/>
                <a:gd name="connsiteY956" fmla="*/ 1398066 h 2650669"/>
                <a:gd name="connsiteX957" fmla="*/ 1341783 w 2676209"/>
                <a:gd name="connsiteY957" fmla="*/ 1403953 h 2650669"/>
                <a:gd name="connsiteX958" fmla="*/ 1345355 w 2676209"/>
                <a:gd name="connsiteY958" fmla="*/ 1400944 h 2650669"/>
                <a:gd name="connsiteX959" fmla="*/ 2416189 w 2676209"/>
                <a:gd name="connsiteY959" fmla="*/ 1330796 h 2650669"/>
                <a:gd name="connsiteX960" fmla="*/ 2417711 w 2676209"/>
                <a:gd name="connsiteY960" fmla="*/ 1327323 h 2650669"/>
                <a:gd name="connsiteX961" fmla="*/ 2417810 w 2676209"/>
                <a:gd name="connsiteY961" fmla="*/ 1322627 h 2650669"/>
                <a:gd name="connsiteX962" fmla="*/ 2415065 w 2676209"/>
                <a:gd name="connsiteY962" fmla="*/ 1322329 h 2650669"/>
                <a:gd name="connsiteX963" fmla="*/ 2411229 w 2676209"/>
                <a:gd name="connsiteY963" fmla="*/ 1321602 h 2650669"/>
                <a:gd name="connsiteX964" fmla="*/ 2410832 w 2676209"/>
                <a:gd name="connsiteY964" fmla="*/ 1322925 h 2650669"/>
                <a:gd name="connsiteX965" fmla="*/ 2416189 w 2676209"/>
                <a:gd name="connsiteY965" fmla="*/ 1330796 h 2650669"/>
                <a:gd name="connsiteX966" fmla="*/ 1663185 w 2676209"/>
                <a:gd name="connsiteY966" fmla="*/ 1194932 h 2650669"/>
                <a:gd name="connsiteX967" fmla="*/ 1659514 w 2676209"/>
                <a:gd name="connsiteY967" fmla="*/ 1190964 h 2650669"/>
                <a:gd name="connsiteX968" fmla="*/ 1653561 w 2676209"/>
                <a:gd name="connsiteY968" fmla="*/ 1192154 h 2650669"/>
                <a:gd name="connsiteX969" fmla="*/ 1659911 w 2676209"/>
                <a:gd name="connsiteY969" fmla="*/ 1197909 h 2650669"/>
                <a:gd name="connsiteX970" fmla="*/ 1663185 w 2676209"/>
                <a:gd name="connsiteY970" fmla="*/ 1194932 h 2650669"/>
                <a:gd name="connsiteX971" fmla="*/ 1188390 w 2676209"/>
                <a:gd name="connsiteY971" fmla="*/ 2551121 h 2650669"/>
                <a:gd name="connsiteX972" fmla="*/ 1192955 w 2676209"/>
                <a:gd name="connsiteY972" fmla="*/ 2555718 h 2650669"/>
                <a:gd name="connsiteX973" fmla="*/ 1197684 w 2676209"/>
                <a:gd name="connsiteY973" fmla="*/ 2550525 h 2650669"/>
                <a:gd name="connsiteX974" fmla="*/ 1194178 w 2676209"/>
                <a:gd name="connsiteY974" fmla="*/ 2545002 h 2650669"/>
                <a:gd name="connsiteX975" fmla="*/ 1188390 w 2676209"/>
                <a:gd name="connsiteY975" fmla="*/ 2551121 h 2650669"/>
                <a:gd name="connsiteX976" fmla="*/ 1542668 w 2676209"/>
                <a:gd name="connsiteY976" fmla="*/ 2430570 h 2650669"/>
                <a:gd name="connsiteX977" fmla="*/ 1547827 w 2676209"/>
                <a:gd name="connsiteY977" fmla="*/ 2422665 h 2650669"/>
                <a:gd name="connsiteX978" fmla="*/ 1546107 w 2676209"/>
                <a:gd name="connsiteY978" fmla="*/ 2419821 h 2650669"/>
                <a:gd name="connsiteX979" fmla="*/ 1540981 w 2676209"/>
                <a:gd name="connsiteY979" fmla="*/ 2428023 h 2650669"/>
                <a:gd name="connsiteX980" fmla="*/ 1542668 w 2676209"/>
                <a:gd name="connsiteY980" fmla="*/ 2430570 h 2650669"/>
                <a:gd name="connsiteX981" fmla="*/ 1599123 w 2676209"/>
                <a:gd name="connsiteY981" fmla="*/ 2504918 h 2650669"/>
                <a:gd name="connsiteX982" fmla="*/ 1593302 w 2676209"/>
                <a:gd name="connsiteY982" fmla="*/ 2511102 h 2650669"/>
                <a:gd name="connsiteX983" fmla="*/ 1596146 w 2676209"/>
                <a:gd name="connsiteY983" fmla="*/ 2514476 h 2650669"/>
                <a:gd name="connsiteX984" fmla="*/ 1600247 w 2676209"/>
                <a:gd name="connsiteY984" fmla="*/ 2510904 h 2650669"/>
                <a:gd name="connsiteX985" fmla="*/ 1599123 w 2676209"/>
                <a:gd name="connsiteY985" fmla="*/ 2504918 h 2650669"/>
                <a:gd name="connsiteX986" fmla="*/ 336498 w 2676209"/>
                <a:gd name="connsiteY986" fmla="*/ 1186499 h 2650669"/>
                <a:gd name="connsiteX987" fmla="*/ 339508 w 2676209"/>
                <a:gd name="connsiteY987" fmla="*/ 1192617 h 2650669"/>
                <a:gd name="connsiteX988" fmla="*/ 342088 w 2676209"/>
                <a:gd name="connsiteY988" fmla="*/ 1189938 h 2650669"/>
                <a:gd name="connsiteX989" fmla="*/ 336465 w 2676209"/>
                <a:gd name="connsiteY989" fmla="*/ 1185308 h 2650669"/>
                <a:gd name="connsiteX990" fmla="*/ 336498 w 2676209"/>
                <a:gd name="connsiteY990" fmla="*/ 1186499 h 2650669"/>
                <a:gd name="connsiteX991" fmla="*/ 2515541 w 2676209"/>
                <a:gd name="connsiteY991" fmla="*/ 1176279 h 2650669"/>
                <a:gd name="connsiteX992" fmla="*/ 2518252 w 2676209"/>
                <a:gd name="connsiteY992" fmla="*/ 1173634 h 2650669"/>
                <a:gd name="connsiteX993" fmla="*/ 2515541 w 2676209"/>
                <a:gd name="connsiteY993" fmla="*/ 1176279 h 2650669"/>
                <a:gd name="connsiteX994" fmla="*/ 1839497 w 2676209"/>
                <a:gd name="connsiteY994" fmla="*/ 883683 h 2650669"/>
                <a:gd name="connsiteX995" fmla="*/ 1844822 w 2676209"/>
                <a:gd name="connsiteY995" fmla="*/ 879648 h 2650669"/>
                <a:gd name="connsiteX996" fmla="*/ 1840787 w 2676209"/>
                <a:gd name="connsiteY996" fmla="*/ 876606 h 2650669"/>
                <a:gd name="connsiteX997" fmla="*/ 1837943 w 2676209"/>
                <a:gd name="connsiteY997" fmla="*/ 880310 h 2650669"/>
                <a:gd name="connsiteX998" fmla="*/ 1839497 w 2676209"/>
                <a:gd name="connsiteY998" fmla="*/ 883683 h 2650669"/>
                <a:gd name="connsiteX999" fmla="*/ 498985 w 2676209"/>
                <a:gd name="connsiteY999" fmla="*/ 2042955 h 2650669"/>
                <a:gd name="connsiteX1000" fmla="*/ 503285 w 2676209"/>
                <a:gd name="connsiteY1000" fmla="*/ 2039350 h 2650669"/>
                <a:gd name="connsiteX1001" fmla="*/ 500573 w 2676209"/>
                <a:gd name="connsiteY1001" fmla="*/ 2036109 h 2650669"/>
                <a:gd name="connsiteX1002" fmla="*/ 496207 w 2676209"/>
                <a:gd name="connsiteY1002" fmla="*/ 2039582 h 2650669"/>
                <a:gd name="connsiteX1003" fmla="*/ 498985 w 2676209"/>
                <a:gd name="connsiteY1003" fmla="*/ 2042955 h 2650669"/>
                <a:gd name="connsiteX1004" fmla="*/ 1045582 w 2676209"/>
                <a:gd name="connsiteY1004" fmla="*/ 1075738 h 2650669"/>
                <a:gd name="connsiteX1005" fmla="*/ 1041216 w 2676209"/>
                <a:gd name="connsiteY1005" fmla="*/ 1079210 h 2650669"/>
                <a:gd name="connsiteX1006" fmla="*/ 1043994 w 2676209"/>
                <a:gd name="connsiteY1006" fmla="*/ 1082617 h 2650669"/>
                <a:gd name="connsiteX1007" fmla="*/ 1048294 w 2676209"/>
                <a:gd name="connsiteY1007" fmla="*/ 1079012 h 2650669"/>
                <a:gd name="connsiteX1008" fmla="*/ 1045582 w 2676209"/>
                <a:gd name="connsiteY1008" fmla="*/ 1075738 h 2650669"/>
                <a:gd name="connsiteX1009" fmla="*/ 1010657 w 2676209"/>
                <a:gd name="connsiteY1009" fmla="*/ 1313234 h 2650669"/>
                <a:gd name="connsiteX1010" fmla="*/ 1006291 w 2676209"/>
                <a:gd name="connsiteY1010" fmla="*/ 1316707 h 2650669"/>
                <a:gd name="connsiteX1011" fmla="*/ 1009036 w 2676209"/>
                <a:gd name="connsiteY1011" fmla="*/ 1320080 h 2650669"/>
                <a:gd name="connsiteX1012" fmla="*/ 1013369 w 2676209"/>
                <a:gd name="connsiteY1012" fmla="*/ 1316475 h 2650669"/>
                <a:gd name="connsiteX1013" fmla="*/ 1010657 w 2676209"/>
                <a:gd name="connsiteY1013" fmla="*/ 1313234 h 2650669"/>
                <a:gd name="connsiteX1014" fmla="*/ 1675918 w 2676209"/>
                <a:gd name="connsiteY1014" fmla="*/ 1418505 h 2650669"/>
                <a:gd name="connsiteX1015" fmla="*/ 1674794 w 2676209"/>
                <a:gd name="connsiteY1015" fmla="*/ 1418572 h 2650669"/>
                <a:gd name="connsiteX1016" fmla="*/ 1670197 w 2676209"/>
                <a:gd name="connsiteY1016" fmla="*/ 1424988 h 2650669"/>
                <a:gd name="connsiteX1017" fmla="*/ 1671387 w 2676209"/>
                <a:gd name="connsiteY1017" fmla="*/ 1427799 h 2650669"/>
                <a:gd name="connsiteX1018" fmla="*/ 1672479 w 2676209"/>
                <a:gd name="connsiteY1018" fmla="*/ 1427766 h 2650669"/>
                <a:gd name="connsiteX1019" fmla="*/ 1677208 w 2676209"/>
                <a:gd name="connsiteY1019" fmla="*/ 1421482 h 2650669"/>
                <a:gd name="connsiteX1020" fmla="*/ 1675918 w 2676209"/>
                <a:gd name="connsiteY1020" fmla="*/ 1418505 h 2650669"/>
                <a:gd name="connsiteX1021" fmla="*/ 1635933 w 2676209"/>
                <a:gd name="connsiteY1021" fmla="*/ 1403986 h 2650669"/>
                <a:gd name="connsiteX1022" fmla="*/ 1638777 w 2676209"/>
                <a:gd name="connsiteY1022" fmla="*/ 1400514 h 2650669"/>
                <a:gd name="connsiteX1023" fmla="*/ 1634412 w 2676209"/>
                <a:gd name="connsiteY1023" fmla="*/ 1397041 h 2650669"/>
                <a:gd name="connsiteX1024" fmla="*/ 1631634 w 2676209"/>
                <a:gd name="connsiteY1024" fmla="*/ 1400415 h 2650669"/>
                <a:gd name="connsiteX1025" fmla="*/ 1635933 w 2676209"/>
                <a:gd name="connsiteY1025" fmla="*/ 1403986 h 2650669"/>
                <a:gd name="connsiteX1026" fmla="*/ 1048294 w 2676209"/>
                <a:gd name="connsiteY1026" fmla="*/ 1671182 h 2650669"/>
                <a:gd name="connsiteX1027" fmla="*/ 1046111 w 2676209"/>
                <a:gd name="connsiteY1027" fmla="*/ 1662451 h 2650669"/>
                <a:gd name="connsiteX1028" fmla="*/ 1042903 w 2676209"/>
                <a:gd name="connsiteY1028" fmla="*/ 1662584 h 2650669"/>
                <a:gd name="connsiteX1029" fmla="*/ 1041778 w 2676209"/>
                <a:gd name="connsiteY1029" fmla="*/ 1663675 h 2650669"/>
                <a:gd name="connsiteX1030" fmla="*/ 1046607 w 2676209"/>
                <a:gd name="connsiteY1030" fmla="*/ 1672869 h 2650669"/>
                <a:gd name="connsiteX1031" fmla="*/ 1048294 w 2676209"/>
                <a:gd name="connsiteY1031" fmla="*/ 1671182 h 2650669"/>
                <a:gd name="connsiteX1032" fmla="*/ 1694605 w 2676209"/>
                <a:gd name="connsiteY1032" fmla="*/ 1323156 h 2650669"/>
                <a:gd name="connsiteX1033" fmla="*/ 1698375 w 2676209"/>
                <a:gd name="connsiteY1033" fmla="*/ 1327158 h 2650669"/>
                <a:gd name="connsiteX1034" fmla="*/ 1701649 w 2676209"/>
                <a:gd name="connsiteY1034" fmla="*/ 1325471 h 2650669"/>
                <a:gd name="connsiteX1035" fmla="*/ 1699268 w 2676209"/>
                <a:gd name="connsiteY1035" fmla="*/ 1320213 h 2650669"/>
                <a:gd name="connsiteX1036" fmla="*/ 1694605 w 2676209"/>
                <a:gd name="connsiteY1036" fmla="*/ 1323156 h 2650669"/>
                <a:gd name="connsiteX1037" fmla="*/ 1572400 w 2676209"/>
                <a:gd name="connsiteY1037" fmla="*/ 1422210 h 2650669"/>
                <a:gd name="connsiteX1038" fmla="*/ 1575774 w 2676209"/>
                <a:gd name="connsiteY1038" fmla="*/ 1424988 h 2650669"/>
                <a:gd name="connsiteX1039" fmla="*/ 1579345 w 2676209"/>
                <a:gd name="connsiteY1039" fmla="*/ 1420688 h 2650669"/>
                <a:gd name="connsiteX1040" fmla="*/ 1575873 w 2676209"/>
                <a:gd name="connsiteY1040" fmla="*/ 1417844 h 2650669"/>
                <a:gd name="connsiteX1041" fmla="*/ 1572400 w 2676209"/>
                <a:gd name="connsiteY1041" fmla="*/ 1422210 h 2650669"/>
                <a:gd name="connsiteX1042" fmla="*/ 1387952 w 2676209"/>
                <a:gd name="connsiteY1042" fmla="*/ 2140752 h 2650669"/>
                <a:gd name="connsiteX1043" fmla="*/ 1390664 w 2676209"/>
                <a:gd name="connsiteY1043" fmla="*/ 2137478 h 2650669"/>
                <a:gd name="connsiteX1044" fmla="*/ 1386365 w 2676209"/>
                <a:gd name="connsiteY1044" fmla="*/ 2133873 h 2650669"/>
                <a:gd name="connsiteX1045" fmla="*/ 1383587 w 2676209"/>
                <a:gd name="connsiteY1045" fmla="*/ 2137279 h 2650669"/>
                <a:gd name="connsiteX1046" fmla="*/ 1387952 w 2676209"/>
                <a:gd name="connsiteY1046" fmla="*/ 2140752 h 2650669"/>
                <a:gd name="connsiteX1047" fmla="*/ 1247359 w 2676209"/>
                <a:gd name="connsiteY1047" fmla="*/ 2025526 h 2650669"/>
                <a:gd name="connsiteX1048" fmla="*/ 1251626 w 2676209"/>
                <a:gd name="connsiteY1048" fmla="*/ 2029065 h 2650669"/>
                <a:gd name="connsiteX1049" fmla="*/ 1254470 w 2676209"/>
                <a:gd name="connsiteY1049" fmla="*/ 2025592 h 2650669"/>
                <a:gd name="connsiteX1050" fmla="*/ 1250105 w 2676209"/>
                <a:gd name="connsiteY1050" fmla="*/ 2022119 h 2650669"/>
                <a:gd name="connsiteX1051" fmla="*/ 1247359 w 2676209"/>
                <a:gd name="connsiteY1051" fmla="*/ 2025526 h 2650669"/>
                <a:gd name="connsiteX1052" fmla="*/ 1873860 w 2676209"/>
                <a:gd name="connsiteY1052" fmla="*/ 751656 h 2650669"/>
                <a:gd name="connsiteX1053" fmla="*/ 1872868 w 2676209"/>
                <a:gd name="connsiteY1053" fmla="*/ 754401 h 2650669"/>
                <a:gd name="connsiteX1054" fmla="*/ 1878688 w 2676209"/>
                <a:gd name="connsiteY1054" fmla="*/ 760652 h 2650669"/>
                <a:gd name="connsiteX1055" fmla="*/ 1879813 w 2676209"/>
                <a:gd name="connsiteY1055" fmla="*/ 757841 h 2650669"/>
                <a:gd name="connsiteX1056" fmla="*/ 1873860 w 2676209"/>
                <a:gd name="connsiteY1056" fmla="*/ 751656 h 2650669"/>
                <a:gd name="connsiteX1057" fmla="*/ 1918210 w 2676209"/>
                <a:gd name="connsiteY1057" fmla="*/ 532647 h 2650669"/>
                <a:gd name="connsiteX1058" fmla="*/ 1921683 w 2676209"/>
                <a:gd name="connsiteY1058" fmla="*/ 534466 h 2650669"/>
                <a:gd name="connsiteX1059" fmla="*/ 1928232 w 2676209"/>
                <a:gd name="connsiteY1059" fmla="*/ 532747 h 2650669"/>
                <a:gd name="connsiteX1060" fmla="*/ 1924164 w 2676209"/>
                <a:gd name="connsiteY1060" fmla="*/ 528414 h 2650669"/>
                <a:gd name="connsiteX1061" fmla="*/ 1918210 w 2676209"/>
                <a:gd name="connsiteY1061" fmla="*/ 532647 h 2650669"/>
                <a:gd name="connsiteX1062" fmla="*/ 377442 w 2676209"/>
                <a:gd name="connsiteY1062" fmla="*/ 2075267 h 2650669"/>
                <a:gd name="connsiteX1063" fmla="*/ 373970 w 2676209"/>
                <a:gd name="connsiteY1063" fmla="*/ 2070902 h 2650669"/>
                <a:gd name="connsiteX1064" fmla="*/ 370563 w 2676209"/>
                <a:gd name="connsiteY1064" fmla="*/ 2073647 h 2650669"/>
                <a:gd name="connsiteX1065" fmla="*/ 374168 w 2676209"/>
                <a:gd name="connsiteY1065" fmla="*/ 2077946 h 2650669"/>
                <a:gd name="connsiteX1066" fmla="*/ 377442 w 2676209"/>
                <a:gd name="connsiteY1066" fmla="*/ 2075267 h 2650669"/>
                <a:gd name="connsiteX1067" fmla="*/ 1353821 w 2676209"/>
                <a:gd name="connsiteY1067" fmla="*/ 827658 h 2650669"/>
                <a:gd name="connsiteX1068" fmla="*/ 1355144 w 2676209"/>
                <a:gd name="connsiteY1068" fmla="*/ 825442 h 2650669"/>
                <a:gd name="connsiteX1069" fmla="*/ 1350448 w 2676209"/>
                <a:gd name="connsiteY1069" fmla="*/ 817306 h 2650669"/>
                <a:gd name="connsiteX1070" fmla="*/ 1348827 w 2676209"/>
                <a:gd name="connsiteY1070" fmla="*/ 820018 h 2650669"/>
                <a:gd name="connsiteX1071" fmla="*/ 1350547 w 2676209"/>
                <a:gd name="connsiteY1071" fmla="*/ 827658 h 2650669"/>
                <a:gd name="connsiteX1072" fmla="*/ 1353821 w 2676209"/>
                <a:gd name="connsiteY1072" fmla="*/ 827658 h 2650669"/>
                <a:gd name="connsiteX1073" fmla="*/ 1672876 w 2676209"/>
                <a:gd name="connsiteY1073" fmla="*/ 1296929 h 2650669"/>
                <a:gd name="connsiteX1074" fmla="*/ 1668411 w 2676209"/>
                <a:gd name="connsiteY1074" fmla="*/ 1292564 h 2650669"/>
                <a:gd name="connsiteX1075" fmla="*/ 1663847 w 2676209"/>
                <a:gd name="connsiteY1075" fmla="*/ 1296995 h 2650669"/>
                <a:gd name="connsiteX1076" fmla="*/ 1667055 w 2676209"/>
                <a:gd name="connsiteY1076" fmla="*/ 1299145 h 2650669"/>
                <a:gd name="connsiteX1077" fmla="*/ 1672876 w 2676209"/>
                <a:gd name="connsiteY1077" fmla="*/ 1296929 h 2650669"/>
                <a:gd name="connsiteX1078" fmla="*/ 2207367 w 2676209"/>
                <a:gd name="connsiteY1078" fmla="*/ 1414371 h 2650669"/>
                <a:gd name="connsiteX1079" fmla="*/ 2211667 w 2676209"/>
                <a:gd name="connsiteY1079" fmla="*/ 1410766 h 2650669"/>
                <a:gd name="connsiteX1080" fmla="*/ 2208988 w 2676209"/>
                <a:gd name="connsiteY1080" fmla="*/ 1407492 h 2650669"/>
                <a:gd name="connsiteX1081" fmla="*/ 2204622 w 2676209"/>
                <a:gd name="connsiteY1081" fmla="*/ 1410965 h 2650669"/>
                <a:gd name="connsiteX1082" fmla="*/ 2207367 w 2676209"/>
                <a:gd name="connsiteY1082" fmla="*/ 1414371 h 2650669"/>
                <a:gd name="connsiteX1083" fmla="*/ 1413882 w 2676209"/>
                <a:gd name="connsiteY1083" fmla="*/ 1146051 h 2650669"/>
                <a:gd name="connsiteX1084" fmla="*/ 1417255 w 2676209"/>
                <a:gd name="connsiteY1084" fmla="*/ 1148895 h 2650669"/>
                <a:gd name="connsiteX1085" fmla="*/ 1418545 w 2676209"/>
                <a:gd name="connsiteY1085" fmla="*/ 1145621 h 2650669"/>
                <a:gd name="connsiteX1086" fmla="*/ 1413882 w 2676209"/>
                <a:gd name="connsiteY1086" fmla="*/ 1139238 h 2650669"/>
                <a:gd name="connsiteX1087" fmla="*/ 1411699 w 2676209"/>
                <a:gd name="connsiteY1087" fmla="*/ 1140329 h 2650669"/>
                <a:gd name="connsiteX1088" fmla="*/ 1413882 w 2676209"/>
                <a:gd name="connsiteY1088" fmla="*/ 1146051 h 2650669"/>
                <a:gd name="connsiteX1089" fmla="*/ 1259200 w 2676209"/>
                <a:gd name="connsiteY1089" fmla="*/ 1669793 h 2650669"/>
                <a:gd name="connsiteX1090" fmla="*/ 1254801 w 2676209"/>
                <a:gd name="connsiteY1090" fmla="*/ 1674556 h 2650669"/>
                <a:gd name="connsiteX1091" fmla="*/ 1259100 w 2676209"/>
                <a:gd name="connsiteY1091" fmla="*/ 1679054 h 2650669"/>
                <a:gd name="connsiteX1092" fmla="*/ 1261316 w 2676209"/>
                <a:gd name="connsiteY1092" fmla="*/ 1674688 h 2650669"/>
                <a:gd name="connsiteX1093" fmla="*/ 1259200 w 2676209"/>
                <a:gd name="connsiteY1093" fmla="*/ 1669793 h 2650669"/>
                <a:gd name="connsiteX1094" fmla="*/ 1162759 w 2676209"/>
                <a:gd name="connsiteY1094" fmla="*/ 523883 h 2650669"/>
                <a:gd name="connsiteX1095" fmla="*/ 1167091 w 2676209"/>
                <a:gd name="connsiteY1095" fmla="*/ 520278 h 2650669"/>
                <a:gd name="connsiteX1096" fmla="*/ 1164380 w 2676209"/>
                <a:gd name="connsiteY1096" fmla="*/ 517004 h 2650669"/>
                <a:gd name="connsiteX1097" fmla="*/ 1160014 w 2676209"/>
                <a:gd name="connsiteY1097" fmla="*/ 520476 h 2650669"/>
                <a:gd name="connsiteX1098" fmla="*/ 1162759 w 2676209"/>
                <a:gd name="connsiteY1098" fmla="*/ 523883 h 2650669"/>
                <a:gd name="connsiteX1099" fmla="*/ 2096440 w 2676209"/>
                <a:gd name="connsiteY1099" fmla="*/ 1354245 h 2650669"/>
                <a:gd name="connsiteX1100" fmla="*/ 2099847 w 2676209"/>
                <a:gd name="connsiteY1100" fmla="*/ 1358511 h 2650669"/>
                <a:gd name="connsiteX1101" fmla="*/ 2106164 w 2676209"/>
                <a:gd name="connsiteY1101" fmla="*/ 1357453 h 2650669"/>
                <a:gd name="connsiteX1102" fmla="*/ 2106329 w 2676209"/>
                <a:gd name="connsiteY1102" fmla="*/ 1356262 h 2650669"/>
                <a:gd name="connsiteX1103" fmla="*/ 2098127 w 2676209"/>
                <a:gd name="connsiteY1103" fmla="*/ 1351566 h 2650669"/>
                <a:gd name="connsiteX1104" fmla="*/ 2096440 w 2676209"/>
                <a:gd name="connsiteY1104" fmla="*/ 1354245 h 2650669"/>
                <a:gd name="connsiteX1105" fmla="*/ 1306891 w 2676209"/>
                <a:gd name="connsiteY1105" fmla="*/ 698574 h 2650669"/>
                <a:gd name="connsiteX1106" fmla="*/ 1301797 w 2676209"/>
                <a:gd name="connsiteY1106" fmla="*/ 698640 h 2650669"/>
                <a:gd name="connsiteX1107" fmla="*/ 1300441 w 2676209"/>
                <a:gd name="connsiteY1107" fmla="*/ 700856 h 2650669"/>
                <a:gd name="connsiteX1108" fmla="*/ 1301566 w 2676209"/>
                <a:gd name="connsiteY1108" fmla="*/ 701981 h 2650669"/>
                <a:gd name="connsiteX1109" fmla="*/ 1306957 w 2676209"/>
                <a:gd name="connsiteY1109" fmla="*/ 702014 h 2650669"/>
                <a:gd name="connsiteX1110" fmla="*/ 1312976 w 2676209"/>
                <a:gd name="connsiteY1110" fmla="*/ 699765 h 2650669"/>
                <a:gd name="connsiteX1111" fmla="*/ 1306891 w 2676209"/>
                <a:gd name="connsiteY1111" fmla="*/ 698574 h 2650669"/>
                <a:gd name="connsiteX1112" fmla="*/ 1595849 w 2676209"/>
                <a:gd name="connsiteY1112" fmla="*/ 1369061 h 2650669"/>
                <a:gd name="connsiteX1113" fmla="*/ 1593401 w 2676209"/>
                <a:gd name="connsiteY1113" fmla="*/ 1374221 h 2650669"/>
                <a:gd name="connsiteX1114" fmla="*/ 1596907 w 2676209"/>
                <a:gd name="connsiteY1114" fmla="*/ 1374221 h 2650669"/>
                <a:gd name="connsiteX1115" fmla="*/ 1599586 w 2676209"/>
                <a:gd name="connsiteY1115" fmla="*/ 1372600 h 2650669"/>
                <a:gd name="connsiteX1116" fmla="*/ 1603654 w 2676209"/>
                <a:gd name="connsiteY1116" fmla="*/ 1370649 h 2650669"/>
                <a:gd name="connsiteX1117" fmla="*/ 1600247 w 2676209"/>
                <a:gd name="connsiteY1117" fmla="*/ 1369028 h 2650669"/>
                <a:gd name="connsiteX1118" fmla="*/ 1595849 w 2676209"/>
                <a:gd name="connsiteY1118" fmla="*/ 1369061 h 2650669"/>
                <a:gd name="connsiteX1119" fmla="*/ 1371978 w 2676209"/>
                <a:gd name="connsiteY1119" fmla="*/ 1827287 h 2650669"/>
                <a:gd name="connsiteX1120" fmla="*/ 1369729 w 2676209"/>
                <a:gd name="connsiteY1120" fmla="*/ 1833438 h 2650669"/>
                <a:gd name="connsiteX1121" fmla="*/ 1371945 w 2676209"/>
                <a:gd name="connsiteY1121" fmla="*/ 1836481 h 2650669"/>
                <a:gd name="connsiteX1122" fmla="*/ 1376675 w 2676209"/>
                <a:gd name="connsiteY1122" fmla="*/ 1831751 h 2650669"/>
                <a:gd name="connsiteX1123" fmla="*/ 1371978 w 2676209"/>
                <a:gd name="connsiteY1123" fmla="*/ 1827287 h 2650669"/>
                <a:gd name="connsiteX1124" fmla="*/ 2012964 w 2676209"/>
                <a:gd name="connsiteY1124" fmla="*/ 443615 h 2650669"/>
                <a:gd name="connsiteX1125" fmla="*/ 2015941 w 2676209"/>
                <a:gd name="connsiteY1125" fmla="*/ 440903 h 2650669"/>
                <a:gd name="connsiteX1126" fmla="*/ 2012468 w 2676209"/>
                <a:gd name="connsiteY1126" fmla="*/ 436537 h 2650669"/>
                <a:gd name="connsiteX1127" fmla="*/ 2009095 w 2676209"/>
                <a:gd name="connsiteY1127" fmla="*/ 439316 h 2650669"/>
                <a:gd name="connsiteX1128" fmla="*/ 2012964 w 2676209"/>
                <a:gd name="connsiteY1128" fmla="*/ 443615 h 2650669"/>
                <a:gd name="connsiteX1129" fmla="*/ 1080540 w 2676209"/>
                <a:gd name="connsiteY1129" fmla="*/ 1358511 h 2650669"/>
                <a:gd name="connsiteX1130" fmla="*/ 1083219 w 2676209"/>
                <a:gd name="connsiteY1130" fmla="*/ 1355237 h 2650669"/>
                <a:gd name="connsiteX1131" fmla="*/ 1078919 w 2676209"/>
                <a:gd name="connsiteY1131" fmla="*/ 1351632 h 2650669"/>
                <a:gd name="connsiteX1132" fmla="*/ 1076174 w 2676209"/>
                <a:gd name="connsiteY1132" fmla="*/ 1355038 h 2650669"/>
                <a:gd name="connsiteX1133" fmla="*/ 1080540 w 2676209"/>
                <a:gd name="connsiteY1133" fmla="*/ 1358511 h 2650669"/>
                <a:gd name="connsiteX1134" fmla="*/ 2345149 w 2676209"/>
                <a:gd name="connsiteY1134" fmla="*/ 1365556 h 2650669"/>
                <a:gd name="connsiteX1135" fmla="*/ 2347993 w 2676209"/>
                <a:gd name="connsiteY1135" fmla="*/ 1362083 h 2650669"/>
                <a:gd name="connsiteX1136" fmla="*/ 2343627 w 2676209"/>
                <a:gd name="connsiteY1136" fmla="*/ 1358610 h 2650669"/>
                <a:gd name="connsiteX1137" fmla="*/ 2340849 w 2676209"/>
                <a:gd name="connsiteY1137" fmla="*/ 1362017 h 2650669"/>
                <a:gd name="connsiteX1138" fmla="*/ 2345149 w 2676209"/>
                <a:gd name="connsiteY1138" fmla="*/ 1365556 h 2650669"/>
                <a:gd name="connsiteX1139" fmla="*/ 1227251 w 2676209"/>
                <a:gd name="connsiteY1139" fmla="*/ 1854506 h 2650669"/>
                <a:gd name="connsiteX1140" fmla="*/ 1222885 w 2676209"/>
                <a:gd name="connsiteY1140" fmla="*/ 1857978 h 2650669"/>
                <a:gd name="connsiteX1141" fmla="*/ 1225664 w 2676209"/>
                <a:gd name="connsiteY1141" fmla="*/ 1861352 h 2650669"/>
                <a:gd name="connsiteX1142" fmla="*/ 1229963 w 2676209"/>
                <a:gd name="connsiteY1142" fmla="*/ 1857780 h 2650669"/>
                <a:gd name="connsiteX1143" fmla="*/ 1227251 w 2676209"/>
                <a:gd name="connsiteY1143" fmla="*/ 1854506 h 2650669"/>
                <a:gd name="connsiteX1144" fmla="*/ 1187233 w 2676209"/>
                <a:gd name="connsiteY1144" fmla="*/ 1885826 h 2650669"/>
                <a:gd name="connsiteX1145" fmla="*/ 1191599 w 2676209"/>
                <a:gd name="connsiteY1145" fmla="*/ 1882353 h 2650669"/>
                <a:gd name="connsiteX1146" fmla="*/ 1188754 w 2676209"/>
                <a:gd name="connsiteY1146" fmla="*/ 1878880 h 2650669"/>
                <a:gd name="connsiteX1147" fmla="*/ 1184455 w 2676209"/>
                <a:gd name="connsiteY1147" fmla="*/ 1882419 h 2650669"/>
                <a:gd name="connsiteX1148" fmla="*/ 1187233 w 2676209"/>
                <a:gd name="connsiteY1148" fmla="*/ 1885826 h 2650669"/>
                <a:gd name="connsiteX1149" fmla="*/ 1748613 w 2676209"/>
                <a:gd name="connsiteY1149" fmla="*/ 1030097 h 2650669"/>
                <a:gd name="connsiteX1150" fmla="*/ 1753110 w 2676209"/>
                <a:gd name="connsiteY1150" fmla="*/ 1025698 h 2650669"/>
                <a:gd name="connsiteX1151" fmla="*/ 1748646 w 2676209"/>
                <a:gd name="connsiteY1151" fmla="*/ 1019911 h 2650669"/>
                <a:gd name="connsiteX1152" fmla="*/ 1747058 w 2676209"/>
                <a:gd name="connsiteY1152" fmla="*/ 1023218 h 2650669"/>
                <a:gd name="connsiteX1153" fmla="*/ 1748613 w 2676209"/>
                <a:gd name="connsiteY1153" fmla="*/ 1030097 h 2650669"/>
                <a:gd name="connsiteX1154" fmla="*/ 1408292 w 2676209"/>
                <a:gd name="connsiteY1154" fmla="*/ 799810 h 2650669"/>
                <a:gd name="connsiteX1155" fmla="*/ 1404687 w 2676209"/>
                <a:gd name="connsiteY1155" fmla="*/ 804110 h 2650669"/>
                <a:gd name="connsiteX1156" fmla="*/ 1408094 w 2676209"/>
                <a:gd name="connsiteY1156" fmla="*/ 806855 h 2650669"/>
                <a:gd name="connsiteX1157" fmla="*/ 1411566 w 2676209"/>
                <a:gd name="connsiteY1157" fmla="*/ 802489 h 2650669"/>
                <a:gd name="connsiteX1158" fmla="*/ 1408292 w 2676209"/>
                <a:gd name="connsiteY1158" fmla="*/ 799810 h 2650669"/>
                <a:gd name="connsiteX1159" fmla="*/ 1677109 w 2676209"/>
                <a:gd name="connsiteY1159" fmla="*/ 712432 h 2650669"/>
                <a:gd name="connsiteX1160" fmla="*/ 1673702 w 2676209"/>
                <a:gd name="connsiteY1160" fmla="*/ 715210 h 2650669"/>
                <a:gd name="connsiteX1161" fmla="*/ 1677175 w 2676209"/>
                <a:gd name="connsiteY1161" fmla="*/ 719575 h 2650669"/>
                <a:gd name="connsiteX1162" fmla="*/ 1680648 w 2676209"/>
                <a:gd name="connsiteY1162" fmla="*/ 716731 h 2650669"/>
                <a:gd name="connsiteX1163" fmla="*/ 1677109 w 2676209"/>
                <a:gd name="connsiteY1163" fmla="*/ 712432 h 2650669"/>
                <a:gd name="connsiteX1164" fmla="*/ 1261449 w 2676209"/>
                <a:gd name="connsiteY1164" fmla="*/ 764092 h 2650669"/>
                <a:gd name="connsiteX1165" fmla="*/ 1265053 w 2676209"/>
                <a:gd name="connsiteY1165" fmla="*/ 768391 h 2650669"/>
                <a:gd name="connsiteX1166" fmla="*/ 1268328 w 2676209"/>
                <a:gd name="connsiteY1166" fmla="*/ 765679 h 2650669"/>
                <a:gd name="connsiteX1167" fmla="*/ 1264855 w 2676209"/>
                <a:gd name="connsiteY1167" fmla="*/ 761313 h 2650669"/>
                <a:gd name="connsiteX1168" fmla="*/ 1261449 w 2676209"/>
                <a:gd name="connsiteY1168" fmla="*/ 764092 h 2650669"/>
                <a:gd name="connsiteX1169" fmla="*/ 1128595 w 2676209"/>
                <a:gd name="connsiteY1169" fmla="*/ 708926 h 2650669"/>
                <a:gd name="connsiteX1170" fmla="*/ 1125188 w 2676209"/>
                <a:gd name="connsiteY1170" fmla="*/ 711704 h 2650669"/>
                <a:gd name="connsiteX1171" fmla="*/ 1128793 w 2676209"/>
                <a:gd name="connsiteY1171" fmla="*/ 716004 h 2650669"/>
                <a:gd name="connsiteX1172" fmla="*/ 1132067 w 2676209"/>
                <a:gd name="connsiteY1172" fmla="*/ 713292 h 2650669"/>
                <a:gd name="connsiteX1173" fmla="*/ 1128595 w 2676209"/>
                <a:gd name="connsiteY1173" fmla="*/ 708926 h 2650669"/>
                <a:gd name="connsiteX1174" fmla="*/ 1621315 w 2676209"/>
                <a:gd name="connsiteY1174" fmla="*/ 1343794 h 2650669"/>
                <a:gd name="connsiteX1175" fmla="*/ 1624788 w 2676209"/>
                <a:gd name="connsiteY1175" fmla="*/ 1348159 h 2650669"/>
                <a:gd name="connsiteX1176" fmla="*/ 1628260 w 2676209"/>
                <a:gd name="connsiteY1176" fmla="*/ 1345315 h 2650669"/>
                <a:gd name="connsiteX1177" fmla="*/ 1624688 w 2676209"/>
                <a:gd name="connsiteY1177" fmla="*/ 1341016 h 2650669"/>
                <a:gd name="connsiteX1178" fmla="*/ 1621315 w 2676209"/>
                <a:gd name="connsiteY1178" fmla="*/ 1343794 h 2650669"/>
                <a:gd name="connsiteX1179" fmla="*/ 1373202 w 2676209"/>
                <a:gd name="connsiteY1179" fmla="*/ 1969500 h 2650669"/>
                <a:gd name="connsiteX1180" fmla="*/ 1370490 w 2676209"/>
                <a:gd name="connsiteY1180" fmla="*/ 1966259 h 2650669"/>
                <a:gd name="connsiteX1181" fmla="*/ 1366124 w 2676209"/>
                <a:gd name="connsiteY1181" fmla="*/ 1969732 h 2650669"/>
                <a:gd name="connsiteX1182" fmla="*/ 1368902 w 2676209"/>
                <a:gd name="connsiteY1182" fmla="*/ 1973105 h 2650669"/>
                <a:gd name="connsiteX1183" fmla="*/ 1373202 w 2676209"/>
                <a:gd name="connsiteY1183" fmla="*/ 1969500 h 2650669"/>
                <a:gd name="connsiteX1184" fmla="*/ 946991 w 2676209"/>
                <a:gd name="connsiteY1184" fmla="*/ 1348259 h 2650669"/>
                <a:gd name="connsiteX1185" fmla="*/ 942659 w 2676209"/>
                <a:gd name="connsiteY1185" fmla="*/ 1344654 h 2650669"/>
                <a:gd name="connsiteX1186" fmla="*/ 939914 w 2676209"/>
                <a:gd name="connsiteY1186" fmla="*/ 1348027 h 2650669"/>
                <a:gd name="connsiteX1187" fmla="*/ 944279 w 2676209"/>
                <a:gd name="connsiteY1187" fmla="*/ 1351500 h 2650669"/>
                <a:gd name="connsiteX1188" fmla="*/ 946991 w 2676209"/>
                <a:gd name="connsiteY1188" fmla="*/ 1348259 h 2650669"/>
                <a:gd name="connsiteX1189" fmla="*/ 2439572 w 2676209"/>
                <a:gd name="connsiteY1189" fmla="*/ 1204821 h 2650669"/>
                <a:gd name="connsiteX1190" fmla="*/ 2442251 w 2676209"/>
                <a:gd name="connsiteY1190" fmla="*/ 1201580 h 2650669"/>
                <a:gd name="connsiteX1191" fmla="*/ 2437951 w 2676209"/>
                <a:gd name="connsiteY1191" fmla="*/ 1197975 h 2650669"/>
                <a:gd name="connsiteX1192" fmla="*/ 2435206 w 2676209"/>
                <a:gd name="connsiteY1192" fmla="*/ 1201382 h 2650669"/>
                <a:gd name="connsiteX1193" fmla="*/ 2439572 w 2676209"/>
                <a:gd name="connsiteY1193" fmla="*/ 1204821 h 2650669"/>
                <a:gd name="connsiteX1194" fmla="*/ 1057984 w 2676209"/>
                <a:gd name="connsiteY1194" fmla="*/ 1555262 h 2650669"/>
                <a:gd name="connsiteX1195" fmla="*/ 1055206 w 2676209"/>
                <a:gd name="connsiteY1195" fmla="*/ 1554204 h 2650669"/>
                <a:gd name="connsiteX1196" fmla="*/ 1049087 w 2676209"/>
                <a:gd name="connsiteY1196" fmla="*/ 1560057 h 2650669"/>
                <a:gd name="connsiteX1197" fmla="*/ 1051832 w 2676209"/>
                <a:gd name="connsiteY1197" fmla="*/ 1561116 h 2650669"/>
                <a:gd name="connsiteX1198" fmla="*/ 1057984 w 2676209"/>
                <a:gd name="connsiteY1198" fmla="*/ 1555262 h 2650669"/>
                <a:gd name="connsiteX1199" fmla="*/ 1817636 w 2676209"/>
                <a:gd name="connsiteY1199" fmla="*/ 924429 h 2650669"/>
                <a:gd name="connsiteX1200" fmla="*/ 1820447 w 2676209"/>
                <a:gd name="connsiteY1200" fmla="*/ 925554 h 2650669"/>
                <a:gd name="connsiteX1201" fmla="*/ 1826632 w 2676209"/>
                <a:gd name="connsiteY1201" fmla="*/ 919633 h 2650669"/>
                <a:gd name="connsiteX1202" fmla="*/ 1823887 w 2676209"/>
                <a:gd name="connsiteY1202" fmla="*/ 918608 h 2650669"/>
                <a:gd name="connsiteX1203" fmla="*/ 1817636 w 2676209"/>
                <a:gd name="connsiteY1203" fmla="*/ 924429 h 2650669"/>
                <a:gd name="connsiteX1204" fmla="*/ 1835495 w 2676209"/>
                <a:gd name="connsiteY1204" fmla="*/ 618703 h 2650669"/>
                <a:gd name="connsiteX1205" fmla="*/ 1834437 w 2676209"/>
                <a:gd name="connsiteY1205" fmla="*/ 621779 h 2650669"/>
                <a:gd name="connsiteX1206" fmla="*/ 1840291 w 2676209"/>
                <a:gd name="connsiteY1206" fmla="*/ 627897 h 2650669"/>
                <a:gd name="connsiteX1207" fmla="*/ 1841283 w 2676209"/>
                <a:gd name="connsiteY1207" fmla="*/ 625152 h 2650669"/>
                <a:gd name="connsiteX1208" fmla="*/ 1835495 w 2676209"/>
                <a:gd name="connsiteY1208" fmla="*/ 618703 h 2650669"/>
                <a:gd name="connsiteX1209" fmla="*/ 231922 w 2676209"/>
                <a:gd name="connsiteY1209" fmla="*/ 1432528 h 2650669"/>
                <a:gd name="connsiteX1210" fmla="*/ 227325 w 2676209"/>
                <a:gd name="connsiteY1210" fmla="*/ 1438944 h 2650669"/>
                <a:gd name="connsiteX1211" fmla="*/ 228482 w 2676209"/>
                <a:gd name="connsiteY1211" fmla="*/ 1441789 h 2650669"/>
                <a:gd name="connsiteX1212" fmla="*/ 229607 w 2676209"/>
                <a:gd name="connsiteY1212" fmla="*/ 1441723 h 2650669"/>
                <a:gd name="connsiteX1213" fmla="*/ 234336 w 2676209"/>
                <a:gd name="connsiteY1213" fmla="*/ 1435439 h 2650669"/>
                <a:gd name="connsiteX1214" fmla="*/ 233046 w 2676209"/>
                <a:gd name="connsiteY1214" fmla="*/ 1432462 h 2650669"/>
                <a:gd name="connsiteX1215" fmla="*/ 231922 w 2676209"/>
                <a:gd name="connsiteY1215" fmla="*/ 1432528 h 2650669"/>
                <a:gd name="connsiteX1216" fmla="*/ 1551300 w 2676209"/>
                <a:gd name="connsiteY1216" fmla="*/ 1212693 h 2650669"/>
                <a:gd name="connsiteX1217" fmla="*/ 1547827 w 2676209"/>
                <a:gd name="connsiteY1217" fmla="*/ 1208327 h 2650669"/>
                <a:gd name="connsiteX1218" fmla="*/ 1544453 w 2676209"/>
                <a:gd name="connsiteY1218" fmla="*/ 1211072 h 2650669"/>
                <a:gd name="connsiteX1219" fmla="*/ 1548058 w 2676209"/>
                <a:gd name="connsiteY1219" fmla="*/ 1215405 h 2650669"/>
                <a:gd name="connsiteX1220" fmla="*/ 1551300 w 2676209"/>
                <a:gd name="connsiteY1220" fmla="*/ 1212693 h 2650669"/>
                <a:gd name="connsiteX1221" fmla="*/ 350356 w 2676209"/>
                <a:gd name="connsiteY1221" fmla="*/ 2360885 h 2650669"/>
                <a:gd name="connsiteX1222" fmla="*/ 345990 w 2676209"/>
                <a:gd name="connsiteY1222" fmla="*/ 2364358 h 2650669"/>
                <a:gd name="connsiteX1223" fmla="*/ 348735 w 2676209"/>
                <a:gd name="connsiteY1223" fmla="*/ 2367731 h 2650669"/>
                <a:gd name="connsiteX1224" fmla="*/ 353068 w 2676209"/>
                <a:gd name="connsiteY1224" fmla="*/ 2364126 h 2650669"/>
                <a:gd name="connsiteX1225" fmla="*/ 350356 w 2676209"/>
                <a:gd name="connsiteY1225" fmla="*/ 2360885 h 2650669"/>
                <a:gd name="connsiteX1226" fmla="*/ 1531224 w 2676209"/>
                <a:gd name="connsiteY1226" fmla="*/ 1449296 h 2650669"/>
                <a:gd name="connsiteX1227" fmla="*/ 1533903 w 2676209"/>
                <a:gd name="connsiteY1227" fmla="*/ 1446022 h 2650669"/>
                <a:gd name="connsiteX1228" fmla="*/ 1529604 w 2676209"/>
                <a:gd name="connsiteY1228" fmla="*/ 1442417 h 2650669"/>
                <a:gd name="connsiteX1229" fmla="*/ 1526826 w 2676209"/>
                <a:gd name="connsiteY1229" fmla="*/ 1445824 h 2650669"/>
                <a:gd name="connsiteX1230" fmla="*/ 1531224 w 2676209"/>
                <a:gd name="connsiteY1230" fmla="*/ 1449296 h 2650669"/>
                <a:gd name="connsiteX1231" fmla="*/ 1509462 w 2676209"/>
                <a:gd name="connsiteY1231" fmla="*/ 1435571 h 2650669"/>
                <a:gd name="connsiteX1232" fmla="*/ 1505163 w 2676209"/>
                <a:gd name="connsiteY1232" fmla="*/ 1431966 h 2650669"/>
                <a:gd name="connsiteX1233" fmla="*/ 1502385 w 2676209"/>
                <a:gd name="connsiteY1233" fmla="*/ 1435340 h 2650669"/>
                <a:gd name="connsiteX1234" fmla="*/ 1506750 w 2676209"/>
                <a:gd name="connsiteY1234" fmla="*/ 1438812 h 2650669"/>
                <a:gd name="connsiteX1235" fmla="*/ 1509462 w 2676209"/>
                <a:gd name="connsiteY1235" fmla="*/ 1435571 h 2650669"/>
                <a:gd name="connsiteX1236" fmla="*/ 1565356 w 2676209"/>
                <a:gd name="connsiteY1236" fmla="*/ 2408973 h 2650669"/>
                <a:gd name="connsiteX1237" fmla="*/ 1561883 w 2676209"/>
                <a:gd name="connsiteY1237" fmla="*/ 2406129 h 2650669"/>
                <a:gd name="connsiteX1238" fmla="*/ 1558410 w 2676209"/>
                <a:gd name="connsiteY1238" fmla="*/ 2410495 h 2650669"/>
                <a:gd name="connsiteX1239" fmla="*/ 1561817 w 2676209"/>
                <a:gd name="connsiteY1239" fmla="*/ 2413273 h 2650669"/>
                <a:gd name="connsiteX1240" fmla="*/ 1565356 w 2676209"/>
                <a:gd name="connsiteY1240" fmla="*/ 2408973 h 2650669"/>
                <a:gd name="connsiteX1241" fmla="*/ 1123931 w 2676209"/>
                <a:gd name="connsiteY1241" fmla="*/ 35793 h 2650669"/>
                <a:gd name="connsiteX1242" fmla="*/ 1121715 w 2676209"/>
                <a:gd name="connsiteY1242" fmla="*/ 40192 h 2650669"/>
                <a:gd name="connsiteX1243" fmla="*/ 1123832 w 2676209"/>
                <a:gd name="connsiteY1243" fmla="*/ 44789 h 2650669"/>
                <a:gd name="connsiteX1244" fmla="*/ 1128793 w 2676209"/>
                <a:gd name="connsiteY1244" fmla="*/ 40092 h 2650669"/>
                <a:gd name="connsiteX1245" fmla="*/ 1123931 w 2676209"/>
                <a:gd name="connsiteY1245" fmla="*/ 35793 h 2650669"/>
                <a:gd name="connsiteX1246" fmla="*/ 1456976 w 2676209"/>
                <a:gd name="connsiteY1246" fmla="*/ 2566036 h 2650669"/>
                <a:gd name="connsiteX1247" fmla="*/ 1453701 w 2676209"/>
                <a:gd name="connsiteY1247" fmla="*/ 2563358 h 2650669"/>
                <a:gd name="connsiteX1248" fmla="*/ 1450096 w 2676209"/>
                <a:gd name="connsiteY1248" fmla="*/ 2567657 h 2650669"/>
                <a:gd name="connsiteX1249" fmla="*/ 1453503 w 2676209"/>
                <a:gd name="connsiteY1249" fmla="*/ 2570402 h 2650669"/>
                <a:gd name="connsiteX1250" fmla="*/ 1456976 w 2676209"/>
                <a:gd name="connsiteY1250" fmla="*/ 2566036 h 2650669"/>
                <a:gd name="connsiteX1251" fmla="*/ 1380908 w 2676209"/>
                <a:gd name="connsiteY1251" fmla="*/ 1578545 h 2650669"/>
                <a:gd name="connsiteX1252" fmla="*/ 1376608 w 2676209"/>
                <a:gd name="connsiteY1252" fmla="*/ 1582084 h 2650669"/>
                <a:gd name="connsiteX1253" fmla="*/ 1379387 w 2676209"/>
                <a:gd name="connsiteY1253" fmla="*/ 1585491 h 2650669"/>
                <a:gd name="connsiteX1254" fmla="*/ 1383752 w 2676209"/>
                <a:gd name="connsiteY1254" fmla="*/ 1582018 h 2650669"/>
                <a:gd name="connsiteX1255" fmla="*/ 1380908 w 2676209"/>
                <a:gd name="connsiteY1255" fmla="*/ 1578545 h 2650669"/>
                <a:gd name="connsiteX1256" fmla="*/ 2380074 w 2676209"/>
                <a:gd name="connsiteY1256" fmla="*/ 1452868 h 2650669"/>
                <a:gd name="connsiteX1257" fmla="*/ 2382918 w 2676209"/>
                <a:gd name="connsiteY1257" fmla="*/ 1449395 h 2650669"/>
                <a:gd name="connsiteX1258" fmla="*/ 2378552 w 2676209"/>
                <a:gd name="connsiteY1258" fmla="*/ 1445923 h 2650669"/>
                <a:gd name="connsiteX1259" fmla="*/ 2375807 w 2676209"/>
                <a:gd name="connsiteY1259" fmla="*/ 1449329 h 2650669"/>
                <a:gd name="connsiteX1260" fmla="*/ 2380074 w 2676209"/>
                <a:gd name="connsiteY1260" fmla="*/ 1452868 h 2650669"/>
                <a:gd name="connsiteX1261" fmla="*/ 821116 w 2676209"/>
                <a:gd name="connsiteY1261" fmla="*/ 1425715 h 2650669"/>
                <a:gd name="connsiteX1262" fmla="*/ 817643 w 2676209"/>
                <a:gd name="connsiteY1262" fmla="*/ 1421350 h 2650669"/>
                <a:gd name="connsiteX1263" fmla="*/ 814270 w 2676209"/>
                <a:gd name="connsiteY1263" fmla="*/ 1424095 h 2650669"/>
                <a:gd name="connsiteX1264" fmla="*/ 817875 w 2676209"/>
                <a:gd name="connsiteY1264" fmla="*/ 1428427 h 2650669"/>
                <a:gd name="connsiteX1265" fmla="*/ 821116 w 2676209"/>
                <a:gd name="connsiteY1265" fmla="*/ 1425715 h 2650669"/>
                <a:gd name="connsiteX1266" fmla="*/ 1237107 w 2676209"/>
                <a:gd name="connsiteY1266" fmla="*/ 1271265 h 2650669"/>
                <a:gd name="connsiteX1267" fmla="*/ 1240381 w 2676209"/>
                <a:gd name="connsiteY1267" fmla="*/ 1268553 h 2650669"/>
                <a:gd name="connsiteX1268" fmla="*/ 1236908 w 2676209"/>
                <a:gd name="connsiteY1268" fmla="*/ 1264187 h 2650669"/>
                <a:gd name="connsiteX1269" fmla="*/ 1233502 w 2676209"/>
                <a:gd name="connsiteY1269" fmla="*/ 1266965 h 2650669"/>
                <a:gd name="connsiteX1270" fmla="*/ 1237107 w 2676209"/>
                <a:gd name="connsiteY1270" fmla="*/ 1271265 h 2650669"/>
                <a:gd name="connsiteX1271" fmla="*/ 1066980 w 2676209"/>
                <a:gd name="connsiteY1271" fmla="*/ 1668570 h 2650669"/>
                <a:gd name="connsiteX1272" fmla="*/ 1069163 w 2676209"/>
                <a:gd name="connsiteY1272" fmla="*/ 1664204 h 2650669"/>
                <a:gd name="connsiteX1273" fmla="*/ 1067046 w 2676209"/>
                <a:gd name="connsiteY1273" fmla="*/ 1659342 h 2650669"/>
                <a:gd name="connsiteX1274" fmla="*/ 1062647 w 2676209"/>
                <a:gd name="connsiteY1274" fmla="*/ 1664105 h 2650669"/>
                <a:gd name="connsiteX1275" fmla="*/ 1066980 w 2676209"/>
                <a:gd name="connsiteY1275" fmla="*/ 1668570 h 2650669"/>
                <a:gd name="connsiteX1276" fmla="*/ 1809831 w 2676209"/>
                <a:gd name="connsiteY1276" fmla="*/ 649593 h 2650669"/>
                <a:gd name="connsiteX1277" fmla="*/ 1814196 w 2676209"/>
                <a:gd name="connsiteY1277" fmla="*/ 653066 h 2650669"/>
                <a:gd name="connsiteX1278" fmla="*/ 1816908 w 2676209"/>
                <a:gd name="connsiteY1278" fmla="*/ 649825 h 2650669"/>
                <a:gd name="connsiteX1279" fmla="*/ 1812576 w 2676209"/>
                <a:gd name="connsiteY1279" fmla="*/ 646220 h 2650669"/>
                <a:gd name="connsiteX1280" fmla="*/ 1809831 w 2676209"/>
                <a:gd name="connsiteY1280" fmla="*/ 649593 h 2650669"/>
                <a:gd name="connsiteX1281" fmla="*/ 139979 w 2676209"/>
                <a:gd name="connsiteY1281" fmla="*/ 1533103 h 2650669"/>
                <a:gd name="connsiteX1282" fmla="*/ 136506 w 2676209"/>
                <a:gd name="connsiteY1282" fmla="*/ 1537469 h 2650669"/>
                <a:gd name="connsiteX1283" fmla="*/ 137002 w 2676209"/>
                <a:gd name="connsiteY1283" fmla="*/ 1538891 h 2650669"/>
                <a:gd name="connsiteX1284" fmla="*/ 142790 w 2676209"/>
                <a:gd name="connsiteY1284" fmla="*/ 1534459 h 2650669"/>
                <a:gd name="connsiteX1285" fmla="*/ 139979 w 2676209"/>
                <a:gd name="connsiteY1285" fmla="*/ 1533103 h 2650669"/>
                <a:gd name="connsiteX1286" fmla="*/ 1491173 w 2676209"/>
                <a:gd name="connsiteY1286" fmla="*/ 1540081 h 2650669"/>
                <a:gd name="connsiteX1287" fmla="*/ 1495539 w 2676209"/>
                <a:gd name="connsiteY1287" fmla="*/ 1536609 h 2650669"/>
                <a:gd name="connsiteX1288" fmla="*/ 1492694 w 2676209"/>
                <a:gd name="connsiteY1288" fmla="*/ 1533136 h 2650669"/>
                <a:gd name="connsiteX1289" fmla="*/ 1488395 w 2676209"/>
                <a:gd name="connsiteY1289" fmla="*/ 1536708 h 2650669"/>
                <a:gd name="connsiteX1290" fmla="*/ 1491173 w 2676209"/>
                <a:gd name="connsiteY1290" fmla="*/ 1540081 h 2650669"/>
                <a:gd name="connsiteX1291" fmla="*/ 1079779 w 2676209"/>
                <a:gd name="connsiteY1291" fmla="*/ 1275564 h 2650669"/>
                <a:gd name="connsiteX1292" fmla="*/ 1083185 w 2676209"/>
                <a:gd name="connsiteY1292" fmla="*/ 1278309 h 2650669"/>
                <a:gd name="connsiteX1293" fmla="*/ 1086724 w 2676209"/>
                <a:gd name="connsiteY1293" fmla="*/ 1274043 h 2650669"/>
                <a:gd name="connsiteX1294" fmla="*/ 1083252 w 2676209"/>
                <a:gd name="connsiteY1294" fmla="*/ 1271199 h 2650669"/>
                <a:gd name="connsiteX1295" fmla="*/ 1079779 w 2676209"/>
                <a:gd name="connsiteY1295" fmla="*/ 1275564 h 2650669"/>
                <a:gd name="connsiteX1296" fmla="*/ 1505295 w 2676209"/>
                <a:gd name="connsiteY1296" fmla="*/ 2382912 h 2650669"/>
                <a:gd name="connsiteX1297" fmla="*/ 1498879 w 2676209"/>
                <a:gd name="connsiteY1297" fmla="*/ 2378315 h 2650669"/>
                <a:gd name="connsiteX1298" fmla="*/ 1496068 w 2676209"/>
                <a:gd name="connsiteY1298" fmla="*/ 2379505 h 2650669"/>
                <a:gd name="connsiteX1299" fmla="*/ 1496101 w 2676209"/>
                <a:gd name="connsiteY1299" fmla="*/ 2380597 h 2650669"/>
                <a:gd name="connsiteX1300" fmla="*/ 1502385 w 2676209"/>
                <a:gd name="connsiteY1300" fmla="*/ 2385326 h 2650669"/>
                <a:gd name="connsiteX1301" fmla="*/ 1505361 w 2676209"/>
                <a:gd name="connsiteY1301" fmla="*/ 2384036 h 2650669"/>
                <a:gd name="connsiteX1302" fmla="*/ 1505295 w 2676209"/>
                <a:gd name="connsiteY1302" fmla="*/ 2382912 h 2650669"/>
                <a:gd name="connsiteX1303" fmla="*/ 1227185 w 2676209"/>
                <a:gd name="connsiteY1303" fmla="*/ 2455110 h 2650669"/>
                <a:gd name="connsiteX1304" fmla="*/ 1230029 w 2676209"/>
                <a:gd name="connsiteY1304" fmla="*/ 2451637 h 2650669"/>
                <a:gd name="connsiteX1305" fmla="*/ 1227053 w 2676209"/>
                <a:gd name="connsiteY1305" fmla="*/ 2448165 h 2650669"/>
                <a:gd name="connsiteX1306" fmla="*/ 1223249 w 2676209"/>
                <a:gd name="connsiteY1306" fmla="*/ 2453489 h 2650669"/>
                <a:gd name="connsiteX1307" fmla="*/ 1227185 w 2676209"/>
                <a:gd name="connsiteY1307" fmla="*/ 2455110 h 2650669"/>
                <a:gd name="connsiteX1308" fmla="*/ 1267567 w 2676209"/>
                <a:gd name="connsiteY1308" fmla="*/ 2395810 h 2650669"/>
                <a:gd name="connsiteX1309" fmla="*/ 1264822 w 2676209"/>
                <a:gd name="connsiteY1309" fmla="*/ 2399184 h 2650669"/>
                <a:gd name="connsiteX1310" fmla="*/ 1269188 w 2676209"/>
                <a:gd name="connsiteY1310" fmla="*/ 2402656 h 2650669"/>
                <a:gd name="connsiteX1311" fmla="*/ 1271900 w 2676209"/>
                <a:gd name="connsiteY1311" fmla="*/ 2399382 h 2650669"/>
                <a:gd name="connsiteX1312" fmla="*/ 1267567 w 2676209"/>
                <a:gd name="connsiteY1312" fmla="*/ 2395810 h 2650669"/>
                <a:gd name="connsiteX1313" fmla="*/ 1109412 w 2676209"/>
                <a:gd name="connsiteY1313" fmla="*/ 1543719 h 2650669"/>
                <a:gd name="connsiteX1314" fmla="*/ 1104947 w 2676209"/>
                <a:gd name="connsiteY1314" fmla="*/ 1544811 h 2650669"/>
                <a:gd name="connsiteX1315" fmla="*/ 1110008 w 2676209"/>
                <a:gd name="connsiteY1315" fmla="*/ 1547357 h 2650669"/>
                <a:gd name="connsiteX1316" fmla="*/ 1113844 w 2676209"/>
                <a:gd name="connsiteY1316" fmla="*/ 1545968 h 2650669"/>
                <a:gd name="connsiteX1317" fmla="*/ 1109412 w 2676209"/>
                <a:gd name="connsiteY1317" fmla="*/ 1543719 h 2650669"/>
                <a:gd name="connsiteX1318" fmla="*/ 1076207 w 2676209"/>
                <a:gd name="connsiteY1318" fmla="*/ 1540181 h 2650669"/>
                <a:gd name="connsiteX1319" fmla="*/ 1080474 w 2676209"/>
                <a:gd name="connsiteY1319" fmla="*/ 1543554 h 2650669"/>
                <a:gd name="connsiteX1320" fmla="*/ 1083483 w 2676209"/>
                <a:gd name="connsiteY1320" fmla="*/ 1541768 h 2650669"/>
                <a:gd name="connsiteX1321" fmla="*/ 1078489 w 2676209"/>
                <a:gd name="connsiteY1321" fmla="*/ 1537369 h 2650669"/>
                <a:gd name="connsiteX1322" fmla="*/ 1076207 w 2676209"/>
                <a:gd name="connsiteY1322" fmla="*/ 1540181 h 2650669"/>
                <a:gd name="connsiteX1323" fmla="*/ 770547 w 2676209"/>
                <a:gd name="connsiteY1323" fmla="*/ 1470298 h 2650669"/>
                <a:gd name="connsiteX1324" fmla="*/ 770382 w 2676209"/>
                <a:gd name="connsiteY1324" fmla="*/ 1470496 h 2650669"/>
                <a:gd name="connsiteX1325" fmla="*/ 770977 w 2676209"/>
                <a:gd name="connsiteY1325" fmla="*/ 1470959 h 2650669"/>
                <a:gd name="connsiteX1326" fmla="*/ 770547 w 2676209"/>
                <a:gd name="connsiteY1326" fmla="*/ 1470298 h 2650669"/>
                <a:gd name="connsiteX1327" fmla="*/ 2380901 w 2676209"/>
                <a:gd name="connsiteY1327" fmla="*/ 1389897 h 2650669"/>
                <a:gd name="connsiteX1328" fmla="*/ 2382422 w 2676209"/>
                <a:gd name="connsiteY1328" fmla="*/ 1387814 h 2650669"/>
                <a:gd name="connsiteX1329" fmla="*/ 2377626 w 2676209"/>
                <a:gd name="connsiteY1329" fmla="*/ 1382985 h 2650669"/>
                <a:gd name="connsiteX1330" fmla="*/ 2375973 w 2676209"/>
                <a:gd name="connsiteY1330" fmla="*/ 1387285 h 2650669"/>
                <a:gd name="connsiteX1331" fmla="*/ 2380901 w 2676209"/>
                <a:gd name="connsiteY1331" fmla="*/ 1389897 h 2650669"/>
                <a:gd name="connsiteX1332" fmla="*/ 1409714 w 2676209"/>
                <a:gd name="connsiteY1332" fmla="*/ 1547225 h 2650669"/>
                <a:gd name="connsiteX1333" fmla="*/ 1404753 w 2676209"/>
                <a:gd name="connsiteY1333" fmla="*/ 1549772 h 2650669"/>
                <a:gd name="connsiteX1334" fmla="*/ 1406341 w 2676209"/>
                <a:gd name="connsiteY1334" fmla="*/ 1554071 h 2650669"/>
                <a:gd name="connsiteX1335" fmla="*/ 1411070 w 2676209"/>
                <a:gd name="connsiteY1335" fmla="*/ 1549176 h 2650669"/>
                <a:gd name="connsiteX1336" fmla="*/ 1409714 w 2676209"/>
                <a:gd name="connsiteY1336" fmla="*/ 1547225 h 2650669"/>
                <a:gd name="connsiteX1337" fmla="*/ 877174 w 2676209"/>
                <a:gd name="connsiteY1337" fmla="*/ 1453596 h 2650669"/>
                <a:gd name="connsiteX1338" fmla="*/ 878960 w 2676209"/>
                <a:gd name="connsiteY1338" fmla="*/ 1456605 h 2650669"/>
                <a:gd name="connsiteX1339" fmla="*/ 883359 w 2676209"/>
                <a:gd name="connsiteY1339" fmla="*/ 1451578 h 2650669"/>
                <a:gd name="connsiteX1340" fmla="*/ 880581 w 2676209"/>
                <a:gd name="connsiteY1340" fmla="*/ 1449329 h 2650669"/>
                <a:gd name="connsiteX1341" fmla="*/ 877174 w 2676209"/>
                <a:gd name="connsiteY1341" fmla="*/ 1453596 h 2650669"/>
                <a:gd name="connsiteX1342" fmla="*/ 993922 w 2676209"/>
                <a:gd name="connsiteY1342" fmla="*/ 1574973 h 2650669"/>
                <a:gd name="connsiteX1343" fmla="*/ 995443 w 2676209"/>
                <a:gd name="connsiteY1343" fmla="*/ 1572890 h 2650669"/>
                <a:gd name="connsiteX1344" fmla="*/ 990647 w 2676209"/>
                <a:gd name="connsiteY1344" fmla="*/ 1568094 h 2650669"/>
                <a:gd name="connsiteX1345" fmla="*/ 988994 w 2676209"/>
                <a:gd name="connsiteY1345" fmla="*/ 1572394 h 2650669"/>
                <a:gd name="connsiteX1346" fmla="*/ 993922 w 2676209"/>
                <a:gd name="connsiteY1346" fmla="*/ 1574973 h 2650669"/>
                <a:gd name="connsiteX1347" fmla="*/ 1182669 w 2676209"/>
                <a:gd name="connsiteY1347" fmla="*/ 1477177 h 2650669"/>
                <a:gd name="connsiteX1348" fmla="*/ 1183793 w 2676209"/>
                <a:gd name="connsiteY1348" fmla="*/ 1475457 h 2650669"/>
                <a:gd name="connsiteX1349" fmla="*/ 1179229 w 2676209"/>
                <a:gd name="connsiteY1349" fmla="*/ 1470364 h 2650669"/>
                <a:gd name="connsiteX1350" fmla="*/ 1177675 w 2676209"/>
                <a:gd name="connsiteY1350" fmla="*/ 1474696 h 2650669"/>
                <a:gd name="connsiteX1351" fmla="*/ 1182669 w 2676209"/>
                <a:gd name="connsiteY1351" fmla="*/ 1477177 h 2650669"/>
                <a:gd name="connsiteX1352" fmla="*/ 2106892 w 2676209"/>
                <a:gd name="connsiteY1352" fmla="*/ 440771 h 2650669"/>
                <a:gd name="connsiteX1353" fmla="*/ 2103287 w 2676209"/>
                <a:gd name="connsiteY1353" fmla="*/ 436670 h 2650669"/>
                <a:gd name="connsiteX1354" fmla="*/ 2100442 w 2676209"/>
                <a:gd name="connsiteY1354" fmla="*/ 437794 h 2650669"/>
                <a:gd name="connsiteX1355" fmla="*/ 2105238 w 2676209"/>
                <a:gd name="connsiteY1355" fmla="*/ 443483 h 2650669"/>
                <a:gd name="connsiteX1356" fmla="*/ 2106892 w 2676209"/>
                <a:gd name="connsiteY1356" fmla="*/ 440771 h 2650669"/>
                <a:gd name="connsiteX1357" fmla="*/ 1059968 w 2676209"/>
                <a:gd name="connsiteY1357" fmla="*/ 1837705 h 2650669"/>
                <a:gd name="connsiteX1358" fmla="*/ 1059373 w 2676209"/>
                <a:gd name="connsiteY1358" fmla="*/ 1838002 h 2650669"/>
                <a:gd name="connsiteX1359" fmla="*/ 1062250 w 2676209"/>
                <a:gd name="connsiteY1359" fmla="*/ 1839424 h 2650669"/>
                <a:gd name="connsiteX1360" fmla="*/ 1059968 w 2676209"/>
                <a:gd name="connsiteY1360" fmla="*/ 1837705 h 2650669"/>
                <a:gd name="connsiteX1361" fmla="*/ 965082 w 2676209"/>
                <a:gd name="connsiteY1361" fmla="*/ 1442351 h 2650669"/>
                <a:gd name="connsiteX1362" fmla="*/ 960981 w 2676209"/>
                <a:gd name="connsiteY1362" fmla="*/ 1445923 h 2650669"/>
                <a:gd name="connsiteX1363" fmla="*/ 962139 w 2676209"/>
                <a:gd name="connsiteY1363" fmla="*/ 1448800 h 2650669"/>
                <a:gd name="connsiteX1364" fmla="*/ 967794 w 2676209"/>
                <a:gd name="connsiteY1364" fmla="*/ 1443972 h 2650669"/>
                <a:gd name="connsiteX1365" fmla="*/ 965082 w 2676209"/>
                <a:gd name="connsiteY1365" fmla="*/ 1442351 h 2650669"/>
                <a:gd name="connsiteX1366" fmla="*/ 2323486 w 2676209"/>
                <a:gd name="connsiteY1366" fmla="*/ 1371674 h 2650669"/>
                <a:gd name="connsiteX1367" fmla="*/ 2321700 w 2676209"/>
                <a:gd name="connsiteY1367" fmla="*/ 1369028 h 2650669"/>
                <a:gd name="connsiteX1368" fmla="*/ 2317169 w 2676209"/>
                <a:gd name="connsiteY1368" fmla="*/ 1374948 h 2650669"/>
                <a:gd name="connsiteX1369" fmla="*/ 2320080 w 2676209"/>
                <a:gd name="connsiteY1369" fmla="*/ 1375974 h 2650669"/>
                <a:gd name="connsiteX1370" fmla="*/ 2323486 w 2676209"/>
                <a:gd name="connsiteY1370" fmla="*/ 1371674 h 2650669"/>
                <a:gd name="connsiteX1371" fmla="*/ 1644598 w 2676209"/>
                <a:gd name="connsiteY1371" fmla="*/ 1473010 h 2650669"/>
                <a:gd name="connsiteX1372" fmla="*/ 1645723 w 2676209"/>
                <a:gd name="connsiteY1372" fmla="*/ 1470165 h 2650669"/>
                <a:gd name="connsiteX1373" fmla="*/ 1641390 w 2676209"/>
                <a:gd name="connsiteY1373" fmla="*/ 1466891 h 2650669"/>
                <a:gd name="connsiteX1374" fmla="*/ 1638744 w 2676209"/>
                <a:gd name="connsiteY1374" fmla="*/ 1468512 h 2650669"/>
                <a:gd name="connsiteX1375" fmla="*/ 1644598 w 2676209"/>
                <a:gd name="connsiteY1375" fmla="*/ 1473010 h 2650669"/>
                <a:gd name="connsiteX1376" fmla="*/ 1769614 w 2676209"/>
                <a:gd name="connsiteY1376" fmla="*/ 1480682 h 2650669"/>
                <a:gd name="connsiteX1377" fmla="*/ 1770771 w 2676209"/>
                <a:gd name="connsiteY1377" fmla="*/ 1478897 h 2650669"/>
                <a:gd name="connsiteX1378" fmla="*/ 1766174 w 2676209"/>
                <a:gd name="connsiteY1378" fmla="*/ 1473869 h 2650669"/>
                <a:gd name="connsiteX1379" fmla="*/ 1764587 w 2676209"/>
                <a:gd name="connsiteY1379" fmla="*/ 1478202 h 2650669"/>
                <a:gd name="connsiteX1380" fmla="*/ 1769614 w 2676209"/>
                <a:gd name="connsiteY1380" fmla="*/ 1480682 h 2650669"/>
                <a:gd name="connsiteX1381" fmla="*/ 1476819 w 2676209"/>
                <a:gd name="connsiteY1381" fmla="*/ 1380273 h 2650669"/>
                <a:gd name="connsiteX1382" fmla="*/ 1474570 w 2676209"/>
                <a:gd name="connsiteY1382" fmla="*/ 1384738 h 2650669"/>
                <a:gd name="connsiteX1383" fmla="*/ 1475662 w 2676209"/>
                <a:gd name="connsiteY1383" fmla="*/ 1389236 h 2650669"/>
                <a:gd name="connsiteX1384" fmla="*/ 1478010 w 2676209"/>
                <a:gd name="connsiteY1384" fmla="*/ 1384804 h 2650669"/>
                <a:gd name="connsiteX1385" fmla="*/ 1476819 w 2676209"/>
                <a:gd name="connsiteY1385" fmla="*/ 1380273 h 2650669"/>
                <a:gd name="connsiteX1386" fmla="*/ 1167191 w 2676209"/>
                <a:gd name="connsiteY1386" fmla="*/ 1637878 h 2650669"/>
                <a:gd name="connsiteX1387" fmla="*/ 1170597 w 2676209"/>
                <a:gd name="connsiteY1387" fmla="*/ 1633612 h 2650669"/>
                <a:gd name="connsiteX1388" fmla="*/ 1168811 w 2676209"/>
                <a:gd name="connsiteY1388" fmla="*/ 1630933 h 2650669"/>
                <a:gd name="connsiteX1389" fmla="*/ 1164247 w 2676209"/>
                <a:gd name="connsiteY1389" fmla="*/ 1636886 h 2650669"/>
                <a:gd name="connsiteX1390" fmla="*/ 1167191 w 2676209"/>
                <a:gd name="connsiteY1390" fmla="*/ 1637878 h 2650669"/>
                <a:gd name="connsiteX1391" fmla="*/ 931149 w 2676209"/>
                <a:gd name="connsiteY1391" fmla="*/ 1641318 h 2650669"/>
                <a:gd name="connsiteX1392" fmla="*/ 932307 w 2676209"/>
                <a:gd name="connsiteY1392" fmla="*/ 1639532 h 2650669"/>
                <a:gd name="connsiteX1393" fmla="*/ 927677 w 2676209"/>
                <a:gd name="connsiteY1393" fmla="*/ 1634505 h 2650669"/>
                <a:gd name="connsiteX1394" fmla="*/ 926122 w 2676209"/>
                <a:gd name="connsiteY1394" fmla="*/ 1638837 h 2650669"/>
                <a:gd name="connsiteX1395" fmla="*/ 931149 w 2676209"/>
                <a:gd name="connsiteY1395" fmla="*/ 1641318 h 2650669"/>
                <a:gd name="connsiteX1396" fmla="*/ 1313836 w 2676209"/>
                <a:gd name="connsiteY1396" fmla="*/ 1637878 h 2650669"/>
                <a:gd name="connsiteX1397" fmla="*/ 1317970 w 2676209"/>
                <a:gd name="connsiteY1397" fmla="*/ 1641351 h 2650669"/>
                <a:gd name="connsiteX1398" fmla="*/ 1321013 w 2676209"/>
                <a:gd name="connsiteY1398" fmla="*/ 1639598 h 2650669"/>
                <a:gd name="connsiteX1399" fmla="*/ 1314994 w 2676209"/>
                <a:gd name="connsiteY1399" fmla="*/ 1635001 h 2650669"/>
                <a:gd name="connsiteX1400" fmla="*/ 1313836 w 2676209"/>
                <a:gd name="connsiteY1400" fmla="*/ 1637878 h 2650669"/>
                <a:gd name="connsiteX1401" fmla="*/ 1865823 w 2676209"/>
                <a:gd name="connsiteY1401" fmla="*/ 1414603 h 2650669"/>
                <a:gd name="connsiteX1402" fmla="*/ 1864732 w 2676209"/>
                <a:gd name="connsiteY1402" fmla="*/ 1411626 h 2650669"/>
                <a:gd name="connsiteX1403" fmla="*/ 1858812 w 2676209"/>
                <a:gd name="connsiteY1403" fmla="*/ 1416190 h 2650669"/>
                <a:gd name="connsiteX1404" fmla="*/ 1861457 w 2676209"/>
                <a:gd name="connsiteY1404" fmla="*/ 1417844 h 2650669"/>
                <a:gd name="connsiteX1405" fmla="*/ 1865823 w 2676209"/>
                <a:gd name="connsiteY1405" fmla="*/ 1414603 h 2650669"/>
                <a:gd name="connsiteX1406" fmla="*/ 2299111 w 2676209"/>
                <a:gd name="connsiteY1406" fmla="*/ 1413578 h 2650669"/>
                <a:gd name="connsiteX1407" fmla="*/ 2300732 w 2676209"/>
                <a:gd name="connsiteY1407" fmla="*/ 1417877 h 2650669"/>
                <a:gd name="connsiteX1408" fmla="*/ 2305428 w 2676209"/>
                <a:gd name="connsiteY1408" fmla="*/ 1412982 h 2650669"/>
                <a:gd name="connsiteX1409" fmla="*/ 2304105 w 2676209"/>
                <a:gd name="connsiteY1409" fmla="*/ 1411031 h 2650669"/>
                <a:gd name="connsiteX1410" fmla="*/ 2299111 w 2676209"/>
                <a:gd name="connsiteY1410" fmla="*/ 1413578 h 2650669"/>
                <a:gd name="connsiteX1411" fmla="*/ 1259497 w 2676209"/>
                <a:gd name="connsiteY1411" fmla="*/ 1452934 h 2650669"/>
                <a:gd name="connsiteX1412" fmla="*/ 1254536 w 2676209"/>
                <a:gd name="connsiteY1412" fmla="*/ 1455481 h 2650669"/>
                <a:gd name="connsiteX1413" fmla="*/ 1256124 w 2676209"/>
                <a:gd name="connsiteY1413" fmla="*/ 1459780 h 2650669"/>
                <a:gd name="connsiteX1414" fmla="*/ 1260820 w 2676209"/>
                <a:gd name="connsiteY1414" fmla="*/ 1454886 h 2650669"/>
                <a:gd name="connsiteX1415" fmla="*/ 1259497 w 2676209"/>
                <a:gd name="connsiteY1415" fmla="*/ 1452934 h 2650669"/>
                <a:gd name="connsiteX1416" fmla="*/ 2486966 w 2676209"/>
                <a:gd name="connsiteY1416" fmla="*/ 1413181 h 2650669"/>
                <a:gd name="connsiteX1417" fmla="*/ 2484154 w 2676209"/>
                <a:gd name="connsiteY1417" fmla="*/ 1410899 h 2650669"/>
                <a:gd name="connsiteX1418" fmla="*/ 2480748 w 2676209"/>
                <a:gd name="connsiteY1418" fmla="*/ 1415198 h 2650669"/>
                <a:gd name="connsiteX1419" fmla="*/ 2481310 w 2676209"/>
                <a:gd name="connsiteY1419" fmla="*/ 1416356 h 2650669"/>
                <a:gd name="connsiteX1420" fmla="*/ 2484650 w 2676209"/>
                <a:gd name="connsiteY1420" fmla="*/ 1416157 h 2650669"/>
                <a:gd name="connsiteX1421" fmla="*/ 2486966 w 2676209"/>
                <a:gd name="connsiteY1421" fmla="*/ 1413181 h 2650669"/>
                <a:gd name="connsiteX1422" fmla="*/ 1621249 w 2676209"/>
                <a:gd name="connsiteY1422" fmla="*/ 1407426 h 2650669"/>
                <a:gd name="connsiteX1423" fmla="*/ 1620058 w 2676209"/>
                <a:gd name="connsiteY1423" fmla="*/ 1404516 h 2650669"/>
                <a:gd name="connsiteX1424" fmla="*/ 1614370 w 2676209"/>
                <a:gd name="connsiteY1424" fmla="*/ 1409311 h 2650669"/>
                <a:gd name="connsiteX1425" fmla="*/ 1617082 w 2676209"/>
                <a:gd name="connsiteY1425" fmla="*/ 1410866 h 2650669"/>
                <a:gd name="connsiteX1426" fmla="*/ 1621249 w 2676209"/>
                <a:gd name="connsiteY1426" fmla="*/ 1407426 h 2650669"/>
                <a:gd name="connsiteX1427" fmla="*/ 943552 w 2676209"/>
                <a:gd name="connsiteY1427" fmla="*/ 1673531 h 2650669"/>
                <a:gd name="connsiteX1428" fmla="*/ 946297 w 2676209"/>
                <a:gd name="connsiteY1428" fmla="*/ 1675350 h 2650669"/>
                <a:gd name="connsiteX1429" fmla="*/ 953407 w 2676209"/>
                <a:gd name="connsiteY1429" fmla="*/ 1671976 h 2650669"/>
                <a:gd name="connsiteX1430" fmla="*/ 947024 w 2676209"/>
                <a:gd name="connsiteY1430" fmla="*/ 1669397 h 2650669"/>
                <a:gd name="connsiteX1431" fmla="*/ 943552 w 2676209"/>
                <a:gd name="connsiteY1431" fmla="*/ 1673531 h 2650669"/>
                <a:gd name="connsiteX1432" fmla="*/ 1174169 w 2676209"/>
                <a:gd name="connsiteY1432" fmla="*/ 1104544 h 2650669"/>
                <a:gd name="connsiteX1433" fmla="*/ 1179196 w 2676209"/>
                <a:gd name="connsiteY1433" fmla="*/ 1107025 h 2650669"/>
                <a:gd name="connsiteX1434" fmla="*/ 1180321 w 2676209"/>
                <a:gd name="connsiteY1434" fmla="*/ 1105272 h 2650669"/>
                <a:gd name="connsiteX1435" fmla="*/ 1175724 w 2676209"/>
                <a:gd name="connsiteY1435" fmla="*/ 1100212 h 2650669"/>
                <a:gd name="connsiteX1436" fmla="*/ 1174169 w 2676209"/>
                <a:gd name="connsiteY1436" fmla="*/ 1104544 h 2650669"/>
                <a:gd name="connsiteX1437" fmla="*/ 1675422 w 2676209"/>
                <a:gd name="connsiteY1437" fmla="*/ 1459780 h 2650669"/>
                <a:gd name="connsiteX1438" fmla="*/ 1677175 w 2676209"/>
                <a:gd name="connsiteY1438" fmla="*/ 1457101 h 2650669"/>
                <a:gd name="connsiteX1439" fmla="*/ 1673735 w 2676209"/>
                <a:gd name="connsiteY1439" fmla="*/ 1452868 h 2650669"/>
                <a:gd name="connsiteX1440" fmla="*/ 1670924 w 2676209"/>
                <a:gd name="connsiteY1440" fmla="*/ 1453926 h 2650669"/>
                <a:gd name="connsiteX1441" fmla="*/ 1675422 w 2676209"/>
                <a:gd name="connsiteY1441" fmla="*/ 1459780 h 2650669"/>
                <a:gd name="connsiteX1442" fmla="*/ 2661657 w 2676209"/>
                <a:gd name="connsiteY1442" fmla="*/ 1645981 h 2650669"/>
                <a:gd name="connsiteX1443" fmla="*/ 2658746 w 2676209"/>
                <a:gd name="connsiteY1443" fmla="*/ 1644956 h 2650669"/>
                <a:gd name="connsiteX1444" fmla="*/ 2655340 w 2676209"/>
                <a:gd name="connsiteY1444" fmla="*/ 1649222 h 2650669"/>
                <a:gd name="connsiteX1445" fmla="*/ 2657126 w 2676209"/>
                <a:gd name="connsiteY1445" fmla="*/ 1651901 h 2650669"/>
                <a:gd name="connsiteX1446" fmla="*/ 2661657 w 2676209"/>
                <a:gd name="connsiteY1446" fmla="*/ 1645981 h 2650669"/>
                <a:gd name="connsiteX1447" fmla="*/ 906642 w 2676209"/>
                <a:gd name="connsiteY1447" fmla="*/ 1578678 h 2650669"/>
                <a:gd name="connsiteX1448" fmla="*/ 901648 w 2676209"/>
                <a:gd name="connsiteY1448" fmla="*/ 1581191 h 2650669"/>
                <a:gd name="connsiteX1449" fmla="*/ 903269 w 2676209"/>
                <a:gd name="connsiteY1449" fmla="*/ 1585524 h 2650669"/>
                <a:gd name="connsiteX1450" fmla="*/ 907965 w 2676209"/>
                <a:gd name="connsiteY1450" fmla="*/ 1580596 h 2650669"/>
                <a:gd name="connsiteX1451" fmla="*/ 906642 w 2676209"/>
                <a:gd name="connsiteY1451" fmla="*/ 1578678 h 2650669"/>
                <a:gd name="connsiteX1452" fmla="*/ 1292967 w 2676209"/>
                <a:gd name="connsiteY1452" fmla="*/ 768325 h 2650669"/>
                <a:gd name="connsiteX1453" fmla="*/ 1296340 w 2676209"/>
                <a:gd name="connsiteY1453" fmla="*/ 764058 h 2650669"/>
                <a:gd name="connsiteX1454" fmla="*/ 1294588 w 2676209"/>
                <a:gd name="connsiteY1454" fmla="*/ 761380 h 2650669"/>
                <a:gd name="connsiteX1455" fmla="*/ 1290024 w 2676209"/>
                <a:gd name="connsiteY1455" fmla="*/ 767333 h 2650669"/>
                <a:gd name="connsiteX1456" fmla="*/ 1292967 w 2676209"/>
                <a:gd name="connsiteY1456" fmla="*/ 768325 h 2650669"/>
                <a:gd name="connsiteX1457" fmla="*/ 1027325 w 2676209"/>
                <a:gd name="connsiteY1457" fmla="*/ 1589691 h 2650669"/>
                <a:gd name="connsiteX1458" fmla="*/ 1023753 w 2676209"/>
                <a:gd name="connsiteY1458" fmla="*/ 1585590 h 2650669"/>
                <a:gd name="connsiteX1459" fmla="*/ 1020876 w 2676209"/>
                <a:gd name="connsiteY1459" fmla="*/ 1586747 h 2650669"/>
                <a:gd name="connsiteX1460" fmla="*/ 1025705 w 2676209"/>
                <a:gd name="connsiteY1460" fmla="*/ 1592403 h 2650669"/>
                <a:gd name="connsiteX1461" fmla="*/ 1027325 w 2676209"/>
                <a:gd name="connsiteY1461" fmla="*/ 1589691 h 2650669"/>
                <a:gd name="connsiteX1462" fmla="*/ 1407399 w 2676209"/>
                <a:gd name="connsiteY1462" fmla="*/ 1435373 h 2650669"/>
                <a:gd name="connsiteX1463" fmla="*/ 1404687 w 2676209"/>
                <a:gd name="connsiteY1463" fmla="*/ 1437059 h 2650669"/>
                <a:gd name="connsiteX1464" fmla="*/ 1410508 w 2676209"/>
                <a:gd name="connsiteY1464" fmla="*/ 1441623 h 2650669"/>
                <a:gd name="connsiteX1465" fmla="*/ 1411566 w 2676209"/>
                <a:gd name="connsiteY1465" fmla="*/ 1438845 h 2650669"/>
                <a:gd name="connsiteX1466" fmla="*/ 1407399 w 2676209"/>
                <a:gd name="connsiteY1466" fmla="*/ 1435373 h 2650669"/>
                <a:gd name="connsiteX1467" fmla="*/ 1806325 w 2676209"/>
                <a:gd name="connsiteY1467" fmla="*/ 600811 h 2650669"/>
                <a:gd name="connsiteX1468" fmla="*/ 1803481 w 2676209"/>
                <a:gd name="connsiteY1468" fmla="*/ 601935 h 2650669"/>
                <a:gd name="connsiteX1469" fmla="*/ 1808276 w 2676209"/>
                <a:gd name="connsiteY1469" fmla="*/ 607624 h 2650669"/>
                <a:gd name="connsiteX1470" fmla="*/ 1809930 w 2676209"/>
                <a:gd name="connsiteY1470" fmla="*/ 604879 h 2650669"/>
                <a:gd name="connsiteX1471" fmla="*/ 1806325 w 2676209"/>
                <a:gd name="connsiteY1471" fmla="*/ 600811 h 2650669"/>
                <a:gd name="connsiteX1472" fmla="*/ 1708660 w 2676209"/>
                <a:gd name="connsiteY1472" fmla="*/ 1019150 h 2650669"/>
                <a:gd name="connsiteX1473" fmla="*/ 1712100 w 2676209"/>
                <a:gd name="connsiteY1473" fmla="*/ 1023350 h 2650669"/>
                <a:gd name="connsiteX1474" fmla="*/ 1715010 w 2676209"/>
                <a:gd name="connsiteY1474" fmla="*/ 1022126 h 2650669"/>
                <a:gd name="connsiteX1475" fmla="*/ 1710182 w 2676209"/>
                <a:gd name="connsiteY1475" fmla="*/ 1016471 h 2650669"/>
                <a:gd name="connsiteX1476" fmla="*/ 1708660 w 2676209"/>
                <a:gd name="connsiteY1476" fmla="*/ 1019150 h 2650669"/>
                <a:gd name="connsiteX1477" fmla="*/ 1749373 w 2676209"/>
                <a:gd name="connsiteY1477" fmla="*/ 722221 h 2650669"/>
                <a:gd name="connsiteX1478" fmla="*/ 1750465 w 2676209"/>
                <a:gd name="connsiteY1478" fmla="*/ 719476 h 2650669"/>
                <a:gd name="connsiteX1479" fmla="*/ 1746264 w 2676209"/>
                <a:gd name="connsiteY1479" fmla="*/ 715970 h 2650669"/>
                <a:gd name="connsiteX1480" fmla="*/ 1743585 w 2676209"/>
                <a:gd name="connsiteY1480" fmla="*/ 717690 h 2650669"/>
                <a:gd name="connsiteX1481" fmla="*/ 1749373 w 2676209"/>
                <a:gd name="connsiteY1481" fmla="*/ 722221 h 2650669"/>
                <a:gd name="connsiteX1482" fmla="*/ 1069295 w 2676209"/>
                <a:gd name="connsiteY1482" fmla="*/ 1610031 h 2650669"/>
                <a:gd name="connsiteX1483" fmla="*/ 1065822 w 2676209"/>
                <a:gd name="connsiteY1483" fmla="*/ 1614165 h 2650669"/>
                <a:gd name="connsiteX1484" fmla="*/ 1068567 w 2676209"/>
                <a:gd name="connsiteY1484" fmla="*/ 1615984 h 2650669"/>
                <a:gd name="connsiteX1485" fmla="*/ 1075711 w 2676209"/>
                <a:gd name="connsiteY1485" fmla="*/ 1612610 h 2650669"/>
                <a:gd name="connsiteX1486" fmla="*/ 1069295 w 2676209"/>
                <a:gd name="connsiteY1486" fmla="*/ 1610031 h 2650669"/>
                <a:gd name="connsiteX1487" fmla="*/ 1988127 w 2676209"/>
                <a:gd name="connsiteY1487" fmla="*/ 494183 h 2650669"/>
                <a:gd name="connsiteX1488" fmla="*/ 1993947 w 2676209"/>
                <a:gd name="connsiteY1488" fmla="*/ 498714 h 2650669"/>
                <a:gd name="connsiteX1489" fmla="*/ 1995006 w 2676209"/>
                <a:gd name="connsiteY1489" fmla="*/ 495969 h 2650669"/>
                <a:gd name="connsiteX1490" fmla="*/ 1990839 w 2676209"/>
                <a:gd name="connsiteY1490" fmla="*/ 492464 h 2650669"/>
                <a:gd name="connsiteX1491" fmla="*/ 1988127 w 2676209"/>
                <a:gd name="connsiteY1491" fmla="*/ 494183 h 2650669"/>
                <a:gd name="connsiteX1492" fmla="*/ 1559998 w 2676209"/>
                <a:gd name="connsiteY1492" fmla="*/ 1522586 h 2650669"/>
                <a:gd name="connsiteX1493" fmla="*/ 1561155 w 2676209"/>
                <a:gd name="connsiteY1493" fmla="*/ 1520800 h 2650669"/>
                <a:gd name="connsiteX1494" fmla="*/ 1556558 w 2676209"/>
                <a:gd name="connsiteY1494" fmla="*/ 1515773 h 2650669"/>
                <a:gd name="connsiteX1495" fmla="*/ 1554971 w 2676209"/>
                <a:gd name="connsiteY1495" fmla="*/ 1520105 h 2650669"/>
                <a:gd name="connsiteX1496" fmla="*/ 1559998 w 2676209"/>
                <a:gd name="connsiteY1496" fmla="*/ 1522586 h 2650669"/>
                <a:gd name="connsiteX1497" fmla="*/ 847177 w 2676209"/>
                <a:gd name="connsiteY1497" fmla="*/ 1753071 h 2650669"/>
                <a:gd name="connsiteX1498" fmla="*/ 848698 w 2676209"/>
                <a:gd name="connsiteY1498" fmla="*/ 1750987 h 2650669"/>
                <a:gd name="connsiteX1499" fmla="*/ 843903 w 2676209"/>
                <a:gd name="connsiteY1499" fmla="*/ 1746192 h 2650669"/>
                <a:gd name="connsiteX1500" fmla="*/ 842249 w 2676209"/>
                <a:gd name="connsiteY1500" fmla="*/ 1750491 h 2650669"/>
                <a:gd name="connsiteX1501" fmla="*/ 847177 w 2676209"/>
                <a:gd name="connsiteY1501" fmla="*/ 1753071 h 2650669"/>
                <a:gd name="connsiteX1502" fmla="*/ 1377501 w 2676209"/>
                <a:gd name="connsiteY1502" fmla="*/ 1603085 h 2650669"/>
                <a:gd name="connsiteX1503" fmla="*/ 1373136 w 2676209"/>
                <a:gd name="connsiteY1503" fmla="*/ 1606426 h 2650669"/>
                <a:gd name="connsiteX1504" fmla="*/ 1375385 w 2676209"/>
                <a:gd name="connsiteY1504" fmla="*/ 1609303 h 2650669"/>
                <a:gd name="connsiteX1505" fmla="*/ 1380313 w 2676209"/>
                <a:gd name="connsiteY1505" fmla="*/ 1604838 h 2650669"/>
                <a:gd name="connsiteX1506" fmla="*/ 1377501 w 2676209"/>
                <a:gd name="connsiteY1506" fmla="*/ 1603085 h 2650669"/>
                <a:gd name="connsiteX1507" fmla="*/ 1684120 w 2676209"/>
                <a:gd name="connsiteY1507" fmla="*/ 1487760 h 2650669"/>
                <a:gd name="connsiteX1508" fmla="*/ 1691099 w 2676209"/>
                <a:gd name="connsiteY1508" fmla="*/ 1494738 h 2650669"/>
                <a:gd name="connsiteX1509" fmla="*/ 1684120 w 2676209"/>
                <a:gd name="connsiteY1509" fmla="*/ 1487760 h 2650669"/>
                <a:gd name="connsiteX1510" fmla="*/ 1761643 w 2676209"/>
                <a:gd name="connsiteY1510" fmla="*/ 1281650 h 2650669"/>
                <a:gd name="connsiteX1511" fmla="*/ 1764719 w 2676209"/>
                <a:gd name="connsiteY1511" fmla="*/ 1279897 h 2650669"/>
                <a:gd name="connsiteX1512" fmla="*/ 1758667 w 2676209"/>
                <a:gd name="connsiteY1512" fmla="*/ 1275300 h 2650669"/>
                <a:gd name="connsiteX1513" fmla="*/ 1757542 w 2676209"/>
                <a:gd name="connsiteY1513" fmla="*/ 1278177 h 2650669"/>
                <a:gd name="connsiteX1514" fmla="*/ 1761643 w 2676209"/>
                <a:gd name="connsiteY1514" fmla="*/ 1281650 h 2650669"/>
                <a:gd name="connsiteX1515" fmla="*/ 1863508 w 2676209"/>
                <a:gd name="connsiteY1515" fmla="*/ 1278938 h 2650669"/>
                <a:gd name="connsiteX1516" fmla="*/ 1862350 w 2676209"/>
                <a:gd name="connsiteY1516" fmla="*/ 1283369 h 2650669"/>
                <a:gd name="connsiteX1517" fmla="*/ 1864566 w 2676209"/>
                <a:gd name="connsiteY1517" fmla="*/ 1288000 h 2650669"/>
                <a:gd name="connsiteX1518" fmla="*/ 1865856 w 2676209"/>
                <a:gd name="connsiteY1518" fmla="*/ 1283138 h 2650669"/>
                <a:gd name="connsiteX1519" fmla="*/ 1863508 w 2676209"/>
                <a:gd name="connsiteY1519" fmla="*/ 1278938 h 2650669"/>
                <a:gd name="connsiteX1520" fmla="*/ 988895 w 2676209"/>
                <a:gd name="connsiteY1520" fmla="*/ 230658 h 2650669"/>
                <a:gd name="connsiteX1521" fmla="*/ 987770 w 2676209"/>
                <a:gd name="connsiteY1521" fmla="*/ 227847 h 2650669"/>
                <a:gd name="connsiteX1522" fmla="*/ 981949 w 2676209"/>
                <a:gd name="connsiteY1522" fmla="*/ 232378 h 2650669"/>
                <a:gd name="connsiteX1523" fmla="*/ 984628 w 2676209"/>
                <a:gd name="connsiteY1523" fmla="*/ 233999 h 2650669"/>
                <a:gd name="connsiteX1524" fmla="*/ 988895 w 2676209"/>
                <a:gd name="connsiteY1524" fmla="*/ 230658 h 2650669"/>
                <a:gd name="connsiteX1525" fmla="*/ 1324254 w 2676209"/>
                <a:gd name="connsiteY1525" fmla="*/ 869726 h 2650669"/>
                <a:gd name="connsiteX1526" fmla="*/ 1323196 w 2676209"/>
                <a:gd name="connsiteY1526" fmla="*/ 866948 h 2650669"/>
                <a:gd name="connsiteX1527" fmla="*/ 1317342 w 2676209"/>
                <a:gd name="connsiteY1527" fmla="*/ 871413 h 2650669"/>
                <a:gd name="connsiteX1528" fmla="*/ 1320219 w 2676209"/>
                <a:gd name="connsiteY1528" fmla="*/ 873298 h 2650669"/>
                <a:gd name="connsiteX1529" fmla="*/ 1324254 w 2676209"/>
                <a:gd name="connsiteY1529" fmla="*/ 869726 h 2650669"/>
                <a:gd name="connsiteX1530" fmla="*/ 576575 w 2676209"/>
                <a:gd name="connsiteY1530" fmla="*/ 2189733 h 2650669"/>
                <a:gd name="connsiteX1531" fmla="*/ 573697 w 2676209"/>
                <a:gd name="connsiteY1531" fmla="*/ 2190890 h 2650669"/>
                <a:gd name="connsiteX1532" fmla="*/ 578493 w 2676209"/>
                <a:gd name="connsiteY1532" fmla="*/ 2196546 h 2650669"/>
                <a:gd name="connsiteX1533" fmla="*/ 580146 w 2676209"/>
                <a:gd name="connsiteY1533" fmla="*/ 2193834 h 2650669"/>
                <a:gd name="connsiteX1534" fmla="*/ 576575 w 2676209"/>
                <a:gd name="connsiteY1534" fmla="*/ 2189733 h 2650669"/>
                <a:gd name="connsiteX1535" fmla="*/ 1392318 w 2676209"/>
                <a:gd name="connsiteY1535" fmla="*/ 2336147 h 2650669"/>
                <a:gd name="connsiteX1536" fmla="*/ 1387721 w 2676209"/>
                <a:gd name="connsiteY1536" fmla="*/ 2342166 h 2650669"/>
                <a:gd name="connsiteX1537" fmla="*/ 1390598 w 2676209"/>
                <a:gd name="connsiteY1537" fmla="*/ 2343290 h 2650669"/>
                <a:gd name="connsiteX1538" fmla="*/ 1394071 w 2676209"/>
                <a:gd name="connsiteY1538" fmla="*/ 2339189 h 2650669"/>
                <a:gd name="connsiteX1539" fmla="*/ 1392318 w 2676209"/>
                <a:gd name="connsiteY1539" fmla="*/ 2336147 h 2650669"/>
                <a:gd name="connsiteX1540" fmla="*/ 915671 w 2676209"/>
                <a:gd name="connsiteY1540" fmla="*/ 1201382 h 2650669"/>
                <a:gd name="connsiteX1541" fmla="*/ 912728 w 2676209"/>
                <a:gd name="connsiteY1541" fmla="*/ 1202473 h 2650669"/>
                <a:gd name="connsiteX1542" fmla="*/ 917259 w 2676209"/>
                <a:gd name="connsiteY1542" fmla="*/ 1208393 h 2650669"/>
                <a:gd name="connsiteX1543" fmla="*/ 918945 w 2676209"/>
                <a:gd name="connsiteY1543" fmla="*/ 1205747 h 2650669"/>
                <a:gd name="connsiteX1544" fmla="*/ 915671 w 2676209"/>
                <a:gd name="connsiteY1544" fmla="*/ 1201382 h 2650669"/>
                <a:gd name="connsiteX1545" fmla="*/ 428143 w 2676209"/>
                <a:gd name="connsiteY1545" fmla="*/ 1239812 h 2650669"/>
                <a:gd name="connsiteX1546" fmla="*/ 429797 w 2676209"/>
                <a:gd name="connsiteY1546" fmla="*/ 1236637 h 2650669"/>
                <a:gd name="connsiteX1547" fmla="*/ 429896 w 2676209"/>
                <a:gd name="connsiteY1547" fmla="*/ 1234719 h 2650669"/>
                <a:gd name="connsiteX1548" fmla="*/ 426490 w 2676209"/>
                <a:gd name="connsiteY1548" fmla="*/ 1233760 h 2650669"/>
                <a:gd name="connsiteX1549" fmla="*/ 428143 w 2676209"/>
                <a:gd name="connsiteY1549" fmla="*/ 1239812 h 2650669"/>
                <a:gd name="connsiteX1550" fmla="*/ 1594824 w 2676209"/>
                <a:gd name="connsiteY1550" fmla="*/ 1278144 h 2650669"/>
                <a:gd name="connsiteX1551" fmla="*/ 1596345 w 2676209"/>
                <a:gd name="connsiteY1551" fmla="*/ 1276060 h 2650669"/>
                <a:gd name="connsiteX1552" fmla="*/ 1591549 w 2676209"/>
                <a:gd name="connsiteY1552" fmla="*/ 1271265 h 2650669"/>
                <a:gd name="connsiteX1553" fmla="*/ 1589896 w 2676209"/>
                <a:gd name="connsiteY1553" fmla="*/ 1275564 h 2650669"/>
                <a:gd name="connsiteX1554" fmla="*/ 1594824 w 2676209"/>
                <a:gd name="connsiteY1554" fmla="*/ 1278144 h 2650669"/>
                <a:gd name="connsiteX1555" fmla="*/ 279580 w 2676209"/>
                <a:gd name="connsiteY1555" fmla="*/ 1232040 h 2650669"/>
                <a:gd name="connsiteX1556" fmla="*/ 277959 w 2676209"/>
                <a:gd name="connsiteY1556" fmla="*/ 1229361 h 2650669"/>
                <a:gd name="connsiteX1557" fmla="*/ 273494 w 2676209"/>
                <a:gd name="connsiteY1557" fmla="*/ 1235248 h 2650669"/>
                <a:gd name="connsiteX1558" fmla="*/ 276305 w 2676209"/>
                <a:gd name="connsiteY1558" fmla="*/ 1236340 h 2650669"/>
                <a:gd name="connsiteX1559" fmla="*/ 279580 w 2676209"/>
                <a:gd name="connsiteY1559" fmla="*/ 1232040 h 2650669"/>
                <a:gd name="connsiteX1560" fmla="*/ 2276853 w 2676209"/>
                <a:gd name="connsiteY1560" fmla="*/ 1306719 h 2650669"/>
                <a:gd name="connsiteX1561" fmla="*/ 2271198 w 2676209"/>
                <a:gd name="connsiteY1561" fmla="*/ 1311548 h 2650669"/>
                <a:gd name="connsiteX1562" fmla="*/ 2273877 w 2676209"/>
                <a:gd name="connsiteY1562" fmla="*/ 1313102 h 2650669"/>
                <a:gd name="connsiteX1563" fmla="*/ 2278077 w 2676209"/>
                <a:gd name="connsiteY1563" fmla="*/ 1309629 h 2650669"/>
                <a:gd name="connsiteX1564" fmla="*/ 2276853 w 2676209"/>
                <a:gd name="connsiteY1564" fmla="*/ 1306719 h 2650669"/>
                <a:gd name="connsiteX1565" fmla="*/ 1949795 w 2676209"/>
                <a:gd name="connsiteY1565" fmla="*/ 230559 h 2650669"/>
                <a:gd name="connsiteX1566" fmla="*/ 1946852 w 2676209"/>
                <a:gd name="connsiteY1566" fmla="*/ 231651 h 2650669"/>
                <a:gd name="connsiteX1567" fmla="*/ 1951383 w 2676209"/>
                <a:gd name="connsiteY1567" fmla="*/ 237571 h 2650669"/>
                <a:gd name="connsiteX1568" fmla="*/ 1953069 w 2676209"/>
                <a:gd name="connsiteY1568" fmla="*/ 234925 h 2650669"/>
                <a:gd name="connsiteX1569" fmla="*/ 1949795 w 2676209"/>
                <a:gd name="connsiteY1569" fmla="*/ 230559 h 2650669"/>
                <a:gd name="connsiteX1570" fmla="*/ 1269155 w 2676209"/>
                <a:gd name="connsiteY1570" fmla="*/ 240977 h 2650669"/>
                <a:gd name="connsiteX1571" fmla="*/ 1272131 w 2676209"/>
                <a:gd name="connsiteY1571" fmla="*/ 239191 h 2650669"/>
                <a:gd name="connsiteX1572" fmla="*/ 1267137 w 2676209"/>
                <a:gd name="connsiteY1572" fmla="*/ 234793 h 2650669"/>
                <a:gd name="connsiteX1573" fmla="*/ 1264855 w 2676209"/>
                <a:gd name="connsiteY1573" fmla="*/ 237604 h 2650669"/>
                <a:gd name="connsiteX1574" fmla="*/ 1269155 w 2676209"/>
                <a:gd name="connsiteY1574" fmla="*/ 240977 h 2650669"/>
                <a:gd name="connsiteX1575" fmla="*/ 1577559 w 2676209"/>
                <a:gd name="connsiteY1575" fmla="*/ 1246791 h 2650669"/>
                <a:gd name="connsiteX1576" fmla="*/ 1575939 w 2676209"/>
                <a:gd name="connsiteY1576" fmla="*/ 1251090 h 2650669"/>
                <a:gd name="connsiteX1577" fmla="*/ 1580867 w 2676209"/>
                <a:gd name="connsiteY1577" fmla="*/ 1253703 h 2650669"/>
                <a:gd name="connsiteX1578" fmla="*/ 1582388 w 2676209"/>
                <a:gd name="connsiteY1578" fmla="*/ 1251619 h 2650669"/>
                <a:gd name="connsiteX1579" fmla="*/ 1577559 w 2676209"/>
                <a:gd name="connsiteY1579" fmla="*/ 1246791 h 2650669"/>
                <a:gd name="connsiteX1580" fmla="*/ 1432502 w 2676209"/>
                <a:gd name="connsiteY1580" fmla="*/ 2573147 h 2650669"/>
                <a:gd name="connsiteX1581" fmla="*/ 1430749 w 2676209"/>
                <a:gd name="connsiteY1581" fmla="*/ 2570104 h 2650669"/>
                <a:gd name="connsiteX1582" fmla="*/ 1426152 w 2676209"/>
                <a:gd name="connsiteY1582" fmla="*/ 2576124 h 2650669"/>
                <a:gd name="connsiteX1583" fmla="*/ 1429029 w 2676209"/>
                <a:gd name="connsiteY1583" fmla="*/ 2577281 h 2650669"/>
                <a:gd name="connsiteX1584" fmla="*/ 1432502 w 2676209"/>
                <a:gd name="connsiteY1584" fmla="*/ 2573147 h 2650669"/>
                <a:gd name="connsiteX1585" fmla="*/ 1179858 w 2676209"/>
                <a:gd name="connsiteY1585" fmla="*/ 1062277 h 2650669"/>
                <a:gd name="connsiteX1586" fmla="*/ 1174169 w 2676209"/>
                <a:gd name="connsiteY1586" fmla="*/ 1067106 h 2650669"/>
                <a:gd name="connsiteX1587" fmla="*/ 1176881 w 2676209"/>
                <a:gd name="connsiteY1587" fmla="*/ 1068627 h 2650669"/>
                <a:gd name="connsiteX1588" fmla="*/ 1181048 w 2676209"/>
                <a:gd name="connsiteY1588" fmla="*/ 1065187 h 2650669"/>
                <a:gd name="connsiteX1589" fmla="*/ 1179858 w 2676209"/>
                <a:gd name="connsiteY1589" fmla="*/ 1062277 h 2650669"/>
                <a:gd name="connsiteX1590" fmla="*/ 1093041 w 2676209"/>
                <a:gd name="connsiteY1590" fmla="*/ 1238820 h 2650669"/>
                <a:gd name="connsiteX1591" fmla="*/ 1100152 w 2676209"/>
                <a:gd name="connsiteY1591" fmla="*/ 1235480 h 2650669"/>
                <a:gd name="connsiteX1592" fmla="*/ 1093769 w 2676209"/>
                <a:gd name="connsiteY1592" fmla="*/ 1232867 h 2650669"/>
                <a:gd name="connsiteX1593" fmla="*/ 1090296 w 2676209"/>
                <a:gd name="connsiteY1593" fmla="*/ 1237001 h 2650669"/>
                <a:gd name="connsiteX1594" fmla="*/ 1093041 w 2676209"/>
                <a:gd name="connsiteY1594" fmla="*/ 1238820 h 2650669"/>
                <a:gd name="connsiteX1595" fmla="*/ 1121682 w 2676209"/>
                <a:gd name="connsiteY1595" fmla="*/ 1238986 h 2650669"/>
                <a:gd name="connsiteX1596" fmla="*/ 1119896 w 2676209"/>
                <a:gd name="connsiteY1596" fmla="*/ 1236340 h 2650669"/>
                <a:gd name="connsiteX1597" fmla="*/ 1115365 w 2676209"/>
                <a:gd name="connsiteY1597" fmla="*/ 1242260 h 2650669"/>
                <a:gd name="connsiteX1598" fmla="*/ 1118276 w 2676209"/>
                <a:gd name="connsiteY1598" fmla="*/ 1243285 h 2650669"/>
                <a:gd name="connsiteX1599" fmla="*/ 1121682 w 2676209"/>
                <a:gd name="connsiteY1599" fmla="*/ 1238986 h 2650669"/>
                <a:gd name="connsiteX1600" fmla="*/ 1974170 w 2676209"/>
                <a:gd name="connsiteY1600" fmla="*/ 171888 h 2650669"/>
                <a:gd name="connsiteX1601" fmla="*/ 1976948 w 2676209"/>
                <a:gd name="connsiteY1601" fmla="*/ 173707 h 2650669"/>
                <a:gd name="connsiteX1602" fmla="*/ 1984059 w 2676209"/>
                <a:gd name="connsiteY1602" fmla="*/ 170367 h 2650669"/>
                <a:gd name="connsiteX1603" fmla="*/ 1977643 w 2676209"/>
                <a:gd name="connsiteY1603" fmla="*/ 167754 h 2650669"/>
                <a:gd name="connsiteX1604" fmla="*/ 1974170 w 2676209"/>
                <a:gd name="connsiteY1604" fmla="*/ 171888 h 2650669"/>
                <a:gd name="connsiteX1605" fmla="*/ 1337152 w 2676209"/>
                <a:gd name="connsiteY1605" fmla="*/ 2237788 h 2650669"/>
                <a:gd name="connsiteX1606" fmla="*/ 1338277 w 2676209"/>
                <a:gd name="connsiteY1606" fmla="*/ 2234977 h 2650669"/>
                <a:gd name="connsiteX1607" fmla="*/ 1333944 w 2676209"/>
                <a:gd name="connsiteY1607" fmla="*/ 2231669 h 2650669"/>
                <a:gd name="connsiteX1608" fmla="*/ 1331299 w 2676209"/>
                <a:gd name="connsiteY1608" fmla="*/ 2233323 h 2650669"/>
                <a:gd name="connsiteX1609" fmla="*/ 1337152 w 2676209"/>
                <a:gd name="connsiteY1609" fmla="*/ 2237788 h 2650669"/>
                <a:gd name="connsiteX1610" fmla="*/ 522368 w 2676209"/>
                <a:gd name="connsiteY1610" fmla="*/ 2238482 h 2650669"/>
                <a:gd name="connsiteX1611" fmla="*/ 523559 w 2676209"/>
                <a:gd name="connsiteY1611" fmla="*/ 2236696 h 2650669"/>
                <a:gd name="connsiteX1612" fmla="*/ 518928 w 2676209"/>
                <a:gd name="connsiteY1612" fmla="*/ 2231669 h 2650669"/>
                <a:gd name="connsiteX1613" fmla="*/ 517374 w 2676209"/>
                <a:gd name="connsiteY1613" fmla="*/ 2236002 h 2650669"/>
                <a:gd name="connsiteX1614" fmla="*/ 522368 w 2676209"/>
                <a:gd name="connsiteY1614" fmla="*/ 2238482 h 2650669"/>
                <a:gd name="connsiteX1615" fmla="*/ 1051799 w 2676209"/>
                <a:gd name="connsiteY1615" fmla="*/ 1253968 h 2650669"/>
                <a:gd name="connsiteX1616" fmla="*/ 1050708 w 2676209"/>
                <a:gd name="connsiteY1616" fmla="*/ 1250991 h 2650669"/>
                <a:gd name="connsiteX1617" fmla="*/ 1044788 w 2676209"/>
                <a:gd name="connsiteY1617" fmla="*/ 1255522 h 2650669"/>
                <a:gd name="connsiteX1618" fmla="*/ 1047434 w 2676209"/>
                <a:gd name="connsiteY1618" fmla="*/ 1257209 h 2650669"/>
                <a:gd name="connsiteX1619" fmla="*/ 1051799 w 2676209"/>
                <a:gd name="connsiteY1619" fmla="*/ 1253968 h 2650669"/>
                <a:gd name="connsiteX1620" fmla="*/ 1125155 w 2676209"/>
                <a:gd name="connsiteY1620" fmla="*/ 865328 h 2650669"/>
                <a:gd name="connsiteX1621" fmla="*/ 1125122 w 2676209"/>
                <a:gd name="connsiteY1621" fmla="*/ 862814 h 2650669"/>
                <a:gd name="connsiteX1622" fmla="*/ 1119003 w 2676209"/>
                <a:gd name="connsiteY1622" fmla="*/ 867312 h 2650669"/>
                <a:gd name="connsiteX1623" fmla="*/ 1121319 w 2676209"/>
                <a:gd name="connsiteY1623" fmla="*/ 869627 h 2650669"/>
                <a:gd name="connsiteX1624" fmla="*/ 1125155 w 2676209"/>
                <a:gd name="connsiteY1624" fmla="*/ 865328 h 2650669"/>
                <a:gd name="connsiteX1625" fmla="*/ 985389 w 2676209"/>
                <a:gd name="connsiteY1625" fmla="*/ 1353980 h 2650669"/>
                <a:gd name="connsiteX1626" fmla="*/ 982181 w 2676209"/>
                <a:gd name="connsiteY1626" fmla="*/ 1351599 h 2650669"/>
                <a:gd name="connsiteX1627" fmla="*/ 978741 w 2676209"/>
                <a:gd name="connsiteY1627" fmla="*/ 1356725 h 2650669"/>
                <a:gd name="connsiteX1628" fmla="*/ 982412 w 2676209"/>
                <a:gd name="connsiteY1628" fmla="*/ 1358577 h 2650669"/>
                <a:gd name="connsiteX1629" fmla="*/ 985389 w 2676209"/>
                <a:gd name="connsiteY1629" fmla="*/ 1353980 h 2650669"/>
                <a:gd name="connsiteX1630" fmla="*/ 1514688 w 2676209"/>
                <a:gd name="connsiteY1630" fmla="*/ 1351566 h 2650669"/>
                <a:gd name="connsiteX1631" fmla="*/ 1510124 w 2676209"/>
                <a:gd name="connsiteY1631" fmla="*/ 1357486 h 2650669"/>
                <a:gd name="connsiteX1632" fmla="*/ 1513067 w 2676209"/>
                <a:gd name="connsiteY1632" fmla="*/ 1358511 h 2650669"/>
                <a:gd name="connsiteX1633" fmla="*/ 1516474 w 2676209"/>
                <a:gd name="connsiteY1633" fmla="*/ 1354212 h 2650669"/>
                <a:gd name="connsiteX1634" fmla="*/ 1514688 w 2676209"/>
                <a:gd name="connsiteY1634" fmla="*/ 1351566 h 2650669"/>
                <a:gd name="connsiteX1635" fmla="*/ 1611658 w 2676209"/>
                <a:gd name="connsiteY1635" fmla="*/ 1225790 h 2650669"/>
                <a:gd name="connsiteX1636" fmla="*/ 1617743 w 2676209"/>
                <a:gd name="connsiteY1636" fmla="*/ 1224103 h 2650669"/>
                <a:gd name="connsiteX1637" fmla="*/ 1614337 w 2676209"/>
                <a:gd name="connsiteY1637" fmla="*/ 1222350 h 2650669"/>
                <a:gd name="connsiteX1638" fmla="*/ 1607259 w 2676209"/>
                <a:gd name="connsiteY1638" fmla="*/ 1224103 h 2650669"/>
                <a:gd name="connsiteX1639" fmla="*/ 1611658 w 2676209"/>
                <a:gd name="connsiteY1639" fmla="*/ 1225790 h 2650669"/>
                <a:gd name="connsiteX1640" fmla="*/ 1450030 w 2676209"/>
                <a:gd name="connsiteY1640" fmla="*/ 904552 h 2650669"/>
                <a:gd name="connsiteX1641" fmla="*/ 1446624 w 2676209"/>
                <a:gd name="connsiteY1641" fmla="*/ 908819 h 2650669"/>
                <a:gd name="connsiteX1642" fmla="*/ 1448443 w 2676209"/>
                <a:gd name="connsiteY1642" fmla="*/ 911828 h 2650669"/>
                <a:gd name="connsiteX1643" fmla="*/ 1452841 w 2676209"/>
                <a:gd name="connsiteY1643" fmla="*/ 906834 h 2650669"/>
                <a:gd name="connsiteX1644" fmla="*/ 1450030 w 2676209"/>
                <a:gd name="connsiteY1644" fmla="*/ 904552 h 2650669"/>
                <a:gd name="connsiteX1645" fmla="*/ 1052626 w 2676209"/>
                <a:gd name="connsiteY1645" fmla="*/ 1080335 h 2650669"/>
                <a:gd name="connsiteX1646" fmla="*/ 1054941 w 2676209"/>
                <a:gd name="connsiteY1646" fmla="*/ 1082683 h 2650669"/>
                <a:gd name="connsiteX1647" fmla="*/ 1058745 w 2676209"/>
                <a:gd name="connsiteY1647" fmla="*/ 1078350 h 2650669"/>
                <a:gd name="connsiteX1648" fmla="*/ 1058745 w 2676209"/>
                <a:gd name="connsiteY1648" fmla="*/ 1075837 h 2650669"/>
                <a:gd name="connsiteX1649" fmla="*/ 1052626 w 2676209"/>
                <a:gd name="connsiteY1649" fmla="*/ 1080335 h 2650669"/>
                <a:gd name="connsiteX1650" fmla="*/ 1125089 w 2676209"/>
                <a:gd name="connsiteY1650" fmla="*/ 398239 h 2650669"/>
                <a:gd name="connsiteX1651" fmla="*/ 1122212 w 2676209"/>
                <a:gd name="connsiteY1651" fmla="*/ 399396 h 2650669"/>
                <a:gd name="connsiteX1652" fmla="*/ 1127007 w 2676209"/>
                <a:gd name="connsiteY1652" fmla="*/ 405052 h 2650669"/>
                <a:gd name="connsiteX1653" fmla="*/ 1128661 w 2676209"/>
                <a:gd name="connsiteY1653" fmla="*/ 402340 h 2650669"/>
                <a:gd name="connsiteX1654" fmla="*/ 1125089 w 2676209"/>
                <a:gd name="connsiteY1654" fmla="*/ 398239 h 2650669"/>
                <a:gd name="connsiteX1655" fmla="*/ 1195104 w 2676209"/>
                <a:gd name="connsiteY1655" fmla="*/ 941032 h 2650669"/>
                <a:gd name="connsiteX1656" fmla="*/ 1197188 w 2676209"/>
                <a:gd name="connsiteY1656" fmla="*/ 942553 h 2650669"/>
                <a:gd name="connsiteX1657" fmla="*/ 1202016 w 2676209"/>
                <a:gd name="connsiteY1657" fmla="*/ 937757 h 2650669"/>
                <a:gd name="connsiteX1658" fmla="*/ 1197717 w 2676209"/>
                <a:gd name="connsiteY1658" fmla="*/ 936104 h 2650669"/>
                <a:gd name="connsiteX1659" fmla="*/ 1195104 w 2676209"/>
                <a:gd name="connsiteY1659" fmla="*/ 941032 h 2650669"/>
                <a:gd name="connsiteX1660" fmla="*/ 2174426 w 2676209"/>
                <a:gd name="connsiteY1660" fmla="*/ 377800 h 2650669"/>
                <a:gd name="connsiteX1661" fmla="*/ 2173269 w 2676209"/>
                <a:gd name="connsiteY1661" fmla="*/ 380677 h 2650669"/>
                <a:gd name="connsiteX1662" fmla="*/ 2173302 w 2676209"/>
                <a:gd name="connsiteY1662" fmla="*/ 380975 h 2650669"/>
                <a:gd name="connsiteX1663" fmla="*/ 2175319 w 2676209"/>
                <a:gd name="connsiteY1663" fmla="*/ 378494 h 2650669"/>
                <a:gd name="connsiteX1664" fmla="*/ 2174426 w 2676209"/>
                <a:gd name="connsiteY1664" fmla="*/ 377800 h 2650669"/>
                <a:gd name="connsiteX1665" fmla="*/ 1457108 w 2676209"/>
                <a:gd name="connsiteY1665" fmla="*/ 1904115 h 2650669"/>
                <a:gd name="connsiteX1666" fmla="*/ 1457505 w 2676209"/>
                <a:gd name="connsiteY1666" fmla="*/ 1904975 h 2650669"/>
                <a:gd name="connsiteX1667" fmla="*/ 1458001 w 2676209"/>
                <a:gd name="connsiteY1667" fmla="*/ 1900609 h 2650669"/>
                <a:gd name="connsiteX1668" fmla="*/ 1457108 w 2676209"/>
                <a:gd name="connsiteY1668" fmla="*/ 1904115 h 2650669"/>
                <a:gd name="connsiteX1669" fmla="*/ 726064 w 2676209"/>
                <a:gd name="connsiteY1669" fmla="*/ 1899915 h 2650669"/>
                <a:gd name="connsiteX1670" fmla="*/ 723385 w 2676209"/>
                <a:gd name="connsiteY1670" fmla="*/ 1901568 h 2650669"/>
                <a:gd name="connsiteX1671" fmla="*/ 729272 w 2676209"/>
                <a:gd name="connsiteY1671" fmla="*/ 1906033 h 2650669"/>
                <a:gd name="connsiteX1672" fmla="*/ 730397 w 2676209"/>
                <a:gd name="connsiteY1672" fmla="*/ 1903189 h 2650669"/>
                <a:gd name="connsiteX1673" fmla="*/ 726064 w 2676209"/>
                <a:gd name="connsiteY1673" fmla="*/ 1899915 h 2650669"/>
                <a:gd name="connsiteX1674" fmla="*/ 1358121 w 2676209"/>
                <a:gd name="connsiteY1674" fmla="*/ 90099 h 2650669"/>
                <a:gd name="connsiteX1675" fmla="*/ 1359344 w 2676209"/>
                <a:gd name="connsiteY1675" fmla="*/ 87023 h 2650669"/>
                <a:gd name="connsiteX1676" fmla="*/ 1354913 w 2676209"/>
                <a:gd name="connsiteY1676" fmla="*/ 83980 h 2650669"/>
                <a:gd name="connsiteX1677" fmla="*/ 1352267 w 2676209"/>
                <a:gd name="connsiteY1677" fmla="*/ 85634 h 2650669"/>
                <a:gd name="connsiteX1678" fmla="*/ 1358121 w 2676209"/>
                <a:gd name="connsiteY1678" fmla="*/ 90099 h 2650669"/>
                <a:gd name="connsiteX1679" fmla="*/ 1195005 w 2676209"/>
                <a:gd name="connsiteY1679" fmla="*/ 858052 h 2650669"/>
                <a:gd name="connsiteX1680" fmla="*/ 1193153 w 2676209"/>
                <a:gd name="connsiteY1680" fmla="*/ 855803 h 2650669"/>
                <a:gd name="connsiteX1681" fmla="*/ 1188027 w 2676209"/>
                <a:gd name="connsiteY1681" fmla="*/ 860797 h 2650669"/>
                <a:gd name="connsiteX1682" fmla="*/ 1192095 w 2676209"/>
                <a:gd name="connsiteY1682" fmla="*/ 862550 h 2650669"/>
                <a:gd name="connsiteX1683" fmla="*/ 1195005 w 2676209"/>
                <a:gd name="connsiteY1683" fmla="*/ 858052 h 2650669"/>
                <a:gd name="connsiteX1684" fmla="*/ 1152242 w 2676209"/>
                <a:gd name="connsiteY1684" fmla="*/ 1899749 h 2650669"/>
                <a:gd name="connsiteX1685" fmla="*/ 1156607 w 2676209"/>
                <a:gd name="connsiteY1685" fmla="*/ 1896508 h 2650669"/>
                <a:gd name="connsiteX1686" fmla="*/ 1155516 w 2676209"/>
                <a:gd name="connsiteY1686" fmla="*/ 1893532 h 2650669"/>
                <a:gd name="connsiteX1687" fmla="*/ 1149596 w 2676209"/>
                <a:gd name="connsiteY1687" fmla="*/ 1898096 h 2650669"/>
                <a:gd name="connsiteX1688" fmla="*/ 1152242 w 2676209"/>
                <a:gd name="connsiteY1688" fmla="*/ 1899749 h 2650669"/>
                <a:gd name="connsiteX1689" fmla="*/ 1705089 w 2676209"/>
                <a:gd name="connsiteY1689" fmla="*/ 1329539 h 2650669"/>
                <a:gd name="connsiteX1690" fmla="*/ 1701881 w 2676209"/>
                <a:gd name="connsiteY1690" fmla="*/ 1327158 h 2650669"/>
                <a:gd name="connsiteX1691" fmla="*/ 1698441 w 2676209"/>
                <a:gd name="connsiteY1691" fmla="*/ 1332284 h 2650669"/>
                <a:gd name="connsiteX1692" fmla="*/ 1702112 w 2676209"/>
                <a:gd name="connsiteY1692" fmla="*/ 1334136 h 2650669"/>
                <a:gd name="connsiteX1693" fmla="*/ 1705089 w 2676209"/>
                <a:gd name="connsiteY1693" fmla="*/ 1329539 h 2650669"/>
                <a:gd name="connsiteX1694" fmla="*/ 2319914 w 2676209"/>
                <a:gd name="connsiteY1694" fmla="*/ 1330697 h 2650669"/>
                <a:gd name="connsiteX1695" fmla="*/ 2315813 w 2676209"/>
                <a:gd name="connsiteY1695" fmla="*/ 1327224 h 2650669"/>
                <a:gd name="connsiteX1696" fmla="*/ 2313994 w 2676209"/>
                <a:gd name="connsiteY1696" fmla="*/ 1329969 h 2650669"/>
                <a:gd name="connsiteX1697" fmla="*/ 2317335 w 2676209"/>
                <a:gd name="connsiteY1697" fmla="*/ 1337080 h 2650669"/>
                <a:gd name="connsiteX1698" fmla="*/ 2319914 w 2676209"/>
                <a:gd name="connsiteY1698" fmla="*/ 1330697 h 2650669"/>
                <a:gd name="connsiteX1699" fmla="*/ 1365331 w 2676209"/>
                <a:gd name="connsiteY1699" fmla="*/ 897508 h 2650669"/>
                <a:gd name="connsiteX1700" fmla="*/ 1369729 w 2676209"/>
                <a:gd name="connsiteY1700" fmla="*/ 894267 h 2650669"/>
                <a:gd name="connsiteX1701" fmla="*/ 1368638 w 2676209"/>
                <a:gd name="connsiteY1701" fmla="*/ 891290 h 2650669"/>
                <a:gd name="connsiteX1702" fmla="*/ 1362718 w 2676209"/>
                <a:gd name="connsiteY1702" fmla="*/ 895854 h 2650669"/>
                <a:gd name="connsiteX1703" fmla="*/ 1365331 w 2676209"/>
                <a:gd name="connsiteY1703" fmla="*/ 897508 h 2650669"/>
                <a:gd name="connsiteX1704" fmla="*/ 2356460 w 2676209"/>
                <a:gd name="connsiteY1704" fmla="*/ 1334004 h 2650669"/>
                <a:gd name="connsiteX1705" fmla="*/ 2357981 w 2676209"/>
                <a:gd name="connsiteY1705" fmla="*/ 1331920 h 2650669"/>
                <a:gd name="connsiteX1706" fmla="*/ 2353152 w 2676209"/>
                <a:gd name="connsiteY1706" fmla="*/ 1327125 h 2650669"/>
                <a:gd name="connsiteX1707" fmla="*/ 2351532 w 2676209"/>
                <a:gd name="connsiteY1707" fmla="*/ 1331424 h 2650669"/>
                <a:gd name="connsiteX1708" fmla="*/ 2356460 w 2676209"/>
                <a:gd name="connsiteY1708" fmla="*/ 1334004 h 2650669"/>
                <a:gd name="connsiteX1709" fmla="*/ 673776 w 2676209"/>
                <a:gd name="connsiteY1709" fmla="*/ 1335393 h 2650669"/>
                <a:gd name="connsiteX1710" fmla="*/ 669278 w 2676209"/>
                <a:gd name="connsiteY1710" fmla="*/ 1330498 h 2650669"/>
                <a:gd name="connsiteX1711" fmla="*/ 667558 w 2676209"/>
                <a:gd name="connsiteY1711" fmla="*/ 1333310 h 2650669"/>
                <a:gd name="connsiteX1712" fmla="*/ 670898 w 2676209"/>
                <a:gd name="connsiteY1712" fmla="*/ 1337642 h 2650669"/>
                <a:gd name="connsiteX1713" fmla="*/ 673776 w 2676209"/>
                <a:gd name="connsiteY1713" fmla="*/ 1335393 h 2650669"/>
                <a:gd name="connsiteX1714" fmla="*/ 1058778 w 2676209"/>
                <a:gd name="connsiteY1714" fmla="*/ 303187 h 2650669"/>
                <a:gd name="connsiteX1715" fmla="*/ 1057091 w 2676209"/>
                <a:gd name="connsiteY1715" fmla="*/ 300508 h 2650669"/>
                <a:gd name="connsiteX1716" fmla="*/ 1052527 w 2676209"/>
                <a:gd name="connsiteY1716" fmla="*/ 306296 h 2650669"/>
                <a:gd name="connsiteX1717" fmla="*/ 1055305 w 2676209"/>
                <a:gd name="connsiteY1717" fmla="*/ 307388 h 2650669"/>
                <a:gd name="connsiteX1718" fmla="*/ 1058778 w 2676209"/>
                <a:gd name="connsiteY1718" fmla="*/ 303187 h 2650669"/>
                <a:gd name="connsiteX1719" fmla="*/ 1515614 w 2676209"/>
                <a:gd name="connsiteY1719" fmla="*/ 2465660 h 2650669"/>
                <a:gd name="connsiteX1720" fmla="*/ 1513828 w 2676209"/>
                <a:gd name="connsiteY1720" fmla="*/ 2466619 h 2650669"/>
                <a:gd name="connsiteX1721" fmla="*/ 1519087 w 2676209"/>
                <a:gd name="connsiteY1721" fmla="*/ 2471514 h 2650669"/>
                <a:gd name="connsiteX1722" fmla="*/ 1519946 w 2676209"/>
                <a:gd name="connsiteY1722" fmla="*/ 2468934 h 2650669"/>
                <a:gd name="connsiteX1723" fmla="*/ 1515614 w 2676209"/>
                <a:gd name="connsiteY1723" fmla="*/ 2465660 h 2650669"/>
                <a:gd name="connsiteX1724" fmla="*/ 1468320 w 2676209"/>
                <a:gd name="connsiteY1724" fmla="*/ 2635589 h 2650669"/>
                <a:gd name="connsiteX1725" fmla="*/ 1471131 w 2676209"/>
                <a:gd name="connsiteY1725" fmla="*/ 2636713 h 2650669"/>
                <a:gd name="connsiteX1726" fmla="*/ 1474438 w 2676209"/>
                <a:gd name="connsiteY1726" fmla="*/ 2632381 h 2650669"/>
                <a:gd name="connsiteX1727" fmla="*/ 1472784 w 2676209"/>
                <a:gd name="connsiteY1727" fmla="*/ 2629735 h 2650669"/>
                <a:gd name="connsiteX1728" fmla="*/ 1468320 w 2676209"/>
                <a:gd name="connsiteY1728" fmla="*/ 2635589 h 2650669"/>
                <a:gd name="connsiteX1729" fmla="*/ 1692918 w 2676209"/>
                <a:gd name="connsiteY1729" fmla="*/ 1072166 h 2650669"/>
                <a:gd name="connsiteX1730" fmla="*/ 1688387 w 2676209"/>
                <a:gd name="connsiteY1730" fmla="*/ 1073356 h 2650669"/>
                <a:gd name="connsiteX1731" fmla="*/ 1692852 w 2676209"/>
                <a:gd name="connsiteY1731" fmla="*/ 1075605 h 2650669"/>
                <a:gd name="connsiteX1732" fmla="*/ 1697316 w 2676209"/>
                <a:gd name="connsiteY1732" fmla="*/ 1074514 h 2650669"/>
                <a:gd name="connsiteX1733" fmla="*/ 1692918 w 2676209"/>
                <a:gd name="connsiteY1733" fmla="*/ 1072166 h 2650669"/>
                <a:gd name="connsiteX1734" fmla="*/ 1720831 w 2676209"/>
                <a:gd name="connsiteY1734" fmla="*/ 1341049 h 2650669"/>
                <a:gd name="connsiteX1735" fmla="*/ 1722584 w 2676209"/>
                <a:gd name="connsiteY1735" fmla="*/ 1338370 h 2650669"/>
                <a:gd name="connsiteX1736" fmla="*/ 1719145 w 2676209"/>
                <a:gd name="connsiteY1736" fmla="*/ 1334136 h 2650669"/>
                <a:gd name="connsiteX1737" fmla="*/ 1716366 w 2676209"/>
                <a:gd name="connsiteY1737" fmla="*/ 1335195 h 2650669"/>
                <a:gd name="connsiteX1738" fmla="*/ 1720831 w 2676209"/>
                <a:gd name="connsiteY1738" fmla="*/ 1341049 h 2650669"/>
                <a:gd name="connsiteX1739" fmla="*/ 706584 w 2676209"/>
                <a:gd name="connsiteY1739" fmla="*/ 2001052 h 2650669"/>
                <a:gd name="connsiteX1740" fmla="*/ 709627 w 2676209"/>
                <a:gd name="connsiteY1740" fmla="*/ 1999299 h 2650669"/>
                <a:gd name="connsiteX1741" fmla="*/ 703608 w 2676209"/>
                <a:gd name="connsiteY1741" fmla="*/ 1994702 h 2650669"/>
                <a:gd name="connsiteX1742" fmla="*/ 702450 w 2676209"/>
                <a:gd name="connsiteY1742" fmla="*/ 1997546 h 2650669"/>
                <a:gd name="connsiteX1743" fmla="*/ 706584 w 2676209"/>
                <a:gd name="connsiteY1743" fmla="*/ 2001052 h 2650669"/>
                <a:gd name="connsiteX1744" fmla="*/ 872908 w 2676209"/>
                <a:gd name="connsiteY1744" fmla="*/ 1217654 h 2650669"/>
                <a:gd name="connsiteX1745" fmla="*/ 870064 w 2676209"/>
                <a:gd name="connsiteY1745" fmla="*/ 1215405 h 2650669"/>
                <a:gd name="connsiteX1746" fmla="*/ 867285 w 2676209"/>
                <a:gd name="connsiteY1746" fmla="*/ 1216595 h 2650669"/>
                <a:gd name="connsiteX1747" fmla="*/ 870163 w 2676209"/>
                <a:gd name="connsiteY1747" fmla="*/ 1218877 h 2650669"/>
                <a:gd name="connsiteX1748" fmla="*/ 872908 w 2676209"/>
                <a:gd name="connsiteY1748" fmla="*/ 1217654 h 2650669"/>
                <a:gd name="connsiteX1749" fmla="*/ 1478638 w 2676209"/>
                <a:gd name="connsiteY1749" fmla="*/ 1447080 h 2650669"/>
                <a:gd name="connsiteX1750" fmla="*/ 1479862 w 2676209"/>
                <a:gd name="connsiteY1750" fmla="*/ 1449230 h 2650669"/>
                <a:gd name="connsiteX1751" fmla="*/ 1484492 w 2676209"/>
                <a:gd name="connsiteY1751" fmla="*/ 1448040 h 2650669"/>
                <a:gd name="connsiteX1752" fmla="*/ 1483103 w 2676209"/>
                <a:gd name="connsiteY1752" fmla="*/ 1445989 h 2650669"/>
                <a:gd name="connsiteX1753" fmla="*/ 1478638 w 2676209"/>
                <a:gd name="connsiteY1753" fmla="*/ 1447080 h 2650669"/>
                <a:gd name="connsiteX1754" fmla="*/ 1267534 w 2676209"/>
                <a:gd name="connsiteY1754" fmla="*/ 1183853 h 2650669"/>
                <a:gd name="connsiteX1755" fmla="*/ 1272363 w 2676209"/>
                <a:gd name="connsiteY1755" fmla="*/ 1182530 h 2650669"/>
                <a:gd name="connsiteX1756" fmla="*/ 1269254 w 2676209"/>
                <a:gd name="connsiteY1756" fmla="*/ 1180579 h 2650669"/>
                <a:gd name="connsiteX1757" fmla="*/ 1264888 w 2676209"/>
                <a:gd name="connsiteY1757" fmla="*/ 1182199 h 2650669"/>
                <a:gd name="connsiteX1758" fmla="*/ 1267534 w 2676209"/>
                <a:gd name="connsiteY1758" fmla="*/ 1183853 h 2650669"/>
                <a:gd name="connsiteX1759" fmla="*/ 945205 w 2676209"/>
                <a:gd name="connsiteY1759" fmla="*/ 1159511 h 2650669"/>
                <a:gd name="connsiteX1760" fmla="*/ 943585 w 2676209"/>
                <a:gd name="connsiteY1760" fmla="*/ 1162157 h 2650669"/>
                <a:gd name="connsiteX1761" fmla="*/ 945205 w 2676209"/>
                <a:gd name="connsiteY1761" fmla="*/ 1166490 h 2650669"/>
                <a:gd name="connsiteX1762" fmla="*/ 946793 w 2676209"/>
                <a:gd name="connsiteY1762" fmla="*/ 1164075 h 2650669"/>
                <a:gd name="connsiteX1763" fmla="*/ 945205 w 2676209"/>
                <a:gd name="connsiteY1763" fmla="*/ 1159511 h 2650669"/>
                <a:gd name="connsiteX1764" fmla="*/ 1586258 w 2676209"/>
                <a:gd name="connsiteY1764" fmla="*/ 1463352 h 2650669"/>
                <a:gd name="connsiteX1765" fmla="*/ 1583480 w 2676209"/>
                <a:gd name="connsiteY1765" fmla="*/ 1464543 h 2650669"/>
                <a:gd name="connsiteX1766" fmla="*/ 1586357 w 2676209"/>
                <a:gd name="connsiteY1766" fmla="*/ 1466825 h 2650669"/>
                <a:gd name="connsiteX1767" fmla="*/ 1589102 w 2676209"/>
                <a:gd name="connsiteY1767" fmla="*/ 1465601 h 2650669"/>
                <a:gd name="connsiteX1768" fmla="*/ 1586258 w 2676209"/>
                <a:gd name="connsiteY1768" fmla="*/ 1463352 h 2650669"/>
                <a:gd name="connsiteX1769" fmla="*/ 1787076 w 2676209"/>
                <a:gd name="connsiteY1769" fmla="*/ 1169863 h 2650669"/>
                <a:gd name="connsiteX1770" fmla="*/ 1788432 w 2676209"/>
                <a:gd name="connsiteY1770" fmla="*/ 1167780 h 2650669"/>
                <a:gd name="connsiteX1771" fmla="*/ 1783835 w 2676209"/>
                <a:gd name="connsiteY1771" fmla="*/ 1166589 h 2650669"/>
                <a:gd name="connsiteX1772" fmla="*/ 1782612 w 2676209"/>
                <a:gd name="connsiteY1772" fmla="*/ 1168739 h 2650669"/>
                <a:gd name="connsiteX1773" fmla="*/ 1787076 w 2676209"/>
                <a:gd name="connsiteY1773" fmla="*/ 1169863 h 2650669"/>
                <a:gd name="connsiteX1774" fmla="*/ 1652701 w 2676209"/>
                <a:gd name="connsiteY1774" fmla="*/ 993618 h 2650669"/>
                <a:gd name="connsiteX1775" fmla="*/ 1650055 w 2676209"/>
                <a:gd name="connsiteY1775" fmla="*/ 991997 h 2650669"/>
                <a:gd name="connsiteX1776" fmla="*/ 1645690 w 2676209"/>
                <a:gd name="connsiteY1776" fmla="*/ 993618 h 2650669"/>
                <a:gd name="connsiteX1777" fmla="*/ 1648104 w 2676209"/>
                <a:gd name="connsiteY1777" fmla="*/ 995205 h 2650669"/>
                <a:gd name="connsiteX1778" fmla="*/ 1652701 w 2676209"/>
                <a:gd name="connsiteY1778" fmla="*/ 993618 h 2650669"/>
                <a:gd name="connsiteX1779" fmla="*/ 1635900 w 2676209"/>
                <a:gd name="connsiteY1779" fmla="*/ 994147 h 2650669"/>
                <a:gd name="connsiteX1780" fmla="*/ 1638645 w 2676209"/>
                <a:gd name="connsiteY1780" fmla="*/ 995337 h 2650669"/>
                <a:gd name="connsiteX1781" fmla="*/ 1641522 w 2676209"/>
                <a:gd name="connsiteY1781" fmla="*/ 993088 h 2650669"/>
                <a:gd name="connsiteX1782" fmla="*/ 1638777 w 2676209"/>
                <a:gd name="connsiteY1782" fmla="*/ 991865 h 2650669"/>
                <a:gd name="connsiteX1783" fmla="*/ 1635900 w 2676209"/>
                <a:gd name="connsiteY1783" fmla="*/ 994147 h 2650669"/>
                <a:gd name="connsiteX1784" fmla="*/ 1227152 w 2676209"/>
                <a:gd name="connsiteY1784" fmla="*/ 1164208 h 2650669"/>
                <a:gd name="connsiteX1785" fmla="*/ 1230029 w 2676209"/>
                <a:gd name="connsiteY1785" fmla="*/ 1166490 h 2650669"/>
                <a:gd name="connsiteX1786" fmla="*/ 1232774 w 2676209"/>
                <a:gd name="connsiteY1786" fmla="*/ 1165266 h 2650669"/>
                <a:gd name="connsiteX1787" fmla="*/ 1229897 w 2676209"/>
                <a:gd name="connsiteY1787" fmla="*/ 1163050 h 2650669"/>
                <a:gd name="connsiteX1788" fmla="*/ 1227152 w 2676209"/>
                <a:gd name="connsiteY1788" fmla="*/ 1164208 h 2650669"/>
                <a:gd name="connsiteX1789" fmla="*/ 739095 w 2676209"/>
                <a:gd name="connsiteY1789" fmla="*/ 1215372 h 2650669"/>
                <a:gd name="connsiteX1790" fmla="*/ 737474 w 2676209"/>
                <a:gd name="connsiteY1790" fmla="*/ 1219737 h 2650669"/>
                <a:gd name="connsiteX1791" fmla="*/ 739095 w 2676209"/>
                <a:gd name="connsiteY1791" fmla="*/ 1222350 h 2650669"/>
                <a:gd name="connsiteX1792" fmla="*/ 741112 w 2676209"/>
                <a:gd name="connsiteY1792" fmla="*/ 1218447 h 2650669"/>
                <a:gd name="connsiteX1793" fmla="*/ 739095 w 2676209"/>
                <a:gd name="connsiteY1793" fmla="*/ 1215372 h 2650669"/>
                <a:gd name="connsiteX1794" fmla="*/ 237709 w 2676209"/>
                <a:gd name="connsiteY1794" fmla="*/ 1211932 h 2650669"/>
                <a:gd name="connsiteX1795" fmla="*/ 235328 w 2676209"/>
                <a:gd name="connsiteY1795" fmla="*/ 1212693 h 2650669"/>
                <a:gd name="connsiteX1796" fmla="*/ 234931 w 2676209"/>
                <a:gd name="connsiteY1796" fmla="*/ 1213189 h 2650669"/>
                <a:gd name="connsiteX1797" fmla="*/ 237809 w 2676209"/>
                <a:gd name="connsiteY1797" fmla="*/ 1215372 h 2650669"/>
                <a:gd name="connsiteX1798" fmla="*/ 240554 w 2676209"/>
                <a:gd name="connsiteY1798" fmla="*/ 1214181 h 2650669"/>
                <a:gd name="connsiteX1799" fmla="*/ 237709 w 2676209"/>
                <a:gd name="connsiteY1799" fmla="*/ 1211932 h 2650669"/>
                <a:gd name="connsiteX1800" fmla="*/ 1613576 w 2676209"/>
                <a:gd name="connsiteY1800" fmla="*/ 1209617 h 2650669"/>
                <a:gd name="connsiteX1801" fmla="*/ 1610831 w 2676209"/>
                <a:gd name="connsiteY1801" fmla="*/ 1208393 h 2650669"/>
                <a:gd name="connsiteX1802" fmla="*/ 1607953 w 2676209"/>
                <a:gd name="connsiteY1802" fmla="*/ 1210675 h 2650669"/>
                <a:gd name="connsiteX1803" fmla="*/ 1610699 w 2676209"/>
                <a:gd name="connsiteY1803" fmla="*/ 1211833 h 2650669"/>
                <a:gd name="connsiteX1804" fmla="*/ 1613576 w 2676209"/>
                <a:gd name="connsiteY1804" fmla="*/ 1209617 h 2650669"/>
                <a:gd name="connsiteX1805" fmla="*/ 1799313 w 2676209"/>
                <a:gd name="connsiteY1805" fmla="*/ 1154385 h 2650669"/>
                <a:gd name="connsiteX1806" fmla="*/ 1797164 w 2676209"/>
                <a:gd name="connsiteY1806" fmla="*/ 1153161 h 2650669"/>
                <a:gd name="connsiteX1807" fmla="*/ 1796039 w 2676209"/>
                <a:gd name="connsiteY1807" fmla="*/ 1157626 h 2650669"/>
                <a:gd name="connsiteX1808" fmla="*/ 1798123 w 2676209"/>
                <a:gd name="connsiteY1808" fmla="*/ 1158982 h 2650669"/>
                <a:gd name="connsiteX1809" fmla="*/ 1799313 w 2676209"/>
                <a:gd name="connsiteY1809" fmla="*/ 1154385 h 2650669"/>
                <a:gd name="connsiteX1810" fmla="*/ 1424167 w 2676209"/>
                <a:gd name="connsiteY1810" fmla="*/ 1155543 h 2650669"/>
                <a:gd name="connsiteX1811" fmla="*/ 1422216 w 2676209"/>
                <a:gd name="connsiteY1811" fmla="*/ 1158651 h 2650669"/>
                <a:gd name="connsiteX1812" fmla="*/ 1423837 w 2676209"/>
                <a:gd name="connsiteY1812" fmla="*/ 1162984 h 2650669"/>
                <a:gd name="connsiteX1813" fmla="*/ 1425490 w 2676209"/>
                <a:gd name="connsiteY1813" fmla="*/ 1160338 h 2650669"/>
                <a:gd name="connsiteX1814" fmla="*/ 1424167 w 2676209"/>
                <a:gd name="connsiteY1814" fmla="*/ 1155543 h 2650669"/>
                <a:gd name="connsiteX1815" fmla="*/ 1152572 w 2676209"/>
                <a:gd name="connsiteY1815" fmla="*/ 1202705 h 2650669"/>
                <a:gd name="connsiteX1816" fmla="*/ 1147975 w 2676209"/>
                <a:gd name="connsiteY1816" fmla="*/ 1201514 h 2650669"/>
                <a:gd name="connsiteX1817" fmla="*/ 1146752 w 2676209"/>
                <a:gd name="connsiteY1817" fmla="*/ 1203664 h 2650669"/>
                <a:gd name="connsiteX1818" fmla="*/ 1151216 w 2676209"/>
                <a:gd name="connsiteY1818" fmla="*/ 1204788 h 2650669"/>
                <a:gd name="connsiteX1819" fmla="*/ 1152572 w 2676209"/>
                <a:gd name="connsiteY1819" fmla="*/ 1202705 h 2650669"/>
                <a:gd name="connsiteX1820" fmla="*/ 1138417 w 2676209"/>
                <a:gd name="connsiteY1820" fmla="*/ 1200191 h 2650669"/>
                <a:gd name="connsiteX1821" fmla="*/ 1135573 w 2676209"/>
                <a:gd name="connsiteY1821" fmla="*/ 1197975 h 2650669"/>
                <a:gd name="connsiteX1822" fmla="*/ 1132828 w 2676209"/>
                <a:gd name="connsiteY1822" fmla="*/ 1199133 h 2650669"/>
                <a:gd name="connsiteX1823" fmla="*/ 1135672 w 2676209"/>
                <a:gd name="connsiteY1823" fmla="*/ 1201415 h 2650669"/>
                <a:gd name="connsiteX1824" fmla="*/ 1138417 w 2676209"/>
                <a:gd name="connsiteY1824" fmla="*/ 1200191 h 2650669"/>
                <a:gd name="connsiteX1825" fmla="*/ 788142 w 2676209"/>
                <a:gd name="connsiteY1825" fmla="*/ 1194304 h 2650669"/>
                <a:gd name="connsiteX1826" fmla="*/ 792739 w 2676209"/>
                <a:gd name="connsiteY1826" fmla="*/ 1193113 h 2650669"/>
                <a:gd name="connsiteX1827" fmla="*/ 791482 w 2676209"/>
                <a:gd name="connsiteY1827" fmla="*/ 1191129 h 2650669"/>
                <a:gd name="connsiteX1828" fmla="*/ 786951 w 2676209"/>
                <a:gd name="connsiteY1828" fmla="*/ 1192684 h 2650669"/>
                <a:gd name="connsiteX1829" fmla="*/ 788142 w 2676209"/>
                <a:gd name="connsiteY1829" fmla="*/ 1194304 h 2650669"/>
                <a:gd name="connsiteX1830" fmla="*/ 1871148 w 2676209"/>
                <a:gd name="connsiteY1830" fmla="*/ 1452967 h 2650669"/>
                <a:gd name="connsiteX1831" fmla="*/ 1869924 w 2676209"/>
                <a:gd name="connsiteY1831" fmla="*/ 1455117 h 2650669"/>
                <a:gd name="connsiteX1832" fmla="*/ 1874389 w 2676209"/>
                <a:gd name="connsiteY1832" fmla="*/ 1456209 h 2650669"/>
                <a:gd name="connsiteX1833" fmla="*/ 1875778 w 2676209"/>
                <a:gd name="connsiteY1833" fmla="*/ 1454158 h 2650669"/>
                <a:gd name="connsiteX1834" fmla="*/ 1871148 w 2676209"/>
                <a:gd name="connsiteY1834" fmla="*/ 1452967 h 2650669"/>
                <a:gd name="connsiteX1835" fmla="*/ 1232609 w 2676209"/>
                <a:gd name="connsiteY1835" fmla="*/ 1187326 h 2650669"/>
                <a:gd name="connsiteX1836" fmla="*/ 1237438 w 2676209"/>
                <a:gd name="connsiteY1836" fmla="*/ 1186003 h 2650669"/>
                <a:gd name="connsiteX1837" fmla="*/ 1234296 w 2676209"/>
                <a:gd name="connsiteY1837" fmla="*/ 1184085 h 2650669"/>
                <a:gd name="connsiteX1838" fmla="*/ 1229963 w 2676209"/>
                <a:gd name="connsiteY1838" fmla="*/ 1185705 h 2650669"/>
                <a:gd name="connsiteX1839" fmla="*/ 1232609 w 2676209"/>
                <a:gd name="connsiteY1839" fmla="*/ 1187326 h 2650669"/>
                <a:gd name="connsiteX1840" fmla="*/ 1209656 w 2676209"/>
                <a:gd name="connsiteY1840" fmla="*/ 1185176 h 2650669"/>
                <a:gd name="connsiteX1841" fmla="*/ 1212534 w 2676209"/>
                <a:gd name="connsiteY1841" fmla="*/ 1187458 h 2650669"/>
                <a:gd name="connsiteX1842" fmla="*/ 1215279 w 2676209"/>
                <a:gd name="connsiteY1842" fmla="*/ 1186234 h 2650669"/>
                <a:gd name="connsiteX1843" fmla="*/ 1212434 w 2676209"/>
                <a:gd name="connsiteY1843" fmla="*/ 1183985 h 2650669"/>
                <a:gd name="connsiteX1844" fmla="*/ 1209656 w 2676209"/>
                <a:gd name="connsiteY1844" fmla="*/ 1185176 h 2650669"/>
                <a:gd name="connsiteX1845" fmla="*/ 679167 w 2676209"/>
                <a:gd name="connsiteY1845" fmla="*/ 1333442 h 2650669"/>
                <a:gd name="connsiteX1846" fmla="*/ 681449 w 2676209"/>
                <a:gd name="connsiteY1846" fmla="*/ 1330565 h 2650669"/>
                <a:gd name="connsiteX1847" fmla="*/ 680225 w 2676209"/>
                <a:gd name="connsiteY1847" fmla="*/ 1327819 h 2650669"/>
                <a:gd name="connsiteX1848" fmla="*/ 677976 w 2676209"/>
                <a:gd name="connsiteY1848" fmla="*/ 1330664 h 2650669"/>
                <a:gd name="connsiteX1849" fmla="*/ 679167 w 2676209"/>
                <a:gd name="connsiteY1849" fmla="*/ 1333442 h 2650669"/>
                <a:gd name="connsiteX1850" fmla="*/ 1774443 w 2676209"/>
                <a:gd name="connsiteY1850" fmla="*/ 1398265 h 2650669"/>
                <a:gd name="connsiteX1851" fmla="*/ 1769845 w 2676209"/>
                <a:gd name="connsiteY1851" fmla="*/ 1397074 h 2650669"/>
                <a:gd name="connsiteX1852" fmla="*/ 1768622 w 2676209"/>
                <a:gd name="connsiteY1852" fmla="*/ 1399224 h 2650669"/>
                <a:gd name="connsiteX1853" fmla="*/ 1773087 w 2676209"/>
                <a:gd name="connsiteY1853" fmla="*/ 1400348 h 2650669"/>
                <a:gd name="connsiteX1854" fmla="*/ 1774443 w 2676209"/>
                <a:gd name="connsiteY1854" fmla="*/ 1398265 h 2650669"/>
                <a:gd name="connsiteX1855" fmla="*/ 1023125 w 2676209"/>
                <a:gd name="connsiteY1855" fmla="*/ 1336385 h 2650669"/>
                <a:gd name="connsiteX1856" fmla="*/ 1020281 w 2676209"/>
                <a:gd name="connsiteY1856" fmla="*/ 1334169 h 2650669"/>
                <a:gd name="connsiteX1857" fmla="*/ 1017503 w 2676209"/>
                <a:gd name="connsiteY1857" fmla="*/ 1335327 h 2650669"/>
                <a:gd name="connsiteX1858" fmla="*/ 1020380 w 2676209"/>
                <a:gd name="connsiteY1858" fmla="*/ 1337609 h 2650669"/>
                <a:gd name="connsiteX1859" fmla="*/ 1023125 w 2676209"/>
                <a:gd name="connsiteY1859" fmla="*/ 1336385 h 2650669"/>
                <a:gd name="connsiteX1860" fmla="*/ 733902 w 2676209"/>
                <a:gd name="connsiteY1860" fmla="*/ 1309729 h 2650669"/>
                <a:gd name="connsiteX1861" fmla="*/ 735060 w 2676209"/>
                <a:gd name="connsiteY1861" fmla="*/ 1312474 h 2650669"/>
                <a:gd name="connsiteX1862" fmla="*/ 737342 w 2676209"/>
                <a:gd name="connsiteY1862" fmla="*/ 1309596 h 2650669"/>
                <a:gd name="connsiteX1863" fmla="*/ 736118 w 2676209"/>
                <a:gd name="connsiteY1863" fmla="*/ 1306851 h 2650669"/>
                <a:gd name="connsiteX1864" fmla="*/ 733902 w 2676209"/>
                <a:gd name="connsiteY1864" fmla="*/ 1309729 h 2650669"/>
                <a:gd name="connsiteX1865" fmla="*/ 1176253 w 2676209"/>
                <a:gd name="connsiteY1865" fmla="*/ 1306686 h 2650669"/>
                <a:gd name="connsiteX1866" fmla="*/ 1174169 w 2676209"/>
                <a:gd name="connsiteY1866" fmla="*/ 1308042 h 2650669"/>
                <a:gd name="connsiteX1867" fmla="*/ 1175294 w 2676209"/>
                <a:gd name="connsiteY1867" fmla="*/ 1312507 h 2650669"/>
                <a:gd name="connsiteX1868" fmla="*/ 1177443 w 2676209"/>
                <a:gd name="connsiteY1868" fmla="*/ 1311283 h 2650669"/>
                <a:gd name="connsiteX1869" fmla="*/ 1176253 w 2676209"/>
                <a:gd name="connsiteY1869" fmla="*/ 1306686 h 2650669"/>
                <a:gd name="connsiteX1870" fmla="*/ 2135467 w 2676209"/>
                <a:gd name="connsiteY1870" fmla="*/ 1308439 h 2650669"/>
                <a:gd name="connsiteX1871" fmla="*/ 2139931 w 2676209"/>
                <a:gd name="connsiteY1871" fmla="*/ 1309563 h 2650669"/>
                <a:gd name="connsiteX1872" fmla="*/ 2140494 w 2676209"/>
                <a:gd name="connsiteY1872" fmla="*/ 1309001 h 2650669"/>
                <a:gd name="connsiteX1873" fmla="*/ 2135500 w 2676209"/>
                <a:gd name="connsiteY1873" fmla="*/ 1307876 h 2650669"/>
                <a:gd name="connsiteX1874" fmla="*/ 2135467 w 2676209"/>
                <a:gd name="connsiteY1874" fmla="*/ 1308439 h 2650669"/>
                <a:gd name="connsiteX1875" fmla="*/ 2531779 w 2676209"/>
                <a:gd name="connsiteY1875" fmla="*/ 1404449 h 2650669"/>
                <a:gd name="connsiteX1876" fmla="*/ 2529696 w 2676209"/>
                <a:gd name="connsiteY1876" fmla="*/ 1405838 h 2650669"/>
                <a:gd name="connsiteX1877" fmla="*/ 2530820 w 2676209"/>
                <a:gd name="connsiteY1877" fmla="*/ 1410303 h 2650669"/>
                <a:gd name="connsiteX1878" fmla="*/ 2532970 w 2676209"/>
                <a:gd name="connsiteY1878" fmla="*/ 1409080 h 2650669"/>
                <a:gd name="connsiteX1879" fmla="*/ 2531779 w 2676209"/>
                <a:gd name="connsiteY1879" fmla="*/ 1404449 h 2650669"/>
                <a:gd name="connsiteX1880" fmla="*/ 959327 w 2676209"/>
                <a:gd name="connsiteY1880" fmla="*/ 1407327 h 2650669"/>
                <a:gd name="connsiteX1881" fmla="*/ 963925 w 2676209"/>
                <a:gd name="connsiteY1881" fmla="*/ 1406136 h 2650669"/>
                <a:gd name="connsiteX1882" fmla="*/ 962569 w 2676209"/>
                <a:gd name="connsiteY1882" fmla="*/ 1404086 h 2650669"/>
                <a:gd name="connsiteX1883" fmla="*/ 958104 w 2676209"/>
                <a:gd name="connsiteY1883" fmla="*/ 1405210 h 2650669"/>
                <a:gd name="connsiteX1884" fmla="*/ 959327 w 2676209"/>
                <a:gd name="connsiteY1884" fmla="*/ 1407327 h 2650669"/>
                <a:gd name="connsiteX1885" fmla="*/ 2257142 w 2676209"/>
                <a:gd name="connsiteY1885" fmla="*/ 1320180 h 2650669"/>
                <a:gd name="connsiteX1886" fmla="*/ 2258299 w 2676209"/>
                <a:gd name="connsiteY1886" fmla="*/ 1322958 h 2650669"/>
                <a:gd name="connsiteX1887" fmla="*/ 2260581 w 2676209"/>
                <a:gd name="connsiteY1887" fmla="*/ 1320080 h 2650669"/>
                <a:gd name="connsiteX1888" fmla="*/ 2259358 w 2676209"/>
                <a:gd name="connsiteY1888" fmla="*/ 1317335 h 2650669"/>
                <a:gd name="connsiteX1889" fmla="*/ 2257142 w 2676209"/>
                <a:gd name="connsiteY1889" fmla="*/ 1320180 h 2650669"/>
                <a:gd name="connsiteX1890" fmla="*/ 1626904 w 2676209"/>
                <a:gd name="connsiteY1890" fmla="*/ 1016835 h 2650669"/>
                <a:gd name="connsiteX1891" fmla="*/ 1624854 w 2676209"/>
                <a:gd name="connsiteY1891" fmla="*/ 1018191 h 2650669"/>
                <a:gd name="connsiteX1892" fmla="*/ 1625978 w 2676209"/>
                <a:gd name="connsiteY1892" fmla="*/ 1022656 h 2650669"/>
                <a:gd name="connsiteX1893" fmla="*/ 1628095 w 2676209"/>
                <a:gd name="connsiteY1893" fmla="*/ 1021432 h 2650669"/>
                <a:gd name="connsiteX1894" fmla="*/ 1626904 w 2676209"/>
                <a:gd name="connsiteY1894" fmla="*/ 1016835 h 2650669"/>
                <a:gd name="connsiteX1895" fmla="*/ 1628227 w 2676209"/>
                <a:gd name="connsiteY1895" fmla="*/ 1030362 h 2650669"/>
                <a:gd name="connsiteX1896" fmla="*/ 1625945 w 2676209"/>
                <a:gd name="connsiteY1896" fmla="*/ 1027484 h 2650669"/>
                <a:gd name="connsiteX1897" fmla="*/ 1624755 w 2676209"/>
                <a:gd name="connsiteY1897" fmla="*/ 1030229 h 2650669"/>
                <a:gd name="connsiteX1898" fmla="*/ 1627003 w 2676209"/>
                <a:gd name="connsiteY1898" fmla="*/ 1033107 h 2650669"/>
                <a:gd name="connsiteX1899" fmla="*/ 1628227 w 2676209"/>
                <a:gd name="connsiteY1899" fmla="*/ 1030362 h 2650669"/>
                <a:gd name="connsiteX1900" fmla="*/ 2514780 w 2676209"/>
                <a:gd name="connsiteY1900" fmla="*/ 1354939 h 2650669"/>
                <a:gd name="connsiteX1901" fmla="*/ 2519608 w 2676209"/>
                <a:gd name="connsiteY1901" fmla="*/ 1353649 h 2650669"/>
                <a:gd name="connsiteX1902" fmla="*/ 2516467 w 2676209"/>
                <a:gd name="connsiteY1902" fmla="*/ 1351698 h 2650669"/>
                <a:gd name="connsiteX1903" fmla="*/ 2512134 w 2676209"/>
                <a:gd name="connsiteY1903" fmla="*/ 1353319 h 2650669"/>
                <a:gd name="connsiteX1904" fmla="*/ 2514780 w 2676209"/>
                <a:gd name="connsiteY1904" fmla="*/ 1354939 h 2650669"/>
                <a:gd name="connsiteX1905" fmla="*/ 1698970 w 2676209"/>
                <a:gd name="connsiteY1905" fmla="*/ 1376139 h 2650669"/>
                <a:gd name="connsiteX1906" fmla="*/ 1694605 w 2676209"/>
                <a:gd name="connsiteY1906" fmla="*/ 1377760 h 2650669"/>
                <a:gd name="connsiteX1907" fmla="*/ 1697019 w 2676209"/>
                <a:gd name="connsiteY1907" fmla="*/ 1379347 h 2650669"/>
                <a:gd name="connsiteX1908" fmla="*/ 1701583 w 2676209"/>
                <a:gd name="connsiteY1908" fmla="*/ 1377760 h 2650669"/>
                <a:gd name="connsiteX1909" fmla="*/ 1698970 w 2676209"/>
                <a:gd name="connsiteY1909" fmla="*/ 1376139 h 2650669"/>
                <a:gd name="connsiteX1910" fmla="*/ 2410534 w 2676209"/>
                <a:gd name="connsiteY1910" fmla="*/ 1372964 h 2650669"/>
                <a:gd name="connsiteX1911" fmla="*/ 2412551 w 2676209"/>
                <a:gd name="connsiteY1911" fmla="*/ 1376007 h 2650669"/>
                <a:gd name="connsiteX1912" fmla="*/ 2414172 w 2676209"/>
                <a:gd name="connsiteY1912" fmla="*/ 1371674 h 2650669"/>
                <a:gd name="connsiteX1913" fmla="*/ 2412551 w 2676209"/>
                <a:gd name="connsiteY1913" fmla="*/ 1369028 h 2650669"/>
                <a:gd name="connsiteX1914" fmla="*/ 2410534 w 2676209"/>
                <a:gd name="connsiteY1914" fmla="*/ 1372964 h 2650669"/>
                <a:gd name="connsiteX1915" fmla="*/ 1130381 w 2676209"/>
                <a:gd name="connsiteY1915" fmla="*/ 1026790 h 2650669"/>
                <a:gd name="connsiteX1916" fmla="*/ 1128363 w 2676209"/>
                <a:gd name="connsiteY1916" fmla="*/ 1030725 h 2650669"/>
                <a:gd name="connsiteX1917" fmla="*/ 1130381 w 2676209"/>
                <a:gd name="connsiteY1917" fmla="*/ 1033801 h 2650669"/>
                <a:gd name="connsiteX1918" fmla="*/ 1132001 w 2676209"/>
                <a:gd name="connsiteY1918" fmla="*/ 1029436 h 2650669"/>
                <a:gd name="connsiteX1919" fmla="*/ 1130381 w 2676209"/>
                <a:gd name="connsiteY1919" fmla="*/ 1026790 h 2650669"/>
                <a:gd name="connsiteX1920" fmla="*/ 64804 w 2676209"/>
                <a:gd name="connsiteY1920" fmla="*/ 1033801 h 2650669"/>
                <a:gd name="connsiteX1921" fmla="*/ 66822 w 2676209"/>
                <a:gd name="connsiteY1921" fmla="*/ 1029866 h 2650669"/>
                <a:gd name="connsiteX1922" fmla="*/ 64804 w 2676209"/>
                <a:gd name="connsiteY1922" fmla="*/ 1026823 h 2650669"/>
                <a:gd name="connsiteX1923" fmla="*/ 63184 w 2676209"/>
                <a:gd name="connsiteY1923" fmla="*/ 1031155 h 2650669"/>
                <a:gd name="connsiteX1924" fmla="*/ 64804 w 2676209"/>
                <a:gd name="connsiteY1924" fmla="*/ 1033801 h 2650669"/>
                <a:gd name="connsiteX1925" fmla="*/ 1043829 w 2676209"/>
                <a:gd name="connsiteY1925" fmla="*/ 1024177 h 2650669"/>
                <a:gd name="connsiteX1926" fmla="*/ 1041646 w 2676209"/>
                <a:gd name="connsiteY1926" fmla="*/ 1024772 h 2650669"/>
                <a:gd name="connsiteX1927" fmla="*/ 1043233 w 2676209"/>
                <a:gd name="connsiteY1927" fmla="*/ 1030329 h 2650669"/>
                <a:gd name="connsiteX1928" fmla="*/ 1044821 w 2676209"/>
                <a:gd name="connsiteY1928" fmla="*/ 1028675 h 2650669"/>
                <a:gd name="connsiteX1929" fmla="*/ 1043829 w 2676209"/>
                <a:gd name="connsiteY1929" fmla="*/ 1024177 h 2650669"/>
                <a:gd name="connsiteX1930" fmla="*/ 2312307 w 2676209"/>
                <a:gd name="connsiteY1930" fmla="*/ 1356262 h 2650669"/>
                <a:gd name="connsiteX1931" fmla="*/ 2309562 w 2676209"/>
                <a:gd name="connsiteY1931" fmla="*/ 1355072 h 2650669"/>
                <a:gd name="connsiteX1932" fmla="*/ 2306685 w 2676209"/>
                <a:gd name="connsiteY1932" fmla="*/ 1357354 h 2650669"/>
                <a:gd name="connsiteX1933" fmla="*/ 2309430 w 2676209"/>
                <a:gd name="connsiteY1933" fmla="*/ 1358511 h 2650669"/>
                <a:gd name="connsiteX1934" fmla="*/ 2312307 w 2676209"/>
                <a:gd name="connsiteY1934" fmla="*/ 1356262 h 2650669"/>
                <a:gd name="connsiteX1935" fmla="*/ 1568960 w 2676209"/>
                <a:gd name="connsiteY1935" fmla="*/ 1369888 h 2650669"/>
                <a:gd name="connsiteX1936" fmla="*/ 1570581 w 2676209"/>
                <a:gd name="connsiteY1936" fmla="*/ 1372534 h 2650669"/>
                <a:gd name="connsiteX1937" fmla="*/ 1572599 w 2676209"/>
                <a:gd name="connsiteY1937" fmla="*/ 1368598 h 2650669"/>
                <a:gd name="connsiteX1938" fmla="*/ 1570581 w 2676209"/>
                <a:gd name="connsiteY1938" fmla="*/ 1365556 h 2650669"/>
                <a:gd name="connsiteX1939" fmla="*/ 1568960 w 2676209"/>
                <a:gd name="connsiteY1939" fmla="*/ 1369888 h 2650669"/>
                <a:gd name="connsiteX1940" fmla="*/ 1648666 w 2676209"/>
                <a:gd name="connsiteY1940" fmla="*/ 1025500 h 2650669"/>
                <a:gd name="connsiteX1941" fmla="*/ 1647310 w 2676209"/>
                <a:gd name="connsiteY1941" fmla="*/ 1023416 h 2650669"/>
                <a:gd name="connsiteX1942" fmla="*/ 1642845 w 2676209"/>
                <a:gd name="connsiteY1942" fmla="*/ 1024541 h 2650669"/>
                <a:gd name="connsiteX1943" fmla="*/ 1644069 w 2676209"/>
                <a:gd name="connsiteY1943" fmla="*/ 1026691 h 2650669"/>
                <a:gd name="connsiteX1944" fmla="*/ 1648666 w 2676209"/>
                <a:gd name="connsiteY1944" fmla="*/ 1025500 h 2650669"/>
                <a:gd name="connsiteX1945" fmla="*/ 948182 w 2676209"/>
                <a:gd name="connsiteY1945" fmla="*/ 1368334 h 2650669"/>
                <a:gd name="connsiteX1946" fmla="*/ 950464 w 2676209"/>
                <a:gd name="connsiteY1946" fmla="*/ 1365490 h 2650669"/>
                <a:gd name="connsiteX1947" fmla="*/ 949240 w 2676209"/>
                <a:gd name="connsiteY1947" fmla="*/ 1362744 h 2650669"/>
                <a:gd name="connsiteX1948" fmla="*/ 946991 w 2676209"/>
                <a:gd name="connsiteY1948" fmla="*/ 1365589 h 2650669"/>
                <a:gd name="connsiteX1949" fmla="*/ 948182 w 2676209"/>
                <a:gd name="connsiteY1949" fmla="*/ 1368334 h 2650669"/>
                <a:gd name="connsiteX1950" fmla="*/ 757781 w 2676209"/>
                <a:gd name="connsiteY1950" fmla="*/ 1364233 h 2650669"/>
                <a:gd name="connsiteX1951" fmla="*/ 756425 w 2676209"/>
                <a:gd name="connsiteY1951" fmla="*/ 1362149 h 2650669"/>
                <a:gd name="connsiteX1952" fmla="*/ 751960 w 2676209"/>
                <a:gd name="connsiteY1952" fmla="*/ 1363274 h 2650669"/>
                <a:gd name="connsiteX1953" fmla="*/ 753184 w 2676209"/>
                <a:gd name="connsiteY1953" fmla="*/ 1365423 h 2650669"/>
                <a:gd name="connsiteX1954" fmla="*/ 757781 w 2676209"/>
                <a:gd name="connsiteY1954" fmla="*/ 1364233 h 2650669"/>
                <a:gd name="connsiteX1955" fmla="*/ 2514185 w 2676209"/>
                <a:gd name="connsiteY1955" fmla="*/ 1337113 h 2650669"/>
                <a:gd name="connsiteX1956" fmla="*/ 2512233 w 2676209"/>
                <a:gd name="connsiteY1956" fmla="*/ 1340222 h 2650669"/>
                <a:gd name="connsiteX1957" fmla="*/ 2513854 w 2676209"/>
                <a:gd name="connsiteY1957" fmla="*/ 1344587 h 2650669"/>
                <a:gd name="connsiteX1958" fmla="*/ 2515507 w 2676209"/>
                <a:gd name="connsiteY1958" fmla="*/ 1341942 h 2650669"/>
                <a:gd name="connsiteX1959" fmla="*/ 2514185 w 2676209"/>
                <a:gd name="connsiteY1959" fmla="*/ 1337113 h 2650669"/>
                <a:gd name="connsiteX1960" fmla="*/ 1670164 w 2676209"/>
                <a:gd name="connsiteY1960" fmla="*/ 1342835 h 2650669"/>
                <a:gd name="connsiteX1961" fmla="*/ 1666228 w 2676209"/>
                <a:gd name="connsiteY1961" fmla="*/ 1340817 h 2650669"/>
                <a:gd name="connsiteX1962" fmla="*/ 1663185 w 2676209"/>
                <a:gd name="connsiteY1962" fmla="*/ 1342835 h 2650669"/>
                <a:gd name="connsiteX1963" fmla="*/ 1667518 w 2676209"/>
                <a:gd name="connsiteY1963" fmla="*/ 1344455 h 2650669"/>
                <a:gd name="connsiteX1964" fmla="*/ 1670164 w 2676209"/>
                <a:gd name="connsiteY1964" fmla="*/ 1342835 h 2650669"/>
                <a:gd name="connsiteX1965" fmla="*/ 1482739 w 2676209"/>
                <a:gd name="connsiteY1965" fmla="*/ 1392841 h 2650669"/>
                <a:gd name="connsiteX1966" fmla="*/ 1484856 w 2676209"/>
                <a:gd name="connsiteY1966" fmla="*/ 1391617 h 2650669"/>
                <a:gd name="connsiteX1967" fmla="*/ 1483665 w 2676209"/>
                <a:gd name="connsiteY1967" fmla="*/ 1386987 h 2650669"/>
                <a:gd name="connsiteX1968" fmla="*/ 1481615 w 2676209"/>
                <a:gd name="connsiteY1968" fmla="*/ 1388376 h 2650669"/>
                <a:gd name="connsiteX1969" fmla="*/ 1482739 w 2676209"/>
                <a:gd name="connsiteY1969" fmla="*/ 1392841 h 2650669"/>
                <a:gd name="connsiteX1970" fmla="*/ 933034 w 2676209"/>
                <a:gd name="connsiteY1970" fmla="*/ 1348126 h 2650669"/>
                <a:gd name="connsiteX1971" fmla="*/ 934192 w 2676209"/>
                <a:gd name="connsiteY1971" fmla="*/ 1350904 h 2650669"/>
                <a:gd name="connsiteX1972" fmla="*/ 936474 w 2676209"/>
                <a:gd name="connsiteY1972" fmla="*/ 1348027 h 2650669"/>
                <a:gd name="connsiteX1973" fmla="*/ 935250 w 2676209"/>
                <a:gd name="connsiteY1973" fmla="*/ 1345282 h 2650669"/>
                <a:gd name="connsiteX1974" fmla="*/ 933034 w 2676209"/>
                <a:gd name="connsiteY1974" fmla="*/ 1348126 h 2650669"/>
                <a:gd name="connsiteX1975" fmla="*/ 1710446 w 2676209"/>
                <a:gd name="connsiteY1975" fmla="*/ 1379612 h 2650669"/>
                <a:gd name="connsiteX1976" fmla="*/ 1709223 w 2676209"/>
                <a:gd name="connsiteY1976" fmla="*/ 1381761 h 2650669"/>
                <a:gd name="connsiteX1977" fmla="*/ 1713688 w 2676209"/>
                <a:gd name="connsiteY1977" fmla="*/ 1382886 h 2650669"/>
                <a:gd name="connsiteX1978" fmla="*/ 1715077 w 2676209"/>
                <a:gd name="connsiteY1978" fmla="*/ 1380802 h 2650669"/>
                <a:gd name="connsiteX1979" fmla="*/ 1710446 w 2676209"/>
                <a:gd name="connsiteY1979" fmla="*/ 1379612 h 2650669"/>
                <a:gd name="connsiteX1980" fmla="*/ 1577427 w 2676209"/>
                <a:gd name="connsiteY1980" fmla="*/ 1347961 h 2650669"/>
                <a:gd name="connsiteX1981" fmla="*/ 1578816 w 2676209"/>
                <a:gd name="connsiteY1981" fmla="*/ 1345910 h 2650669"/>
                <a:gd name="connsiteX1982" fmla="*/ 1574219 w 2676209"/>
                <a:gd name="connsiteY1982" fmla="*/ 1344720 h 2650669"/>
                <a:gd name="connsiteX1983" fmla="*/ 1572995 w 2676209"/>
                <a:gd name="connsiteY1983" fmla="*/ 1346836 h 2650669"/>
                <a:gd name="connsiteX1984" fmla="*/ 1577427 w 2676209"/>
                <a:gd name="connsiteY1984" fmla="*/ 1347961 h 2650669"/>
                <a:gd name="connsiteX1985" fmla="*/ 962139 w 2676209"/>
                <a:gd name="connsiteY1985" fmla="*/ 1354377 h 2650669"/>
                <a:gd name="connsiteX1986" fmla="*/ 964421 w 2676209"/>
                <a:gd name="connsiteY1986" fmla="*/ 1351500 h 2650669"/>
                <a:gd name="connsiteX1987" fmla="*/ 963230 w 2676209"/>
                <a:gd name="connsiteY1987" fmla="*/ 1348755 h 2650669"/>
                <a:gd name="connsiteX1988" fmla="*/ 960981 w 2676209"/>
                <a:gd name="connsiteY1988" fmla="*/ 1351632 h 2650669"/>
                <a:gd name="connsiteX1989" fmla="*/ 962139 w 2676209"/>
                <a:gd name="connsiteY1989" fmla="*/ 1354377 h 2650669"/>
                <a:gd name="connsiteX1990" fmla="*/ 1496134 w 2676209"/>
                <a:gd name="connsiteY1990" fmla="*/ 1130341 h 2650669"/>
                <a:gd name="connsiteX1991" fmla="*/ 1498912 w 2676209"/>
                <a:gd name="connsiteY1991" fmla="*/ 1131532 h 2650669"/>
                <a:gd name="connsiteX1992" fmla="*/ 1501756 w 2676209"/>
                <a:gd name="connsiteY1992" fmla="*/ 1129283 h 2650669"/>
                <a:gd name="connsiteX1993" fmla="*/ 1499011 w 2676209"/>
                <a:gd name="connsiteY1993" fmla="*/ 1128059 h 2650669"/>
                <a:gd name="connsiteX1994" fmla="*/ 1496134 w 2676209"/>
                <a:gd name="connsiteY1994" fmla="*/ 1130341 h 2650669"/>
                <a:gd name="connsiteX1995" fmla="*/ 1514985 w 2676209"/>
                <a:gd name="connsiteY1995" fmla="*/ 1379016 h 2650669"/>
                <a:gd name="connsiteX1996" fmla="*/ 1513067 w 2676209"/>
                <a:gd name="connsiteY1996" fmla="*/ 1382158 h 2650669"/>
                <a:gd name="connsiteX1997" fmla="*/ 1514688 w 2676209"/>
                <a:gd name="connsiteY1997" fmla="*/ 1386491 h 2650669"/>
                <a:gd name="connsiteX1998" fmla="*/ 1516308 w 2676209"/>
                <a:gd name="connsiteY1998" fmla="*/ 1383845 h 2650669"/>
                <a:gd name="connsiteX1999" fmla="*/ 1514985 w 2676209"/>
                <a:gd name="connsiteY1999" fmla="*/ 1379016 h 2650669"/>
                <a:gd name="connsiteX2000" fmla="*/ 1596080 w 2676209"/>
                <a:gd name="connsiteY2000" fmla="*/ 1434182 h 2650669"/>
                <a:gd name="connsiteX2001" fmla="*/ 1593236 w 2676209"/>
                <a:gd name="connsiteY2001" fmla="*/ 1431933 h 2650669"/>
                <a:gd name="connsiteX2002" fmla="*/ 1590491 w 2676209"/>
                <a:gd name="connsiteY2002" fmla="*/ 1433124 h 2650669"/>
                <a:gd name="connsiteX2003" fmla="*/ 1593335 w 2676209"/>
                <a:gd name="connsiteY2003" fmla="*/ 1435373 h 2650669"/>
                <a:gd name="connsiteX2004" fmla="*/ 1596080 w 2676209"/>
                <a:gd name="connsiteY2004" fmla="*/ 1434182 h 2650669"/>
                <a:gd name="connsiteX2005" fmla="*/ 747396 w 2676209"/>
                <a:gd name="connsiteY2005" fmla="*/ 1250032 h 2650669"/>
                <a:gd name="connsiteX2006" fmla="*/ 744320 w 2676209"/>
                <a:gd name="connsiteY2006" fmla="*/ 1252049 h 2650669"/>
                <a:gd name="connsiteX2007" fmla="*/ 748686 w 2676209"/>
                <a:gd name="connsiteY2007" fmla="*/ 1253670 h 2650669"/>
                <a:gd name="connsiteX2008" fmla="*/ 751332 w 2676209"/>
                <a:gd name="connsiteY2008" fmla="*/ 1252049 h 2650669"/>
                <a:gd name="connsiteX2009" fmla="*/ 747396 w 2676209"/>
                <a:gd name="connsiteY2009" fmla="*/ 1250032 h 2650669"/>
                <a:gd name="connsiteX2010" fmla="*/ 1374062 w 2676209"/>
                <a:gd name="connsiteY2010" fmla="*/ 1250429 h 2650669"/>
                <a:gd name="connsiteX2011" fmla="*/ 1369696 w 2676209"/>
                <a:gd name="connsiteY2011" fmla="*/ 1252049 h 2650669"/>
                <a:gd name="connsiteX2012" fmla="*/ 1372342 w 2676209"/>
                <a:gd name="connsiteY2012" fmla="*/ 1253670 h 2650669"/>
                <a:gd name="connsiteX2013" fmla="*/ 1377171 w 2676209"/>
                <a:gd name="connsiteY2013" fmla="*/ 1252380 h 2650669"/>
                <a:gd name="connsiteX2014" fmla="*/ 1374062 w 2676209"/>
                <a:gd name="connsiteY2014" fmla="*/ 1250429 h 2650669"/>
                <a:gd name="connsiteX2015" fmla="*/ 2385663 w 2676209"/>
                <a:gd name="connsiteY2015" fmla="*/ 1430676 h 2650669"/>
                <a:gd name="connsiteX2016" fmla="*/ 2382819 w 2676209"/>
                <a:gd name="connsiteY2016" fmla="*/ 1428427 h 2650669"/>
                <a:gd name="connsiteX2017" fmla="*/ 2380041 w 2676209"/>
                <a:gd name="connsiteY2017" fmla="*/ 1429618 h 2650669"/>
                <a:gd name="connsiteX2018" fmla="*/ 2382918 w 2676209"/>
                <a:gd name="connsiteY2018" fmla="*/ 1431900 h 2650669"/>
                <a:gd name="connsiteX2019" fmla="*/ 2385663 w 2676209"/>
                <a:gd name="connsiteY2019" fmla="*/ 1430676 h 2650669"/>
                <a:gd name="connsiteX2020" fmla="*/ 1561618 w 2676209"/>
                <a:gd name="connsiteY2020" fmla="*/ 1428394 h 2650669"/>
                <a:gd name="connsiteX2021" fmla="*/ 1558476 w 2676209"/>
                <a:gd name="connsiteY2021" fmla="*/ 1428460 h 2650669"/>
                <a:gd name="connsiteX2022" fmla="*/ 1560791 w 2676209"/>
                <a:gd name="connsiteY2022" fmla="*/ 1431801 h 2650669"/>
                <a:gd name="connsiteX2023" fmla="*/ 1565124 w 2676209"/>
                <a:gd name="connsiteY2023" fmla="*/ 1430908 h 2650669"/>
                <a:gd name="connsiteX2024" fmla="*/ 1561618 w 2676209"/>
                <a:gd name="connsiteY2024" fmla="*/ 1428394 h 2650669"/>
                <a:gd name="connsiteX2025" fmla="*/ 1170432 w 2676209"/>
                <a:gd name="connsiteY2025" fmla="*/ 1255654 h 2650669"/>
                <a:gd name="connsiteX2026" fmla="*/ 1168315 w 2676209"/>
                <a:gd name="connsiteY2026" fmla="*/ 1254431 h 2650669"/>
                <a:gd name="connsiteX2027" fmla="*/ 1167191 w 2676209"/>
                <a:gd name="connsiteY2027" fmla="*/ 1258895 h 2650669"/>
                <a:gd name="connsiteX2028" fmla="*/ 1169241 w 2676209"/>
                <a:gd name="connsiteY2028" fmla="*/ 1260251 h 2650669"/>
                <a:gd name="connsiteX2029" fmla="*/ 1170432 w 2676209"/>
                <a:gd name="connsiteY2029" fmla="*/ 1255654 h 2650669"/>
                <a:gd name="connsiteX2030" fmla="*/ 1164776 w 2676209"/>
                <a:gd name="connsiteY2030" fmla="*/ 1219506 h 2650669"/>
                <a:gd name="connsiteX2031" fmla="*/ 1164776 w 2676209"/>
                <a:gd name="connsiteY2031" fmla="*/ 1221755 h 2650669"/>
                <a:gd name="connsiteX2032" fmla="*/ 1168712 w 2676209"/>
                <a:gd name="connsiteY2032" fmla="*/ 1222118 h 2650669"/>
                <a:gd name="connsiteX2033" fmla="*/ 1169340 w 2676209"/>
                <a:gd name="connsiteY2033" fmla="*/ 1219506 h 2650669"/>
                <a:gd name="connsiteX2034" fmla="*/ 1164776 w 2676209"/>
                <a:gd name="connsiteY2034" fmla="*/ 1219506 h 2650669"/>
                <a:gd name="connsiteX2035" fmla="*/ 192333 w 2676209"/>
                <a:gd name="connsiteY2035" fmla="*/ 1154253 h 2650669"/>
                <a:gd name="connsiteX2036" fmla="*/ 189688 w 2676209"/>
                <a:gd name="connsiteY2036" fmla="*/ 1152632 h 2650669"/>
                <a:gd name="connsiteX2037" fmla="*/ 188265 w 2676209"/>
                <a:gd name="connsiteY2037" fmla="*/ 1153062 h 2650669"/>
                <a:gd name="connsiteX2038" fmla="*/ 191374 w 2676209"/>
                <a:gd name="connsiteY2038" fmla="*/ 1155212 h 2650669"/>
                <a:gd name="connsiteX2039" fmla="*/ 192333 w 2676209"/>
                <a:gd name="connsiteY2039" fmla="*/ 1154253 h 2650669"/>
                <a:gd name="connsiteX2040" fmla="*/ 734531 w 2676209"/>
                <a:gd name="connsiteY2040" fmla="*/ 1228138 h 2650669"/>
                <a:gd name="connsiteX2041" fmla="*/ 737309 w 2676209"/>
                <a:gd name="connsiteY2041" fmla="*/ 1229295 h 2650669"/>
                <a:gd name="connsiteX2042" fmla="*/ 740153 w 2676209"/>
                <a:gd name="connsiteY2042" fmla="*/ 1227079 h 2650669"/>
                <a:gd name="connsiteX2043" fmla="*/ 737408 w 2676209"/>
                <a:gd name="connsiteY2043" fmla="*/ 1225856 h 2650669"/>
                <a:gd name="connsiteX2044" fmla="*/ 734531 w 2676209"/>
                <a:gd name="connsiteY2044" fmla="*/ 1228138 h 2650669"/>
                <a:gd name="connsiteX2045" fmla="*/ 995774 w 2676209"/>
                <a:gd name="connsiteY2045" fmla="*/ 1234455 h 2650669"/>
                <a:gd name="connsiteX2046" fmla="*/ 994583 w 2676209"/>
                <a:gd name="connsiteY2046" fmla="*/ 1229857 h 2650669"/>
                <a:gd name="connsiteX2047" fmla="*/ 992500 w 2676209"/>
                <a:gd name="connsiteY2047" fmla="*/ 1231213 h 2650669"/>
                <a:gd name="connsiteX2048" fmla="*/ 993624 w 2676209"/>
                <a:gd name="connsiteY2048" fmla="*/ 1235678 h 2650669"/>
                <a:gd name="connsiteX2049" fmla="*/ 995774 w 2676209"/>
                <a:gd name="connsiteY2049" fmla="*/ 1234455 h 2650669"/>
                <a:gd name="connsiteX2050" fmla="*/ 2420588 w 2676209"/>
                <a:gd name="connsiteY2050" fmla="*/ 1230552 h 2650669"/>
                <a:gd name="connsiteX2051" fmla="*/ 2417843 w 2676209"/>
                <a:gd name="connsiteY2051" fmla="*/ 1229361 h 2650669"/>
                <a:gd name="connsiteX2052" fmla="*/ 2414999 w 2676209"/>
                <a:gd name="connsiteY2052" fmla="*/ 1231610 h 2650669"/>
                <a:gd name="connsiteX2053" fmla="*/ 2417744 w 2676209"/>
                <a:gd name="connsiteY2053" fmla="*/ 1232801 h 2650669"/>
                <a:gd name="connsiteX2054" fmla="*/ 2420588 w 2676209"/>
                <a:gd name="connsiteY2054" fmla="*/ 1230552 h 2650669"/>
                <a:gd name="connsiteX2055" fmla="*/ 922980 w 2676209"/>
                <a:gd name="connsiteY2055" fmla="*/ 1238390 h 2650669"/>
                <a:gd name="connsiteX2056" fmla="*/ 919871 w 2676209"/>
                <a:gd name="connsiteY2056" fmla="*/ 1236439 h 2650669"/>
                <a:gd name="connsiteX2057" fmla="*/ 915539 w 2676209"/>
                <a:gd name="connsiteY2057" fmla="*/ 1238093 h 2650669"/>
                <a:gd name="connsiteX2058" fmla="*/ 918185 w 2676209"/>
                <a:gd name="connsiteY2058" fmla="*/ 1239713 h 2650669"/>
                <a:gd name="connsiteX2059" fmla="*/ 922980 w 2676209"/>
                <a:gd name="connsiteY2059" fmla="*/ 1238390 h 2650669"/>
                <a:gd name="connsiteX2060" fmla="*/ 1796072 w 2676209"/>
                <a:gd name="connsiteY2060" fmla="*/ 1273646 h 2650669"/>
                <a:gd name="connsiteX2061" fmla="*/ 1797660 w 2676209"/>
                <a:gd name="connsiteY2061" fmla="*/ 1278243 h 2650669"/>
                <a:gd name="connsiteX2062" fmla="*/ 1799280 w 2676209"/>
                <a:gd name="connsiteY2062" fmla="*/ 1275597 h 2650669"/>
                <a:gd name="connsiteX2063" fmla="*/ 1797660 w 2676209"/>
                <a:gd name="connsiteY2063" fmla="*/ 1271265 h 2650669"/>
                <a:gd name="connsiteX2064" fmla="*/ 1796072 w 2676209"/>
                <a:gd name="connsiteY2064" fmla="*/ 1273646 h 2650669"/>
                <a:gd name="connsiteX2065" fmla="*/ 1455818 w 2676209"/>
                <a:gd name="connsiteY2065" fmla="*/ 1281054 h 2650669"/>
                <a:gd name="connsiteX2066" fmla="*/ 1457042 w 2676209"/>
                <a:gd name="connsiteY2066" fmla="*/ 1278309 h 2650669"/>
                <a:gd name="connsiteX2067" fmla="*/ 1454760 w 2676209"/>
                <a:gd name="connsiteY2067" fmla="*/ 1275432 h 2650669"/>
                <a:gd name="connsiteX2068" fmla="*/ 1453569 w 2676209"/>
                <a:gd name="connsiteY2068" fmla="*/ 1278177 h 2650669"/>
                <a:gd name="connsiteX2069" fmla="*/ 1455818 w 2676209"/>
                <a:gd name="connsiteY2069" fmla="*/ 1281054 h 2650669"/>
                <a:gd name="connsiteX2070" fmla="*/ 1964480 w 2676209"/>
                <a:gd name="connsiteY2070" fmla="*/ 1285354 h 2650669"/>
                <a:gd name="connsiteX2071" fmla="*/ 1960114 w 2676209"/>
                <a:gd name="connsiteY2071" fmla="*/ 1286974 h 2650669"/>
                <a:gd name="connsiteX2072" fmla="*/ 1962760 w 2676209"/>
                <a:gd name="connsiteY2072" fmla="*/ 1288595 h 2650669"/>
                <a:gd name="connsiteX2073" fmla="*/ 1967588 w 2676209"/>
                <a:gd name="connsiteY2073" fmla="*/ 1287272 h 2650669"/>
                <a:gd name="connsiteX2074" fmla="*/ 1964480 w 2676209"/>
                <a:gd name="connsiteY2074" fmla="*/ 1285354 h 2650669"/>
                <a:gd name="connsiteX2075" fmla="*/ 963925 w 2676209"/>
                <a:gd name="connsiteY2075" fmla="*/ 1290910 h 2650669"/>
                <a:gd name="connsiteX2076" fmla="*/ 962569 w 2676209"/>
                <a:gd name="connsiteY2076" fmla="*/ 1288826 h 2650669"/>
                <a:gd name="connsiteX2077" fmla="*/ 958104 w 2676209"/>
                <a:gd name="connsiteY2077" fmla="*/ 1289951 h 2650669"/>
                <a:gd name="connsiteX2078" fmla="*/ 959327 w 2676209"/>
                <a:gd name="connsiteY2078" fmla="*/ 1292101 h 2650669"/>
                <a:gd name="connsiteX2079" fmla="*/ 963925 w 2676209"/>
                <a:gd name="connsiteY2079" fmla="*/ 1290910 h 2650669"/>
                <a:gd name="connsiteX2080" fmla="*/ 106741 w 2676209"/>
                <a:gd name="connsiteY2080" fmla="*/ 1292200 h 2650669"/>
                <a:gd name="connsiteX2081" fmla="*/ 105120 w 2676209"/>
                <a:gd name="connsiteY2081" fmla="*/ 1294846 h 2650669"/>
                <a:gd name="connsiteX2082" fmla="*/ 106741 w 2676209"/>
                <a:gd name="connsiteY2082" fmla="*/ 1299178 h 2650669"/>
                <a:gd name="connsiteX2083" fmla="*/ 108328 w 2676209"/>
                <a:gd name="connsiteY2083" fmla="*/ 1296797 h 2650669"/>
                <a:gd name="connsiteX2084" fmla="*/ 106741 w 2676209"/>
                <a:gd name="connsiteY2084" fmla="*/ 1292200 h 2650669"/>
                <a:gd name="connsiteX2085" fmla="*/ 1046408 w 2676209"/>
                <a:gd name="connsiteY2085" fmla="*/ 1295573 h 2650669"/>
                <a:gd name="connsiteX2086" fmla="*/ 1047764 w 2676209"/>
                <a:gd name="connsiteY2086" fmla="*/ 1293523 h 2650669"/>
                <a:gd name="connsiteX2087" fmla="*/ 1043167 w 2676209"/>
                <a:gd name="connsiteY2087" fmla="*/ 1292332 h 2650669"/>
                <a:gd name="connsiteX2088" fmla="*/ 1041944 w 2676209"/>
                <a:gd name="connsiteY2088" fmla="*/ 1294449 h 2650669"/>
                <a:gd name="connsiteX2089" fmla="*/ 1046408 w 2676209"/>
                <a:gd name="connsiteY2089" fmla="*/ 1295573 h 2650669"/>
                <a:gd name="connsiteX2090" fmla="*/ 898176 w 2676209"/>
                <a:gd name="connsiteY2090" fmla="*/ 1300038 h 2650669"/>
                <a:gd name="connsiteX2091" fmla="*/ 899796 w 2676209"/>
                <a:gd name="connsiteY2091" fmla="*/ 1302684 h 2650669"/>
                <a:gd name="connsiteX2092" fmla="*/ 901814 w 2676209"/>
                <a:gd name="connsiteY2092" fmla="*/ 1298748 h 2650669"/>
                <a:gd name="connsiteX2093" fmla="*/ 899796 w 2676209"/>
                <a:gd name="connsiteY2093" fmla="*/ 1295706 h 2650669"/>
                <a:gd name="connsiteX2094" fmla="*/ 898176 w 2676209"/>
                <a:gd name="connsiteY2094" fmla="*/ 1300038 h 2650669"/>
                <a:gd name="connsiteX2095" fmla="*/ 1473281 w 2676209"/>
                <a:gd name="connsiteY2095" fmla="*/ 1420721 h 2650669"/>
                <a:gd name="connsiteX2096" fmla="*/ 1474504 w 2676209"/>
                <a:gd name="connsiteY2096" fmla="*/ 1417976 h 2650669"/>
                <a:gd name="connsiteX2097" fmla="*/ 1472222 w 2676209"/>
                <a:gd name="connsiteY2097" fmla="*/ 1415132 h 2650669"/>
                <a:gd name="connsiteX2098" fmla="*/ 1471065 w 2676209"/>
                <a:gd name="connsiteY2098" fmla="*/ 1417877 h 2650669"/>
                <a:gd name="connsiteX2099" fmla="*/ 1473281 w 2676209"/>
                <a:gd name="connsiteY2099" fmla="*/ 1420721 h 2650669"/>
                <a:gd name="connsiteX2100" fmla="*/ 263837 w 2676209"/>
                <a:gd name="connsiteY2100" fmla="*/ 1145422 h 2650669"/>
                <a:gd name="connsiteX2101" fmla="*/ 265094 w 2676209"/>
                <a:gd name="connsiteY2101" fmla="*/ 1143504 h 2650669"/>
                <a:gd name="connsiteX2102" fmla="*/ 260563 w 2676209"/>
                <a:gd name="connsiteY2102" fmla="*/ 1142148 h 2650669"/>
                <a:gd name="connsiteX2103" fmla="*/ 259372 w 2676209"/>
                <a:gd name="connsiteY2103" fmla="*/ 1144298 h 2650669"/>
                <a:gd name="connsiteX2104" fmla="*/ 263837 w 2676209"/>
                <a:gd name="connsiteY2104" fmla="*/ 1145422 h 2650669"/>
                <a:gd name="connsiteX2105" fmla="*/ 1127933 w 2676209"/>
                <a:gd name="connsiteY2105" fmla="*/ 1300402 h 2650669"/>
                <a:gd name="connsiteX2106" fmla="*/ 1125188 w 2676209"/>
                <a:gd name="connsiteY2106" fmla="*/ 1299178 h 2650669"/>
                <a:gd name="connsiteX2107" fmla="*/ 1122344 w 2676209"/>
                <a:gd name="connsiteY2107" fmla="*/ 1301460 h 2650669"/>
                <a:gd name="connsiteX2108" fmla="*/ 1125089 w 2676209"/>
                <a:gd name="connsiteY2108" fmla="*/ 1302651 h 2650669"/>
                <a:gd name="connsiteX2109" fmla="*/ 1127933 w 2676209"/>
                <a:gd name="connsiteY2109" fmla="*/ 1300402 h 2650669"/>
                <a:gd name="connsiteX2110" fmla="*/ 1255065 w 2676209"/>
                <a:gd name="connsiteY2110" fmla="*/ 1146778 h 2650669"/>
                <a:gd name="connsiteX2111" fmla="*/ 1256289 w 2676209"/>
                <a:gd name="connsiteY2111" fmla="*/ 1148928 h 2650669"/>
                <a:gd name="connsiteX2112" fmla="*/ 1260886 w 2676209"/>
                <a:gd name="connsiteY2112" fmla="*/ 1147704 h 2650669"/>
                <a:gd name="connsiteX2113" fmla="*/ 1259530 w 2676209"/>
                <a:gd name="connsiteY2113" fmla="*/ 1145654 h 2650669"/>
                <a:gd name="connsiteX2114" fmla="*/ 1255065 w 2676209"/>
                <a:gd name="connsiteY2114" fmla="*/ 1146778 h 2650669"/>
                <a:gd name="connsiteX2115" fmla="*/ 1086030 w 2676209"/>
                <a:gd name="connsiteY2115" fmla="*/ 1262004 h 2650669"/>
                <a:gd name="connsiteX2116" fmla="*/ 1083285 w 2676209"/>
                <a:gd name="connsiteY2116" fmla="*/ 1260781 h 2650669"/>
                <a:gd name="connsiteX2117" fmla="*/ 1080407 w 2676209"/>
                <a:gd name="connsiteY2117" fmla="*/ 1263063 h 2650669"/>
                <a:gd name="connsiteX2118" fmla="*/ 1083152 w 2676209"/>
                <a:gd name="connsiteY2118" fmla="*/ 1264220 h 2650669"/>
                <a:gd name="connsiteX2119" fmla="*/ 1086030 w 2676209"/>
                <a:gd name="connsiteY2119" fmla="*/ 1262004 h 2650669"/>
                <a:gd name="connsiteX2120" fmla="*/ 1863508 w 2676209"/>
                <a:gd name="connsiteY2120" fmla="*/ 1427799 h 2650669"/>
                <a:gd name="connsiteX2121" fmla="*/ 1867444 w 2676209"/>
                <a:gd name="connsiteY2121" fmla="*/ 1428163 h 2650669"/>
                <a:gd name="connsiteX2122" fmla="*/ 1868072 w 2676209"/>
                <a:gd name="connsiteY2122" fmla="*/ 1425550 h 2650669"/>
                <a:gd name="connsiteX2123" fmla="*/ 1863508 w 2676209"/>
                <a:gd name="connsiteY2123" fmla="*/ 1425550 h 2650669"/>
                <a:gd name="connsiteX2124" fmla="*/ 1863508 w 2676209"/>
                <a:gd name="connsiteY2124" fmla="*/ 1427799 h 2650669"/>
                <a:gd name="connsiteX2125" fmla="*/ 725105 w 2676209"/>
                <a:gd name="connsiteY2125" fmla="*/ 1264286 h 2650669"/>
                <a:gd name="connsiteX2126" fmla="*/ 723484 w 2676209"/>
                <a:gd name="connsiteY2126" fmla="*/ 1268619 h 2650669"/>
                <a:gd name="connsiteX2127" fmla="*/ 725105 w 2676209"/>
                <a:gd name="connsiteY2127" fmla="*/ 1271265 h 2650669"/>
                <a:gd name="connsiteX2128" fmla="*/ 727122 w 2676209"/>
                <a:gd name="connsiteY2128" fmla="*/ 1267329 h 2650669"/>
                <a:gd name="connsiteX2129" fmla="*/ 725105 w 2676209"/>
                <a:gd name="connsiteY2129" fmla="*/ 1264286 h 2650669"/>
                <a:gd name="connsiteX2130" fmla="*/ 1916788 w 2676209"/>
                <a:gd name="connsiteY2130" fmla="*/ 1270835 h 2650669"/>
                <a:gd name="connsiteX2131" fmla="*/ 1917747 w 2676209"/>
                <a:gd name="connsiteY2131" fmla="*/ 1269115 h 2650669"/>
                <a:gd name="connsiteX2132" fmla="*/ 1916292 w 2676209"/>
                <a:gd name="connsiteY2132" fmla="*/ 1264319 h 2650669"/>
                <a:gd name="connsiteX2133" fmla="*/ 1914639 w 2676209"/>
                <a:gd name="connsiteY2133" fmla="*/ 1265907 h 2650669"/>
                <a:gd name="connsiteX2134" fmla="*/ 1916788 w 2676209"/>
                <a:gd name="connsiteY2134" fmla="*/ 1270835 h 2650669"/>
                <a:gd name="connsiteX2135" fmla="*/ 1516441 w 2676209"/>
                <a:gd name="connsiteY2135" fmla="*/ 1423169 h 2650669"/>
                <a:gd name="connsiteX2136" fmla="*/ 1512505 w 2676209"/>
                <a:gd name="connsiteY2136" fmla="*/ 1421151 h 2650669"/>
                <a:gd name="connsiteX2137" fmla="*/ 1509429 w 2676209"/>
                <a:gd name="connsiteY2137" fmla="*/ 1423169 h 2650669"/>
                <a:gd name="connsiteX2138" fmla="*/ 1513795 w 2676209"/>
                <a:gd name="connsiteY2138" fmla="*/ 1424789 h 2650669"/>
                <a:gd name="connsiteX2139" fmla="*/ 1516441 w 2676209"/>
                <a:gd name="connsiteY2139" fmla="*/ 1423169 h 2650669"/>
                <a:gd name="connsiteX2140" fmla="*/ 1502285 w 2676209"/>
                <a:gd name="connsiteY2140" fmla="*/ 1013924 h 2650669"/>
                <a:gd name="connsiteX2141" fmla="*/ 1500698 w 2676209"/>
                <a:gd name="connsiteY2141" fmla="*/ 1009327 h 2650669"/>
                <a:gd name="connsiteX2142" fmla="*/ 1499077 w 2676209"/>
                <a:gd name="connsiteY2142" fmla="*/ 1011973 h 2650669"/>
                <a:gd name="connsiteX2143" fmla="*/ 1500698 w 2676209"/>
                <a:gd name="connsiteY2143" fmla="*/ 1016339 h 2650669"/>
                <a:gd name="connsiteX2144" fmla="*/ 1502285 w 2676209"/>
                <a:gd name="connsiteY2144" fmla="*/ 1013924 h 2650669"/>
                <a:gd name="connsiteX2145" fmla="*/ 1768390 w 2676209"/>
                <a:gd name="connsiteY2145" fmla="*/ 1082948 h 2650669"/>
                <a:gd name="connsiteX2146" fmla="*/ 1771466 w 2676209"/>
                <a:gd name="connsiteY2146" fmla="*/ 1080930 h 2650669"/>
                <a:gd name="connsiteX2147" fmla="*/ 1767100 w 2676209"/>
                <a:gd name="connsiteY2147" fmla="*/ 1079310 h 2650669"/>
                <a:gd name="connsiteX2148" fmla="*/ 1764488 w 2676209"/>
                <a:gd name="connsiteY2148" fmla="*/ 1080930 h 2650669"/>
                <a:gd name="connsiteX2149" fmla="*/ 1768390 w 2676209"/>
                <a:gd name="connsiteY2149" fmla="*/ 1082948 h 2650669"/>
                <a:gd name="connsiteX2150" fmla="*/ 1243986 w 2676209"/>
                <a:gd name="connsiteY2150" fmla="*/ 1145522 h 2650669"/>
                <a:gd name="connsiteX2151" fmla="*/ 1246731 w 2676209"/>
                <a:gd name="connsiteY2151" fmla="*/ 1144331 h 2650669"/>
                <a:gd name="connsiteX2152" fmla="*/ 1243887 w 2676209"/>
                <a:gd name="connsiteY2152" fmla="*/ 1142082 h 2650669"/>
                <a:gd name="connsiteX2153" fmla="*/ 1241109 w 2676209"/>
                <a:gd name="connsiteY2153" fmla="*/ 1143273 h 2650669"/>
                <a:gd name="connsiteX2154" fmla="*/ 1243986 w 2676209"/>
                <a:gd name="connsiteY2154" fmla="*/ 1145522 h 2650669"/>
                <a:gd name="connsiteX2155" fmla="*/ 1021967 w 2676209"/>
                <a:gd name="connsiteY2155" fmla="*/ 1274638 h 2650669"/>
                <a:gd name="connsiteX2156" fmla="*/ 1023323 w 2676209"/>
                <a:gd name="connsiteY2156" fmla="*/ 1272555 h 2650669"/>
                <a:gd name="connsiteX2157" fmla="*/ 1018726 w 2676209"/>
                <a:gd name="connsiteY2157" fmla="*/ 1271364 h 2650669"/>
                <a:gd name="connsiteX2158" fmla="*/ 1017503 w 2676209"/>
                <a:gd name="connsiteY2158" fmla="*/ 1273514 h 2650669"/>
                <a:gd name="connsiteX2159" fmla="*/ 1021967 w 2676209"/>
                <a:gd name="connsiteY2159" fmla="*/ 1274638 h 2650669"/>
                <a:gd name="connsiteX2160" fmla="*/ 546941 w 2676209"/>
                <a:gd name="connsiteY2160" fmla="*/ 2559852 h 2650669"/>
                <a:gd name="connsiteX2161" fmla="*/ 546677 w 2676209"/>
                <a:gd name="connsiteY2161" fmla="*/ 2560282 h 2650669"/>
                <a:gd name="connsiteX2162" fmla="*/ 547272 w 2676209"/>
                <a:gd name="connsiteY2162" fmla="*/ 2560646 h 2650669"/>
                <a:gd name="connsiteX2163" fmla="*/ 546941 w 2676209"/>
                <a:gd name="connsiteY2163" fmla="*/ 2559852 h 2650669"/>
                <a:gd name="connsiteX2164" fmla="*/ 1677175 w 2676209"/>
                <a:gd name="connsiteY2164" fmla="*/ 2577380 h 2650669"/>
                <a:gd name="connsiteX2165" fmla="*/ 1678366 w 2676209"/>
                <a:gd name="connsiteY2165" fmla="*/ 2580126 h 2650669"/>
                <a:gd name="connsiteX2166" fmla="*/ 1680648 w 2676209"/>
                <a:gd name="connsiteY2166" fmla="*/ 2577281 h 2650669"/>
                <a:gd name="connsiteX2167" fmla="*/ 1679424 w 2676209"/>
                <a:gd name="connsiteY2167" fmla="*/ 2574536 h 2650669"/>
                <a:gd name="connsiteX2168" fmla="*/ 1677175 w 2676209"/>
                <a:gd name="connsiteY2168" fmla="*/ 2577380 h 2650669"/>
                <a:gd name="connsiteX2169" fmla="*/ 1406308 w 2676209"/>
                <a:gd name="connsiteY2169" fmla="*/ 2588096 h 2650669"/>
                <a:gd name="connsiteX2170" fmla="*/ 1407002 w 2676209"/>
                <a:gd name="connsiteY2170" fmla="*/ 2590543 h 2650669"/>
                <a:gd name="connsiteX2171" fmla="*/ 1407895 w 2676209"/>
                <a:gd name="connsiteY2171" fmla="*/ 2590279 h 2650669"/>
                <a:gd name="connsiteX2172" fmla="*/ 1406308 w 2676209"/>
                <a:gd name="connsiteY2172" fmla="*/ 2588096 h 2650669"/>
                <a:gd name="connsiteX2173" fmla="*/ 1456347 w 2676209"/>
                <a:gd name="connsiteY2173" fmla="*/ 2597059 h 2650669"/>
                <a:gd name="connsiteX2174" fmla="*/ 1453503 w 2676209"/>
                <a:gd name="connsiteY2174" fmla="*/ 2594843 h 2650669"/>
                <a:gd name="connsiteX2175" fmla="*/ 1450725 w 2676209"/>
                <a:gd name="connsiteY2175" fmla="*/ 2596001 h 2650669"/>
                <a:gd name="connsiteX2176" fmla="*/ 1453602 w 2676209"/>
                <a:gd name="connsiteY2176" fmla="*/ 2598283 h 2650669"/>
                <a:gd name="connsiteX2177" fmla="*/ 1456347 w 2676209"/>
                <a:gd name="connsiteY2177" fmla="*/ 2597059 h 2650669"/>
                <a:gd name="connsiteX2178" fmla="*/ 1590491 w 2676209"/>
                <a:gd name="connsiteY2178" fmla="*/ 2523736 h 2650669"/>
                <a:gd name="connsiteX2179" fmla="*/ 1593236 w 2676209"/>
                <a:gd name="connsiteY2179" fmla="*/ 2524894 h 2650669"/>
                <a:gd name="connsiteX2180" fmla="*/ 1596080 w 2676209"/>
                <a:gd name="connsiteY2180" fmla="*/ 2522678 h 2650669"/>
                <a:gd name="connsiteX2181" fmla="*/ 1593368 w 2676209"/>
                <a:gd name="connsiteY2181" fmla="*/ 2521454 h 2650669"/>
                <a:gd name="connsiteX2182" fmla="*/ 1590491 w 2676209"/>
                <a:gd name="connsiteY2182" fmla="*/ 2523736 h 2650669"/>
                <a:gd name="connsiteX2183" fmla="*/ 1409218 w 2676209"/>
                <a:gd name="connsiteY2183" fmla="*/ 2535576 h 2650669"/>
                <a:gd name="connsiteX2184" fmla="*/ 1404621 w 2676209"/>
                <a:gd name="connsiteY2184" fmla="*/ 2537164 h 2650669"/>
                <a:gd name="connsiteX2185" fmla="*/ 1407267 w 2676209"/>
                <a:gd name="connsiteY2185" fmla="*/ 2538784 h 2650669"/>
                <a:gd name="connsiteX2186" fmla="*/ 1411633 w 2676209"/>
                <a:gd name="connsiteY2186" fmla="*/ 2537164 h 2650669"/>
                <a:gd name="connsiteX2187" fmla="*/ 1409218 w 2676209"/>
                <a:gd name="connsiteY2187" fmla="*/ 2535576 h 2650669"/>
                <a:gd name="connsiteX2188" fmla="*/ 1463855 w 2676209"/>
                <a:gd name="connsiteY2188" fmla="*/ 2553965 h 2650669"/>
                <a:gd name="connsiteX2189" fmla="*/ 1462267 w 2676209"/>
                <a:gd name="connsiteY2189" fmla="*/ 2549401 h 2650669"/>
                <a:gd name="connsiteX2190" fmla="*/ 1460647 w 2676209"/>
                <a:gd name="connsiteY2190" fmla="*/ 2552014 h 2650669"/>
                <a:gd name="connsiteX2191" fmla="*/ 1462267 w 2676209"/>
                <a:gd name="connsiteY2191" fmla="*/ 2556379 h 2650669"/>
                <a:gd name="connsiteX2192" fmla="*/ 1463855 w 2676209"/>
                <a:gd name="connsiteY2192" fmla="*/ 2553965 h 2650669"/>
                <a:gd name="connsiteX2193" fmla="*/ 1481450 w 2676209"/>
                <a:gd name="connsiteY2193" fmla="*/ 2374743 h 2650669"/>
                <a:gd name="connsiteX2194" fmla="*/ 1484294 w 2676209"/>
                <a:gd name="connsiteY2194" fmla="*/ 2372494 h 2650669"/>
                <a:gd name="connsiteX2195" fmla="*/ 1481549 w 2676209"/>
                <a:gd name="connsiteY2195" fmla="*/ 2371270 h 2650669"/>
                <a:gd name="connsiteX2196" fmla="*/ 1478671 w 2676209"/>
                <a:gd name="connsiteY2196" fmla="*/ 2373552 h 2650669"/>
                <a:gd name="connsiteX2197" fmla="*/ 1481450 w 2676209"/>
                <a:gd name="connsiteY2197" fmla="*/ 2374743 h 2650669"/>
                <a:gd name="connsiteX2198" fmla="*/ 1535656 w 2676209"/>
                <a:gd name="connsiteY2198" fmla="*/ 2371270 h 2650669"/>
                <a:gd name="connsiteX2199" fmla="*/ 1533639 w 2676209"/>
                <a:gd name="connsiteY2199" fmla="*/ 2375206 h 2650669"/>
                <a:gd name="connsiteX2200" fmla="*/ 1535656 w 2676209"/>
                <a:gd name="connsiteY2200" fmla="*/ 2378248 h 2650669"/>
                <a:gd name="connsiteX2201" fmla="*/ 1537277 w 2676209"/>
                <a:gd name="connsiteY2201" fmla="*/ 2373916 h 2650669"/>
                <a:gd name="connsiteX2202" fmla="*/ 1535656 w 2676209"/>
                <a:gd name="connsiteY2202" fmla="*/ 2371270 h 2650669"/>
                <a:gd name="connsiteX2203" fmla="*/ 1516474 w 2676209"/>
                <a:gd name="connsiteY2203" fmla="*/ 2388799 h 2650669"/>
                <a:gd name="connsiteX2204" fmla="*/ 1517631 w 2676209"/>
                <a:gd name="connsiteY2204" fmla="*/ 2391544 h 2650669"/>
                <a:gd name="connsiteX2205" fmla="*/ 1519913 w 2676209"/>
                <a:gd name="connsiteY2205" fmla="*/ 2388699 h 2650669"/>
                <a:gd name="connsiteX2206" fmla="*/ 1518723 w 2676209"/>
                <a:gd name="connsiteY2206" fmla="*/ 2385954 h 2650669"/>
                <a:gd name="connsiteX2207" fmla="*/ 1516474 w 2676209"/>
                <a:gd name="connsiteY2207" fmla="*/ 2388799 h 2650669"/>
                <a:gd name="connsiteX2208" fmla="*/ 1500830 w 2676209"/>
                <a:gd name="connsiteY2208" fmla="*/ 2399349 h 2650669"/>
                <a:gd name="connsiteX2209" fmla="*/ 1499607 w 2676209"/>
                <a:gd name="connsiteY2209" fmla="*/ 2401466 h 2650669"/>
                <a:gd name="connsiteX2210" fmla="*/ 1504071 w 2676209"/>
                <a:gd name="connsiteY2210" fmla="*/ 2402590 h 2650669"/>
                <a:gd name="connsiteX2211" fmla="*/ 1505427 w 2676209"/>
                <a:gd name="connsiteY2211" fmla="*/ 2400540 h 2650669"/>
                <a:gd name="connsiteX2212" fmla="*/ 1500830 w 2676209"/>
                <a:gd name="connsiteY2212" fmla="*/ 2399349 h 2650669"/>
                <a:gd name="connsiteX2213" fmla="*/ 1401082 w 2676209"/>
                <a:gd name="connsiteY2213" fmla="*/ 2416712 h 2650669"/>
                <a:gd name="connsiteX2214" fmla="*/ 1398337 w 2676209"/>
                <a:gd name="connsiteY2214" fmla="*/ 2417903 h 2650669"/>
                <a:gd name="connsiteX2215" fmla="*/ 1401215 w 2676209"/>
                <a:gd name="connsiteY2215" fmla="*/ 2420185 h 2650669"/>
                <a:gd name="connsiteX2216" fmla="*/ 1403960 w 2676209"/>
                <a:gd name="connsiteY2216" fmla="*/ 2418961 h 2650669"/>
                <a:gd name="connsiteX2217" fmla="*/ 1401082 w 2676209"/>
                <a:gd name="connsiteY2217" fmla="*/ 2416712 h 2650669"/>
                <a:gd name="connsiteX2218" fmla="*/ 1469146 w 2676209"/>
                <a:gd name="connsiteY2218" fmla="*/ 2353708 h 2650669"/>
                <a:gd name="connsiteX2219" fmla="*/ 1470502 w 2676209"/>
                <a:gd name="connsiteY2219" fmla="*/ 2351658 h 2650669"/>
                <a:gd name="connsiteX2220" fmla="*/ 1465905 w 2676209"/>
                <a:gd name="connsiteY2220" fmla="*/ 2350434 h 2650669"/>
                <a:gd name="connsiteX2221" fmla="*/ 1464682 w 2676209"/>
                <a:gd name="connsiteY2221" fmla="*/ 2352584 h 2650669"/>
                <a:gd name="connsiteX2222" fmla="*/ 1469146 w 2676209"/>
                <a:gd name="connsiteY2222" fmla="*/ 2353708 h 2650669"/>
                <a:gd name="connsiteX2223" fmla="*/ 1295018 w 2676209"/>
                <a:gd name="connsiteY2223" fmla="*/ 2364821 h 2650669"/>
                <a:gd name="connsiteX2224" fmla="*/ 1292967 w 2676209"/>
                <a:gd name="connsiteY2224" fmla="*/ 2366177 h 2650669"/>
                <a:gd name="connsiteX2225" fmla="*/ 1294058 w 2676209"/>
                <a:gd name="connsiteY2225" fmla="*/ 2370642 h 2650669"/>
                <a:gd name="connsiteX2226" fmla="*/ 1296208 w 2676209"/>
                <a:gd name="connsiteY2226" fmla="*/ 2369418 h 2650669"/>
                <a:gd name="connsiteX2227" fmla="*/ 1295018 w 2676209"/>
                <a:gd name="connsiteY2227" fmla="*/ 2364821 h 2650669"/>
                <a:gd name="connsiteX2228" fmla="*/ 1439645 w 2676209"/>
                <a:gd name="connsiteY2228" fmla="*/ 2510970 h 2650669"/>
                <a:gd name="connsiteX2229" fmla="*/ 1442390 w 2676209"/>
                <a:gd name="connsiteY2229" fmla="*/ 2509746 h 2650669"/>
                <a:gd name="connsiteX2230" fmla="*/ 1439513 w 2676209"/>
                <a:gd name="connsiteY2230" fmla="*/ 2507530 h 2650669"/>
                <a:gd name="connsiteX2231" fmla="*/ 1436768 w 2676209"/>
                <a:gd name="connsiteY2231" fmla="*/ 2508688 h 2650669"/>
                <a:gd name="connsiteX2232" fmla="*/ 1439645 w 2676209"/>
                <a:gd name="connsiteY2232" fmla="*/ 2510970 h 2650669"/>
                <a:gd name="connsiteX2233" fmla="*/ 573135 w 2676209"/>
                <a:gd name="connsiteY2233" fmla="*/ 2435895 h 2650669"/>
                <a:gd name="connsiteX2234" fmla="*/ 577501 w 2676209"/>
                <a:gd name="connsiteY2234" fmla="*/ 2437515 h 2650669"/>
                <a:gd name="connsiteX2235" fmla="*/ 580146 w 2676209"/>
                <a:gd name="connsiteY2235" fmla="*/ 2435895 h 2650669"/>
                <a:gd name="connsiteX2236" fmla="*/ 576211 w 2676209"/>
                <a:gd name="connsiteY2236" fmla="*/ 2433877 h 2650669"/>
                <a:gd name="connsiteX2237" fmla="*/ 573135 w 2676209"/>
                <a:gd name="connsiteY2237" fmla="*/ 2435895 h 2650669"/>
                <a:gd name="connsiteX2238" fmla="*/ 1299714 w 2676209"/>
                <a:gd name="connsiteY2238" fmla="*/ 2445453 h 2650669"/>
                <a:gd name="connsiteX2239" fmla="*/ 1298391 w 2676209"/>
                <a:gd name="connsiteY2239" fmla="*/ 2440657 h 2650669"/>
                <a:gd name="connsiteX2240" fmla="*/ 1296440 w 2676209"/>
                <a:gd name="connsiteY2240" fmla="*/ 2443766 h 2650669"/>
                <a:gd name="connsiteX2241" fmla="*/ 1298093 w 2676209"/>
                <a:gd name="connsiteY2241" fmla="*/ 2448098 h 2650669"/>
                <a:gd name="connsiteX2242" fmla="*/ 1299714 w 2676209"/>
                <a:gd name="connsiteY2242" fmla="*/ 2445453 h 2650669"/>
                <a:gd name="connsiteX2243" fmla="*/ 1523353 w 2676209"/>
                <a:gd name="connsiteY2243" fmla="*/ 2444659 h 2650669"/>
                <a:gd name="connsiteX2244" fmla="*/ 1520608 w 2676209"/>
                <a:gd name="connsiteY2244" fmla="*/ 2445849 h 2650669"/>
                <a:gd name="connsiteX2245" fmla="*/ 1523485 w 2676209"/>
                <a:gd name="connsiteY2245" fmla="*/ 2448131 h 2650669"/>
                <a:gd name="connsiteX2246" fmla="*/ 1526230 w 2676209"/>
                <a:gd name="connsiteY2246" fmla="*/ 2446908 h 2650669"/>
                <a:gd name="connsiteX2247" fmla="*/ 1523353 w 2676209"/>
                <a:gd name="connsiteY2247" fmla="*/ 2444659 h 2650669"/>
                <a:gd name="connsiteX2248" fmla="*/ 1217726 w 2676209"/>
                <a:gd name="connsiteY2248" fmla="*/ 2465561 h 2650669"/>
                <a:gd name="connsiteX2249" fmla="*/ 1219347 w 2676209"/>
                <a:gd name="connsiteY2249" fmla="*/ 2461228 h 2650669"/>
                <a:gd name="connsiteX2250" fmla="*/ 1218685 w 2676209"/>
                <a:gd name="connsiteY2250" fmla="*/ 2459806 h 2650669"/>
                <a:gd name="connsiteX2251" fmla="*/ 1216205 w 2676209"/>
                <a:gd name="connsiteY2251" fmla="*/ 2463279 h 2650669"/>
                <a:gd name="connsiteX2252" fmla="*/ 1217726 w 2676209"/>
                <a:gd name="connsiteY2252" fmla="*/ 2465561 h 2650669"/>
                <a:gd name="connsiteX2253" fmla="*/ 1277654 w 2676209"/>
                <a:gd name="connsiteY2253" fmla="*/ 1749003 h 2650669"/>
                <a:gd name="connsiteX2254" fmla="*/ 1278878 w 2676209"/>
                <a:gd name="connsiteY2254" fmla="*/ 1746258 h 2650669"/>
                <a:gd name="connsiteX2255" fmla="*/ 1276596 w 2676209"/>
                <a:gd name="connsiteY2255" fmla="*/ 1743381 h 2650669"/>
                <a:gd name="connsiteX2256" fmla="*/ 1275405 w 2676209"/>
                <a:gd name="connsiteY2256" fmla="*/ 1746126 h 2650669"/>
                <a:gd name="connsiteX2257" fmla="*/ 1277654 w 2676209"/>
                <a:gd name="connsiteY2257" fmla="*/ 1749003 h 2650669"/>
                <a:gd name="connsiteX2258" fmla="*/ 2641482 w 2676209"/>
                <a:gd name="connsiteY2258" fmla="*/ 1657259 h 2650669"/>
                <a:gd name="connsiteX2259" fmla="*/ 2642607 w 2676209"/>
                <a:gd name="connsiteY2259" fmla="*/ 1661724 h 2650669"/>
                <a:gd name="connsiteX2260" fmla="*/ 2644756 w 2676209"/>
                <a:gd name="connsiteY2260" fmla="*/ 1660500 h 2650669"/>
                <a:gd name="connsiteX2261" fmla="*/ 2643566 w 2676209"/>
                <a:gd name="connsiteY2261" fmla="*/ 1655903 h 2650669"/>
                <a:gd name="connsiteX2262" fmla="*/ 2641482 w 2676209"/>
                <a:gd name="connsiteY2262" fmla="*/ 1657259 h 2650669"/>
                <a:gd name="connsiteX2263" fmla="*/ 2672968 w 2676209"/>
                <a:gd name="connsiteY2263" fmla="*/ 1658019 h 2650669"/>
                <a:gd name="connsiteX2264" fmla="*/ 2674588 w 2676209"/>
                <a:gd name="connsiteY2264" fmla="*/ 1662385 h 2650669"/>
                <a:gd name="connsiteX2265" fmla="*/ 2676209 w 2676209"/>
                <a:gd name="connsiteY2265" fmla="*/ 1659739 h 2650669"/>
                <a:gd name="connsiteX2266" fmla="*/ 2675250 w 2676209"/>
                <a:gd name="connsiteY2266" fmla="*/ 1655936 h 2650669"/>
                <a:gd name="connsiteX2267" fmla="*/ 2674687 w 2676209"/>
                <a:gd name="connsiteY2267" fmla="*/ 1655208 h 2650669"/>
                <a:gd name="connsiteX2268" fmla="*/ 2672968 w 2676209"/>
                <a:gd name="connsiteY2268" fmla="*/ 1658019 h 2650669"/>
                <a:gd name="connsiteX2269" fmla="*/ 986050 w 2676209"/>
                <a:gd name="connsiteY2269" fmla="*/ 1671612 h 2650669"/>
                <a:gd name="connsiteX2270" fmla="*/ 990515 w 2676209"/>
                <a:gd name="connsiteY2270" fmla="*/ 1672737 h 2650669"/>
                <a:gd name="connsiteX2271" fmla="*/ 991871 w 2676209"/>
                <a:gd name="connsiteY2271" fmla="*/ 1670653 h 2650669"/>
                <a:gd name="connsiteX2272" fmla="*/ 987274 w 2676209"/>
                <a:gd name="connsiteY2272" fmla="*/ 1669463 h 2650669"/>
                <a:gd name="connsiteX2273" fmla="*/ 986050 w 2676209"/>
                <a:gd name="connsiteY2273" fmla="*/ 1671612 h 2650669"/>
                <a:gd name="connsiteX2274" fmla="*/ 2674886 w 2676209"/>
                <a:gd name="connsiteY2274" fmla="*/ 1675846 h 2650669"/>
                <a:gd name="connsiteX2275" fmla="*/ 2673993 w 2676209"/>
                <a:gd name="connsiteY2275" fmla="*/ 1677036 h 2650669"/>
                <a:gd name="connsiteX2276" fmla="*/ 2675349 w 2676209"/>
                <a:gd name="connsiteY2276" fmla="*/ 1677235 h 2650669"/>
                <a:gd name="connsiteX2277" fmla="*/ 2674886 w 2676209"/>
                <a:gd name="connsiteY2277" fmla="*/ 1675846 h 2650669"/>
                <a:gd name="connsiteX2278" fmla="*/ 838710 w 2676209"/>
                <a:gd name="connsiteY2278" fmla="*/ 1711333 h 2650669"/>
                <a:gd name="connsiteX2279" fmla="*/ 839868 w 2676209"/>
                <a:gd name="connsiteY2279" fmla="*/ 1714078 h 2650669"/>
                <a:gd name="connsiteX2280" fmla="*/ 842150 w 2676209"/>
                <a:gd name="connsiteY2280" fmla="*/ 1711201 h 2650669"/>
                <a:gd name="connsiteX2281" fmla="*/ 840926 w 2676209"/>
                <a:gd name="connsiteY2281" fmla="*/ 1708456 h 2650669"/>
                <a:gd name="connsiteX2282" fmla="*/ 838710 w 2676209"/>
                <a:gd name="connsiteY2282" fmla="*/ 1711333 h 2650669"/>
                <a:gd name="connsiteX2283" fmla="*/ 955160 w 2676209"/>
                <a:gd name="connsiteY2283" fmla="*/ 1714078 h 2650669"/>
                <a:gd name="connsiteX2284" fmla="*/ 957442 w 2676209"/>
                <a:gd name="connsiteY2284" fmla="*/ 1711201 h 2650669"/>
                <a:gd name="connsiteX2285" fmla="*/ 956219 w 2676209"/>
                <a:gd name="connsiteY2285" fmla="*/ 1708456 h 2650669"/>
                <a:gd name="connsiteX2286" fmla="*/ 954003 w 2676209"/>
                <a:gd name="connsiteY2286" fmla="*/ 1711333 h 2650669"/>
                <a:gd name="connsiteX2287" fmla="*/ 955160 w 2676209"/>
                <a:gd name="connsiteY2287" fmla="*/ 1714078 h 2650669"/>
                <a:gd name="connsiteX2288" fmla="*/ 816485 w 2676209"/>
                <a:gd name="connsiteY2288" fmla="*/ 1862112 h 2650669"/>
                <a:gd name="connsiteX2289" fmla="*/ 814237 w 2676209"/>
                <a:gd name="connsiteY2289" fmla="*/ 1864957 h 2650669"/>
                <a:gd name="connsiteX2290" fmla="*/ 815427 w 2676209"/>
                <a:gd name="connsiteY2290" fmla="*/ 1867735 h 2650669"/>
                <a:gd name="connsiteX2291" fmla="*/ 817709 w 2676209"/>
                <a:gd name="connsiteY2291" fmla="*/ 1864857 h 2650669"/>
                <a:gd name="connsiteX2292" fmla="*/ 816485 w 2676209"/>
                <a:gd name="connsiteY2292" fmla="*/ 1862112 h 2650669"/>
                <a:gd name="connsiteX2293" fmla="*/ 1067608 w 2676209"/>
                <a:gd name="connsiteY2293" fmla="*/ 1774006 h 2650669"/>
                <a:gd name="connsiteX2294" fmla="*/ 1072238 w 2676209"/>
                <a:gd name="connsiteY2294" fmla="*/ 1772816 h 2650669"/>
                <a:gd name="connsiteX2295" fmla="*/ 1070849 w 2676209"/>
                <a:gd name="connsiteY2295" fmla="*/ 1770732 h 2650669"/>
                <a:gd name="connsiteX2296" fmla="*/ 1066384 w 2676209"/>
                <a:gd name="connsiteY2296" fmla="*/ 1771856 h 2650669"/>
                <a:gd name="connsiteX2297" fmla="*/ 1067608 w 2676209"/>
                <a:gd name="connsiteY2297" fmla="*/ 1774006 h 2650669"/>
                <a:gd name="connsiteX2298" fmla="*/ 878960 w 2676209"/>
                <a:gd name="connsiteY2298" fmla="*/ 1787963 h 2650669"/>
                <a:gd name="connsiteX2299" fmla="*/ 883557 w 2676209"/>
                <a:gd name="connsiteY2299" fmla="*/ 1786772 h 2650669"/>
                <a:gd name="connsiteX2300" fmla="*/ 882201 w 2676209"/>
                <a:gd name="connsiteY2300" fmla="*/ 1784722 h 2650669"/>
                <a:gd name="connsiteX2301" fmla="*/ 877737 w 2676209"/>
                <a:gd name="connsiteY2301" fmla="*/ 1785846 h 2650669"/>
                <a:gd name="connsiteX2302" fmla="*/ 878960 w 2676209"/>
                <a:gd name="connsiteY2302" fmla="*/ 1787963 h 2650669"/>
                <a:gd name="connsiteX2303" fmla="*/ 1362023 w 2676209"/>
                <a:gd name="connsiteY2303" fmla="*/ 1789319 h 2650669"/>
                <a:gd name="connsiteX2304" fmla="*/ 1359278 w 2676209"/>
                <a:gd name="connsiteY2304" fmla="*/ 1788095 h 2650669"/>
                <a:gd name="connsiteX2305" fmla="*/ 1356401 w 2676209"/>
                <a:gd name="connsiteY2305" fmla="*/ 1790377 h 2650669"/>
                <a:gd name="connsiteX2306" fmla="*/ 1359179 w 2676209"/>
                <a:gd name="connsiteY2306" fmla="*/ 1791535 h 2650669"/>
                <a:gd name="connsiteX2307" fmla="*/ 1362023 w 2676209"/>
                <a:gd name="connsiteY2307" fmla="*/ 1789319 h 2650669"/>
                <a:gd name="connsiteX2308" fmla="*/ 1218255 w 2676209"/>
                <a:gd name="connsiteY2308" fmla="*/ 1792262 h 2650669"/>
                <a:gd name="connsiteX2309" fmla="*/ 1216006 w 2676209"/>
                <a:gd name="connsiteY2309" fmla="*/ 1795140 h 2650669"/>
                <a:gd name="connsiteX2310" fmla="*/ 1217197 w 2676209"/>
                <a:gd name="connsiteY2310" fmla="*/ 1797885 h 2650669"/>
                <a:gd name="connsiteX2311" fmla="*/ 1219479 w 2676209"/>
                <a:gd name="connsiteY2311" fmla="*/ 1795007 h 2650669"/>
                <a:gd name="connsiteX2312" fmla="*/ 1218255 w 2676209"/>
                <a:gd name="connsiteY2312" fmla="*/ 1792262 h 2650669"/>
                <a:gd name="connsiteX2313" fmla="*/ 746206 w 2676209"/>
                <a:gd name="connsiteY2313" fmla="*/ 1805657 h 2650669"/>
                <a:gd name="connsiteX2314" fmla="*/ 744982 w 2676209"/>
                <a:gd name="connsiteY2314" fmla="*/ 1807807 h 2650669"/>
                <a:gd name="connsiteX2315" fmla="*/ 749447 w 2676209"/>
                <a:gd name="connsiteY2315" fmla="*/ 1808931 h 2650669"/>
                <a:gd name="connsiteX2316" fmla="*/ 750803 w 2676209"/>
                <a:gd name="connsiteY2316" fmla="*/ 1806848 h 2650669"/>
                <a:gd name="connsiteX2317" fmla="*/ 746206 w 2676209"/>
                <a:gd name="connsiteY2317" fmla="*/ 1805657 h 2650669"/>
                <a:gd name="connsiteX2318" fmla="*/ 1104451 w 2676209"/>
                <a:gd name="connsiteY2318" fmla="*/ 1504793 h 2650669"/>
                <a:gd name="connsiteX2319" fmla="*/ 1102434 w 2676209"/>
                <a:gd name="connsiteY2319" fmla="*/ 1501750 h 2650669"/>
                <a:gd name="connsiteX2320" fmla="*/ 1100813 w 2676209"/>
                <a:gd name="connsiteY2320" fmla="*/ 1506082 h 2650669"/>
                <a:gd name="connsiteX2321" fmla="*/ 1102434 w 2676209"/>
                <a:gd name="connsiteY2321" fmla="*/ 1508728 h 2650669"/>
                <a:gd name="connsiteX2322" fmla="*/ 1104451 w 2676209"/>
                <a:gd name="connsiteY2322" fmla="*/ 1504793 h 2650669"/>
                <a:gd name="connsiteX2323" fmla="*/ 852138 w 2676209"/>
                <a:gd name="connsiteY2323" fmla="*/ 1513524 h 2650669"/>
                <a:gd name="connsiteX2324" fmla="*/ 847508 w 2676209"/>
                <a:gd name="connsiteY2324" fmla="*/ 1512333 h 2650669"/>
                <a:gd name="connsiteX2325" fmla="*/ 846284 w 2676209"/>
                <a:gd name="connsiteY2325" fmla="*/ 1514483 h 2650669"/>
                <a:gd name="connsiteX2326" fmla="*/ 850749 w 2676209"/>
                <a:gd name="connsiteY2326" fmla="*/ 1515574 h 2650669"/>
                <a:gd name="connsiteX2327" fmla="*/ 852138 w 2676209"/>
                <a:gd name="connsiteY2327" fmla="*/ 1513524 h 2650669"/>
                <a:gd name="connsiteX2328" fmla="*/ 844961 w 2676209"/>
                <a:gd name="connsiteY2328" fmla="*/ 1531945 h 2650669"/>
                <a:gd name="connsiteX2329" fmla="*/ 842117 w 2676209"/>
                <a:gd name="connsiteY2329" fmla="*/ 1529730 h 2650669"/>
                <a:gd name="connsiteX2330" fmla="*/ 839339 w 2676209"/>
                <a:gd name="connsiteY2330" fmla="*/ 1530887 h 2650669"/>
                <a:gd name="connsiteX2331" fmla="*/ 842216 w 2676209"/>
                <a:gd name="connsiteY2331" fmla="*/ 1533169 h 2650669"/>
                <a:gd name="connsiteX2332" fmla="*/ 844961 w 2676209"/>
                <a:gd name="connsiteY2332" fmla="*/ 1531945 h 2650669"/>
                <a:gd name="connsiteX2333" fmla="*/ 80547 w 2676209"/>
                <a:gd name="connsiteY2333" fmla="*/ 1538395 h 2650669"/>
                <a:gd name="connsiteX2334" fmla="*/ 84879 w 2676209"/>
                <a:gd name="connsiteY2334" fmla="*/ 1540048 h 2650669"/>
                <a:gd name="connsiteX2335" fmla="*/ 87525 w 2676209"/>
                <a:gd name="connsiteY2335" fmla="*/ 1538395 h 2650669"/>
                <a:gd name="connsiteX2336" fmla="*/ 83590 w 2676209"/>
                <a:gd name="connsiteY2336" fmla="*/ 1536377 h 2650669"/>
                <a:gd name="connsiteX2337" fmla="*/ 80547 w 2676209"/>
                <a:gd name="connsiteY2337" fmla="*/ 1538395 h 2650669"/>
                <a:gd name="connsiteX2338" fmla="*/ 1582322 w 2676209"/>
                <a:gd name="connsiteY2338" fmla="*/ 1471620 h 2650669"/>
                <a:gd name="connsiteX2339" fmla="*/ 1577692 w 2676209"/>
                <a:gd name="connsiteY2339" fmla="*/ 1470430 h 2650669"/>
                <a:gd name="connsiteX2340" fmla="*/ 1576468 w 2676209"/>
                <a:gd name="connsiteY2340" fmla="*/ 1472580 h 2650669"/>
                <a:gd name="connsiteX2341" fmla="*/ 1580933 w 2676209"/>
                <a:gd name="connsiteY2341" fmla="*/ 1473704 h 2650669"/>
                <a:gd name="connsiteX2342" fmla="*/ 1582322 w 2676209"/>
                <a:gd name="connsiteY2342" fmla="*/ 1471620 h 2650669"/>
                <a:gd name="connsiteX2343" fmla="*/ 2400447 w 2676209"/>
                <a:gd name="connsiteY2343" fmla="*/ 1485908 h 2650669"/>
                <a:gd name="connsiteX2344" fmla="*/ 2402497 w 2676209"/>
                <a:gd name="connsiteY2344" fmla="*/ 1487264 h 2650669"/>
                <a:gd name="connsiteX2345" fmla="*/ 2403688 w 2676209"/>
                <a:gd name="connsiteY2345" fmla="*/ 1482667 h 2650669"/>
                <a:gd name="connsiteX2346" fmla="*/ 2401571 w 2676209"/>
                <a:gd name="connsiteY2346" fmla="*/ 1481443 h 2650669"/>
                <a:gd name="connsiteX2347" fmla="*/ 2400447 w 2676209"/>
                <a:gd name="connsiteY2347" fmla="*/ 1485908 h 2650669"/>
                <a:gd name="connsiteX2348" fmla="*/ 1593137 w 2676209"/>
                <a:gd name="connsiteY2348" fmla="*/ 1488851 h 2650669"/>
                <a:gd name="connsiteX2349" fmla="*/ 1591549 w 2676209"/>
                <a:gd name="connsiteY2349" fmla="*/ 1484287 h 2650669"/>
                <a:gd name="connsiteX2350" fmla="*/ 1589929 w 2676209"/>
                <a:gd name="connsiteY2350" fmla="*/ 1486900 h 2650669"/>
                <a:gd name="connsiteX2351" fmla="*/ 1591549 w 2676209"/>
                <a:gd name="connsiteY2351" fmla="*/ 1491266 h 2650669"/>
                <a:gd name="connsiteX2352" fmla="*/ 1593137 w 2676209"/>
                <a:gd name="connsiteY2352" fmla="*/ 1488851 h 2650669"/>
                <a:gd name="connsiteX2353" fmla="*/ 1605374 w 2676209"/>
                <a:gd name="connsiteY2353" fmla="*/ 1487661 h 2650669"/>
                <a:gd name="connsiteX2354" fmla="*/ 1606763 w 2676209"/>
                <a:gd name="connsiteY2354" fmla="*/ 1485577 h 2650669"/>
                <a:gd name="connsiteX2355" fmla="*/ 1602133 w 2676209"/>
                <a:gd name="connsiteY2355" fmla="*/ 1484387 h 2650669"/>
                <a:gd name="connsiteX2356" fmla="*/ 1600909 w 2676209"/>
                <a:gd name="connsiteY2356" fmla="*/ 1486536 h 2650669"/>
                <a:gd name="connsiteX2357" fmla="*/ 1605374 w 2676209"/>
                <a:gd name="connsiteY2357" fmla="*/ 1487661 h 2650669"/>
                <a:gd name="connsiteX2358" fmla="*/ 1278448 w 2676209"/>
                <a:gd name="connsiteY2358" fmla="*/ 1487495 h 2650669"/>
                <a:gd name="connsiteX2359" fmla="*/ 1275372 w 2676209"/>
                <a:gd name="connsiteY2359" fmla="*/ 1489513 h 2650669"/>
                <a:gd name="connsiteX2360" fmla="*/ 1279738 w 2676209"/>
                <a:gd name="connsiteY2360" fmla="*/ 1491134 h 2650669"/>
                <a:gd name="connsiteX2361" fmla="*/ 1282351 w 2676209"/>
                <a:gd name="connsiteY2361" fmla="*/ 1489513 h 2650669"/>
                <a:gd name="connsiteX2362" fmla="*/ 1278448 w 2676209"/>
                <a:gd name="connsiteY2362" fmla="*/ 1487495 h 2650669"/>
                <a:gd name="connsiteX2363" fmla="*/ 1416990 w 2676209"/>
                <a:gd name="connsiteY2363" fmla="*/ 1491134 h 2650669"/>
                <a:gd name="connsiteX2364" fmla="*/ 1421588 w 2676209"/>
                <a:gd name="connsiteY2364" fmla="*/ 1489943 h 2650669"/>
                <a:gd name="connsiteX2365" fmla="*/ 1420232 w 2676209"/>
                <a:gd name="connsiteY2365" fmla="*/ 1487892 h 2650669"/>
                <a:gd name="connsiteX2366" fmla="*/ 1415767 w 2676209"/>
                <a:gd name="connsiteY2366" fmla="*/ 1489017 h 2650669"/>
                <a:gd name="connsiteX2367" fmla="*/ 1416990 w 2676209"/>
                <a:gd name="connsiteY2367" fmla="*/ 1491134 h 2650669"/>
                <a:gd name="connsiteX2368" fmla="*/ 1509495 w 2676209"/>
                <a:gd name="connsiteY2368" fmla="*/ 1491266 h 2650669"/>
                <a:gd name="connsiteX2369" fmla="*/ 1512240 w 2676209"/>
                <a:gd name="connsiteY2369" fmla="*/ 1490042 h 2650669"/>
                <a:gd name="connsiteX2370" fmla="*/ 1509396 w 2676209"/>
                <a:gd name="connsiteY2370" fmla="*/ 1487793 h 2650669"/>
                <a:gd name="connsiteX2371" fmla="*/ 1506618 w 2676209"/>
                <a:gd name="connsiteY2371" fmla="*/ 1488984 h 2650669"/>
                <a:gd name="connsiteX2372" fmla="*/ 1509495 w 2676209"/>
                <a:gd name="connsiteY2372" fmla="*/ 1491266 h 2650669"/>
                <a:gd name="connsiteX2373" fmla="*/ 1483103 w 2676209"/>
                <a:gd name="connsiteY2373" fmla="*/ 1494639 h 2650669"/>
                <a:gd name="connsiteX2374" fmla="*/ 1484492 w 2676209"/>
                <a:gd name="connsiteY2374" fmla="*/ 1492556 h 2650669"/>
                <a:gd name="connsiteX2375" fmla="*/ 1479862 w 2676209"/>
                <a:gd name="connsiteY2375" fmla="*/ 1491365 h 2650669"/>
                <a:gd name="connsiteX2376" fmla="*/ 1478638 w 2676209"/>
                <a:gd name="connsiteY2376" fmla="*/ 1493515 h 2650669"/>
                <a:gd name="connsiteX2377" fmla="*/ 1483103 w 2676209"/>
                <a:gd name="connsiteY2377" fmla="*/ 1494639 h 2650669"/>
                <a:gd name="connsiteX2378" fmla="*/ 1734259 w 2676209"/>
                <a:gd name="connsiteY2378" fmla="*/ 1491894 h 2650669"/>
                <a:gd name="connsiteX2379" fmla="*/ 1733134 w 2676209"/>
                <a:gd name="connsiteY2379" fmla="*/ 1496359 h 2650669"/>
                <a:gd name="connsiteX2380" fmla="*/ 1735218 w 2676209"/>
                <a:gd name="connsiteY2380" fmla="*/ 1497748 h 2650669"/>
                <a:gd name="connsiteX2381" fmla="*/ 1736409 w 2676209"/>
                <a:gd name="connsiteY2381" fmla="*/ 1493118 h 2650669"/>
                <a:gd name="connsiteX2382" fmla="*/ 1734259 w 2676209"/>
                <a:gd name="connsiteY2382" fmla="*/ 1491894 h 2650669"/>
                <a:gd name="connsiteX2383" fmla="*/ 1449369 w 2676209"/>
                <a:gd name="connsiteY2383" fmla="*/ 1495962 h 2650669"/>
                <a:gd name="connsiteX2384" fmla="*/ 1446624 w 2676209"/>
                <a:gd name="connsiteY2384" fmla="*/ 1494738 h 2650669"/>
                <a:gd name="connsiteX2385" fmla="*/ 1443746 w 2676209"/>
                <a:gd name="connsiteY2385" fmla="*/ 1497020 h 2650669"/>
                <a:gd name="connsiteX2386" fmla="*/ 1446525 w 2676209"/>
                <a:gd name="connsiteY2386" fmla="*/ 1498211 h 2650669"/>
                <a:gd name="connsiteX2387" fmla="*/ 1449369 w 2676209"/>
                <a:gd name="connsiteY2387" fmla="*/ 1495962 h 2650669"/>
                <a:gd name="connsiteX2388" fmla="*/ 1349422 w 2676209"/>
                <a:gd name="connsiteY2388" fmla="*/ 1615752 h 2650669"/>
                <a:gd name="connsiteX2389" fmla="*/ 1352168 w 2676209"/>
                <a:gd name="connsiteY2389" fmla="*/ 1616943 h 2650669"/>
                <a:gd name="connsiteX2390" fmla="*/ 1355045 w 2676209"/>
                <a:gd name="connsiteY2390" fmla="*/ 1614694 h 2650669"/>
                <a:gd name="connsiteX2391" fmla="*/ 1352300 w 2676209"/>
                <a:gd name="connsiteY2391" fmla="*/ 1613470 h 2650669"/>
                <a:gd name="connsiteX2392" fmla="*/ 1349422 w 2676209"/>
                <a:gd name="connsiteY2392" fmla="*/ 1615752 h 2650669"/>
                <a:gd name="connsiteX2393" fmla="*/ 923741 w 2676209"/>
                <a:gd name="connsiteY2393" fmla="*/ 1623326 h 2650669"/>
                <a:gd name="connsiteX2394" fmla="*/ 925891 w 2676209"/>
                <a:gd name="connsiteY2394" fmla="*/ 1622102 h 2650669"/>
                <a:gd name="connsiteX2395" fmla="*/ 924700 w 2676209"/>
                <a:gd name="connsiteY2395" fmla="*/ 1617472 h 2650669"/>
                <a:gd name="connsiteX2396" fmla="*/ 922616 w 2676209"/>
                <a:gd name="connsiteY2396" fmla="*/ 1618861 h 2650669"/>
                <a:gd name="connsiteX2397" fmla="*/ 923741 w 2676209"/>
                <a:gd name="connsiteY2397" fmla="*/ 1623326 h 2650669"/>
                <a:gd name="connsiteX2398" fmla="*/ 1434751 w 2676209"/>
                <a:gd name="connsiteY2398" fmla="*/ 1630437 h 2650669"/>
                <a:gd name="connsiteX2399" fmla="*/ 1435974 w 2676209"/>
                <a:gd name="connsiteY2399" fmla="*/ 1625840 h 2650669"/>
                <a:gd name="connsiteX2400" fmla="*/ 1433825 w 2676209"/>
                <a:gd name="connsiteY2400" fmla="*/ 1624616 h 2650669"/>
                <a:gd name="connsiteX2401" fmla="*/ 1432700 w 2676209"/>
                <a:gd name="connsiteY2401" fmla="*/ 1629081 h 2650669"/>
                <a:gd name="connsiteX2402" fmla="*/ 1434751 w 2676209"/>
                <a:gd name="connsiteY2402" fmla="*/ 1630437 h 2650669"/>
                <a:gd name="connsiteX2403" fmla="*/ 1180354 w 2676209"/>
                <a:gd name="connsiteY2403" fmla="*/ 1643699 h 2650669"/>
                <a:gd name="connsiteX2404" fmla="*/ 1177509 w 2676209"/>
                <a:gd name="connsiteY2404" fmla="*/ 1641450 h 2650669"/>
                <a:gd name="connsiteX2405" fmla="*/ 1174731 w 2676209"/>
                <a:gd name="connsiteY2405" fmla="*/ 1642641 h 2650669"/>
                <a:gd name="connsiteX2406" fmla="*/ 1177609 w 2676209"/>
                <a:gd name="connsiteY2406" fmla="*/ 1644923 h 2650669"/>
                <a:gd name="connsiteX2407" fmla="*/ 1180354 w 2676209"/>
                <a:gd name="connsiteY2407" fmla="*/ 1643699 h 2650669"/>
                <a:gd name="connsiteX2408" fmla="*/ 1428566 w 2676209"/>
                <a:gd name="connsiteY2408" fmla="*/ 1552815 h 2650669"/>
                <a:gd name="connsiteX2409" fmla="*/ 1427210 w 2676209"/>
                <a:gd name="connsiteY2409" fmla="*/ 1550731 h 2650669"/>
                <a:gd name="connsiteX2410" fmla="*/ 1422745 w 2676209"/>
                <a:gd name="connsiteY2410" fmla="*/ 1551855 h 2650669"/>
                <a:gd name="connsiteX2411" fmla="*/ 1423969 w 2676209"/>
                <a:gd name="connsiteY2411" fmla="*/ 1554005 h 2650669"/>
                <a:gd name="connsiteX2412" fmla="*/ 1428566 w 2676209"/>
                <a:gd name="connsiteY2412" fmla="*/ 1552815 h 2650669"/>
                <a:gd name="connsiteX2413" fmla="*/ 1346975 w 2676209"/>
                <a:gd name="connsiteY2413" fmla="*/ 1564588 h 2650669"/>
                <a:gd name="connsiteX2414" fmla="*/ 1345355 w 2676209"/>
                <a:gd name="connsiteY2414" fmla="*/ 1567234 h 2650669"/>
                <a:gd name="connsiteX2415" fmla="*/ 1346975 w 2676209"/>
                <a:gd name="connsiteY2415" fmla="*/ 1571567 h 2650669"/>
                <a:gd name="connsiteX2416" fmla="*/ 1348563 w 2676209"/>
                <a:gd name="connsiteY2416" fmla="*/ 1569186 h 2650669"/>
                <a:gd name="connsiteX2417" fmla="*/ 1346975 w 2676209"/>
                <a:gd name="connsiteY2417" fmla="*/ 1564588 h 2650669"/>
                <a:gd name="connsiteX2418" fmla="*/ 28259 w 2676209"/>
                <a:gd name="connsiteY2418" fmla="*/ 1581191 h 2650669"/>
                <a:gd name="connsiteX2419" fmla="*/ 29879 w 2676209"/>
                <a:gd name="connsiteY2419" fmla="*/ 1585557 h 2650669"/>
                <a:gd name="connsiteX2420" fmla="*/ 31467 w 2676209"/>
                <a:gd name="connsiteY2420" fmla="*/ 1583142 h 2650669"/>
                <a:gd name="connsiteX2421" fmla="*/ 29879 w 2676209"/>
                <a:gd name="connsiteY2421" fmla="*/ 1578578 h 2650669"/>
                <a:gd name="connsiteX2422" fmla="*/ 28259 w 2676209"/>
                <a:gd name="connsiteY2422" fmla="*/ 1581191 h 2650669"/>
                <a:gd name="connsiteX2423" fmla="*/ 853858 w 2676209"/>
                <a:gd name="connsiteY2423" fmla="*/ 1588368 h 2650669"/>
                <a:gd name="connsiteX2424" fmla="*/ 856140 w 2676209"/>
                <a:gd name="connsiteY2424" fmla="*/ 1585491 h 2650669"/>
                <a:gd name="connsiteX2425" fmla="*/ 854916 w 2676209"/>
                <a:gd name="connsiteY2425" fmla="*/ 1582745 h 2650669"/>
                <a:gd name="connsiteX2426" fmla="*/ 852667 w 2676209"/>
                <a:gd name="connsiteY2426" fmla="*/ 1585590 h 2650669"/>
                <a:gd name="connsiteX2427" fmla="*/ 853858 w 2676209"/>
                <a:gd name="connsiteY2427" fmla="*/ 1588368 h 2650669"/>
                <a:gd name="connsiteX2428" fmla="*/ 1116391 w 2676209"/>
                <a:gd name="connsiteY2428" fmla="*/ 1589029 h 2650669"/>
                <a:gd name="connsiteX2429" fmla="*/ 1118044 w 2676209"/>
                <a:gd name="connsiteY2429" fmla="*/ 1586417 h 2650669"/>
                <a:gd name="connsiteX2430" fmla="*/ 1116391 w 2676209"/>
                <a:gd name="connsiteY2430" fmla="*/ 1582051 h 2650669"/>
                <a:gd name="connsiteX2431" fmla="*/ 1114803 w 2676209"/>
                <a:gd name="connsiteY2431" fmla="*/ 1584465 h 2650669"/>
                <a:gd name="connsiteX2432" fmla="*/ 1116391 w 2676209"/>
                <a:gd name="connsiteY2432" fmla="*/ 1589029 h 2650669"/>
                <a:gd name="connsiteX2433" fmla="*/ 452088 w 2676209"/>
                <a:gd name="connsiteY2433" fmla="*/ 2175048 h 2650669"/>
                <a:gd name="connsiteX2434" fmla="*/ 454370 w 2676209"/>
                <a:gd name="connsiteY2434" fmla="*/ 2172171 h 2650669"/>
                <a:gd name="connsiteX2435" fmla="*/ 453146 w 2676209"/>
                <a:gd name="connsiteY2435" fmla="*/ 2169426 h 2650669"/>
                <a:gd name="connsiteX2436" fmla="*/ 450897 w 2676209"/>
                <a:gd name="connsiteY2436" fmla="*/ 2172303 h 2650669"/>
                <a:gd name="connsiteX2437" fmla="*/ 452088 w 2676209"/>
                <a:gd name="connsiteY2437" fmla="*/ 2175048 h 2650669"/>
                <a:gd name="connsiteX2438" fmla="*/ 1366190 w 2676209"/>
                <a:gd name="connsiteY2438" fmla="*/ 2191453 h 2650669"/>
                <a:gd name="connsiteX2439" fmla="*/ 1363578 w 2676209"/>
                <a:gd name="connsiteY2439" fmla="*/ 2189799 h 2650669"/>
                <a:gd name="connsiteX2440" fmla="*/ 1359212 w 2676209"/>
                <a:gd name="connsiteY2440" fmla="*/ 2191453 h 2650669"/>
                <a:gd name="connsiteX2441" fmla="*/ 1361626 w 2676209"/>
                <a:gd name="connsiteY2441" fmla="*/ 2193040 h 2650669"/>
                <a:gd name="connsiteX2442" fmla="*/ 1366190 w 2676209"/>
                <a:gd name="connsiteY2442" fmla="*/ 2191453 h 2650669"/>
                <a:gd name="connsiteX2443" fmla="*/ 166140 w 2676209"/>
                <a:gd name="connsiteY2443" fmla="*/ 2105893 h 2650669"/>
                <a:gd name="connsiteX2444" fmla="*/ 167760 w 2676209"/>
                <a:gd name="connsiteY2444" fmla="*/ 2103247 h 2650669"/>
                <a:gd name="connsiteX2445" fmla="*/ 166437 w 2676209"/>
                <a:gd name="connsiteY2445" fmla="*/ 2098418 h 2650669"/>
                <a:gd name="connsiteX2446" fmla="*/ 164519 w 2676209"/>
                <a:gd name="connsiteY2446" fmla="*/ 2101527 h 2650669"/>
                <a:gd name="connsiteX2447" fmla="*/ 166140 w 2676209"/>
                <a:gd name="connsiteY2447" fmla="*/ 2105893 h 2650669"/>
                <a:gd name="connsiteX2448" fmla="*/ 1417916 w 2676209"/>
                <a:gd name="connsiteY2448" fmla="*/ 2129110 h 2650669"/>
                <a:gd name="connsiteX2449" fmla="*/ 1415072 w 2676209"/>
                <a:gd name="connsiteY2449" fmla="*/ 2126894 h 2650669"/>
                <a:gd name="connsiteX2450" fmla="*/ 1412294 w 2676209"/>
                <a:gd name="connsiteY2450" fmla="*/ 2128052 h 2650669"/>
                <a:gd name="connsiteX2451" fmla="*/ 1415171 w 2676209"/>
                <a:gd name="connsiteY2451" fmla="*/ 2130334 h 2650669"/>
                <a:gd name="connsiteX2452" fmla="*/ 1417916 w 2676209"/>
                <a:gd name="connsiteY2452" fmla="*/ 2129110 h 2650669"/>
                <a:gd name="connsiteX2453" fmla="*/ 1380246 w 2676209"/>
                <a:gd name="connsiteY2453" fmla="*/ 2273506 h 2650669"/>
                <a:gd name="connsiteX2454" fmla="*/ 1382991 w 2676209"/>
                <a:gd name="connsiteY2454" fmla="*/ 2272283 h 2650669"/>
                <a:gd name="connsiteX2455" fmla="*/ 1380114 w 2676209"/>
                <a:gd name="connsiteY2455" fmla="*/ 2270067 h 2650669"/>
                <a:gd name="connsiteX2456" fmla="*/ 1377369 w 2676209"/>
                <a:gd name="connsiteY2456" fmla="*/ 2271224 h 2650669"/>
                <a:gd name="connsiteX2457" fmla="*/ 1380246 w 2676209"/>
                <a:gd name="connsiteY2457" fmla="*/ 2273506 h 2650669"/>
                <a:gd name="connsiteX2458" fmla="*/ 388026 w 2676209"/>
                <a:gd name="connsiteY2458" fmla="*/ 2287463 h 2650669"/>
                <a:gd name="connsiteX2459" fmla="*/ 390771 w 2676209"/>
                <a:gd name="connsiteY2459" fmla="*/ 2286273 h 2650669"/>
                <a:gd name="connsiteX2460" fmla="*/ 387927 w 2676209"/>
                <a:gd name="connsiteY2460" fmla="*/ 2284024 h 2650669"/>
                <a:gd name="connsiteX2461" fmla="*/ 385182 w 2676209"/>
                <a:gd name="connsiteY2461" fmla="*/ 2285181 h 2650669"/>
                <a:gd name="connsiteX2462" fmla="*/ 388026 w 2676209"/>
                <a:gd name="connsiteY2462" fmla="*/ 2287463 h 2650669"/>
                <a:gd name="connsiteX2463" fmla="*/ 1425556 w 2676209"/>
                <a:gd name="connsiteY2463" fmla="*/ 2284024 h 2650669"/>
                <a:gd name="connsiteX2464" fmla="*/ 1422778 w 2676209"/>
                <a:gd name="connsiteY2464" fmla="*/ 2285214 h 2650669"/>
                <a:gd name="connsiteX2465" fmla="*/ 1425656 w 2676209"/>
                <a:gd name="connsiteY2465" fmla="*/ 2287463 h 2650669"/>
                <a:gd name="connsiteX2466" fmla="*/ 1428401 w 2676209"/>
                <a:gd name="connsiteY2466" fmla="*/ 2286273 h 2650669"/>
                <a:gd name="connsiteX2467" fmla="*/ 1425556 w 2676209"/>
                <a:gd name="connsiteY2467" fmla="*/ 2284024 h 2650669"/>
                <a:gd name="connsiteX2468" fmla="*/ 1368472 w 2676209"/>
                <a:gd name="connsiteY2468" fmla="*/ 2309126 h 2650669"/>
                <a:gd name="connsiteX2469" fmla="*/ 1366257 w 2676209"/>
                <a:gd name="connsiteY2469" fmla="*/ 2311970 h 2650669"/>
                <a:gd name="connsiteX2470" fmla="*/ 1367414 w 2676209"/>
                <a:gd name="connsiteY2470" fmla="*/ 2314715 h 2650669"/>
                <a:gd name="connsiteX2471" fmla="*/ 1369696 w 2676209"/>
                <a:gd name="connsiteY2471" fmla="*/ 2311871 h 2650669"/>
                <a:gd name="connsiteX2472" fmla="*/ 1368472 w 2676209"/>
                <a:gd name="connsiteY2472" fmla="*/ 2309126 h 2650669"/>
                <a:gd name="connsiteX2473" fmla="*/ 1366257 w 2676209"/>
                <a:gd name="connsiteY2473" fmla="*/ 2231603 h 2650669"/>
                <a:gd name="connsiteX2474" fmla="*/ 1369002 w 2676209"/>
                <a:gd name="connsiteY2474" fmla="*/ 2230379 h 2650669"/>
                <a:gd name="connsiteX2475" fmla="*/ 1366157 w 2676209"/>
                <a:gd name="connsiteY2475" fmla="*/ 2228164 h 2650669"/>
                <a:gd name="connsiteX2476" fmla="*/ 1363379 w 2676209"/>
                <a:gd name="connsiteY2476" fmla="*/ 2229321 h 2650669"/>
                <a:gd name="connsiteX2477" fmla="*/ 1366257 w 2676209"/>
                <a:gd name="connsiteY2477" fmla="*/ 2231603 h 2650669"/>
                <a:gd name="connsiteX2478" fmla="*/ 641397 w 2676209"/>
                <a:gd name="connsiteY2478" fmla="*/ 2032438 h 2650669"/>
                <a:gd name="connsiteX2479" fmla="*/ 645995 w 2676209"/>
                <a:gd name="connsiteY2479" fmla="*/ 2031247 h 2650669"/>
                <a:gd name="connsiteX2480" fmla="*/ 644639 w 2676209"/>
                <a:gd name="connsiteY2480" fmla="*/ 2029164 h 2650669"/>
                <a:gd name="connsiteX2481" fmla="*/ 640174 w 2676209"/>
                <a:gd name="connsiteY2481" fmla="*/ 2030288 h 2650669"/>
                <a:gd name="connsiteX2482" fmla="*/ 641397 w 2676209"/>
                <a:gd name="connsiteY2482" fmla="*/ 2032438 h 2650669"/>
                <a:gd name="connsiteX2483" fmla="*/ 318771 w 2676209"/>
                <a:gd name="connsiteY2483" fmla="*/ 2038325 h 2650669"/>
                <a:gd name="connsiteX2484" fmla="*/ 321549 w 2676209"/>
                <a:gd name="connsiteY2484" fmla="*/ 2039482 h 2650669"/>
                <a:gd name="connsiteX2485" fmla="*/ 324394 w 2676209"/>
                <a:gd name="connsiteY2485" fmla="*/ 2037267 h 2650669"/>
                <a:gd name="connsiteX2486" fmla="*/ 323666 w 2676209"/>
                <a:gd name="connsiteY2486" fmla="*/ 2036704 h 2650669"/>
                <a:gd name="connsiteX2487" fmla="*/ 318837 w 2676209"/>
                <a:gd name="connsiteY2487" fmla="*/ 2037498 h 2650669"/>
                <a:gd name="connsiteX2488" fmla="*/ 318771 w 2676209"/>
                <a:gd name="connsiteY2488" fmla="*/ 2038325 h 2650669"/>
                <a:gd name="connsiteX2489" fmla="*/ 650063 w 2676209"/>
                <a:gd name="connsiteY2489" fmla="*/ 2050000 h 2650669"/>
                <a:gd name="connsiteX2490" fmla="*/ 652808 w 2676209"/>
                <a:gd name="connsiteY2490" fmla="*/ 2048809 h 2650669"/>
                <a:gd name="connsiteX2491" fmla="*/ 649963 w 2676209"/>
                <a:gd name="connsiteY2491" fmla="*/ 2046560 h 2650669"/>
                <a:gd name="connsiteX2492" fmla="*/ 647185 w 2676209"/>
                <a:gd name="connsiteY2492" fmla="*/ 2047718 h 2650669"/>
                <a:gd name="connsiteX2493" fmla="*/ 650063 w 2676209"/>
                <a:gd name="connsiteY2493" fmla="*/ 2050000 h 2650669"/>
                <a:gd name="connsiteX2494" fmla="*/ 638851 w 2676209"/>
                <a:gd name="connsiteY2494" fmla="*/ 2051223 h 2650669"/>
                <a:gd name="connsiteX2495" fmla="*/ 636106 w 2676209"/>
                <a:gd name="connsiteY2495" fmla="*/ 2050000 h 2650669"/>
                <a:gd name="connsiteX2496" fmla="*/ 633228 w 2676209"/>
                <a:gd name="connsiteY2496" fmla="*/ 2052282 h 2650669"/>
                <a:gd name="connsiteX2497" fmla="*/ 635973 w 2676209"/>
                <a:gd name="connsiteY2497" fmla="*/ 2053472 h 2650669"/>
                <a:gd name="connsiteX2498" fmla="*/ 638851 w 2676209"/>
                <a:gd name="connsiteY2498" fmla="*/ 2051223 h 2650669"/>
                <a:gd name="connsiteX2499" fmla="*/ 1432072 w 2676209"/>
                <a:gd name="connsiteY2499" fmla="*/ 2059194 h 2650669"/>
                <a:gd name="connsiteX2500" fmla="*/ 1430716 w 2676209"/>
                <a:gd name="connsiteY2500" fmla="*/ 2057110 h 2650669"/>
                <a:gd name="connsiteX2501" fmla="*/ 1426251 w 2676209"/>
                <a:gd name="connsiteY2501" fmla="*/ 2058235 h 2650669"/>
                <a:gd name="connsiteX2502" fmla="*/ 1427475 w 2676209"/>
                <a:gd name="connsiteY2502" fmla="*/ 2060385 h 2650669"/>
                <a:gd name="connsiteX2503" fmla="*/ 1432072 w 2676209"/>
                <a:gd name="connsiteY2503" fmla="*/ 2059194 h 2650669"/>
                <a:gd name="connsiteX2504" fmla="*/ 654428 w 2676209"/>
                <a:gd name="connsiteY2504" fmla="*/ 2065180 h 2650669"/>
                <a:gd name="connsiteX2505" fmla="*/ 654560 w 2676209"/>
                <a:gd name="connsiteY2505" fmla="*/ 2064916 h 2650669"/>
                <a:gd name="connsiteX2506" fmla="*/ 654428 w 2676209"/>
                <a:gd name="connsiteY2506" fmla="*/ 2065180 h 2650669"/>
                <a:gd name="connsiteX2507" fmla="*/ 710057 w 2676209"/>
                <a:gd name="connsiteY2507" fmla="*/ 1991891 h 2650669"/>
                <a:gd name="connsiteX2508" fmla="*/ 711281 w 2676209"/>
                <a:gd name="connsiteY2508" fmla="*/ 1994007 h 2650669"/>
                <a:gd name="connsiteX2509" fmla="*/ 715878 w 2676209"/>
                <a:gd name="connsiteY2509" fmla="*/ 1992817 h 2650669"/>
                <a:gd name="connsiteX2510" fmla="*/ 714522 w 2676209"/>
                <a:gd name="connsiteY2510" fmla="*/ 1990766 h 2650669"/>
                <a:gd name="connsiteX2511" fmla="*/ 710057 w 2676209"/>
                <a:gd name="connsiteY2511" fmla="*/ 1991891 h 2650669"/>
                <a:gd name="connsiteX2512" fmla="*/ 1359874 w 2676209"/>
                <a:gd name="connsiteY2512" fmla="*/ 2023310 h 2650669"/>
                <a:gd name="connsiteX2513" fmla="*/ 1361097 w 2676209"/>
                <a:gd name="connsiteY2513" fmla="*/ 2025460 h 2650669"/>
                <a:gd name="connsiteX2514" fmla="*/ 1365694 w 2676209"/>
                <a:gd name="connsiteY2514" fmla="*/ 2024269 h 2650669"/>
                <a:gd name="connsiteX2515" fmla="*/ 1364338 w 2676209"/>
                <a:gd name="connsiteY2515" fmla="*/ 2022185 h 2650669"/>
                <a:gd name="connsiteX2516" fmla="*/ 1359874 w 2676209"/>
                <a:gd name="connsiteY2516" fmla="*/ 2023310 h 2650669"/>
                <a:gd name="connsiteX2517" fmla="*/ 1965505 w 2676209"/>
                <a:gd name="connsiteY2517" fmla="*/ 352698 h 2650669"/>
                <a:gd name="connsiteX2518" fmla="*/ 1970102 w 2676209"/>
                <a:gd name="connsiteY2518" fmla="*/ 351507 h 2650669"/>
                <a:gd name="connsiteX2519" fmla="*/ 1968746 w 2676209"/>
                <a:gd name="connsiteY2519" fmla="*/ 349423 h 2650669"/>
                <a:gd name="connsiteX2520" fmla="*/ 1964281 w 2676209"/>
                <a:gd name="connsiteY2520" fmla="*/ 350548 h 2650669"/>
                <a:gd name="connsiteX2521" fmla="*/ 1965505 w 2676209"/>
                <a:gd name="connsiteY2521" fmla="*/ 352698 h 2650669"/>
                <a:gd name="connsiteX2522" fmla="*/ 1782645 w 2676209"/>
                <a:gd name="connsiteY2522" fmla="*/ 853388 h 2650669"/>
                <a:gd name="connsiteX2523" fmla="*/ 1785489 w 2676209"/>
                <a:gd name="connsiteY2523" fmla="*/ 855670 h 2650669"/>
                <a:gd name="connsiteX2524" fmla="*/ 1788234 w 2676209"/>
                <a:gd name="connsiteY2524" fmla="*/ 854480 h 2650669"/>
                <a:gd name="connsiteX2525" fmla="*/ 1785390 w 2676209"/>
                <a:gd name="connsiteY2525" fmla="*/ 852231 h 2650669"/>
                <a:gd name="connsiteX2526" fmla="*/ 1782645 w 2676209"/>
                <a:gd name="connsiteY2526" fmla="*/ 853388 h 2650669"/>
                <a:gd name="connsiteX2527" fmla="*/ 1710777 w 2676209"/>
                <a:gd name="connsiteY2527" fmla="*/ 855174 h 2650669"/>
                <a:gd name="connsiteX2528" fmla="*/ 1711968 w 2676209"/>
                <a:gd name="connsiteY2528" fmla="*/ 850577 h 2650669"/>
                <a:gd name="connsiteX2529" fmla="*/ 1709818 w 2676209"/>
                <a:gd name="connsiteY2529" fmla="*/ 849354 h 2650669"/>
                <a:gd name="connsiteX2530" fmla="*/ 1708694 w 2676209"/>
                <a:gd name="connsiteY2530" fmla="*/ 853818 h 2650669"/>
                <a:gd name="connsiteX2531" fmla="*/ 1710777 w 2676209"/>
                <a:gd name="connsiteY2531" fmla="*/ 855174 h 2650669"/>
                <a:gd name="connsiteX2532" fmla="*/ 1095555 w 2676209"/>
                <a:gd name="connsiteY2532" fmla="*/ 852066 h 2650669"/>
                <a:gd name="connsiteX2533" fmla="*/ 1100185 w 2676209"/>
                <a:gd name="connsiteY2533" fmla="*/ 850875 h 2650669"/>
                <a:gd name="connsiteX2534" fmla="*/ 1098796 w 2676209"/>
                <a:gd name="connsiteY2534" fmla="*/ 848824 h 2650669"/>
                <a:gd name="connsiteX2535" fmla="*/ 1094364 w 2676209"/>
                <a:gd name="connsiteY2535" fmla="*/ 849916 h 2650669"/>
                <a:gd name="connsiteX2536" fmla="*/ 1094364 w 2676209"/>
                <a:gd name="connsiteY2536" fmla="*/ 849982 h 2650669"/>
                <a:gd name="connsiteX2537" fmla="*/ 1095555 w 2676209"/>
                <a:gd name="connsiteY2537" fmla="*/ 852066 h 2650669"/>
                <a:gd name="connsiteX2538" fmla="*/ 2093299 w 2676209"/>
                <a:gd name="connsiteY2538" fmla="*/ 485783 h 2650669"/>
                <a:gd name="connsiteX2539" fmla="*/ 2096374 w 2676209"/>
                <a:gd name="connsiteY2539" fmla="*/ 483766 h 2650669"/>
                <a:gd name="connsiteX2540" fmla="*/ 2092009 w 2676209"/>
                <a:gd name="connsiteY2540" fmla="*/ 482145 h 2650669"/>
                <a:gd name="connsiteX2541" fmla="*/ 2089396 w 2676209"/>
                <a:gd name="connsiteY2541" fmla="*/ 483766 h 2650669"/>
                <a:gd name="connsiteX2542" fmla="*/ 2093299 w 2676209"/>
                <a:gd name="connsiteY2542" fmla="*/ 485783 h 2650669"/>
                <a:gd name="connsiteX2543" fmla="*/ 2151077 w 2676209"/>
                <a:gd name="connsiteY2543" fmla="*/ 481351 h 2650669"/>
                <a:gd name="connsiteX2544" fmla="*/ 2151441 w 2676209"/>
                <a:gd name="connsiteY2544" fmla="*/ 480954 h 2650669"/>
                <a:gd name="connsiteX2545" fmla="*/ 2149853 w 2676209"/>
                <a:gd name="connsiteY2545" fmla="*/ 481285 h 2650669"/>
                <a:gd name="connsiteX2546" fmla="*/ 2151077 w 2676209"/>
                <a:gd name="connsiteY2546" fmla="*/ 481351 h 2650669"/>
                <a:gd name="connsiteX2547" fmla="*/ 1640762 w 2676209"/>
                <a:gd name="connsiteY2547" fmla="*/ 827261 h 2650669"/>
                <a:gd name="connsiteX2548" fmla="*/ 1638810 w 2676209"/>
                <a:gd name="connsiteY2548" fmla="*/ 830370 h 2650669"/>
                <a:gd name="connsiteX2549" fmla="*/ 1640464 w 2676209"/>
                <a:gd name="connsiteY2549" fmla="*/ 834735 h 2650669"/>
                <a:gd name="connsiteX2550" fmla="*/ 1642085 w 2676209"/>
                <a:gd name="connsiteY2550" fmla="*/ 832089 h 2650669"/>
                <a:gd name="connsiteX2551" fmla="*/ 1640762 w 2676209"/>
                <a:gd name="connsiteY2551" fmla="*/ 827261 h 2650669"/>
                <a:gd name="connsiteX2552" fmla="*/ 950497 w 2676209"/>
                <a:gd name="connsiteY2552" fmla="*/ 132862 h 2650669"/>
                <a:gd name="connsiteX2553" fmla="*/ 951688 w 2676209"/>
                <a:gd name="connsiteY2553" fmla="*/ 135607 h 2650669"/>
                <a:gd name="connsiteX2554" fmla="*/ 953507 w 2676209"/>
                <a:gd name="connsiteY2554" fmla="*/ 135045 h 2650669"/>
                <a:gd name="connsiteX2555" fmla="*/ 950464 w 2676209"/>
                <a:gd name="connsiteY2555" fmla="*/ 132002 h 2650669"/>
                <a:gd name="connsiteX2556" fmla="*/ 950497 w 2676209"/>
                <a:gd name="connsiteY2556" fmla="*/ 132862 h 2650669"/>
                <a:gd name="connsiteX2557" fmla="*/ 1882293 w 2676209"/>
                <a:gd name="connsiteY2557" fmla="*/ 650519 h 2650669"/>
                <a:gd name="connsiteX2558" fmla="*/ 1880110 w 2676209"/>
                <a:gd name="connsiteY2558" fmla="*/ 651114 h 2650669"/>
                <a:gd name="connsiteX2559" fmla="*/ 1881731 w 2676209"/>
                <a:gd name="connsiteY2559" fmla="*/ 656671 h 2650669"/>
                <a:gd name="connsiteX2560" fmla="*/ 1883285 w 2676209"/>
                <a:gd name="connsiteY2560" fmla="*/ 654984 h 2650669"/>
                <a:gd name="connsiteX2561" fmla="*/ 1882293 w 2676209"/>
                <a:gd name="connsiteY2561" fmla="*/ 650519 h 2650669"/>
                <a:gd name="connsiteX2562" fmla="*/ 1446690 w 2676209"/>
                <a:gd name="connsiteY2562" fmla="*/ 891455 h 2650669"/>
                <a:gd name="connsiteX2563" fmla="*/ 1448310 w 2676209"/>
                <a:gd name="connsiteY2563" fmla="*/ 894101 h 2650669"/>
                <a:gd name="connsiteX2564" fmla="*/ 1450328 w 2676209"/>
                <a:gd name="connsiteY2564" fmla="*/ 890166 h 2650669"/>
                <a:gd name="connsiteX2565" fmla="*/ 1448310 w 2676209"/>
                <a:gd name="connsiteY2565" fmla="*/ 887123 h 2650669"/>
                <a:gd name="connsiteX2566" fmla="*/ 1446690 w 2676209"/>
                <a:gd name="connsiteY2566" fmla="*/ 891455 h 2650669"/>
                <a:gd name="connsiteX2567" fmla="*/ 1334870 w 2676209"/>
                <a:gd name="connsiteY2567" fmla="*/ 885502 h 2650669"/>
                <a:gd name="connsiteX2568" fmla="*/ 1335995 w 2676209"/>
                <a:gd name="connsiteY2568" fmla="*/ 889967 h 2650669"/>
                <a:gd name="connsiteX2569" fmla="*/ 1338145 w 2676209"/>
                <a:gd name="connsiteY2569" fmla="*/ 888743 h 2650669"/>
                <a:gd name="connsiteX2570" fmla="*/ 1336954 w 2676209"/>
                <a:gd name="connsiteY2570" fmla="*/ 884113 h 2650669"/>
                <a:gd name="connsiteX2571" fmla="*/ 1334870 w 2676209"/>
                <a:gd name="connsiteY2571" fmla="*/ 885502 h 2650669"/>
                <a:gd name="connsiteX2572" fmla="*/ 1079614 w 2676209"/>
                <a:gd name="connsiteY2572" fmla="*/ 309041 h 2650669"/>
                <a:gd name="connsiteX2573" fmla="*/ 1078423 w 2676209"/>
                <a:gd name="connsiteY2573" fmla="*/ 304411 h 2650669"/>
                <a:gd name="connsiteX2574" fmla="*/ 1076339 w 2676209"/>
                <a:gd name="connsiteY2574" fmla="*/ 305800 h 2650669"/>
                <a:gd name="connsiteX2575" fmla="*/ 1077464 w 2676209"/>
                <a:gd name="connsiteY2575" fmla="*/ 310265 h 2650669"/>
                <a:gd name="connsiteX2576" fmla="*/ 1079614 w 2676209"/>
                <a:gd name="connsiteY2576" fmla="*/ 309041 h 2650669"/>
                <a:gd name="connsiteX2577" fmla="*/ 1491107 w 2676209"/>
                <a:gd name="connsiteY2577" fmla="*/ 897475 h 2650669"/>
                <a:gd name="connsiteX2578" fmla="*/ 1495472 w 2676209"/>
                <a:gd name="connsiteY2578" fmla="*/ 895854 h 2650669"/>
                <a:gd name="connsiteX2579" fmla="*/ 1493058 w 2676209"/>
                <a:gd name="connsiteY2579" fmla="*/ 894267 h 2650669"/>
                <a:gd name="connsiteX2580" fmla="*/ 1488494 w 2676209"/>
                <a:gd name="connsiteY2580" fmla="*/ 895854 h 2650669"/>
                <a:gd name="connsiteX2581" fmla="*/ 1491107 w 2676209"/>
                <a:gd name="connsiteY2581" fmla="*/ 897475 h 2650669"/>
                <a:gd name="connsiteX2582" fmla="*/ 2021133 w 2676209"/>
                <a:gd name="connsiteY2582" fmla="*/ 516838 h 2650669"/>
                <a:gd name="connsiteX2583" fmla="*/ 2022489 w 2676209"/>
                <a:gd name="connsiteY2583" fmla="*/ 514755 h 2650669"/>
                <a:gd name="connsiteX2584" fmla="*/ 2017892 w 2676209"/>
                <a:gd name="connsiteY2584" fmla="*/ 513564 h 2650669"/>
                <a:gd name="connsiteX2585" fmla="*/ 2016669 w 2676209"/>
                <a:gd name="connsiteY2585" fmla="*/ 515714 h 2650669"/>
                <a:gd name="connsiteX2586" fmla="*/ 2021133 w 2676209"/>
                <a:gd name="connsiteY2586" fmla="*/ 516838 h 2650669"/>
                <a:gd name="connsiteX2587" fmla="*/ 2002083 w 2676209"/>
                <a:gd name="connsiteY2587" fmla="*/ 517004 h 2650669"/>
                <a:gd name="connsiteX2588" fmla="*/ 2003274 w 2676209"/>
                <a:gd name="connsiteY2588" fmla="*/ 519749 h 2650669"/>
                <a:gd name="connsiteX2589" fmla="*/ 2005556 w 2676209"/>
                <a:gd name="connsiteY2589" fmla="*/ 516871 h 2650669"/>
                <a:gd name="connsiteX2590" fmla="*/ 2004332 w 2676209"/>
                <a:gd name="connsiteY2590" fmla="*/ 514126 h 2650669"/>
                <a:gd name="connsiteX2591" fmla="*/ 2002083 w 2676209"/>
                <a:gd name="connsiteY2591" fmla="*/ 517004 h 2650669"/>
                <a:gd name="connsiteX2592" fmla="*/ 1883219 w 2676209"/>
                <a:gd name="connsiteY2592" fmla="*/ 658258 h 2650669"/>
                <a:gd name="connsiteX2593" fmla="*/ 1885336 w 2676209"/>
                <a:gd name="connsiteY2593" fmla="*/ 663186 h 2650669"/>
                <a:gd name="connsiteX2594" fmla="*/ 1886328 w 2676209"/>
                <a:gd name="connsiteY2594" fmla="*/ 661466 h 2650669"/>
                <a:gd name="connsiteX2595" fmla="*/ 1884840 w 2676209"/>
                <a:gd name="connsiteY2595" fmla="*/ 656704 h 2650669"/>
                <a:gd name="connsiteX2596" fmla="*/ 1883219 w 2676209"/>
                <a:gd name="connsiteY2596" fmla="*/ 658258 h 2650669"/>
                <a:gd name="connsiteX2597" fmla="*/ 2081888 w 2676209"/>
                <a:gd name="connsiteY2597" fmla="*/ 452776 h 2650669"/>
                <a:gd name="connsiteX2598" fmla="*/ 2080532 w 2676209"/>
                <a:gd name="connsiteY2598" fmla="*/ 450693 h 2650669"/>
                <a:gd name="connsiteX2599" fmla="*/ 2076068 w 2676209"/>
                <a:gd name="connsiteY2599" fmla="*/ 451817 h 2650669"/>
                <a:gd name="connsiteX2600" fmla="*/ 2077291 w 2676209"/>
                <a:gd name="connsiteY2600" fmla="*/ 453967 h 2650669"/>
                <a:gd name="connsiteX2601" fmla="*/ 2081888 w 2676209"/>
                <a:gd name="connsiteY2601" fmla="*/ 452776 h 2650669"/>
                <a:gd name="connsiteX2602" fmla="*/ 1231154 w 2676209"/>
                <a:gd name="connsiteY2602" fmla="*/ 781653 h 2650669"/>
                <a:gd name="connsiteX2603" fmla="*/ 1233436 w 2676209"/>
                <a:gd name="connsiteY2603" fmla="*/ 778809 h 2650669"/>
                <a:gd name="connsiteX2604" fmla="*/ 1232212 w 2676209"/>
                <a:gd name="connsiteY2604" fmla="*/ 776064 h 2650669"/>
                <a:gd name="connsiteX2605" fmla="*/ 1229996 w 2676209"/>
                <a:gd name="connsiteY2605" fmla="*/ 778908 h 2650669"/>
                <a:gd name="connsiteX2606" fmla="*/ 1231154 w 2676209"/>
                <a:gd name="connsiteY2606" fmla="*/ 781653 h 2650669"/>
                <a:gd name="connsiteX2607" fmla="*/ 1321641 w 2676209"/>
                <a:gd name="connsiteY2607" fmla="*/ 771996 h 2650669"/>
                <a:gd name="connsiteX2608" fmla="*/ 1317276 w 2676209"/>
                <a:gd name="connsiteY2608" fmla="*/ 773617 h 2650669"/>
                <a:gd name="connsiteX2609" fmla="*/ 1319921 w 2676209"/>
                <a:gd name="connsiteY2609" fmla="*/ 775270 h 2650669"/>
                <a:gd name="connsiteX2610" fmla="*/ 1324750 w 2676209"/>
                <a:gd name="connsiteY2610" fmla="*/ 773947 h 2650669"/>
                <a:gd name="connsiteX2611" fmla="*/ 1321641 w 2676209"/>
                <a:gd name="connsiteY2611" fmla="*/ 771996 h 2650669"/>
                <a:gd name="connsiteX2612" fmla="*/ 1883914 w 2676209"/>
                <a:gd name="connsiteY2612" fmla="*/ 797561 h 2650669"/>
                <a:gd name="connsiteX2613" fmla="*/ 1885138 w 2676209"/>
                <a:gd name="connsiteY2613" fmla="*/ 799678 h 2650669"/>
                <a:gd name="connsiteX2614" fmla="*/ 1886196 w 2676209"/>
                <a:gd name="connsiteY2614" fmla="*/ 799810 h 2650669"/>
                <a:gd name="connsiteX2615" fmla="*/ 1887783 w 2676209"/>
                <a:gd name="connsiteY2615" fmla="*/ 796338 h 2650669"/>
                <a:gd name="connsiteX2616" fmla="*/ 1883914 w 2676209"/>
                <a:gd name="connsiteY2616" fmla="*/ 797561 h 2650669"/>
                <a:gd name="connsiteX2617" fmla="*/ 2347232 w 2676209"/>
                <a:gd name="connsiteY2617" fmla="*/ 455290 h 2650669"/>
                <a:gd name="connsiteX2618" fmla="*/ 2344487 w 2676209"/>
                <a:gd name="connsiteY2618" fmla="*/ 454066 h 2650669"/>
                <a:gd name="connsiteX2619" fmla="*/ 2341610 w 2676209"/>
                <a:gd name="connsiteY2619" fmla="*/ 456348 h 2650669"/>
                <a:gd name="connsiteX2620" fmla="*/ 2344388 w 2676209"/>
                <a:gd name="connsiteY2620" fmla="*/ 457539 h 2650669"/>
                <a:gd name="connsiteX2621" fmla="*/ 2347232 w 2676209"/>
                <a:gd name="connsiteY2621" fmla="*/ 455290 h 2650669"/>
                <a:gd name="connsiteX2622" fmla="*/ 1940369 w 2676209"/>
                <a:gd name="connsiteY2622" fmla="*/ 454761 h 2650669"/>
                <a:gd name="connsiteX2623" fmla="*/ 1939212 w 2676209"/>
                <a:gd name="connsiteY2623" fmla="*/ 457539 h 2650669"/>
                <a:gd name="connsiteX2624" fmla="*/ 1941428 w 2676209"/>
                <a:gd name="connsiteY2624" fmla="*/ 460383 h 2650669"/>
                <a:gd name="connsiteX2625" fmla="*/ 1942651 w 2676209"/>
                <a:gd name="connsiteY2625" fmla="*/ 457638 h 2650669"/>
                <a:gd name="connsiteX2626" fmla="*/ 1940369 w 2676209"/>
                <a:gd name="connsiteY2626" fmla="*/ 454761 h 2650669"/>
                <a:gd name="connsiteX2627" fmla="*/ 1186274 w 2676209"/>
                <a:gd name="connsiteY2627" fmla="*/ 785854 h 2650669"/>
                <a:gd name="connsiteX2628" fmla="*/ 1184653 w 2676209"/>
                <a:gd name="connsiteY2628" fmla="*/ 788466 h 2650669"/>
                <a:gd name="connsiteX2629" fmla="*/ 1186274 w 2676209"/>
                <a:gd name="connsiteY2629" fmla="*/ 792832 h 2650669"/>
                <a:gd name="connsiteX2630" fmla="*/ 1187861 w 2676209"/>
                <a:gd name="connsiteY2630" fmla="*/ 790418 h 2650669"/>
                <a:gd name="connsiteX2631" fmla="*/ 1186274 w 2676209"/>
                <a:gd name="connsiteY2631" fmla="*/ 785854 h 2650669"/>
                <a:gd name="connsiteX2632" fmla="*/ 1740708 w 2676209"/>
                <a:gd name="connsiteY2632" fmla="*/ 755625 h 2650669"/>
                <a:gd name="connsiteX2633" fmla="*/ 1743585 w 2676209"/>
                <a:gd name="connsiteY2633" fmla="*/ 757907 h 2650669"/>
                <a:gd name="connsiteX2634" fmla="*/ 1746331 w 2676209"/>
                <a:gd name="connsiteY2634" fmla="*/ 756683 h 2650669"/>
                <a:gd name="connsiteX2635" fmla="*/ 1743453 w 2676209"/>
                <a:gd name="connsiteY2635" fmla="*/ 754434 h 2650669"/>
                <a:gd name="connsiteX2636" fmla="*/ 1740708 w 2676209"/>
                <a:gd name="connsiteY2636" fmla="*/ 755625 h 2650669"/>
                <a:gd name="connsiteX2637" fmla="*/ 1533771 w 2676209"/>
                <a:gd name="connsiteY2637" fmla="*/ 773484 h 2650669"/>
                <a:gd name="connsiteX2638" fmla="*/ 1532580 w 2676209"/>
                <a:gd name="connsiteY2638" fmla="*/ 768887 h 2650669"/>
                <a:gd name="connsiteX2639" fmla="*/ 1530530 w 2676209"/>
                <a:gd name="connsiteY2639" fmla="*/ 770243 h 2650669"/>
                <a:gd name="connsiteX2640" fmla="*/ 1531621 w 2676209"/>
                <a:gd name="connsiteY2640" fmla="*/ 774708 h 2650669"/>
                <a:gd name="connsiteX2641" fmla="*/ 1533771 w 2676209"/>
                <a:gd name="connsiteY2641" fmla="*/ 773484 h 2650669"/>
                <a:gd name="connsiteX2642" fmla="*/ 799717 w 2676209"/>
                <a:gd name="connsiteY2642" fmla="*/ 37413 h 2650669"/>
                <a:gd name="connsiteX2643" fmla="*/ 799023 w 2676209"/>
                <a:gd name="connsiteY2643" fmla="*/ 35661 h 2650669"/>
                <a:gd name="connsiteX2644" fmla="*/ 798725 w 2676209"/>
                <a:gd name="connsiteY2644" fmla="*/ 35627 h 2650669"/>
                <a:gd name="connsiteX2645" fmla="*/ 799717 w 2676209"/>
                <a:gd name="connsiteY2645" fmla="*/ 37413 h 2650669"/>
                <a:gd name="connsiteX2646" fmla="*/ 1283210 w 2676209"/>
                <a:gd name="connsiteY2646" fmla="*/ 765018 h 2650669"/>
                <a:gd name="connsiteX2647" fmla="*/ 1278878 w 2676209"/>
                <a:gd name="connsiteY2647" fmla="*/ 766638 h 2650669"/>
                <a:gd name="connsiteX2648" fmla="*/ 1281524 w 2676209"/>
                <a:gd name="connsiteY2648" fmla="*/ 768259 h 2650669"/>
                <a:gd name="connsiteX2649" fmla="*/ 1286352 w 2676209"/>
                <a:gd name="connsiteY2649" fmla="*/ 766936 h 2650669"/>
                <a:gd name="connsiteX2650" fmla="*/ 1283210 w 2676209"/>
                <a:gd name="connsiteY2650" fmla="*/ 765018 h 2650669"/>
                <a:gd name="connsiteX2651" fmla="*/ 1988127 w 2676209"/>
                <a:gd name="connsiteY2651" fmla="*/ 94398 h 2650669"/>
                <a:gd name="connsiteX2652" fmla="*/ 1985282 w 2676209"/>
                <a:gd name="connsiteY2652" fmla="*/ 96680 h 2650669"/>
                <a:gd name="connsiteX2653" fmla="*/ 1988027 w 2676209"/>
                <a:gd name="connsiteY2653" fmla="*/ 97838 h 2650669"/>
                <a:gd name="connsiteX2654" fmla="*/ 1990872 w 2676209"/>
                <a:gd name="connsiteY2654" fmla="*/ 95622 h 2650669"/>
                <a:gd name="connsiteX2655" fmla="*/ 1988127 w 2676209"/>
                <a:gd name="connsiteY2655" fmla="*/ 94398 h 2650669"/>
                <a:gd name="connsiteX2656" fmla="*/ 1853421 w 2676209"/>
                <a:gd name="connsiteY2656" fmla="*/ 719377 h 2650669"/>
                <a:gd name="connsiteX2657" fmla="*/ 1854810 w 2676209"/>
                <a:gd name="connsiteY2657" fmla="*/ 717293 h 2650669"/>
                <a:gd name="connsiteX2658" fmla="*/ 1850213 w 2676209"/>
                <a:gd name="connsiteY2658" fmla="*/ 716103 h 2650669"/>
                <a:gd name="connsiteX2659" fmla="*/ 1848989 w 2676209"/>
                <a:gd name="connsiteY2659" fmla="*/ 718252 h 2650669"/>
                <a:gd name="connsiteX2660" fmla="*/ 1853421 w 2676209"/>
                <a:gd name="connsiteY2660" fmla="*/ 719377 h 2650669"/>
                <a:gd name="connsiteX2661" fmla="*/ 1664012 w 2676209"/>
                <a:gd name="connsiteY2661" fmla="*/ 695168 h 2650669"/>
                <a:gd name="connsiteX2662" fmla="*/ 1659680 w 2676209"/>
                <a:gd name="connsiteY2662" fmla="*/ 696788 h 2650669"/>
                <a:gd name="connsiteX2663" fmla="*/ 1662325 w 2676209"/>
                <a:gd name="connsiteY2663" fmla="*/ 698442 h 2650669"/>
                <a:gd name="connsiteX2664" fmla="*/ 1667154 w 2676209"/>
                <a:gd name="connsiteY2664" fmla="*/ 697119 h 2650669"/>
                <a:gd name="connsiteX2665" fmla="*/ 1664012 w 2676209"/>
                <a:gd name="connsiteY2665" fmla="*/ 695168 h 2650669"/>
                <a:gd name="connsiteX2666" fmla="*/ 1701583 w 2676209"/>
                <a:gd name="connsiteY2666" fmla="*/ 698475 h 2650669"/>
                <a:gd name="connsiteX2667" fmla="*/ 1700359 w 2676209"/>
                <a:gd name="connsiteY2667" fmla="*/ 695730 h 2650669"/>
                <a:gd name="connsiteX2668" fmla="*/ 1698143 w 2676209"/>
                <a:gd name="connsiteY2668" fmla="*/ 698574 h 2650669"/>
                <a:gd name="connsiteX2669" fmla="*/ 1699301 w 2676209"/>
                <a:gd name="connsiteY2669" fmla="*/ 701352 h 2650669"/>
                <a:gd name="connsiteX2670" fmla="*/ 1701583 w 2676209"/>
                <a:gd name="connsiteY2670" fmla="*/ 698475 h 2650669"/>
                <a:gd name="connsiteX2671" fmla="*/ 1823853 w 2676209"/>
                <a:gd name="connsiteY2671" fmla="*/ 696788 h 2650669"/>
                <a:gd name="connsiteX2672" fmla="*/ 1828219 w 2676209"/>
                <a:gd name="connsiteY2672" fmla="*/ 698409 h 2650669"/>
                <a:gd name="connsiteX2673" fmla="*/ 1830865 w 2676209"/>
                <a:gd name="connsiteY2673" fmla="*/ 696788 h 2650669"/>
                <a:gd name="connsiteX2674" fmla="*/ 1826929 w 2676209"/>
                <a:gd name="connsiteY2674" fmla="*/ 694771 h 2650669"/>
                <a:gd name="connsiteX2675" fmla="*/ 1823853 w 2676209"/>
                <a:gd name="connsiteY2675" fmla="*/ 696788 h 2650669"/>
                <a:gd name="connsiteX2676" fmla="*/ 1483665 w 2676209"/>
                <a:gd name="connsiteY2676" fmla="*/ 824747 h 2650669"/>
                <a:gd name="connsiteX2677" fmla="*/ 1481615 w 2676209"/>
                <a:gd name="connsiteY2677" fmla="*/ 826136 h 2650669"/>
                <a:gd name="connsiteX2678" fmla="*/ 1482739 w 2676209"/>
                <a:gd name="connsiteY2678" fmla="*/ 830601 h 2650669"/>
                <a:gd name="connsiteX2679" fmla="*/ 1484856 w 2676209"/>
                <a:gd name="connsiteY2679" fmla="*/ 829377 h 2650669"/>
                <a:gd name="connsiteX2680" fmla="*/ 1483665 w 2676209"/>
                <a:gd name="connsiteY2680" fmla="*/ 824747 h 2650669"/>
                <a:gd name="connsiteX2681" fmla="*/ 2035785 w 2676209"/>
                <a:gd name="connsiteY2681" fmla="*/ 458266 h 2650669"/>
                <a:gd name="connsiteX2682" fmla="*/ 2033536 w 2676209"/>
                <a:gd name="connsiteY2682" fmla="*/ 461111 h 2650669"/>
                <a:gd name="connsiteX2683" fmla="*/ 2034693 w 2676209"/>
                <a:gd name="connsiteY2683" fmla="*/ 463889 h 2650669"/>
                <a:gd name="connsiteX2684" fmla="*/ 2036975 w 2676209"/>
                <a:gd name="connsiteY2684" fmla="*/ 461011 h 2650669"/>
                <a:gd name="connsiteX2685" fmla="*/ 2035785 w 2676209"/>
                <a:gd name="connsiteY2685" fmla="*/ 458266 h 2650669"/>
                <a:gd name="connsiteX2686" fmla="*/ 1325511 w 2676209"/>
                <a:gd name="connsiteY2686" fmla="*/ 816578 h 2650669"/>
                <a:gd name="connsiteX2687" fmla="*/ 1327793 w 2676209"/>
                <a:gd name="connsiteY2687" fmla="*/ 813701 h 2650669"/>
                <a:gd name="connsiteX2688" fmla="*/ 1326569 w 2676209"/>
                <a:gd name="connsiteY2688" fmla="*/ 810956 h 2650669"/>
                <a:gd name="connsiteX2689" fmla="*/ 1324320 w 2676209"/>
                <a:gd name="connsiteY2689" fmla="*/ 813833 h 2650669"/>
                <a:gd name="connsiteX2690" fmla="*/ 1325511 w 2676209"/>
                <a:gd name="connsiteY2690" fmla="*/ 816578 h 2650669"/>
                <a:gd name="connsiteX2691" fmla="*/ 1184422 w 2676209"/>
                <a:gd name="connsiteY2691" fmla="*/ 724602 h 2650669"/>
                <a:gd name="connsiteX2692" fmla="*/ 1183231 w 2676209"/>
                <a:gd name="connsiteY2692" fmla="*/ 720005 h 2650669"/>
                <a:gd name="connsiteX2693" fmla="*/ 1181147 w 2676209"/>
                <a:gd name="connsiteY2693" fmla="*/ 721361 h 2650669"/>
                <a:gd name="connsiteX2694" fmla="*/ 1182272 w 2676209"/>
                <a:gd name="connsiteY2694" fmla="*/ 725826 h 2650669"/>
                <a:gd name="connsiteX2695" fmla="*/ 1184422 w 2676209"/>
                <a:gd name="connsiteY2695" fmla="*/ 724602 h 2650669"/>
                <a:gd name="connsiteX2696" fmla="*/ 1215841 w 2676209"/>
                <a:gd name="connsiteY2696" fmla="*/ 723842 h 2650669"/>
                <a:gd name="connsiteX2697" fmla="*/ 1214220 w 2676209"/>
                <a:gd name="connsiteY2697" fmla="*/ 719476 h 2650669"/>
                <a:gd name="connsiteX2698" fmla="*/ 1212633 w 2676209"/>
                <a:gd name="connsiteY2698" fmla="*/ 721891 h 2650669"/>
                <a:gd name="connsiteX2699" fmla="*/ 1214220 w 2676209"/>
                <a:gd name="connsiteY2699" fmla="*/ 726488 h 2650669"/>
                <a:gd name="connsiteX2700" fmla="*/ 1215841 w 2676209"/>
                <a:gd name="connsiteY2700" fmla="*/ 723842 h 2650669"/>
                <a:gd name="connsiteX2701" fmla="*/ 2067105 w 2676209"/>
                <a:gd name="connsiteY2701" fmla="*/ 545380 h 2650669"/>
                <a:gd name="connsiteX2702" fmla="*/ 2065054 w 2676209"/>
                <a:gd name="connsiteY2702" fmla="*/ 546736 h 2650669"/>
                <a:gd name="connsiteX2703" fmla="*/ 2066179 w 2676209"/>
                <a:gd name="connsiteY2703" fmla="*/ 551201 h 2650669"/>
                <a:gd name="connsiteX2704" fmla="*/ 2068328 w 2676209"/>
                <a:gd name="connsiteY2704" fmla="*/ 549977 h 2650669"/>
                <a:gd name="connsiteX2705" fmla="*/ 2067105 w 2676209"/>
                <a:gd name="connsiteY2705" fmla="*/ 545380 h 2650669"/>
                <a:gd name="connsiteX2706" fmla="*/ 1106998 w 2676209"/>
                <a:gd name="connsiteY2706" fmla="*/ 961669 h 2650669"/>
                <a:gd name="connsiteX2707" fmla="*/ 1104253 w 2676209"/>
                <a:gd name="connsiteY2707" fmla="*/ 960445 h 2650669"/>
                <a:gd name="connsiteX2708" fmla="*/ 1101376 w 2676209"/>
                <a:gd name="connsiteY2708" fmla="*/ 962727 h 2650669"/>
                <a:gd name="connsiteX2709" fmla="*/ 1104121 w 2676209"/>
                <a:gd name="connsiteY2709" fmla="*/ 963918 h 2650669"/>
                <a:gd name="connsiteX2710" fmla="*/ 1106998 w 2676209"/>
                <a:gd name="connsiteY2710" fmla="*/ 961669 h 2650669"/>
                <a:gd name="connsiteX2711" fmla="*/ 1088312 w 2676209"/>
                <a:gd name="connsiteY2711" fmla="*/ 276101 h 2650669"/>
                <a:gd name="connsiteX2712" fmla="*/ 1083847 w 2676209"/>
                <a:gd name="connsiteY2712" fmla="*/ 277225 h 2650669"/>
                <a:gd name="connsiteX2713" fmla="*/ 1085071 w 2676209"/>
                <a:gd name="connsiteY2713" fmla="*/ 279375 h 2650669"/>
                <a:gd name="connsiteX2714" fmla="*/ 1089701 w 2676209"/>
                <a:gd name="connsiteY2714" fmla="*/ 278184 h 2650669"/>
                <a:gd name="connsiteX2715" fmla="*/ 1088312 w 2676209"/>
                <a:gd name="connsiteY2715" fmla="*/ 276101 h 2650669"/>
                <a:gd name="connsiteX2716" fmla="*/ 1863508 w 2676209"/>
                <a:gd name="connsiteY2716" fmla="*/ 608384 h 2650669"/>
                <a:gd name="connsiteX2717" fmla="*/ 1863508 w 2676209"/>
                <a:gd name="connsiteY2717" fmla="*/ 610600 h 2650669"/>
                <a:gd name="connsiteX2718" fmla="*/ 1867444 w 2676209"/>
                <a:gd name="connsiteY2718" fmla="*/ 610997 h 2650669"/>
                <a:gd name="connsiteX2719" fmla="*/ 1868072 w 2676209"/>
                <a:gd name="connsiteY2719" fmla="*/ 608384 h 2650669"/>
                <a:gd name="connsiteX2720" fmla="*/ 1863508 w 2676209"/>
                <a:gd name="connsiteY2720" fmla="*/ 608384 h 2650669"/>
                <a:gd name="connsiteX2721" fmla="*/ 1190309 w 2676209"/>
                <a:gd name="connsiteY2721" fmla="*/ 933193 h 2650669"/>
                <a:gd name="connsiteX2722" fmla="*/ 1188060 w 2676209"/>
                <a:gd name="connsiteY2722" fmla="*/ 936071 h 2650669"/>
                <a:gd name="connsiteX2723" fmla="*/ 1189250 w 2676209"/>
                <a:gd name="connsiteY2723" fmla="*/ 938816 h 2650669"/>
                <a:gd name="connsiteX2724" fmla="*/ 1191532 w 2676209"/>
                <a:gd name="connsiteY2724" fmla="*/ 935938 h 2650669"/>
                <a:gd name="connsiteX2725" fmla="*/ 1190309 w 2676209"/>
                <a:gd name="connsiteY2725" fmla="*/ 933193 h 2650669"/>
                <a:gd name="connsiteX2726" fmla="*/ 29879 w 2676209"/>
                <a:gd name="connsiteY2726" fmla="*/ 981414 h 2650669"/>
                <a:gd name="connsiteX2727" fmla="*/ 27862 w 2676209"/>
                <a:gd name="connsiteY2727" fmla="*/ 985316 h 2650669"/>
                <a:gd name="connsiteX2728" fmla="*/ 29879 w 2676209"/>
                <a:gd name="connsiteY2728" fmla="*/ 988392 h 2650669"/>
                <a:gd name="connsiteX2729" fmla="*/ 31500 w 2676209"/>
                <a:gd name="connsiteY2729" fmla="*/ 984026 h 2650669"/>
                <a:gd name="connsiteX2730" fmla="*/ 29879 w 2676209"/>
                <a:gd name="connsiteY2730" fmla="*/ 981414 h 2650669"/>
                <a:gd name="connsiteX2731" fmla="*/ 1309867 w 2676209"/>
                <a:gd name="connsiteY2731" fmla="*/ 209360 h 2650669"/>
                <a:gd name="connsiteX2732" fmla="*/ 1306825 w 2676209"/>
                <a:gd name="connsiteY2732" fmla="*/ 211377 h 2650669"/>
                <a:gd name="connsiteX2733" fmla="*/ 1311157 w 2676209"/>
                <a:gd name="connsiteY2733" fmla="*/ 212998 h 2650669"/>
                <a:gd name="connsiteX2734" fmla="*/ 1313803 w 2676209"/>
                <a:gd name="connsiteY2734" fmla="*/ 211377 h 2650669"/>
                <a:gd name="connsiteX2735" fmla="*/ 1309867 w 2676209"/>
                <a:gd name="connsiteY2735" fmla="*/ 209360 h 2650669"/>
                <a:gd name="connsiteX2736" fmla="*/ 1002190 w 2676209"/>
                <a:gd name="connsiteY2736" fmla="*/ 218885 h 2650669"/>
                <a:gd name="connsiteX2737" fmla="*/ 999313 w 2676209"/>
                <a:gd name="connsiteY2737" fmla="*/ 216669 h 2650669"/>
                <a:gd name="connsiteX2738" fmla="*/ 996567 w 2676209"/>
                <a:gd name="connsiteY2738" fmla="*/ 217826 h 2650669"/>
                <a:gd name="connsiteX2739" fmla="*/ 999445 w 2676209"/>
                <a:gd name="connsiteY2739" fmla="*/ 220108 h 2650669"/>
                <a:gd name="connsiteX2740" fmla="*/ 1002190 w 2676209"/>
                <a:gd name="connsiteY2740" fmla="*/ 218885 h 2650669"/>
                <a:gd name="connsiteX2741" fmla="*/ 1065822 w 2676209"/>
                <a:gd name="connsiteY2741" fmla="*/ 988392 h 2650669"/>
                <a:gd name="connsiteX2742" fmla="*/ 1062945 w 2676209"/>
                <a:gd name="connsiteY2742" fmla="*/ 990674 h 2650669"/>
                <a:gd name="connsiteX2743" fmla="*/ 1065690 w 2676209"/>
                <a:gd name="connsiteY2743" fmla="*/ 991832 h 2650669"/>
                <a:gd name="connsiteX2744" fmla="*/ 1068567 w 2676209"/>
                <a:gd name="connsiteY2744" fmla="*/ 989616 h 2650669"/>
                <a:gd name="connsiteX2745" fmla="*/ 1065822 w 2676209"/>
                <a:gd name="connsiteY2745" fmla="*/ 988392 h 2650669"/>
                <a:gd name="connsiteX2746" fmla="*/ 1894828 w 2676209"/>
                <a:gd name="connsiteY2746" fmla="*/ 572963 h 2650669"/>
                <a:gd name="connsiteX2747" fmla="*/ 1890264 w 2676209"/>
                <a:gd name="connsiteY2747" fmla="*/ 574551 h 2650669"/>
                <a:gd name="connsiteX2748" fmla="*/ 1892877 w 2676209"/>
                <a:gd name="connsiteY2748" fmla="*/ 576204 h 2650669"/>
                <a:gd name="connsiteX2749" fmla="*/ 1897242 w 2676209"/>
                <a:gd name="connsiteY2749" fmla="*/ 574551 h 2650669"/>
                <a:gd name="connsiteX2750" fmla="*/ 1894828 w 2676209"/>
                <a:gd name="connsiteY2750" fmla="*/ 572963 h 2650669"/>
                <a:gd name="connsiteX2751" fmla="*/ 1870916 w 2676209"/>
                <a:gd name="connsiteY2751" fmla="*/ 579677 h 2650669"/>
                <a:gd name="connsiteX2752" fmla="*/ 1872272 w 2676209"/>
                <a:gd name="connsiteY2752" fmla="*/ 577626 h 2650669"/>
                <a:gd name="connsiteX2753" fmla="*/ 1867675 w 2676209"/>
                <a:gd name="connsiteY2753" fmla="*/ 576436 h 2650669"/>
                <a:gd name="connsiteX2754" fmla="*/ 1866451 w 2676209"/>
                <a:gd name="connsiteY2754" fmla="*/ 578552 h 2650669"/>
                <a:gd name="connsiteX2755" fmla="*/ 1870916 w 2676209"/>
                <a:gd name="connsiteY2755" fmla="*/ 579677 h 2650669"/>
                <a:gd name="connsiteX2756" fmla="*/ 1129289 w 2676209"/>
                <a:gd name="connsiteY2756" fmla="*/ 204895 h 2650669"/>
                <a:gd name="connsiteX2757" fmla="*/ 1133754 w 2676209"/>
                <a:gd name="connsiteY2757" fmla="*/ 206019 h 2650669"/>
                <a:gd name="connsiteX2758" fmla="*/ 1135110 w 2676209"/>
                <a:gd name="connsiteY2758" fmla="*/ 203969 h 2650669"/>
                <a:gd name="connsiteX2759" fmla="*/ 1130513 w 2676209"/>
                <a:gd name="connsiteY2759" fmla="*/ 202745 h 2650669"/>
                <a:gd name="connsiteX2760" fmla="*/ 1129289 w 2676209"/>
                <a:gd name="connsiteY2760" fmla="*/ 204895 h 2650669"/>
                <a:gd name="connsiteX2761" fmla="*/ 1178766 w 2676209"/>
                <a:gd name="connsiteY2761" fmla="*/ 559502 h 2650669"/>
                <a:gd name="connsiteX2762" fmla="*/ 1177642 w 2676209"/>
                <a:gd name="connsiteY2762" fmla="*/ 563967 h 2650669"/>
                <a:gd name="connsiteX2763" fmla="*/ 1179725 w 2676209"/>
                <a:gd name="connsiteY2763" fmla="*/ 565323 h 2650669"/>
                <a:gd name="connsiteX2764" fmla="*/ 1180916 w 2676209"/>
                <a:gd name="connsiteY2764" fmla="*/ 560726 h 2650669"/>
                <a:gd name="connsiteX2765" fmla="*/ 1178766 w 2676209"/>
                <a:gd name="connsiteY2765" fmla="*/ 559502 h 2650669"/>
                <a:gd name="connsiteX2766" fmla="*/ 1259100 w 2676209"/>
                <a:gd name="connsiteY2766" fmla="*/ 587482 h 2650669"/>
                <a:gd name="connsiteX2767" fmla="*/ 1257943 w 2676209"/>
                <a:gd name="connsiteY2767" fmla="*/ 590227 h 2650669"/>
                <a:gd name="connsiteX2768" fmla="*/ 1260159 w 2676209"/>
                <a:gd name="connsiteY2768" fmla="*/ 593072 h 2650669"/>
                <a:gd name="connsiteX2769" fmla="*/ 1261382 w 2676209"/>
                <a:gd name="connsiteY2769" fmla="*/ 590326 h 2650669"/>
                <a:gd name="connsiteX2770" fmla="*/ 1259100 w 2676209"/>
                <a:gd name="connsiteY2770" fmla="*/ 587482 h 2650669"/>
                <a:gd name="connsiteX2771" fmla="*/ 1991699 w 2676209"/>
                <a:gd name="connsiteY2771" fmla="*/ 210484 h 2650669"/>
                <a:gd name="connsiteX2772" fmla="*/ 1993319 w 2676209"/>
                <a:gd name="connsiteY2772" fmla="*/ 213130 h 2650669"/>
                <a:gd name="connsiteX2773" fmla="*/ 1995337 w 2676209"/>
                <a:gd name="connsiteY2773" fmla="*/ 209194 h 2650669"/>
                <a:gd name="connsiteX2774" fmla="*/ 1993319 w 2676209"/>
                <a:gd name="connsiteY2774" fmla="*/ 206151 h 2650669"/>
                <a:gd name="connsiteX2775" fmla="*/ 1991699 w 2676209"/>
                <a:gd name="connsiteY2775" fmla="*/ 210484 h 2650669"/>
                <a:gd name="connsiteX2776" fmla="*/ 1034304 w 2676209"/>
                <a:gd name="connsiteY2776" fmla="*/ 291711 h 2650669"/>
                <a:gd name="connsiteX2777" fmla="*/ 1031658 w 2676209"/>
                <a:gd name="connsiteY2777" fmla="*/ 290057 h 2650669"/>
                <a:gd name="connsiteX2778" fmla="*/ 1027325 w 2676209"/>
                <a:gd name="connsiteY2778" fmla="*/ 291711 h 2650669"/>
                <a:gd name="connsiteX2779" fmla="*/ 1029707 w 2676209"/>
                <a:gd name="connsiteY2779" fmla="*/ 293299 h 2650669"/>
                <a:gd name="connsiteX2780" fmla="*/ 1034304 w 2676209"/>
                <a:gd name="connsiteY2780" fmla="*/ 291711 h 2650669"/>
                <a:gd name="connsiteX2781" fmla="*/ 1956740 w 2676209"/>
                <a:gd name="connsiteY2781" fmla="*/ 175559 h 2650669"/>
                <a:gd name="connsiteX2782" fmla="*/ 1958394 w 2676209"/>
                <a:gd name="connsiteY2782" fmla="*/ 178205 h 2650669"/>
                <a:gd name="connsiteX2783" fmla="*/ 1960412 w 2676209"/>
                <a:gd name="connsiteY2783" fmla="*/ 174269 h 2650669"/>
                <a:gd name="connsiteX2784" fmla="*/ 1958394 w 2676209"/>
                <a:gd name="connsiteY2784" fmla="*/ 171226 h 2650669"/>
                <a:gd name="connsiteX2785" fmla="*/ 1956740 w 2676209"/>
                <a:gd name="connsiteY2785" fmla="*/ 175559 h 2650669"/>
                <a:gd name="connsiteX2786" fmla="*/ 1935607 w 2676209"/>
                <a:gd name="connsiteY2786" fmla="*/ 639208 h 2650669"/>
                <a:gd name="connsiteX2787" fmla="*/ 1932862 w 2676209"/>
                <a:gd name="connsiteY2787" fmla="*/ 640399 h 2650669"/>
                <a:gd name="connsiteX2788" fmla="*/ 1935739 w 2676209"/>
                <a:gd name="connsiteY2788" fmla="*/ 642648 h 2650669"/>
                <a:gd name="connsiteX2789" fmla="*/ 1938484 w 2676209"/>
                <a:gd name="connsiteY2789" fmla="*/ 641457 h 2650669"/>
                <a:gd name="connsiteX2790" fmla="*/ 1935607 w 2676209"/>
                <a:gd name="connsiteY2790" fmla="*/ 639208 h 2650669"/>
                <a:gd name="connsiteX2791" fmla="*/ 2236141 w 2676209"/>
                <a:gd name="connsiteY2791" fmla="*/ 525669 h 2650669"/>
                <a:gd name="connsiteX2792" fmla="*/ 2233495 w 2676209"/>
                <a:gd name="connsiteY2792" fmla="*/ 524048 h 2650669"/>
                <a:gd name="connsiteX2793" fmla="*/ 2229129 w 2676209"/>
                <a:gd name="connsiteY2793" fmla="*/ 525669 h 2650669"/>
                <a:gd name="connsiteX2794" fmla="*/ 2231543 w 2676209"/>
                <a:gd name="connsiteY2794" fmla="*/ 527256 h 2650669"/>
                <a:gd name="connsiteX2795" fmla="*/ 2236141 w 2676209"/>
                <a:gd name="connsiteY2795" fmla="*/ 525669 h 2650669"/>
                <a:gd name="connsiteX2796" fmla="*/ 1670263 w 2676209"/>
                <a:gd name="connsiteY2796" fmla="*/ 908918 h 2650669"/>
                <a:gd name="connsiteX2797" fmla="*/ 1671883 w 2676209"/>
                <a:gd name="connsiteY2797" fmla="*/ 911564 h 2650669"/>
                <a:gd name="connsiteX2798" fmla="*/ 1673934 w 2676209"/>
                <a:gd name="connsiteY2798" fmla="*/ 907628 h 2650669"/>
                <a:gd name="connsiteX2799" fmla="*/ 1671883 w 2676209"/>
                <a:gd name="connsiteY2799" fmla="*/ 904585 h 2650669"/>
                <a:gd name="connsiteX2800" fmla="*/ 1670263 w 2676209"/>
                <a:gd name="connsiteY2800" fmla="*/ 908918 h 2650669"/>
                <a:gd name="connsiteX2801" fmla="*/ 1151216 w 2676209"/>
                <a:gd name="connsiteY2801" fmla="*/ 286585 h 2650669"/>
                <a:gd name="connsiteX2802" fmla="*/ 1146752 w 2676209"/>
                <a:gd name="connsiteY2802" fmla="*/ 287709 h 2650669"/>
                <a:gd name="connsiteX2803" fmla="*/ 1147975 w 2676209"/>
                <a:gd name="connsiteY2803" fmla="*/ 289826 h 2650669"/>
                <a:gd name="connsiteX2804" fmla="*/ 1152572 w 2676209"/>
                <a:gd name="connsiteY2804" fmla="*/ 288635 h 2650669"/>
                <a:gd name="connsiteX2805" fmla="*/ 1151216 w 2676209"/>
                <a:gd name="connsiteY2805" fmla="*/ 286585 h 2650669"/>
                <a:gd name="connsiteX2806" fmla="*/ 1388912 w 2676209"/>
                <a:gd name="connsiteY2806" fmla="*/ 2448131 h 2650669"/>
                <a:gd name="connsiteX2807" fmla="*/ 1390168 w 2676209"/>
                <a:gd name="connsiteY2807" fmla="*/ 2445883 h 2650669"/>
                <a:gd name="connsiteX2808" fmla="*/ 1388912 w 2676209"/>
                <a:gd name="connsiteY2808" fmla="*/ 2444626 h 2650669"/>
                <a:gd name="connsiteX2809" fmla="*/ 1387820 w 2676209"/>
                <a:gd name="connsiteY2809" fmla="*/ 2446974 h 2650669"/>
                <a:gd name="connsiteX2810" fmla="*/ 1388912 w 2676209"/>
                <a:gd name="connsiteY2810" fmla="*/ 2448131 h 2650669"/>
                <a:gd name="connsiteX2811" fmla="*/ 1405283 w 2676209"/>
                <a:gd name="connsiteY2811" fmla="*/ 2561009 h 2650669"/>
                <a:gd name="connsiteX2812" fmla="*/ 1406374 w 2676209"/>
                <a:gd name="connsiteY2812" fmla="*/ 2563358 h 2650669"/>
                <a:gd name="connsiteX2813" fmla="*/ 1407631 w 2676209"/>
                <a:gd name="connsiteY2813" fmla="*/ 2562101 h 2650669"/>
                <a:gd name="connsiteX2814" fmla="*/ 1406374 w 2676209"/>
                <a:gd name="connsiteY2814" fmla="*/ 2559852 h 2650669"/>
                <a:gd name="connsiteX2815" fmla="*/ 1405283 w 2676209"/>
                <a:gd name="connsiteY2815" fmla="*/ 2561009 h 2650669"/>
                <a:gd name="connsiteX2816" fmla="*/ 1457538 w 2676209"/>
                <a:gd name="connsiteY2816" fmla="*/ 2495756 h 2650669"/>
                <a:gd name="connsiteX2817" fmla="*/ 1458795 w 2676209"/>
                <a:gd name="connsiteY2817" fmla="*/ 2497013 h 2650669"/>
                <a:gd name="connsiteX2818" fmla="*/ 1459886 w 2676209"/>
                <a:gd name="connsiteY2818" fmla="*/ 2494665 h 2650669"/>
                <a:gd name="connsiteX2819" fmla="*/ 1458795 w 2676209"/>
                <a:gd name="connsiteY2819" fmla="*/ 2493508 h 2650669"/>
                <a:gd name="connsiteX2820" fmla="*/ 1457538 w 2676209"/>
                <a:gd name="connsiteY2820" fmla="*/ 2495756 h 2650669"/>
                <a:gd name="connsiteX2821" fmla="*/ 1409284 w 2676209"/>
                <a:gd name="connsiteY2821" fmla="*/ 2525588 h 2650669"/>
                <a:gd name="connsiteX2822" fmla="*/ 1408127 w 2676209"/>
                <a:gd name="connsiteY2822" fmla="*/ 2526680 h 2650669"/>
                <a:gd name="connsiteX2823" fmla="*/ 1410376 w 2676209"/>
                <a:gd name="connsiteY2823" fmla="*/ 2527936 h 2650669"/>
                <a:gd name="connsiteX2824" fmla="*/ 1411633 w 2676209"/>
                <a:gd name="connsiteY2824" fmla="*/ 2526680 h 2650669"/>
                <a:gd name="connsiteX2825" fmla="*/ 1409284 w 2676209"/>
                <a:gd name="connsiteY2825" fmla="*/ 2525588 h 2650669"/>
                <a:gd name="connsiteX2826" fmla="*/ 1196163 w 2676209"/>
                <a:gd name="connsiteY2826" fmla="*/ 2522116 h 2650669"/>
                <a:gd name="connsiteX2827" fmla="*/ 1195005 w 2676209"/>
                <a:gd name="connsiteY2827" fmla="*/ 2523207 h 2650669"/>
                <a:gd name="connsiteX2828" fmla="*/ 1197254 w 2676209"/>
                <a:gd name="connsiteY2828" fmla="*/ 2524431 h 2650669"/>
                <a:gd name="connsiteX2829" fmla="*/ 1198511 w 2676209"/>
                <a:gd name="connsiteY2829" fmla="*/ 2523207 h 2650669"/>
                <a:gd name="connsiteX2830" fmla="*/ 1196163 w 2676209"/>
                <a:gd name="connsiteY2830" fmla="*/ 2522116 h 2650669"/>
                <a:gd name="connsiteX2831" fmla="*/ 1391326 w 2676209"/>
                <a:gd name="connsiteY2831" fmla="*/ 2478393 h 2650669"/>
                <a:gd name="connsiteX2832" fmla="*/ 1392417 w 2676209"/>
                <a:gd name="connsiteY2832" fmla="*/ 2479551 h 2650669"/>
                <a:gd name="connsiteX2833" fmla="*/ 1393641 w 2676209"/>
                <a:gd name="connsiteY2833" fmla="*/ 2477302 h 2650669"/>
                <a:gd name="connsiteX2834" fmla="*/ 1392417 w 2676209"/>
                <a:gd name="connsiteY2834" fmla="*/ 2476045 h 2650669"/>
                <a:gd name="connsiteX2835" fmla="*/ 1391326 w 2676209"/>
                <a:gd name="connsiteY2835" fmla="*/ 2478393 h 2650669"/>
                <a:gd name="connsiteX2836" fmla="*/ 1646847 w 2676209"/>
                <a:gd name="connsiteY2836" fmla="*/ 2534749 h 2650669"/>
                <a:gd name="connsiteX2837" fmla="*/ 1649195 w 2676209"/>
                <a:gd name="connsiteY2837" fmla="*/ 2533658 h 2650669"/>
                <a:gd name="connsiteX2838" fmla="*/ 1647939 w 2676209"/>
                <a:gd name="connsiteY2838" fmla="*/ 2532434 h 2650669"/>
                <a:gd name="connsiteX2839" fmla="*/ 1645690 w 2676209"/>
                <a:gd name="connsiteY2839" fmla="*/ 2533658 h 2650669"/>
                <a:gd name="connsiteX2840" fmla="*/ 1646847 w 2676209"/>
                <a:gd name="connsiteY2840" fmla="*/ 2534749 h 2650669"/>
                <a:gd name="connsiteX2841" fmla="*/ 1237603 w 2676209"/>
                <a:gd name="connsiteY2841" fmla="*/ 2484181 h 2650669"/>
                <a:gd name="connsiteX2842" fmla="*/ 1238694 w 2676209"/>
                <a:gd name="connsiteY2842" fmla="*/ 2486529 h 2650669"/>
                <a:gd name="connsiteX2843" fmla="*/ 1239918 w 2676209"/>
                <a:gd name="connsiteY2843" fmla="*/ 2485305 h 2650669"/>
                <a:gd name="connsiteX2844" fmla="*/ 1238694 w 2676209"/>
                <a:gd name="connsiteY2844" fmla="*/ 2483056 h 2650669"/>
                <a:gd name="connsiteX2845" fmla="*/ 1237603 w 2676209"/>
                <a:gd name="connsiteY2845" fmla="*/ 2484181 h 2650669"/>
                <a:gd name="connsiteX2846" fmla="*/ 1427938 w 2676209"/>
                <a:gd name="connsiteY2846" fmla="*/ 2246221 h 2650669"/>
                <a:gd name="connsiteX2847" fmla="*/ 1425589 w 2676209"/>
                <a:gd name="connsiteY2847" fmla="*/ 2247313 h 2650669"/>
                <a:gd name="connsiteX2848" fmla="*/ 1426747 w 2676209"/>
                <a:gd name="connsiteY2848" fmla="*/ 2248404 h 2650669"/>
                <a:gd name="connsiteX2849" fmla="*/ 1429095 w 2676209"/>
                <a:gd name="connsiteY2849" fmla="*/ 2247313 h 2650669"/>
                <a:gd name="connsiteX2850" fmla="*/ 1427938 w 2676209"/>
                <a:gd name="connsiteY2850" fmla="*/ 2246221 h 2650669"/>
                <a:gd name="connsiteX2851" fmla="*/ 407208 w 2676209"/>
                <a:gd name="connsiteY2851" fmla="*/ 2242087 h 2650669"/>
                <a:gd name="connsiteX2852" fmla="*/ 408300 w 2676209"/>
                <a:gd name="connsiteY2852" fmla="*/ 2240930 h 2650669"/>
                <a:gd name="connsiteX2853" fmla="*/ 407208 w 2676209"/>
                <a:gd name="connsiteY2853" fmla="*/ 2238581 h 2650669"/>
                <a:gd name="connsiteX2854" fmla="*/ 405951 w 2676209"/>
                <a:gd name="connsiteY2854" fmla="*/ 2239838 h 2650669"/>
                <a:gd name="connsiteX2855" fmla="*/ 407208 w 2676209"/>
                <a:gd name="connsiteY2855" fmla="*/ 2242087 h 2650669"/>
                <a:gd name="connsiteX2856" fmla="*/ 386240 w 2676209"/>
                <a:gd name="connsiteY2856" fmla="*/ 2242087 h 2650669"/>
                <a:gd name="connsiteX2857" fmla="*/ 387464 w 2676209"/>
                <a:gd name="connsiteY2857" fmla="*/ 2239838 h 2650669"/>
                <a:gd name="connsiteX2858" fmla="*/ 386240 w 2676209"/>
                <a:gd name="connsiteY2858" fmla="*/ 2238581 h 2650669"/>
                <a:gd name="connsiteX2859" fmla="*/ 385148 w 2676209"/>
                <a:gd name="connsiteY2859" fmla="*/ 2240930 h 2650669"/>
                <a:gd name="connsiteX2860" fmla="*/ 386240 w 2676209"/>
                <a:gd name="connsiteY2860" fmla="*/ 2242087 h 2650669"/>
                <a:gd name="connsiteX2861" fmla="*/ 1441927 w 2676209"/>
                <a:gd name="connsiteY2861" fmla="*/ 2258888 h 2650669"/>
                <a:gd name="connsiteX2862" fmla="*/ 1443052 w 2676209"/>
                <a:gd name="connsiteY2862" fmla="*/ 2257797 h 2650669"/>
                <a:gd name="connsiteX2863" fmla="*/ 1440803 w 2676209"/>
                <a:gd name="connsiteY2863" fmla="*/ 2256540 h 2650669"/>
                <a:gd name="connsiteX2864" fmla="*/ 1439579 w 2676209"/>
                <a:gd name="connsiteY2864" fmla="*/ 2257797 h 2650669"/>
                <a:gd name="connsiteX2865" fmla="*/ 1441927 w 2676209"/>
                <a:gd name="connsiteY2865" fmla="*/ 2258888 h 2650669"/>
                <a:gd name="connsiteX2866" fmla="*/ 1109412 w 2676209"/>
                <a:gd name="connsiteY2866" fmla="*/ 160742 h 2650669"/>
                <a:gd name="connsiteX2867" fmla="*/ 1108189 w 2676209"/>
                <a:gd name="connsiteY2867" fmla="*/ 162991 h 2650669"/>
                <a:gd name="connsiteX2868" fmla="*/ 1109412 w 2676209"/>
                <a:gd name="connsiteY2868" fmla="*/ 164215 h 2650669"/>
                <a:gd name="connsiteX2869" fmla="*/ 1110504 w 2676209"/>
                <a:gd name="connsiteY2869" fmla="*/ 161900 h 2650669"/>
                <a:gd name="connsiteX2870" fmla="*/ 1109412 w 2676209"/>
                <a:gd name="connsiteY2870" fmla="*/ 160742 h 2650669"/>
                <a:gd name="connsiteX2871" fmla="*/ 532951 w 2676209"/>
                <a:gd name="connsiteY2871" fmla="*/ 2252538 h 2650669"/>
                <a:gd name="connsiteX2872" fmla="*/ 534208 w 2676209"/>
                <a:gd name="connsiteY2872" fmla="*/ 2250289 h 2650669"/>
                <a:gd name="connsiteX2873" fmla="*/ 532951 w 2676209"/>
                <a:gd name="connsiteY2873" fmla="*/ 2249066 h 2650669"/>
                <a:gd name="connsiteX2874" fmla="*/ 531860 w 2676209"/>
                <a:gd name="connsiteY2874" fmla="*/ 2251414 h 2650669"/>
                <a:gd name="connsiteX2875" fmla="*/ 532951 w 2676209"/>
                <a:gd name="connsiteY2875" fmla="*/ 2252538 h 2650669"/>
                <a:gd name="connsiteX2876" fmla="*/ 546941 w 2676209"/>
                <a:gd name="connsiteY2876" fmla="*/ 2231603 h 2650669"/>
                <a:gd name="connsiteX2877" fmla="*/ 545850 w 2676209"/>
                <a:gd name="connsiteY2877" fmla="*/ 2232761 h 2650669"/>
                <a:gd name="connsiteX2878" fmla="*/ 546941 w 2676209"/>
                <a:gd name="connsiteY2878" fmla="*/ 2235076 h 2650669"/>
                <a:gd name="connsiteX2879" fmla="*/ 548198 w 2676209"/>
                <a:gd name="connsiteY2879" fmla="*/ 2233852 h 2650669"/>
                <a:gd name="connsiteX2880" fmla="*/ 546941 w 2676209"/>
                <a:gd name="connsiteY2880" fmla="*/ 2231603 h 2650669"/>
                <a:gd name="connsiteX2881" fmla="*/ 438032 w 2676209"/>
                <a:gd name="connsiteY2881" fmla="*/ 2230942 h 2650669"/>
                <a:gd name="connsiteX2882" fmla="*/ 440380 w 2676209"/>
                <a:gd name="connsiteY2882" fmla="*/ 2229850 h 2650669"/>
                <a:gd name="connsiteX2883" fmla="*/ 439157 w 2676209"/>
                <a:gd name="connsiteY2883" fmla="*/ 2228627 h 2650669"/>
                <a:gd name="connsiteX2884" fmla="*/ 436908 w 2676209"/>
                <a:gd name="connsiteY2884" fmla="*/ 2229850 h 2650669"/>
                <a:gd name="connsiteX2885" fmla="*/ 438032 w 2676209"/>
                <a:gd name="connsiteY2885" fmla="*/ 2230942 h 2650669"/>
                <a:gd name="connsiteX2886" fmla="*/ 959790 w 2676209"/>
                <a:gd name="connsiteY2886" fmla="*/ 143941 h 2650669"/>
                <a:gd name="connsiteX2887" fmla="*/ 957442 w 2676209"/>
                <a:gd name="connsiteY2887" fmla="*/ 145033 h 2650669"/>
                <a:gd name="connsiteX2888" fmla="*/ 958699 w 2676209"/>
                <a:gd name="connsiteY2888" fmla="*/ 146256 h 2650669"/>
                <a:gd name="connsiteX2889" fmla="*/ 960948 w 2676209"/>
                <a:gd name="connsiteY2889" fmla="*/ 145033 h 2650669"/>
                <a:gd name="connsiteX2890" fmla="*/ 959790 w 2676209"/>
                <a:gd name="connsiteY2890" fmla="*/ 143941 h 2650669"/>
                <a:gd name="connsiteX2891" fmla="*/ 1350481 w 2676209"/>
                <a:gd name="connsiteY2891" fmla="*/ 2297947 h 2650669"/>
                <a:gd name="connsiteX2892" fmla="*/ 1351738 w 2676209"/>
                <a:gd name="connsiteY2892" fmla="*/ 2296724 h 2650669"/>
                <a:gd name="connsiteX2893" fmla="*/ 1350481 w 2676209"/>
                <a:gd name="connsiteY2893" fmla="*/ 2294475 h 2650669"/>
                <a:gd name="connsiteX2894" fmla="*/ 1349389 w 2676209"/>
                <a:gd name="connsiteY2894" fmla="*/ 2295599 h 2650669"/>
                <a:gd name="connsiteX2895" fmla="*/ 1350481 w 2676209"/>
                <a:gd name="connsiteY2895" fmla="*/ 2297947 h 2650669"/>
                <a:gd name="connsiteX2896" fmla="*/ 1412129 w 2676209"/>
                <a:gd name="connsiteY2896" fmla="*/ 2261799 h 2650669"/>
                <a:gd name="connsiteX2897" fmla="*/ 1413352 w 2676209"/>
                <a:gd name="connsiteY2897" fmla="*/ 2263022 h 2650669"/>
                <a:gd name="connsiteX2898" fmla="*/ 1414444 w 2676209"/>
                <a:gd name="connsiteY2898" fmla="*/ 2260674 h 2650669"/>
                <a:gd name="connsiteX2899" fmla="*/ 1413352 w 2676209"/>
                <a:gd name="connsiteY2899" fmla="*/ 2259550 h 2650669"/>
                <a:gd name="connsiteX2900" fmla="*/ 1412129 w 2676209"/>
                <a:gd name="connsiteY2900" fmla="*/ 2261799 h 2650669"/>
                <a:gd name="connsiteX2901" fmla="*/ 1147843 w 2676209"/>
                <a:gd name="connsiteY2901" fmla="*/ 153764 h 2650669"/>
                <a:gd name="connsiteX2902" fmla="*/ 1146619 w 2676209"/>
                <a:gd name="connsiteY2902" fmla="*/ 156013 h 2650669"/>
                <a:gd name="connsiteX2903" fmla="*/ 1147843 w 2676209"/>
                <a:gd name="connsiteY2903" fmla="*/ 157237 h 2650669"/>
                <a:gd name="connsiteX2904" fmla="*/ 1148934 w 2676209"/>
                <a:gd name="connsiteY2904" fmla="*/ 154888 h 2650669"/>
                <a:gd name="connsiteX2905" fmla="*/ 1147843 w 2676209"/>
                <a:gd name="connsiteY2905" fmla="*/ 153764 h 2650669"/>
                <a:gd name="connsiteX2906" fmla="*/ 1406870 w 2676209"/>
                <a:gd name="connsiteY2906" fmla="*/ 2274003 h 2650669"/>
                <a:gd name="connsiteX2907" fmla="*/ 1404621 w 2676209"/>
                <a:gd name="connsiteY2907" fmla="*/ 2275259 h 2650669"/>
                <a:gd name="connsiteX2908" fmla="*/ 1405779 w 2676209"/>
                <a:gd name="connsiteY2908" fmla="*/ 2276351 h 2650669"/>
                <a:gd name="connsiteX2909" fmla="*/ 1408127 w 2676209"/>
                <a:gd name="connsiteY2909" fmla="*/ 2275259 h 2650669"/>
                <a:gd name="connsiteX2910" fmla="*/ 1406870 w 2676209"/>
                <a:gd name="connsiteY2910" fmla="*/ 2274003 h 2650669"/>
                <a:gd name="connsiteX2911" fmla="*/ 1981082 w 2676209"/>
                <a:gd name="connsiteY2911" fmla="*/ 158989 h 2650669"/>
                <a:gd name="connsiteX2912" fmla="*/ 1978833 w 2676209"/>
                <a:gd name="connsiteY2912" fmla="*/ 157766 h 2650669"/>
                <a:gd name="connsiteX2913" fmla="*/ 1977576 w 2676209"/>
                <a:gd name="connsiteY2913" fmla="*/ 158989 h 2650669"/>
                <a:gd name="connsiteX2914" fmla="*/ 1979925 w 2676209"/>
                <a:gd name="connsiteY2914" fmla="*/ 160081 h 2650669"/>
                <a:gd name="connsiteX2915" fmla="*/ 1981082 w 2676209"/>
                <a:gd name="connsiteY2915" fmla="*/ 158989 h 2650669"/>
                <a:gd name="connsiteX2916" fmla="*/ 438627 w 2676209"/>
                <a:gd name="connsiteY2916" fmla="*/ 2165259 h 2650669"/>
                <a:gd name="connsiteX2917" fmla="*/ 439090 w 2676209"/>
                <a:gd name="connsiteY2917" fmla="*/ 2164399 h 2650669"/>
                <a:gd name="connsiteX2918" fmla="*/ 438462 w 2676209"/>
                <a:gd name="connsiteY2918" fmla="*/ 2165093 h 2650669"/>
                <a:gd name="connsiteX2919" fmla="*/ 438627 w 2676209"/>
                <a:gd name="connsiteY2919" fmla="*/ 2165259 h 2650669"/>
                <a:gd name="connsiteX2920" fmla="*/ 468327 w 2676209"/>
                <a:gd name="connsiteY2920" fmla="*/ 2160000 h 2650669"/>
                <a:gd name="connsiteX2921" fmla="*/ 467169 w 2676209"/>
                <a:gd name="connsiteY2921" fmla="*/ 2158909 h 2650669"/>
                <a:gd name="connsiteX2922" fmla="*/ 464821 w 2676209"/>
                <a:gd name="connsiteY2922" fmla="*/ 2160000 h 2650669"/>
                <a:gd name="connsiteX2923" fmla="*/ 465979 w 2676209"/>
                <a:gd name="connsiteY2923" fmla="*/ 2161092 h 2650669"/>
                <a:gd name="connsiteX2924" fmla="*/ 468327 w 2676209"/>
                <a:gd name="connsiteY2924" fmla="*/ 2160000 h 2650669"/>
                <a:gd name="connsiteX2925" fmla="*/ 946958 w 2676209"/>
                <a:gd name="connsiteY2925" fmla="*/ 211377 h 2650669"/>
                <a:gd name="connsiteX2926" fmla="*/ 944709 w 2676209"/>
                <a:gd name="connsiteY2926" fmla="*/ 210153 h 2650669"/>
                <a:gd name="connsiteX2927" fmla="*/ 943485 w 2676209"/>
                <a:gd name="connsiteY2927" fmla="*/ 211377 h 2650669"/>
                <a:gd name="connsiteX2928" fmla="*/ 945801 w 2676209"/>
                <a:gd name="connsiteY2928" fmla="*/ 212468 h 2650669"/>
                <a:gd name="connsiteX2929" fmla="*/ 946958 w 2676209"/>
                <a:gd name="connsiteY2929" fmla="*/ 211377 h 2650669"/>
                <a:gd name="connsiteX2930" fmla="*/ 463101 w 2676209"/>
                <a:gd name="connsiteY2930" fmla="*/ 2144291 h 2650669"/>
                <a:gd name="connsiteX2931" fmla="*/ 464325 w 2676209"/>
                <a:gd name="connsiteY2931" fmla="*/ 2142042 h 2650669"/>
                <a:gd name="connsiteX2932" fmla="*/ 463101 w 2676209"/>
                <a:gd name="connsiteY2932" fmla="*/ 2140818 h 2650669"/>
                <a:gd name="connsiteX2933" fmla="*/ 462010 w 2676209"/>
                <a:gd name="connsiteY2933" fmla="*/ 2143166 h 2650669"/>
                <a:gd name="connsiteX2934" fmla="*/ 463101 w 2676209"/>
                <a:gd name="connsiteY2934" fmla="*/ 2144291 h 2650669"/>
                <a:gd name="connsiteX2935" fmla="*/ 585372 w 2676209"/>
                <a:gd name="connsiteY2935" fmla="*/ 2151269 h 2650669"/>
                <a:gd name="connsiteX2936" fmla="*/ 586463 w 2676209"/>
                <a:gd name="connsiteY2936" fmla="*/ 2150145 h 2650669"/>
                <a:gd name="connsiteX2937" fmla="*/ 585372 w 2676209"/>
                <a:gd name="connsiteY2937" fmla="*/ 2147796 h 2650669"/>
                <a:gd name="connsiteX2938" fmla="*/ 584115 w 2676209"/>
                <a:gd name="connsiteY2938" fmla="*/ 2149020 h 2650669"/>
                <a:gd name="connsiteX2939" fmla="*/ 585372 w 2676209"/>
                <a:gd name="connsiteY2939" fmla="*/ 2151269 h 2650669"/>
                <a:gd name="connsiteX2940" fmla="*/ 1991566 w 2676209"/>
                <a:gd name="connsiteY2940" fmla="*/ 190442 h 2650669"/>
                <a:gd name="connsiteX2941" fmla="*/ 1992724 w 2676209"/>
                <a:gd name="connsiteY2941" fmla="*/ 191533 h 2650669"/>
                <a:gd name="connsiteX2942" fmla="*/ 1995072 w 2676209"/>
                <a:gd name="connsiteY2942" fmla="*/ 190442 h 2650669"/>
                <a:gd name="connsiteX2943" fmla="*/ 1993815 w 2676209"/>
                <a:gd name="connsiteY2943" fmla="*/ 189185 h 2650669"/>
                <a:gd name="connsiteX2944" fmla="*/ 1991566 w 2676209"/>
                <a:gd name="connsiteY2944" fmla="*/ 190442 h 2650669"/>
                <a:gd name="connsiteX2945" fmla="*/ 413095 w 2676209"/>
                <a:gd name="connsiteY2945" fmla="*/ 2208320 h 2650669"/>
                <a:gd name="connsiteX2946" fmla="*/ 414186 w 2676209"/>
                <a:gd name="connsiteY2946" fmla="*/ 2210635 h 2650669"/>
                <a:gd name="connsiteX2947" fmla="*/ 415278 w 2676209"/>
                <a:gd name="connsiteY2947" fmla="*/ 2209510 h 2650669"/>
                <a:gd name="connsiteX2948" fmla="*/ 414186 w 2676209"/>
                <a:gd name="connsiteY2948" fmla="*/ 2207162 h 2650669"/>
                <a:gd name="connsiteX2949" fmla="*/ 413095 w 2676209"/>
                <a:gd name="connsiteY2949" fmla="*/ 2208320 h 2650669"/>
                <a:gd name="connsiteX2950" fmla="*/ 1359212 w 2676209"/>
                <a:gd name="connsiteY2950" fmla="*/ 2215893 h 2650669"/>
                <a:gd name="connsiteX2951" fmla="*/ 1356864 w 2676209"/>
                <a:gd name="connsiteY2951" fmla="*/ 2214802 h 2650669"/>
                <a:gd name="connsiteX2952" fmla="*/ 1355706 w 2676209"/>
                <a:gd name="connsiteY2952" fmla="*/ 2215893 h 2650669"/>
                <a:gd name="connsiteX2953" fmla="*/ 1357955 w 2676209"/>
                <a:gd name="connsiteY2953" fmla="*/ 2217117 h 2650669"/>
                <a:gd name="connsiteX2954" fmla="*/ 1359212 w 2676209"/>
                <a:gd name="connsiteY2954" fmla="*/ 2215893 h 2650669"/>
                <a:gd name="connsiteX2955" fmla="*/ 489791 w 2676209"/>
                <a:gd name="connsiteY2955" fmla="*/ 2215397 h 2650669"/>
                <a:gd name="connsiteX2956" fmla="*/ 491048 w 2676209"/>
                <a:gd name="connsiteY2956" fmla="*/ 2217646 h 2650669"/>
                <a:gd name="connsiteX2957" fmla="*/ 492139 w 2676209"/>
                <a:gd name="connsiteY2957" fmla="*/ 2216489 h 2650669"/>
                <a:gd name="connsiteX2958" fmla="*/ 491048 w 2676209"/>
                <a:gd name="connsiteY2958" fmla="*/ 2214141 h 2650669"/>
                <a:gd name="connsiteX2959" fmla="*/ 489791 w 2676209"/>
                <a:gd name="connsiteY2959" fmla="*/ 2215397 h 2650669"/>
                <a:gd name="connsiteX2960" fmla="*/ 1433825 w 2676209"/>
                <a:gd name="connsiteY2960" fmla="*/ 2197174 h 2650669"/>
                <a:gd name="connsiteX2961" fmla="*/ 1432601 w 2676209"/>
                <a:gd name="connsiteY2961" fmla="*/ 2198431 h 2650669"/>
                <a:gd name="connsiteX2962" fmla="*/ 1434916 w 2676209"/>
                <a:gd name="connsiteY2962" fmla="*/ 2199522 h 2650669"/>
                <a:gd name="connsiteX2963" fmla="*/ 1436074 w 2676209"/>
                <a:gd name="connsiteY2963" fmla="*/ 2198431 h 2650669"/>
                <a:gd name="connsiteX2964" fmla="*/ 1433825 w 2676209"/>
                <a:gd name="connsiteY2964" fmla="*/ 2197174 h 2650669"/>
                <a:gd name="connsiteX2965" fmla="*/ 1331927 w 2676209"/>
                <a:gd name="connsiteY2965" fmla="*/ 2197836 h 2650669"/>
                <a:gd name="connsiteX2966" fmla="*/ 1333018 w 2676209"/>
                <a:gd name="connsiteY2966" fmla="*/ 2200184 h 2650669"/>
                <a:gd name="connsiteX2967" fmla="*/ 1334110 w 2676209"/>
                <a:gd name="connsiteY2967" fmla="*/ 2199026 h 2650669"/>
                <a:gd name="connsiteX2968" fmla="*/ 1333018 w 2676209"/>
                <a:gd name="connsiteY2968" fmla="*/ 2196678 h 2650669"/>
                <a:gd name="connsiteX2969" fmla="*/ 1331927 w 2676209"/>
                <a:gd name="connsiteY2969" fmla="*/ 2197836 h 2650669"/>
                <a:gd name="connsiteX2970" fmla="*/ 1292835 w 2676209"/>
                <a:gd name="connsiteY2970" fmla="*/ 2397464 h 2650669"/>
                <a:gd name="connsiteX2971" fmla="*/ 1293992 w 2676209"/>
                <a:gd name="connsiteY2971" fmla="*/ 2398555 h 2650669"/>
                <a:gd name="connsiteX2972" fmla="*/ 1296340 w 2676209"/>
                <a:gd name="connsiteY2972" fmla="*/ 2397464 h 2650669"/>
                <a:gd name="connsiteX2973" fmla="*/ 1295084 w 2676209"/>
                <a:gd name="connsiteY2973" fmla="*/ 2396240 h 2650669"/>
                <a:gd name="connsiteX2974" fmla="*/ 1292835 w 2676209"/>
                <a:gd name="connsiteY2974" fmla="*/ 2397464 h 2650669"/>
                <a:gd name="connsiteX2975" fmla="*/ 1394137 w 2676209"/>
                <a:gd name="connsiteY2975" fmla="*/ 2400970 h 2650669"/>
                <a:gd name="connsiteX2976" fmla="*/ 1396386 w 2676209"/>
                <a:gd name="connsiteY2976" fmla="*/ 2402226 h 2650669"/>
                <a:gd name="connsiteX2977" fmla="*/ 1397643 w 2676209"/>
                <a:gd name="connsiteY2977" fmla="*/ 2400970 h 2650669"/>
                <a:gd name="connsiteX2978" fmla="*/ 1395295 w 2676209"/>
                <a:gd name="connsiteY2978" fmla="*/ 2399878 h 2650669"/>
                <a:gd name="connsiteX2979" fmla="*/ 1394137 w 2676209"/>
                <a:gd name="connsiteY2979" fmla="*/ 2400970 h 2650669"/>
                <a:gd name="connsiteX2980" fmla="*/ 1982603 w 2676209"/>
                <a:gd name="connsiteY2980" fmla="*/ 56033 h 2650669"/>
                <a:gd name="connsiteX2981" fmla="*/ 1981148 w 2676209"/>
                <a:gd name="connsiteY2981" fmla="*/ 57489 h 2650669"/>
                <a:gd name="connsiteX2982" fmla="*/ 1983199 w 2676209"/>
                <a:gd name="connsiteY2982" fmla="*/ 59076 h 2650669"/>
                <a:gd name="connsiteX2983" fmla="*/ 1984290 w 2676209"/>
                <a:gd name="connsiteY2983" fmla="*/ 58018 h 2650669"/>
                <a:gd name="connsiteX2984" fmla="*/ 1982603 w 2676209"/>
                <a:gd name="connsiteY2984" fmla="*/ 56033 h 2650669"/>
                <a:gd name="connsiteX2985" fmla="*/ 1409648 w 2676209"/>
                <a:gd name="connsiteY2985" fmla="*/ 69990 h 2650669"/>
                <a:gd name="connsiteX2986" fmla="*/ 1408127 w 2676209"/>
                <a:gd name="connsiteY2986" fmla="*/ 69924 h 2650669"/>
                <a:gd name="connsiteX2987" fmla="*/ 1408127 w 2676209"/>
                <a:gd name="connsiteY2987" fmla="*/ 69957 h 2650669"/>
                <a:gd name="connsiteX2988" fmla="*/ 1408094 w 2676209"/>
                <a:gd name="connsiteY2988" fmla="*/ 69957 h 2650669"/>
                <a:gd name="connsiteX2989" fmla="*/ 1408193 w 2676209"/>
                <a:gd name="connsiteY2989" fmla="*/ 71479 h 2650669"/>
                <a:gd name="connsiteX2990" fmla="*/ 1410210 w 2676209"/>
                <a:gd name="connsiteY2990" fmla="*/ 73066 h 2650669"/>
                <a:gd name="connsiteX2991" fmla="*/ 1411335 w 2676209"/>
                <a:gd name="connsiteY2991" fmla="*/ 71975 h 2650669"/>
                <a:gd name="connsiteX2992" fmla="*/ 1409648 w 2676209"/>
                <a:gd name="connsiteY2992" fmla="*/ 69990 h 2650669"/>
                <a:gd name="connsiteX2993" fmla="*/ 1968845 w 2676209"/>
                <a:gd name="connsiteY2993" fmla="*/ 80408 h 2650669"/>
                <a:gd name="connsiteX2994" fmla="*/ 1969937 w 2676209"/>
                <a:gd name="connsiteY2994" fmla="*/ 79284 h 2650669"/>
                <a:gd name="connsiteX2995" fmla="*/ 1968845 w 2676209"/>
                <a:gd name="connsiteY2995" fmla="*/ 76936 h 2650669"/>
                <a:gd name="connsiteX2996" fmla="*/ 1967621 w 2676209"/>
                <a:gd name="connsiteY2996" fmla="*/ 78159 h 2650669"/>
                <a:gd name="connsiteX2997" fmla="*/ 1968845 w 2676209"/>
                <a:gd name="connsiteY2997" fmla="*/ 80408 h 2650669"/>
                <a:gd name="connsiteX2998" fmla="*/ 545850 w 2676209"/>
                <a:gd name="connsiteY2998" fmla="*/ 2389890 h 2650669"/>
                <a:gd name="connsiteX2999" fmla="*/ 546941 w 2676209"/>
                <a:gd name="connsiteY2999" fmla="*/ 2392238 h 2650669"/>
                <a:gd name="connsiteX3000" fmla="*/ 548198 w 2676209"/>
                <a:gd name="connsiteY3000" fmla="*/ 2391015 h 2650669"/>
                <a:gd name="connsiteX3001" fmla="*/ 546941 w 2676209"/>
                <a:gd name="connsiteY3001" fmla="*/ 2388766 h 2650669"/>
                <a:gd name="connsiteX3002" fmla="*/ 545850 w 2676209"/>
                <a:gd name="connsiteY3002" fmla="*/ 2389890 h 2650669"/>
                <a:gd name="connsiteX3003" fmla="*/ 1437826 w 2676209"/>
                <a:gd name="connsiteY3003" fmla="*/ 2388766 h 2650669"/>
                <a:gd name="connsiteX3004" fmla="*/ 1439050 w 2676209"/>
                <a:gd name="connsiteY3004" fmla="*/ 2386517 h 2650669"/>
                <a:gd name="connsiteX3005" fmla="*/ 1437826 w 2676209"/>
                <a:gd name="connsiteY3005" fmla="*/ 2385260 h 2650669"/>
                <a:gd name="connsiteX3006" fmla="*/ 1436735 w 2676209"/>
                <a:gd name="connsiteY3006" fmla="*/ 2387608 h 2650669"/>
                <a:gd name="connsiteX3007" fmla="*/ 1437826 w 2676209"/>
                <a:gd name="connsiteY3007" fmla="*/ 2388766 h 2650669"/>
                <a:gd name="connsiteX3008" fmla="*/ 1408127 w 2676209"/>
                <a:gd name="connsiteY3008" fmla="*/ 69924 h 2650669"/>
                <a:gd name="connsiteX3009" fmla="*/ 1407135 w 2676209"/>
                <a:gd name="connsiteY3009" fmla="*/ 67245 h 2650669"/>
                <a:gd name="connsiteX3010" fmla="*/ 1405051 w 2676209"/>
                <a:gd name="connsiteY3010" fmla="*/ 67907 h 2650669"/>
                <a:gd name="connsiteX3011" fmla="*/ 1406572 w 2676209"/>
                <a:gd name="connsiteY3011" fmla="*/ 69957 h 2650669"/>
                <a:gd name="connsiteX3012" fmla="*/ 1408094 w 2676209"/>
                <a:gd name="connsiteY3012" fmla="*/ 69957 h 2650669"/>
                <a:gd name="connsiteX3013" fmla="*/ 1408127 w 2676209"/>
                <a:gd name="connsiteY3013" fmla="*/ 69957 h 2650669"/>
                <a:gd name="connsiteX3014" fmla="*/ 1408127 w 2676209"/>
                <a:gd name="connsiteY3014" fmla="*/ 69924 h 2650669"/>
                <a:gd name="connsiteX3015" fmla="*/ 1434916 w 2676209"/>
                <a:gd name="connsiteY3015" fmla="*/ 2424319 h 2650669"/>
                <a:gd name="connsiteX3016" fmla="*/ 1432568 w 2676209"/>
                <a:gd name="connsiteY3016" fmla="*/ 2425410 h 2650669"/>
                <a:gd name="connsiteX3017" fmla="*/ 1433725 w 2676209"/>
                <a:gd name="connsiteY3017" fmla="*/ 2426502 h 2650669"/>
                <a:gd name="connsiteX3018" fmla="*/ 1436074 w 2676209"/>
                <a:gd name="connsiteY3018" fmla="*/ 2425410 h 2650669"/>
                <a:gd name="connsiteX3019" fmla="*/ 1434916 w 2676209"/>
                <a:gd name="connsiteY3019" fmla="*/ 2424319 h 2650669"/>
                <a:gd name="connsiteX3020" fmla="*/ 1405283 w 2676209"/>
                <a:gd name="connsiteY3020" fmla="*/ 2424815 h 2650669"/>
                <a:gd name="connsiteX3021" fmla="*/ 1406374 w 2676209"/>
                <a:gd name="connsiteY3021" fmla="*/ 2427163 h 2650669"/>
                <a:gd name="connsiteX3022" fmla="*/ 1407465 w 2676209"/>
                <a:gd name="connsiteY3022" fmla="*/ 2426006 h 2650669"/>
                <a:gd name="connsiteX3023" fmla="*/ 1406374 w 2676209"/>
                <a:gd name="connsiteY3023" fmla="*/ 2423658 h 2650669"/>
                <a:gd name="connsiteX3024" fmla="*/ 1405283 w 2676209"/>
                <a:gd name="connsiteY3024" fmla="*/ 2424815 h 2650669"/>
                <a:gd name="connsiteX3025" fmla="*/ 1558840 w 2676209"/>
                <a:gd name="connsiteY3025" fmla="*/ 2443369 h 2650669"/>
                <a:gd name="connsiteX3026" fmla="*/ 1560097 w 2676209"/>
                <a:gd name="connsiteY3026" fmla="*/ 2444626 h 2650669"/>
                <a:gd name="connsiteX3027" fmla="*/ 1561188 w 2676209"/>
                <a:gd name="connsiteY3027" fmla="*/ 2442278 h 2650669"/>
                <a:gd name="connsiteX3028" fmla="*/ 1560097 w 2676209"/>
                <a:gd name="connsiteY3028" fmla="*/ 2441120 h 2650669"/>
                <a:gd name="connsiteX3029" fmla="*/ 1558840 w 2676209"/>
                <a:gd name="connsiteY3029" fmla="*/ 2443369 h 2650669"/>
                <a:gd name="connsiteX3030" fmla="*/ 264565 w 2676209"/>
                <a:gd name="connsiteY3030" fmla="*/ 2443964 h 2650669"/>
                <a:gd name="connsiteX3031" fmla="*/ 265689 w 2676209"/>
                <a:gd name="connsiteY3031" fmla="*/ 2442873 h 2650669"/>
                <a:gd name="connsiteX3032" fmla="*/ 263440 w 2676209"/>
                <a:gd name="connsiteY3032" fmla="*/ 2441649 h 2650669"/>
                <a:gd name="connsiteX3033" fmla="*/ 262216 w 2676209"/>
                <a:gd name="connsiteY3033" fmla="*/ 2442873 h 2650669"/>
                <a:gd name="connsiteX3034" fmla="*/ 264565 w 2676209"/>
                <a:gd name="connsiteY3034" fmla="*/ 2443964 h 2650669"/>
                <a:gd name="connsiteX3035" fmla="*/ 1458795 w 2676209"/>
                <a:gd name="connsiteY3035" fmla="*/ 2413206 h 2650669"/>
                <a:gd name="connsiteX3036" fmla="*/ 1460018 w 2676209"/>
                <a:gd name="connsiteY3036" fmla="*/ 2410958 h 2650669"/>
                <a:gd name="connsiteX3037" fmla="*/ 1458795 w 2676209"/>
                <a:gd name="connsiteY3037" fmla="*/ 2409701 h 2650669"/>
                <a:gd name="connsiteX3038" fmla="*/ 1457703 w 2676209"/>
                <a:gd name="connsiteY3038" fmla="*/ 2412049 h 2650669"/>
                <a:gd name="connsiteX3039" fmla="*/ 1458795 w 2676209"/>
                <a:gd name="connsiteY3039" fmla="*/ 2413206 h 2650669"/>
                <a:gd name="connsiteX3040" fmla="*/ 1368539 w 2676209"/>
                <a:gd name="connsiteY3040" fmla="*/ 2406856 h 2650669"/>
                <a:gd name="connsiteX3041" fmla="*/ 1366190 w 2676209"/>
                <a:gd name="connsiteY3041" fmla="*/ 2407948 h 2650669"/>
                <a:gd name="connsiteX3042" fmla="*/ 1367447 w 2676209"/>
                <a:gd name="connsiteY3042" fmla="*/ 2409205 h 2650669"/>
                <a:gd name="connsiteX3043" fmla="*/ 1369696 w 2676209"/>
                <a:gd name="connsiteY3043" fmla="*/ 2407948 h 2650669"/>
                <a:gd name="connsiteX3044" fmla="*/ 1368539 w 2676209"/>
                <a:gd name="connsiteY3044" fmla="*/ 2406856 h 2650669"/>
                <a:gd name="connsiteX3045" fmla="*/ 1287576 w 2676209"/>
                <a:gd name="connsiteY3045" fmla="*/ 2409701 h 2650669"/>
                <a:gd name="connsiteX3046" fmla="*/ 1288701 w 2676209"/>
                <a:gd name="connsiteY3046" fmla="*/ 2408543 h 2650669"/>
                <a:gd name="connsiteX3047" fmla="*/ 1287576 w 2676209"/>
                <a:gd name="connsiteY3047" fmla="*/ 2406195 h 2650669"/>
                <a:gd name="connsiteX3048" fmla="*/ 1286352 w 2676209"/>
                <a:gd name="connsiteY3048" fmla="*/ 2407452 h 2650669"/>
                <a:gd name="connsiteX3049" fmla="*/ 1287576 w 2676209"/>
                <a:gd name="connsiteY3049" fmla="*/ 2409701 h 2650669"/>
                <a:gd name="connsiteX3050" fmla="*/ 1321443 w 2676209"/>
                <a:gd name="connsiteY3050" fmla="*/ 2403880 h 2650669"/>
                <a:gd name="connsiteX3051" fmla="*/ 1322534 w 2676209"/>
                <a:gd name="connsiteY3051" fmla="*/ 2406195 h 2650669"/>
                <a:gd name="connsiteX3052" fmla="*/ 1323758 w 2676209"/>
                <a:gd name="connsiteY3052" fmla="*/ 2404971 h 2650669"/>
                <a:gd name="connsiteX3053" fmla="*/ 1322534 w 2676209"/>
                <a:gd name="connsiteY3053" fmla="*/ 2402722 h 2650669"/>
                <a:gd name="connsiteX3054" fmla="*/ 1321443 w 2676209"/>
                <a:gd name="connsiteY3054" fmla="*/ 2403880 h 2650669"/>
                <a:gd name="connsiteX3055" fmla="*/ 1534399 w 2676209"/>
                <a:gd name="connsiteY3055" fmla="*/ 2418928 h 2650669"/>
                <a:gd name="connsiteX3056" fmla="*/ 1535656 w 2676209"/>
                <a:gd name="connsiteY3056" fmla="*/ 2420185 h 2650669"/>
                <a:gd name="connsiteX3057" fmla="*/ 1536747 w 2676209"/>
                <a:gd name="connsiteY3057" fmla="*/ 2417837 h 2650669"/>
                <a:gd name="connsiteX3058" fmla="*/ 1535656 w 2676209"/>
                <a:gd name="connsiteY3058" fmla="*/ 2416679 h 2650669"/>
                <a:gd name="connsiteX3059" fmla="*/ 1534399 w 2676209"/>
                <a:gd name="connsiteY3059" fmla="*/ 2418928 h 2650669"/>
                <a:gd name="connsiteX3060" fmla="*/ 1296837 w 2676209"/>
                <a:gd name="connsiteY3060" fmla="*/ 2415455 h 2650669"/>
                <a:gd name="connsiteX3061" fmla="*/ 1298093 w 2676209"/>
                <a:gd name="connsiteY3061" fmla="*/ 2416679 h 2650669"/>
                <a:gd name="connsiteX3062" fmla="*/ 1299185 w 2676209"/>
                <a:gd name="connsiteY3062" fmla="*/ 2414331 h 2650669"/>
                <a:gd name="connsiteX3063" fmla="*/ 1298093 w 2676209"/>
                <a:gd name="connsiteY3063" fmla="*/ 2413206 h 2650669"/>
                <a:gd name="connsiteX3064" fmla="*/ 1296837 w 2676209"/>
                <a:gd name="connsiteY3064" fmla="*/ 2415455 h 2650669"/>
                <a:gd name="connsiteX3065" fmla="*/ 1349885 w 2676209"/>
                <a:gd name="connsiteY3065" fmla="*/ 135640 h 2650669"/>
                <a:gd name="connsiteX3066" fmla="*/ 1352234 w 2676209"/>
                <a:gd name="connsiteY3066" fmla="*/ 134549 h 2650669"/>
                <a:gd name="connsiteX3067" fmla="*/ 1351076 w 2676209"/>
                <a:gd name="connsiteY3067" fmla="*/ 133457 h 2650669"/>
                <a:gd name="connsiteX3068" fmla="*/ 1348728 w 2676209"/>
                <a:gd name="connsiteY3068" fmla="*/ 134549 h 2650669"/>
                <a:gd name="connsiteX3069" fmla="*/ 1349885 w 2676209"/>
                <a:gd name="connsiteY3069" fmla="*/ 135640 h 2650669"/>
                <a:gd name="connsiteX3070" fmla="*/ 1351572 w 2676209"/>
                <a:gd name="connsiteY3070" fmla="*/ 121187 h 2650669"/>
                <a:gd name="connsiteX3071" fmla="*/ 1350481 w 2676209"/>
                <a:gd name="connsiteY3071" fmla="*/ 118839 h 2650669"/>
                <a:gd name="connsiteX3072" fmla="*/ 1349389 w 2676209"/>
                <a:gd name="connsiteY3072" fmla="*/ 119996 h 2650669"/>
                <a:gd name="connsiteX3073" fmla="*/ 1350481 w 2676209"/>
                <a:gd name="connsiteY3073" fmla="*/ 122345 h 2650669"/>
                <a:gd name="connsiteX3074" fmla="*/ 1351572 w 2676209"/>
                <a:gd name="connsiteY3074" fmla="*/ 121187 h 2650669"/>
                <a:gd name="connsiteX3075" fmla="*/ 1396386 w 2676209"/>
                <a:gd name="connsiteY3075" fmla="*/ 2329896 h 2650669"/>
                <a:gd name="connsiteX3076" fmla="*/ 1394137 w 2676209"/>
                <a:gd name="connsiteY3076" fmla="*/ 2331120 h 2650669"/>
                <a:gd name="connsiteX3077" fmla="*/ 1395295 w 2676209"/>
                <a:gd name="connsiteY3077" fmla="*/ 2332211 h 2650669"/>
                <a:gd name="connsiteX3078" fmla="*/ 1397643 w 2676209"/>
                <a:gd name="connsiteY3078" fmla="*/ 2331120 h 2650669"/>
                <a:gd name="connsiteX3079" fmla="*/ 1396386 w 2676209"/>
                <a:gd name="connsiteY3079" fmla="*/ 2329896 h 2650669"/>
                <a:gd name="connsiteX3080" fmla="*/ 1432072 w 2676209"/>
                <a:gd name="connsiteY3080" fmla="*/ 2328143 h 2650669"/>
                <a:gd name="connsiteX3081" fmla="*/ 1430848 w 2676209"/>
                <a:gd name="connsiteY3081" fmla="*/ 2325894 h 2650669"/>
                <a:gd name="connsiteX3082" fmla="*/ 1429757 w 2676209"/>
                <a:gd name="connsiteY3082" fmla="*/ 2327018 h 2650669"/>
                <a:gd name="connsiteX3083" fmla="*/ 1430848 w 2676209"/>
                <a:gd name="connsiteY3083" fmla="*/ 2329367 h 2650669"/>
                <a:gd name="connsiteX3084" fmla="*/ 1432072 w 2676209"/>
                <a:gd name="connsiteY3084" fmla="*/ 2328143 h 2650669"/>
                <a:gd name="connsiteX3085" fmla="*/ 1352895 w 2676209"/>
                <a:gd name="connsiteY3085" fmla="*/ 2309589 h 2650669"/>
                <a:gd name="connsiteX3086" fmla="*/ 1353987 w 2676209"/>
                <a:gd name="connsiteY3086" fmla="*/ 2311937 h 2650669"/>
                <a:gd name="connsiteX3087" fmla="*/ 1355210 w 2676209"/>
                <a:gd name="connsiteY3087" fmla="*/ 2310680 h 2650669"/>
                <a:gd name="connsiteX3088" fmla="*/ 1353987 w 2676209"/>
                <a:gd name="connsiteY3088" fmla="*/ 2308431 h 2650669"/>
                <a:gd name="connsiteX3089" fmla="*/ 1352895 w 2676209"/>
                <a:gd name="connsiteY3089" fmla="*/ 2309589 h 2650669"/>
                <a:gd name="connsiteX3090" fmla="*/ 1458497 w 2676209"/>
                <a:gd name="connsiteY3090" fmla="*/ 2308002 h 2650669"/>
                <a:gd name="connsiteX3091" fmla="*/ 1460547 w 2676209"/>
                <a:gd name="connsiteY3091" fmla="*/ 2306480 h 2650669"/>
                <a:gd name="connsiteX3092" fmla="*/ 1460547 w 2676209"/>
                <a:gd name="connsiteY3092" fmla="*/ 2304959 h 2650669"/>
                <a:gd name="connsiteX3093" fmla="*/ 1460514 w 2676209"/>
                <a:gd name="connsiteY3093" fmla="*/ 2304959 h 2650669"/>
                <a:gd name="connsiteX3094" fmla="*/ 1457835 w 2676209"/>
                <a:gd name="connsiteY3094" fmla="*/ 2305951 h 2650669"/>
                <a:gd name="connsiteX3095" fmla="*/ 1458497 w 2676209"/>
                <a:gd name="connsiteY3095" fmla="*/ 2308002 h 2650669"/>
                <a:gd name="connsiteX3096" fmla="*/ 891065 w 2676209"/>
                <a:gd name="connsiteY3096" fmla="*/ 141527 h 2650669"/>
                <a:gd name="connsiteX3097" fmla="*/ 888816 w 2676209"/>
                <a:gd name="connsiteY3097" fmla="*/ 140303 h 2650669"/>
                <a:gd name="connsiteX3098" fmla="*/ 887559 w 2676209"/>
                <a:gd name="connsiteY3098" fmla="*/ 141527 h 2650669"/>
                <a:gd name="connsiteX3099" fmla="*/ 889907 w 2676209"/>
                <a:gd name="connsiteY3099" fmla="*/ 142618 h 2650669"/>
                <a:gd name="connsiteX3100" fmla="*/ 891065 w 2676209"/>
                <a:gd name="connsiteY3100" fmla="*/ 141527 h 2650669"/>
                <a:gd name="connsiteX3101" fmla="*/ 1460547 w 2676209"/>
                <a:gd name="connsiteY3101" fmla="*/ 2304959 h 2650669"/>
                <a:gd name="connsiteX3102" fmla="*/ 1462069 w 2676209"/>
                <a:gd name="connsiteY3102" fmla="*/ 2304893 h 2650669"/>
                <a:gd name="connsiteX3103" fmla="*/ 1463656 w 2676209"/>
                <a:gd name="connsiteY3103" fmla="*/ 2302842 h 2650669"/>
                <a:gd name="connsiteX3104" fmla="*/ 1462565 w 2676209"/>
                <a:gd name="connsiteY3104" fmla="*/ 2301718 h 2650669"/>
                <a:gd name="connsiteX3105" fmla="*/ 1460581 w 2676209"/>
                <a:gd name="connsiteY3105" fmla="*/ 2303404 h 2650669"/>
                <a:gd name="connsiteX3106" fmla="*/ 1460514 w 2676209"/>
                <a:gd name="connsiteY3106" fmla="*/ 2304959 h 2650669"/>
                <a:gd name="connsiteX3107" fmla="*/ 1460547 w 2676209"/>
                <a:gd name="connsiteY3107" fmla="*/ 2304959 h 2650669"/>
                <a:gd name="connsiteX3108" fmla="*/ 1383686 w 2676209"/>
                <a:gd name="connsiteY3108" fmla="*/ 96151 h 2650669"/>
                <a:gd name="connsiteX3109" fmla="*/ 1382528 w 2676209"/>
                <a:gd name="connsiteY3109" fmla="*/ 95060 h 2650669"/>
                <a:gd name="connsiteX3110" fmla="*/ 1380180 w 2676209"/>
                <a:gd name="connsiteY3110" fmla="*/ 96151 h 2650669"/>
                <a:gd name="connsiteX3111" fmla="*/ 1381305 w 2676209"/>
                <a:gd name="connsiteY3111" fmla="*/ 97242 h 2650669"/>
                <a:gd name="connsiteX3112" fmla="*/ 1383686 w 2676209"/>
                <a:gd name="connsiteY3112" fmla="*/ 96151 h 2650669"/>
                <a:gd name="connsiteX3113" fmla="*/ 1497225 w 2676209"/>
                <a:gd name="connsiteY3113" fmla="*/ 2353841 h 2650669"/>
                <a:gd name="connsiteX3114" fmla="*/ 1496134 w 2676209"/>
                <a:gd name="connsiteY3114" fmla="*/ 2354965 h 2650669"/>
                <a:gd name="connsiteX3115" fmla="*/ 1497225 w 2676209"/>
                <a:gd name="connsiteY3115" fmla="*/ 2357313 h 2650669"/>
                <a:gd name="connsiteX3116" fmla="*/ 1498449 w 2676209"/>
                <a:gd name="connsiteY3116" fmla="*/ 2356090 h 2650669"/>
                <a:gd name="connsiteX3117" fmla="*/ 1497225 w 2676209"/>
                <a:gd name="connsiteY3117" fmla="*/ 2353841 h 2650669"/>
                <a:gd name="connsiteX3118" fmla="*/ 1483831 w 2676209"/>
                <a:gd name="connsiteY3118" fmla="*/ 2361480 h 2650669"/>
                <a:gd name="connsiteX3119" fmla="*/ 1481483 w 2676209"/>
                <a:gd name="connsiteY3119" fmla="*/ 2362572 h 2650669"/>
                <a:gd name="connsiteX3120" fmla="*/ 1482640 w 2676209"/>
                <a:gd name="connsiteY3120" fmla="*/ 2363663 h 2650669"/>
                <a:gd name="connsiteX3121" fmla="*/ 1484988 w 2676209"/>
                <a:gd name="connsiteY3121" fmla="*/ 2362572 h 2650669"/>
                <a:gd name="connsiteX3122" fmla="*/ 1483831 w 2676209"/>
                <a:gd name="connsiteY3122" fmla="*/ 2361480 h 2650669"/>
                <a:gd name="connsiteX3123" fmla="*/ 1440803 w 2676209"/>
                <a:gd name="connsiteY3123" fmla="*/ 2340380 h 2650669"/>
                <a:gd name="connsiteX3124" fmla="*/ 1439579 w 2676209"/>
                <a:gd name="connsiteY3124" fmla="*/ 2341604 h 2650669"/>
                <a:gd name="connsiteX3125" fmla="*/ 1441927 w 2676209"/>
                <a:gd name="connsiteY3125" fmla="*/ 2342695 h 2650669"/>
                <a:gd name="connsiteX3126" fmla="*/ 1443052 w 2676209"/>
                <a:gd name="connsiteY3126" fmla="*/ 2341604 h 2650669"/>
                <a:gd name="connsiteX3127" fmla="*/ 1440803 w 2676209"/>
                <a:gd name="connsiteY3127" fmla="*/ 2340380 h 2650669"/>
                <a:gd name="connsiteX3128" fmla="*/ 375756 w 2676209"/>
                <a:gd name="connsiteY3128" fmla="*/ 2339851 h 2650669"/>
                <a:gd name="connsiteX3129" fmla="*/ 376979 w 2676209"/>
                <a:gd name="connsiteY3129" fmla="*/ 2337602 h 2650669"/>
                <a:gd name="connsiteX3130" fmla="*/ 375756 w 2676209"/>
                <a:gd name="connsiteY3130" fmla="*/ 2336378 h 2650669"/>
                <a:gd name="connsiteX3131" fmla="*/ 374664 w 2676209"/>
                <a:gd name="connsiteY3131" fmla="*/ 2338726 h 2650669"/>
                <a:gd name="connsiteX3132" fmla="*/ 375756 w 2676209"/>
                <a:gd name="connsiteY3132" fmla="*/ 2339851 h 2650669"/>
                <a:gd name="connsiteX3133" fmla="*/ 1966596 w 2676209"/>
                <a:gd name="connsiteY3133" fmla="*/ 117582 h 2650669"/>
                <a:gd name="connsiteX3134" fmla="*/ 1965372 w 2676209"/>
                <a:gd name="connsiteY3134" fmla="*/ 115333 h 2650669"/>
                <a:gd name="connsiteX3135" fmla="*/ 1964281 w 2676209"/>
                <a:gd name="connsiteY3135" fmla="*/ 116491 h 2650669"/>
                <a:gd name="connsiteX3136" fmla="*/ 1965372 w 2676209"/>
                <a:gd name="connsiteY3136" fmla="*/ 118839 h 2650669"/>
                <a:gd name="connsiteX3137" fmla="*/ 1966596 w 2676209"/>
                <a:gd name="connsiteY3137" fmla="*/ 117582 h 2650669"/>
                <a:gd name="connsiteX3138" fmla="*/ 1443052 w 2676209"/>
                <a:gd name="connsiteY3138" fmla="*/ 2348582 h 2650669"/>
                <a:gd name="connsiteX3139" fmla="*/ 1440803 w 2676209"/>
                <a:gd name="connsiteY3139" fmla="*/ 2347358 h 2650669"/>
                <a:gd name="connsiteX3140" fmla="*/ 1439579 w 2676209"/>
                <a:gd name="connsiteY3140" fmla="*/ 2348582 h 2650669"/>
                <a:gd name="connsiteX3141" fmla="*/ 1441927 w 2676209"/>
                <a:gd name="connsiteY3141" fmla="*/ 2349673 h 2650669"/>
                <a:gd name="connsiteX3142" fmla="*/ 1443052 w 2676209"/>
                <a:gd name="connsiteY3142" fmla="*/ 2348582 h 2650669"/>
                <a:gd name="connsiteX3143" fmla="*/ 1969937 w 2676209"/>
                <a:gd name="connsiteY3143" fmla="*/ 107197 h 2650669"/>
                <a:gd name="connsiteX3144" fmla="*/ 1968845 w 2676209"/>
                <a:gd name="connsiteY3144" fmla="*/ 104882 h 2650669"/>
                <a:gd name="connsiteX3145" fmla="*/ 1967754 w 2676209"/>
                <a:gd name="connsiteY3145" fmla="*/ 106007 h 2650669"/>
                <a:gd name="connsiteX3146" fmla="*/ 1968845 w 2676209"/>
                <a:gd name="connsiteY3146" fmla="*/ 108355 h 2650669"/>
                <a:gd name="connsiteX3147" fmla="*/ 1969937 w 2676209"/>
                <a:gd name="connsiteY3147" fmla="*/ 107197 h 2650669"/>
                <a:gd name="connsiteX3148" fmla="*/ 1447219 w 2676209"/>
                <a:gd name="connsiteY3148" fmla="*/ 2627354 h 2650669"/>
                <a:gd name="connsiteX3149" fmla="*/ 1448310 w 2676209"/>
                <a:gd name="connsiteY3149" fmla="*/ 2629702 h 2650669"/>
                <a:gd name="connsiteX3150" fmla="*/ 1449534 w 2676209"/>
                <a:gd name="connsiteY3150" fmla="*/ 2628478 h 2650669"/>
                <a:gd name="connsiteX3151" fmla="*/ 1448310 w 2676209"/>
                <a:gd name="connsiteY3151" fmla="*/ 2626229 h 2650669"/>
                <a:gd name="connsiteX3152" fmla="*/ 1447219 w 2676209"/>
                <a:gd name="connsiteY3152" fmla="*/ 2627354 h 2650669"/>
                <a:gd name="connsiteX3153" fmla="*/ 1125155 w 2676209"/>
                <a:gd name="connsiteY3153" fmla="*/ 2641939 h 2650669"/>
                <a:gd name="connsiteX3154" fmla="*/ 1126280 w 2676209"/>
                <a:gd name="connsiteY3154" fmla="*/ 2643030 h 2650669"/>
                <a:gd name="connsiteX3155" fmla="*/ 1128628 w 2676209"/>
                <a:gd name="connsiteY3155" fmla="*/ 2641939 h 2650669"/>
                <a:gd name="connsiteX3156" fmla="*/ 1127470 w 2676209"/>
                <a:gd name="connsiteY3156" fmla="*/ 2640847 h 2650669"/>
                <a:gd name="connsiteX3157" fmla="*/ 1125155 w 2676209"/>
                <a:gd name="connsiteY3157" fmla="*/ 2641939 h 2650669"/>
                <a:gd name="connsiteX3158" fmla="*/ 1123171 w 2676209"/>
                <a:gd name="connsiteY3158" fmla="*/ 2612206 h 2650669"/>
                <a:gd name="connsiteX3159" fmla="*/ 1124758 w 2676209"/>
                <a:gd name="connsiteY3159" fmla="*/ 2610156 h 2650669"/>
                <a:gd name="connsiteX3160" fmla="*/ 1123667 w 2676209"/>
                <a:gd name="connsiteY3160" fmla="*/ 2609031 h 2650669"/>
                <a:gd name="connsiteX3161" fmla="*/ 1121715 w 2676209"/>
                <a:gd name="connsiteY3161" fmla="*/ 2610718 h 2650669"/>
                <a:gd name="connsiteX3162" fmla="*/ 1121616 w 2676209"/>
                <a:gd name="connsiteY3162" fmla="*/ 2612239 h 2650669"/>
                <a:gd name="connsiteX3163" fmla="*/ 1121649 w 2676209"/>
                <a:gd name="connsiteY3163" fmla="*/ 2612239 h 2650669"/>
                <a:gd name="connsiteX3164" fmla="*/ 1121649 w 2676209"/>
                <a:gd name="connsiteY3164" fmla="*/ 2612272 h 2650669"/>
                <a:gd name="connsiteX3165" fmla="*/ 1123171 w 2676209"/>
                <a:gd name="connsiteY3165" fmla="*/ 2612206 h 2650669"/>
                <a:gd name="connsiteX3166" fmla="*/ 1734788 w 2676209"/>
                <a:gd name="connsiteY3166" fmla="*/ 2619251 h 2650669"/>
                <a:gd name="connsiteX3167" fmla="*/ 1736012 w 2676209"/>
                <a:gd name="connsiteY3167" fmla="*/ 2617002 h 2650669"/>
                <a:gd name="connsiteX3168" fmla="*/ 1734788 w 2676209"/>
                <a:gd name="connsiteY3168" fmla="*/ 2615745 h 2650669"/>
                <a:gd name="connsiteX3169" fmla="*/ 1733697 w 2676209"/>
                <a:gd name="connsiteY3169" fmla="*/ 2618093 h 2650669"/>
                <a:gd name="connsiteX3170" fmla="*/ 1734788 w 2676209"/>
                <a:gd name="connsiteY3170" fmla="*/ 2619251 h 2650669"/>
                <a:gd name="connsiteX3171" fmla="*/ 1121616 w 2676209"/>
                <a:gd name="connsiteY3171" fmla="*/ 2612239 h 2650669"/>
                <a:gd name="connsiteX3172" fmla="*/ 1118937 w 2676209"/>
                <a:gd name="connsiteY3172" fmla="*/ 2613265 h 2650669"/>
                <a:gd name="connsiteX3173" fmla="*/ 1119599 w 2676209"/>
                <a:gd name="connsiteY3173" fmla="*/ 2615315 h 2650669"/>
                <a:gd name="connsiteX3174" fmla="*/ 1121649 w 2676209"/>
                <a:gd name="connsiteY3174" fmla="*/ 2613794 h 2650669"/>
                <a:gd name="connsiteX3175" fmla="*/ 1121649 w 2676209"/>
                <a:gd name="connsiteY3175" fmla="*/ 2612272 h 2650669"/>
                <a:gd name="connsiteX3176" fmla="*/ 1121649 w 2676209"/>
                <a:gd name="connsiteY3176" fmla="*/ 2612239 h 2650669"/>
                <a:gd name="connsiteX3177" fmla="*/ 1121616 w 2676209"/>
                <a:gd name="connsiteY3177" fmla="*/ 2612239 h 2650669"/>
                <a:gd name="connsiteX3178" fmla="*/ 1455289 w 2676209"/>
                <a:gd name="connsiteY3178" fmla="*/ 2650670 h 2650669"/>
                <a:gd name="connsiteX3179" fmla="*/ 1456546 w 2676209"/>
                <a:gd name="connsiteY3179" fmla="*/ 2648421 h 2650669"/>
                <a:gd name="connsiteX3180" fmla="*/ 1455289 w 2676209"/>
                <a:gd name="connsiteY3180" fmla="*/ 2647164 h 2650669"/>
                <a:gd name="connsiteX3181" fmla="*/ 1454197 w 2676209"/>
                <a:gd name="connsiteY3181" fmla="*/ 2649512 h 2650669"/>
                <a:gd name="connsiteX3182" fmla="*/ 1455289 w 2676209"/>
                <a:gd name="connsiteY3182" fmla="*/ 2650670 h 2650669"/>
                <a:gd name="connsiteX3183" fmla="*/ 1961668 w 2676209"/>
                <a:gd name="connsiteY3183" fmla="*/ 1372468 h 2650669"/>
                <a:gd name="connsiteX3184" fmla="*/ 1963223 w 2676209"/>
                <a:gd name="connsiteY3184" fmla="*/ 1370417 h 2650669"/>
                <a:gd name="connsiteX3185" fmla="*/ 1962164 w 2676209"/>
                <a:gd name="connsiteY3185" fmla="*/ 1369326 h 2650669"/>
                <a:gd name="connsiteX3186" fmla="*/ 1960180 w 2676209"/>
                <a:gd name="connsiteY3186" fmla="*/ 1371013 h 2650669"/>
                <a:gd name="connsiteX3187" fmla="*/ 1960081 w 2676209"/>
                <a:gd name="connsiteY3187" fmla="*/ 1372534 h 2650669"/>
                <a:gd name="connsiteX3188" fmla="*/ 1960114 w 2676209"/>
                <a:gd name="connsiteY3188" fmla="*/ 1372534 h 2650669"/>
                <a:gd name="connsiteX3189" fmla="*/ 1960114 w 2676209"/>
                <a:gd name="connsiteY3189" fmla="*/ 1372567 h 2650669"/>
                <a:gd name="connsiteX3190" fmla="*/ 1961668 w 2676209"/>
                <a:gd name="connsiteY3190" fmla="*/ 1372468 h 2650669"/>
                <a:gd name="connsiteX3191" fmla="*/ 1676646 w 2676209"/>
                <a:gd name="connsiteY3191" fmla="*/ 774113 h 2650669"/>
                <a:gd name="connsiteX3192" fmla="*/ 1675389 w 2676209"/>
                <a:gd name="connsiteY3192" fmla="*/ 771864 h 2650669"/>
                <a:gd name="connsiteX3193" fmla="*/ 1674298 w 2676209"/>
                <a:gd name="connsiteY3193" fmla="*/ 773021 h 2650669"/>
                <a:gd name="connsiteX3194" fmla="*/ 1675389 w 2676209"/>
                <a:gd name="connsiteY3194" fmla="*/ 775369 h 2650669"/>
                <a:gd name="connsiteX3195" fmla="*/ 1676646 w 2676209"/>
                <a:gd name="connsiteY3195" fmla="*/ 774113 h 2650669"/>
                <a:gd name="connsiteX3196" fmla="*/ 1055933 w 2676209"/>
                <a:gd name="connsiteY3196" fmla="*/ 1370186 h 2650669"/>
                <a:gd name="connsiteX3197" fmla="*/ 1057025 w 2676209"/>
                <a:gd name="connsiteY3197" fmla="*/ 1372534 h 2650669"/>
                <a:gd name="connsiteX3198" fmla="*/ 1058249 w 2676209"/>
                <a:gd name="connsiteY3198" fmla="*/ 1371277 h 2650669"/>
                <a:gd name="connsiteX3199" fmla="*/ 1057025 w 2676209"/>
                <a:gd name="connsiteY3199" fmla="*/ 1369028 h 2650669"/>
                <a:gd name="connsiteX3200" fmla="*/ 1055933 w 2676209"/>
                <a:gd name="connsiteY3200" fmla="*/ 1370186 h 2650669"/>
                <a:gd name="connsiteX3201" fmla="*/ 1737037 w 2676209"/>
                <a:gd name="connsiteY3201" fmla="*/ 1367805 h 2650669"/>
                <a:gd name="connsiteX3202" fmla="*/ 1738261 w 2676209"/>
                <a:gd name="connsiteY3202" fmla="*/ 1369028 h 2650669"/>
                <a:gd name="connsiteX3203" fmla="*/ 1739352 w 2676209"/>
                <a:gd name="connsiteY3203" fmla="*/ 1366680 h 2650669"/>
                <a:gd name="connsiteX3204" fmla="*/ 1738261 w 2676209"/>
                <a:gd name="connsiteY3204" fmla="*/ 1365556 h 2650669"/>
                <a:gd name="connsiteX3205" fmla="*/ 1737037 w 2676209"/>
                <a:gd name="connsiteY3205" fmla="*/ 1367805 h 2650669"/>
                <a:gd name="connsiteX3206" fmla="*/ 1888213 w 2676209"/>
                <a:gd name="connsiteY3206" fmla="*/ 1365126 h 2650669"/>
                <a:gd name="connsiteX3207" fmla="*/ 1890264 w 2676209"/>
                <a:gd name="connsiteY3207" fmla="*/ 1363604 h 2650669"/>
                <a:gd name="connsiteX3208" fmla="*/ 1890264 w 2676209"/>
                <a:gd name="connsiteY3208" fmla="*/ 1362083 h 2650669"/>
                <a:gd name="connsiteX3209" fmla="*/ 1890231 w 2676209"/>
                <a:gd name="connsiteY3209" fmla="*/ 1362050 h 2650669"/>
                <a:gd name="connsiteX3210" fmla="*/ 1887552 w 2676209"/>
                <a:gd name="connsiteY3210" fmla="*/ 1363042 h 2650669"/>
                <a:gd name="connsiteX3211" fmla="*/ 1888213 w 2676209"/>
                <a:gd name="connsiteY3211" fmla="*/ 1365126 h 2650669"/>
                <a:gd name="connsiteX3212" fmla="*/ 1280598 w 2676209"/>
                <a:gd name="connsiteY3212" fmla="*/ 775369 h 2650669"/>
                <a:gd name="connsiteX3213" fmla="*/ 1279506 w 2676209"/>
                <a:gd name="connsiteY3213" fmla="*/ 776527 h 2650669"/>
                <a:gd name="connsiteX3214" fmla="*/ 1280598 w 2676209"/>
                <a:gd name="connsiteY3214" fmla="*/ 778842 h 2650669"/>
                <a:gd name="connsiteX3215" fmla="*/ 1281855 w 2676209"/>
                <a:gd name="connsiteY3215" fmla="*/ 777618 h 2650669"/>
                <a:gd name="connsiteX3216" fmla="*/ 1280598 w 2676209"/>
                <a:gd name="connsiteY3216" fmla="*/ 775369 h 2650669"/>
                <a:gd name="connsiteX3217" fmla="*/ 1408127 w 2676209"/>
                <a:gd name="connsiteY3217" fmla="*/ 1363803 h 2650669"/>
                <a:gd name="connsiteX3218" fmla="*/ 1406870 w 2676209"/>
                <a:gd name="connsiteY3218" fmla="*/ 1362546 h 2650669"/>
                <a:gd name="connsiteX3219" fmla="*/ 1404621 w 2676209"/>
                <a:gd name="connsiteY3219" fmla="*/ 1363803 h 2650669"/>
                <a:gd name="connsiteX3220" fmla="*/ 1405779 w 2676209"/>
                <a:gd name="connsiteY3220" fmla="*/ 1364894 h 2650669"/>
                <a:gd name="connsiteX3221" fmla="*/ 1408127 w 2676209"/>
                <a:gd name="connsiteY3221" fmla="*/ 1363803 h 2650669"/>
                <a:gd name="connsiteX3222" fmla="*/ 881838 w 2676209"/>
                <a:gd name="connsiteY3222" fmla="*/ 1362546 h 2650669"/>
                <a:gd name="connsiteX3223" fmla="*/ 880581 w 2676209"/>
                <a:gd name="connsiteY3223" fmla="*/ 1363803 h 2650669"/>
                <a:gd name="connsiteX3224" fmla="*/ 882929 w 2676209"/>
                <a:gd name="connsiteY3224" fmla="*/ 1364894 h 2650669"/>
                <a:gd name="connsiteX3225" fmla="*/ 884087 w 2676209"/>
                <a:gd name="connsiteY3225" fmla="*/ 1363803 h 2650669"/>
                <a:gd name="connsiteX3226" fmla="*/ 881838 w 2676209"/>
                <a:gd name="connsiteY3226" fmla="*/ 1362546 h 2650669"/>
                <a:gd name="connsiteX3227" fmla="*/ 1810558 w 2676209"/>
                <a:gd name="connsiteY3227" fmla="*/ 1377164 h 2650669"/>
                <a:gd name="connsiteX3228" fmla="*/ 1811650 w 2676209"/>
                <a:gd name="connsiteY3228" fmla="*/ 1379512 h 2650669"/>
                <a:gd name="connsiteX3229" fmla="*/ 1812741 w 2676209"/>
                <a:gd name="connsiteY3229" fmla="*/ 1378355 h 2650669"/>
                <a:gd name="connsiteX3230" fmla="*/ 1811650 w 2676209"/>
                <a:gd name="connsiteY3230" fmla="*/ 1376007 h 2650669"/>
                <a:gd name="connsiteX3231" fmla="*/ 1810558 w 2676209"/>
                <a:gd name="connsiteY3231" fmla="*/ 1377164 h 2650669"/>
                <a:gd name="connsiteX3232" fmla="*/ 769423 w 2676209"/>
                <a:gd name="connsiteY3232" fmla="*/ 1377164 h 2650669"/>
                <a:gd name="connsiteX3233" fmla="*/ 770547 w 2676209"/>
                <a:gd name="connsiteY3233" fmla="*/ 1379512 h 2650669"/>
                <a:gd name="connsiteX3234" fmla="*/ 771639 w 2676209"/>
                <a:gd name="connsiteY3234" fmla="*/ 1378355 h 2650669"/>
                <a:gd name="connsiteX3235" fmla="*/ 770547 w 2676209"/>
                <a:gd name="connsiteY3235" fmla="*/ 1376007 h 2650669"/>
                <a:gd name="connsiteX3236" fmla="*/ 769423 w 2676209"/>
                <a:gd name="connsiteY3236" fmla="*/ 1377164 h 2650669"/>
                <a:gd name="connsiteX3237" fmla="*/ 2473174 w 2676209"/>
                <a:gd name="connsiteY3237" fmla="*/ 1373758 h 2650669"/>
                <a:gd name="connsiteX3238" fmla="*/ 2471950 w 2676209"/>
                <a:gd name="connsiteY3238" fmla="*/ 1372534 h 2650669"/>
                <a:gd name="connsiteX3239" fmla="*/ 2470859 w 2676209"/>
                <a:gd name="connsiteY3239" fmla="*/ 1374882 h 2650669"/>
                <a:gd name="connsiteX3240" fmla="*/ 2471950 w 2676209"/>
                <a:gd name="connsiteY3240" fmla="*/ 1376007 h 2650669"/>
                <a:gd name="connsiteX3241" fmla="*/ 2473174 w 2676209"/>
                <a:gd name="connsiteY3241" fmla="*/ 1373758 h 2650669"/>
                <a:gd name="connsiteX3242" fmla="*/ 2048121 w 2676209"/>
                <a:gd name="connsiteY3242" fmla="*/ 1373659 h 2650669"/>
                <a:gd name="connsiteX3243" fmla="*/ 2049212 w 2676209"/>
                <a:gd name="connsiteY3243" fmla="*/ 1376007 h 2650669"/>
                <a:gd name="connsiteX3244" fmla="*/ 2050304 w 2676209"/>
                <a:gd name="connsiteY3244" fmla="*/ 1374882 h 2650669"/>
                <a:gd name="connsiteX3245" fmla="*/ 2049212 w 2676209"/>
                <a:gd name="connsiteY3245" fmla="*/ 1372534 h 2650669"/>
                <a:gd name="connsiteX3246" fmla="*/ 2048121 w 2676209"/>
                <a:gd name="connsiteY3246" fmla="*/ 1373659 h 2650669"/>
                <a:gd name="connsiteX3247" fmla="*/ 1960081 w 2676209"/>
                <a:gd name="connsiteY3247" fmla="*/ 1372534 h 2650669"/>
                <a:gd name="connsiteX3248" fmla="*/ 1957435 w 2676209"/>
                <a:gd name="connsiteY3248" fmla="*/ 1373526 h 2650669"/>
                <a:gd name="connsiteX3249" fmla="*/ 1958096 w 2676209"/>
                <a:gd name="connsiteY3249" fmla="*/ 1375577 h 2650669"/>
                <a:gd name="connsiteX3250" fmla="*/ 1960114 w 2676209"/>
                <a:gd name="connsiteY3250" fmla="*/ 1374088 h 2650669"/>
                <a:gd name="connsiteX3251" fmla="*/ 1960114 w 2676209"/>
                <a:gd name="connsiteY3251" fmla="*/ 1372567 h 2650669"/>
                <a:gd name="connsiteX3252" fmla="*/ 1960114 w 2676209"/>
                <a:gd name="connsiteY3252" fmla="*/ 1372534 h 2650669"/>
                <a:gd name="connsiteX3253" fmla="*/ 1960081 w 2676209"/>
                <a:gd name="connsiteY3253" fmla="*/ 1372534 h 2650669"/>
                <a:gd name="connsiteX3254" fmla="*/ 1932829 w 2676209"/>
                <a:gd name="connsiteY3254" fmla="*/ 1373692 h 2650669"/>
                <a:gd name="connsiteX3255" fmla="*/ 1933920 w 2676209"/>
                <a:gd name="connsiteY3255" fmla="*/ 1376007 h 2650669"/>
                <a:gd name="connsiteX3256" fmla="*/ 1935012 w 2676209"/>
                <a:gd name="connsiteY3256" fmla="*/ 1374882 h 2650669"/>
                <a:gd name="connsiteX3257" fmla="*/ 1933920 w 2676209"/>
                <a:gd name="connsiteY3257" fmla="*/ 1372534 h 2650669"/>
                <a:gd name="connsiteX3258" fmla="*/ 1932829 w 2676209"/>
                <a:gd name="connsiteY3258" fmla="*/ 1373692 h 2650669"/>
                <a:gd name="connsiteX3259" fmla="*/ 851410 w 2676209"/>
                <a:gd name="connsiteY3259" fmla="*/ 1373030 h 2650669"/>
                <a:gd name="connsiteX3260" fmla="*/ 849128 w 2676209"/>
                <a:gd name="connsiteY3260" fmla="*/ 1374287 h 2650669"/>
                <a:gd name="connsiteX3261" fmla="*/ 850286 w 2676209"/>
                <a:gd name="connsiteY3261" fmla="*/ 1375378 h 2650669"/>
                <a:gd name="connsiteX3262" fmla="*/ 852634 w 2676209"/>
                <a:gd name="connsiteY3262" fmla="*/ 1374287 h 2650669"/>
                <a:gd name="connsiteX3263" fmla="*/ 851410 w 2676209"/>
                <a:gd name="connsiteY3263" fmla="*/ 1373030 h 2650669"/>
                <a:gd name="connsiteX3264" fmla="*/ 1753507 w 2676209"/>
                <a:gd name="connsiteY3264" fmla="*/ 1353815 h 2650669"/>
                <a:gd name="connsiteX3265" fmla="*/ 1752251 w 2676209"/>
                <a:gd name="connsiteY3265" fmla="*/ 1351566 h 2650669"/>
                <a:gd name="connsiteX3266" fmla="*/ 1751159 w 2676209"/>
                <a:gd name="connsiteY3266" fmla="*/ 1352723 h 2650669"/>
                <a:gd name="connsiteX3267" fmla="*/ 1752251 w 2676209"/>
                <a:gd name="connsiteY3267" fmla="*/ 1355072 h 2650669"/>
                <a:gd name="connsiteX3268" fmla="*/ 1753507 w 2676209"/>
                <a:gd name="connsiteY3268" fmla="*/ 1353815 h 2650669"/>
                <a:gd name="connsiteX3269" fmla="*/ 1119896 w 2676209"/>
                <a:gd name="connsiteY3269" fmla="*/ 1351566 h 2650669"/>
                <a:gd name="connsiteX3270" fmla="*/ 1118805 w 2676209"/>
                <a:gd name="connsiteY3270" fmla="*/ 1352723 h 2650669"/>
                <a:gd name="connsiteX3271" fmla="*/ 1119896 w 2676209"/>
                <a:gd name="connsiteY3271" fmla="*/ 1355072 h 2650669"/>
                <a:gd name="connsiteX3272" fmla="*/ 1121153 w 2676209"/>
                <a:gd name="connsiteY3272" fmla="*/ 1353815 h 2650669"/>
                <a:gd name="connsiteX3273" fmla="*/ 1119896 w 2676209"/>
                <a:gd name="connsiteY3273" fmla="*/ 1351566 h 2650669"/>
                <a:gd name="connsiteX3274" fmla="*/ 1110669 w 2676209"/>
                <a:gd name="connsiteY3274" fmla="*/ 795081 h 2650669"/>
                <a:gd name="connsiteX3275" fmla="*/ 1109412 w 2676209"/>
                <a:gd name="connsiteY3275" fmla="*/ 792832 h 2650669"/>
                <a:gd name="connsiteX3276" fmla="*/ 1108321 w 2676209"/>
                <a:gd name="connsiteY3276" fmla="*/ 793956 h 2650669"/>
                <a:gd name="connsiteX3277" fmla="*/ 1109412 w 2676209"/>
                <a:gd name="connsiteY3277" fmla="*/ 796305 h 2650669"/>
                <a:gd name="connsiteX3278" fmla="*/ 1110669 w 2676209"/>
                <a:gd name="connsiteY3278" fmla="*/ 795081 h 2650669"/>
                <a:gd name="connsiteX3279" fmla="*/ 2138807 w 2676209"/>
                <a:gd name="connsiteY3279" fmla="*/ 1350342 h 2650669"/>
                <a:gd name="connsiteX3280" fmla="*/ 2140031 w 2676209"/>
                <a:gd name="connsiteY3280" fmla="*/ 1351566 h 2650669"/>
                <a:gd name="connsiteX3281" fmla="*/ 2141155 w 2676209"/>
                <a:gd name="connsiteY3281" fmla="*/ 1349218 h 2650669"/>
                <a:gd name="connsiteX3282" fmla="*/ 2140031 w 2676209"/>
                <a:gd name="connsiteY3282" fmla="*/ 1348060 h 2650669"/>
                <a:gd name="connsiteX3283" fmla="*/ 2138807 w 2676209"/>
                <a:gd name="connsiteY3283" fmla="*/ 1350342 h 2650669"/>
                <a:gd name="connsiteX3284" fmla="*/ 2066080 w 2676209"/>
                <a:gd name="connsiteY3284" fmla="*/ 1350904 h 2650669"/>
                <a:gd name="connsiteX3285" fmla="*/ 2068428 w 2676209"/>
                <a:gd name="connsiteY3285" fmla="*/ 1349813 h 2650669"/>
                <a:gd name="connsiteX3286" fmla="*/ 2067171 w 2676209"/>
                <a:gd name="connsiteY3286" fmla="*/ 1348589 h 2650669"/>
                <a:gd name="connsiteX3287" fmla="*/ 2064922 w 2676209"/>
                <a:gd name="connsiteY3287" fmla="*/ 1349813 h 2650669"/>
                <a:gd name="connsiteX3288" fmla="*/ 2066080 w 2676209"/>
                <a:gd name="connsiteY3288" fmla="*/ 1350904 h 2650669"/>
                <a:gd name="connsiteX3289" fmla="*/ 1331265 w 2676209"/>
                <a:gd name="connsiteY3289" fmla="*/ 794585 h 2650669"/>
                <a:gd name="connsiteX3290" fmla="*/ 1332423 w 2676209"/>
                <a:gd name="connsiteY3290" fmla="*/ 795676 h 2650669"/>
                <a:gd name="connsiteX3291" fmla="*/ 1334771 w 2676209"/>
                <a:gd name="connsiteY3291" fmla="*/ 794585 h 2650669"/>
                <a:gd name="connsiteX3292" fmla="*/ 1333514 w 2676209"/>
                <a:gd name="connsiteY3292" fmla="*/ 793328 h 2650669"/>
                <a:gd name="connsiteX3293" fmla="*/ 1331265 w 2676209"/>
                <a:gd name="connsiteY3293" fmla="*/ 794585 h 2650669"/>
                <a:gd name="connsiteX3294" fmla="*/ 833419 w 2676209"/>
                <a:gd name="connsiteY3294" fmla="*/ 1351566 h 2650669"/>
                <a:gd name="connsiteX3295" fmla="*/ 834510 w 2676209"/>
                <a:gd name="connsiteY3295" fmla="*/ 1350408 h 2650669"/>
                <a:gd name="connsiteX3296" fmla="*/ 833419 w 2676209"/>
                <a:gd name="connsiteY3296" fmla="*/ 1348060 h 2650669"/>
                <a:gd name="connsiteX3297" fmla="*/ 832195 w 2676209"/>
                <a:gd name="connsiteY3297" fmla="*/ 1349317 h 2650669"/>
                <a:gd name="connsiteX3298" fmla="*/ 833419 w 2676209"/>
                <a:gd name="connsiteY3298" fmla="*/ 1351566 h 2650669"/>
                <a:gd name="connsiteX3299" fmla="*/ 824026 w 2676209"/>
                <a:gd name="connsiteY3299" fmla="*/ 1350441 h 2650669"/>
                <a:gd name="connsiteX3300" fmla="*/ 822935 w 2676209"/>
                <a:gd name="connsiteY3300" fmla="*/ 1348093 h 2650669"/>
                <a:gd name="connsiteX3301" fmla="*/ 821711 w 2676209"/>
                <a:gd name="connsiteY3301" fmla="*/ 1349317 h 2650669"/>
                <a:gd name="connsiteX3302" fmla="*/ 822935 w 2676209"/>
                <a:gd name="connsiteY3302" fmla="*/ 1351566 h 2650669"/>
                <a:gd name="connsiteX3303" fmla="*/ 824026 w 2676209"/>
                <a:gd name="connsiteY3303" fmla="*/ 1350441 h 2650669"/>
                <a:gd name="connsiteX3304" fmla="*/ 745478 w 2676209"/>
                <a:gd name="connsiteY3304" fmla="*/ 1350904 h 2650669"/>
                <a:gd name="connsiteX3305" fmla="*/ 747826 w 2676209"/>
                <a:gd name="connsiteY3305" fmla="*/ 1349813 h 2650669"/>
                <a:gd name="connsiteX3306" fmla="*/ 746569 w 2676209"/>
                <a:gd name="connsiteY3306" fmla="*/ 1348589 h 2650669"/>
                <a:gd name="connsiteX3307" fmla="*/ 744320 w 2676209"/>
                <a:gd name="connsiteY3307" fmla="*/ 1349813 h 2650669"/>
                <a:gd name="connsiteX3308" fmla="*/ 745478 w 2676209"/>
                <a:gd name="connsiteY3308" fmla="*/ 1350904 h 2650669"/>
                <a:gd name="connsiteX3309" fmla="*/ 2569780 w 2676209"/>
                <a:gd name="connsiteY3309" fmla="*/ 1358544 h 2650669"/>
                <a:gd name="connsiteX3310" fmla="*/ 2568523 w 2676209"/>
                <a:gd name="connsiteY3310" fmla="*/ 1360793 h 2650669"/>
                <a:gd name="connsiteX3311" fmla="*/ 2569780 w 2676209"/>
                <a:gd name="connsiteY3311" fmla="*/ 1362050 h 2650669"/>
                <a:gd name="connsiteX3312" fmla="*/ 2570871 w 2676209"/>
                <a:gd name="connsiteY3312" fmla="*/ 1359702 h 2650669"/>
                <a:gd name="connsiteX3313" fmla="*/ 2569780 w 2676209"/>
                <a:gd name="connsiteY3313" fmla="*/ 1358544 h 2650669"/>
                <a:gd name="connsiteX3314" fmla="*/ 2430014 w 2676209"/>
                <a:gd name="connsiteY3314" fmla="*/ 1358544 h 2650669"/>
                <a:gd name="connsiteX3315" fmla="*/ 2428790 w 2676209"/>
                <a:gd name="connsiteY3315" fmla="*/ 1360793 h 2650669"/>
                <a:gd name="connsiteX3316" fmla="*/ 2430014 w 2676209"/>
                <a:gd name="connsiteY3316" fmla="*/ 1362050 h 2650669"/>
                <a:gd name="connsiteX3317" fmla="*/ 2431105 w 2676209"/>
                <a:gd name="connsiteY3317" fmla="*/ 1359702 h 2650669"/>
                <a:gd name="connsiteX3318" fmla="*/ 2430014 w 2676209"/>
                <a:gd name="connsiteY3318" fmla="*/ 1358544 h 2650669"/>
                <a:gd name="connsiteX3319" fmla="*/ 1890264 w 2676209"/>
                <a:gd name="connsiteY3319" fmla="*/ 1362083 h 2650669"/>
                <a:gd name="connsiteX3320" fmla="*/ 1891785 w 2676209"/>
                <a:gd name="connsiteY3320" fmla="*/ 1361984 h 2650669"/>
                <a:gd name="connsiteX3321" fmla="*/ 1893373 w 2676209"/>
                <a:gd name="connsiteY3321" fmla="*/ 1359933 h 2650669"/>
                <a:gd name="connsiteX3322" fmla="*/ 1892281 w 2676209"/>
                <a:gd name="connsiteY3322" fmla="*/ 1358842 h 2650669"/>
                <a:gd name="connsiteX3323" fmla="*/ 1890297 w 2676209"/>
                <a:gd name="connsiteY3323" fmla="*/ 1360529 h 2650669"/>
                <a:gd name="connsiteX3324" fmla="*/ 1890231 w 2676209"/>
                <a:gd name="connsiteY3324" fmla="*/ 1362050 h 2650669"/>
                <a:gd name="connsiteX3325" fmla="*/ 1890264 w 2676209"/>
                <a:gd name="connsiteY3325" fmla="*/ 1362083 h 2650669"/>
                <a:gd name="connsiteX3326" fmla="*/ 2403159 w 2676209"/>
                <a:gd name="connsiteY3326" fmla="*/ 1356196 h 2650669"/>
                <a:gd name="connsiteX3327" fmla="*/ 2402067 w 2676209"/>
                <a:gd name="connsiteY3327" fmla="*/ 1355072 h 2650669"/>
                <a:gd name="connsiteX3328" fmla="*/ 2400844 w 2676209"/>
                <a:gd name="connsiteY3328" fmla="*/ 1357320 h 2650669"/>
                <a:gd name="connsiteX3329" fmla="*/ 2402067 w 2676209"/>
                <a:gd name="connsiteY3329" fmla="*/ 1358544 h 2650669"/>
                <a:gd name="connsiteX3330" fmla="*/ 2403159 w 2676209"/>
                <a:gd name="connsiteY3330" fmla="*/ 1356196 h 2650669"/>
                <a:gd name="connsiteX3331" fmla="*/ 1738294 w 2676209"/>
                <a:gd name="connsiteY3331" fmla="*/ 1355072 h 2650669"/>
                <a:gd name="connsiteX3332" fmla="*/ 1737202 w 2676209"/>
                <a:gd name="connsiteY3332" fmla="*/ 1356196 h 2650669"/>
                <a:gd name="connsiteX3333" fmla="*/ 1738294 w 2676209"/>
                <a:gd name="connsiteY3333" fmla="*/ 1358544 h 2650669"/>
                <a:gd name="connsiteX3334" fmla="*/ 1739518 w 2676209"/>
                <a:gd name="connsiteY3334" fmla="*/ 1357320 h 2650669"/>
                <a:gd name="connsiteX3335" fmla="*/ 1738294 w 2676209"/>
                <a:gd name="connsiteY3335" fmla="*/ 1355072 h 2650669"/>
                <a:gd name="connsiteX3336" fmla="*/ 1385406 w 2676209"/>
                <a:gd name="connsiteY3336" fmla="*/ 1355072 h 2650669"/>
                <a:gd name="connsiteX3337" fmla="*/ 1384314 w 2676209"/>
                <a:gd name="connsiteY3337" fmla="*/ 1356196 h 2650669"/>
                <a:gd name="connsiteX3338" fmla="*/ 1385406 w 2676209"/>
                <a:gd name="connsiteY3338" fmla="*/ 1358544 h 2650669"/>
                <a:gd name="connsiteX3339" fmla="*/ 1386663 w 2676209"/>
                <a:gd name="connsiteY3339" fmla="*/ 1357320 h 2650669"/>
                <a:gd name="connsiteX3340" fmla="*/ 1385406 w 2676209"/>
                <a:gd name="connsiteY3340" fmla="*/ 1355072 h 2650669"/>
                <a:gd name="connsiteX3341" fmla="*/ 1339401 w 2676209"/>
                <a:gd name="connsiteY3341" fmla="*/ 1357916 h 2650669"/>
                <a:gd name="connsiteX3342" fmla="*/ 1341750 w 2676209"/>
                <a:gd name="connsiteY3342" fmla="*/ 1356824 h 2650669"/>
                <a:gd name="connsiteX3343" fmla="*/ 1340493 w 2676209"/>
                <a:gd name="connsiteY3343" fmla="*/ 1355568 h 2650669"/>
                <a:gd name="connsiteX3344" fmla="*/ 1338244 w 2676209"/>
                <a:gd name="connsiteY3344" fmla="*/ 1356824 h 2650669"/>
                <a:gd name="connsiteX3345" fmla="*/ 1339401 w 2676209"/>
                <a:gd name="connsiteY3345" fmla="*/ 1357916 h 2650669"/>
                <a:gd name="connsiteX3346" fmla="*/ 1131472 w 2676209"/>
                <a:gd name="connsiteY3346" fmla="*/ 788202 h 2650669"/>
                <a:gd name="connsiteX3347" fmla="*/ 1130381 w 2676209"/>
                <a:gd name="connsiteY3347" fmla="*/ 785854 h 2650669"/>
                <a:gd name="connsiteX3348" fmla="*/ 1129289 w 2676209"/>
                <a:gd name="connsiteY3348" fmla="*/ 786978 h 2650669"/>
                <a:gd name="connsiteX3349" fmla="*/ 1130381 w 2676209"/>
                <a:gd name="connsiteY3349" fmla="*/ 789326 h 2650669"/>
                <a:gd name="connsiteX3350" fmla="*/ 1131472 w 2676209"/>
                <a:gd name="connsiteY3350" fmla="*/ 788202 h 2650669"/>
                <a:gd name="connsiteX3351" fmla="*/ 2219174 w 2676209"/>
                <a:gd name="connsiteY3351" fmla="*/ 1409708 h 2650669"/>
                <a:gd name="connsiteX3352" fmla="*/ 2220398 w 2676209"/>
                <a:gd name="connsiteY3352" fmla="*/ 1410932 h 2650669"/>
                <a:gd name="connsiteX3353" fmla="*/ 2221489 w 2676209"/>
                <a:gd name="connsiteY3353" fmla="*/ 1408584 h 2650669"/>
                <a:gd name="connsiteX3354" fmla="*/ 2220398 w 2676209"/>
                <a:gd name="connsiteY3354" fmla="*/ 1407459 h 2650669"/>
                <a:gd name="connsiteX3355" fmla="*/ 2219174 w 2676209"/>
                <a:gd name="connsiteY3355" fmla="*/ 1409708 h 2650669"/>
                <a:gd name="connsiteX3356" fmla="*/ 1208995 w 2676209"/>
                <a:gd name="connsiteY3356" fmla="*/ 756154 h 2650669"/>
                <a:gd name="connsiteX3357" fmla="*/ 1210152 w 2676209"/>
                <a:gd name="connsiteY3357" fmla="*/ 757245 h 2650669"/>
                <a:gd name="connsiteX3358" fmla="*/ 1212468 w 2676209"/>
                <a:gd name="connsiteY3358" fmla="*/ 756154 h 2650669"/>
                <a:gd name="connsiteX3359" fmla="*/ 1211244 w 2676209"/>
                <a:gd name="connsiteY3359" fmla="*/ 754930 h 2650669"/>
                <a:gd name="connsiteX3360" fmla="*/ 1208995 w 2676209"/>
                <a:gd name="connsiteY3360" fmla="*/ 756154 h 2650669"/>
                <a:gd name="connsiteX3361" fmla="*/ 2030658 w 2676209"/>
                <a:gd name="connsiteY3361" fmla="*/ 1408584 h 2650669"/>
                <a:gd name="connsiteX3362" fmla="*/ 2031750 w 2676209"/>
                <a:gd name="connsiteY3362" fmla="*/ 1410932 h 2650669"/>
                <a:gd name="connsiteX3363" fmla="*/ 2032974 w 2676209"/>
                <a:gd name="connsiteY3363" fmla="*/ 1409708 h 2650669"/>
                <a:gd name="connsiteX3364" fmla="*/ 2031750 w 2676209"/>
                <a:gd name="connsiteY3364" fmla="*/ 1407459 h 2650669"/>
                <a:gd name="connsiteX3365" fmla="*/ 2030658 w 2676209"/>
                <a:gd name="connsiteY3365" fmla="*/ 1408584 h 2650669"/>
                <a:gd name="connsiteX3366" fmla="*/ 1521666 w 2676209"/>
                <a:gd name="connsiteY3366" fmla="*/ 1410932 h 2650669"/>
                <a:gd name="connsiteX3367" fmla="*/ 1522758 w 2676209"/>
                <a:gd name="connsiteY3367" fmla="*/ 1408584 h 2650669"/>
                <a:gd name="connsiteX3368" fmla="*/ 1521666 w 2676209"/>
                <a:gd name="connsiteY3368" fmla="*/ 1407459 h 2650669"/>
                <a:gd name="connsiteX3369" fmla="*/ 1520443 w 2676209"/>
                <a:gd name="connsiteY3369" fmla="*/ 1409708 h 2650669"/>
                <a:gd name="connsiteX3370" fmla="*/ 1521666 w 2676209"/>
                <a:gd name="connsiteY3370" fmla="*/ 1410932 h 2650669"/>
                <a:gd name="connsiteX3371" fmla="*/ 1299780 w 2676209"/>
                <a:gd name="connsiteY3371" fmla="*/ 754401 h 2650669"/>
                <a:gd name="connsiteX3372" fmla="*/ 1299879 w 2676209"/>
                <a:gd name="connsiteY3372" fmla="*/ 755956 h 2650669"/>
                <a:gd name="connsiteX3373" fmla="*/ 1301930 w 2676209"/>
                <a:gd name="connsiteY3373" fmla="*/ 757510 h 2650669"/>
                <a:gd name="connsiteX3374" fmla="*/ 1303021 w 2676209"/>
                <a:gd name="connsiteY3374" fmla="*/ 756452 h 2650669"/>
                <a:gd name="connsiteX3375" fmla="*/ 1301368 w 2676209"/>
                <a:gd name="connsiteY3375" fmla="*/ 754467 h 2650669"/>
                <a:gd name="connsiteX3376" fmla="*/ 1299813 w 2676209"/>
                <a:gd name="connsiteY3376" fmla="*/ 754401 h 2650669"/>
                <a:gd name="connsiteX3377" fmla="*/ 1299780 w 2676209"/>
                <a:gd name="connsiteY3377" fmla="*/ 754401 h 2650669"/>
                <a:gd name="connsiteX3378" fmla="*/ 1670164 w 2676209"/>
                <a:gd name="connsiteY3378" fmla="*/ 756154 h 2650669"/>
                <a:gd name="connsiteX3379" fmla="*/ 1672413 w 2676209"/>
                <a:gd name="connsiteY3379" fmla="*/ 757411 h 2650669"/>
                <a:gd name="connsiteX3380" fmla="*/ 1673636 w 2676209"/>
                <a:gd name="connsiteY3380" fmla="*/ 756154 h 2650669"/>
                <a:gd name="connsiteX3381" fmla="*/ 1671288 w 2676209"/>
                <a:gd name="connsiteY3381" fmla="*/ 755063 h 2650669"/>
                <a:gd name="connsiteX3382" fmla="*/ 1670164 w 2676209"/>
                <a:gd name="connsiteY3382" fmla="*/ 756154 h 2650669"/>
                <a:gd name="connsiteX3383" fmla="*/ 1588044 w 2676209"/>
                <a:gd name="connsiteY3383" fmla="*/ 1403953 h 2650669"/>
                <a:gd name="connsiteX3384" fmla="*/ 1586952 w 2676209"/>
                <a:gd name="connsiteY3384" fmla="*/ 1405111 h 2650669"/>
                <a:gd name="connsiteX3385" fmla="*/ 1588044 w 2676209"/>
                <a:gd name="connsiteY3385" fmla="*/ 1407459 h 2650669"/>
                <a:gd name="connsiteX3386" fmla="*/ 1589135 w 2676209"/>
                <a:gd name="connsiteY3386" fmla="*/ 1406301 h 2650669"/>
                <a:gd name="connsiteX3387" fmla="*/ 1588044 w 2676209"/>
                <a:gd name="connsiteY3387" fmla="*/ 1403953 h 2650669"/>
                <a:gd name="connsiteX3388" fmla="*/ 1359212 w 2676209"/>
                <a:gd name="connsiteY3388" fmla="*/ 759660 h 2650669"/>
                <a:gd name="connsiteX3389" fmla="*/ 1357955 w 2676209"/>
                <a:gd name="connsiteY3389" fmla="*/ 758403 h 2650669"/>
                <a:gd name="connsiteX3390" fmla="*/ 1355706 w 2676209"/>
                <a:gd name="connsiteY3390" fmla="*/ 759660 h 2650669"/>
                <a:gd name="connsiteX3391" fmla="*/ 1356864 w 2676209"/>
                <a:gd name="connsiteY3391" fmla="*/ 760751 h 2650669"/>
                <a:gd name="connsiteX3392" fmla="*/ 1359212 w 2676209"/>
                <a:gd name="connsiteY3392" fmla="*/ 759660 h 2650669"/>
                <a:gd name="connsiteX3393" fmla="*/ 1885005 w 2676209"/>
                <a:gd name="connsiteY3393" fmla="*/ 1400448 h 2650669"/>
                <a:gd name="connsiteX3394" fmla="*/ 1883914 w 2676209"/>
                <a:gd name="connsiteY3394" fmla="*/ 1401605 h 2650669"/>
                <a:gd name="connsiteX3395" fmla="*/ 1885005 w 2676209"/>
                <a:gd name="connsiteY3395" fmla="*/ 1403953 h 2650669"/>
                <a:gd name="connsiteX3396" fmla="*/ 1886262 w 2676209"/>
                <a:gd name="connsiteY3396" fmla="*/ 1402697 h 2650669"/>
                <a:gd name="connsiteX3397" fmla="*/ 1885005 w 2676209"/>
                <a:gd name="connsiteY3397" fmla="*/ 1400448 h 2650669"/>
                <a:gd name="connsiteX3398" fmla="*/ 1802918 w 2676209"/>
                <a:gd name="connsiteY3398" fmla="*/ 1402200 h 2650669"/>
                <a:gd name="connsiteX3399" fmla="*/ 1800669 w 2676209"/>
                <a:gd name="connsiteY3399" fmla="*/ 1400977 h 2650669"/>
                <a:gd name="connsiteX3400" fmla="*/ 1799413 w 2676209"/>
                <a:gd name="connsiteY3400" fmla="*/ 1402200 h 2650669"/>
                <a:gd name="connsiteX3401" fmla="*/ 1801761 w 2676209"/>
                <a:gd name="connsiteY3401" fmla="*/ 1403292 h 2650669"/>
                <a:gd name="connsiteX3402" fmla="*/ 1802918 w 2676209"/>
                <a:gd name="connsiteY3402" fmla="*/ 1402200 h 2650669"/>
                <a:gd name="connsiteX3403" fmla="*/ 774020 w 2676209"/>
                <a:gd name="connsiteY3403" fmla="*/ 1400448 h 2650669"/>
                <a:gd name="connsiteX3404" fmla="*/ 772796 w 2676209"/>
                <a:gd name="connsiteY3404" fmla="*/ 1402697 h 2650669"/>
                <a:gd name="connsiteX3405" fmla="*/ 774020 w 2676209"/>
                <a:gd name="connsiteY3405" fmla="*/ 1403953 h 2650669"/>
                <a:gd name="connsiteX3406" fmla="*/ 775111 w 2676209"/>
                <a:gd name="connsiteY3406" fmla="*/ 1401605 h 2650669"/>
                <a:gd name="connsiteX3407" fmla="*/ 774020 w 2676209"/>
                <a:gd name="connsiteY3407" fmla="*/ 1400448 h 2650669"/>
                <a:gd name="connsiteX3408" fmla="*/ 1733035 w 2676209"/>
                <a:gd name="connsiteY3408" fmla="*/ 749176 h 2650669"/>
                <a:gd name="connsiteX3409" fmla="*/ 1730786 w 2676209"/>
                <a:gd name="connsiteY3409" fmla="*/ 747952 h 2650669"/>
                <a:gd name="connsiteX3410" fmla="*/ 1729530 w 2676209"/>
                <a:gd name="connsiteY3410" fmla="*/ 749176 h 2650669"/>
                <a:gd name="connsiteX3411" fmla="*/ 1731878 w 2676209"/>
                <a:gd name="connsiteY3411" fmla="*/ 750267 h 2650669"/>
                <a:gd name="connsiteX3412" fmla="*/ 1733035 w 2676209"/>
                <a:gd name="connsiteY3412" fmla="*/ 749176 h 2650669"/>
                <a:gd name="connsiteX3413" fmla="*/ 1057620 w 2676209"/>
                <a:gd name="connsiteY3413" fmla="*/ 1418572 h 2650669"/>
                <a:gd name="connsiteX3414" fmla="*/ 1055272 w 2676209"/>
                <a:gd name="connsiteY3414" fmla="*/ 1419663 h 2650669"/>
                <a:gd name="connsiteX3415" fmla="*/ 1056396 w 2676209"/>
                <a:gd name="connsiteY3415" fmla="*/ 1420754 h 2650669"/>
                <a:gd name="connsiteX3416" fmla="*/ 1058745 w 2676209"/>
                <a:gd name="connsiteY3416" fmla="*/ 1419663 h 2650669"/>
                <a:gd name="connsiteX3417" fmla="*/ 1057620 w 2676209"/>
                <a:gd name="connsiteY3417" fmla="*/ 1418572 h 2650669"/>
                <a:gd name="connsiteX3418" fmla="*/ 1298259 w 2676209"/>
                <a:gd name="connsiteY3418" fmla="*/ 754401 h 2650669"/>
                <a:gd name="connsiteX3419" fmla="*/ 1299780 w 2676209"/>
                <a:gd name="connsiteY3419" fmla="*/ 754401 h 2650669"/>
                <a:gd name="connsiteX3420" fmla="*/ 1299813 w 2676209"/>
                <a:gd name="connsiteY3420" fmla="*/ 754401 h 2650669"/>
                <a:gd name="connsiteX3421" fmla="*/ 1298821 w 2676209"/>
                <a:gd name="connsiteY3421" fmla="*/ 751722 h 2650669"/>
                <a:gd name="connsiteX3422" fmla="*/ 1296770 w 2676209"/>
                <a:gd name="connsiteY3422" fmla="*/ 752384 h 2650669"/>
                <a:gd name="connsiteX3423" fmla="*/ 1298259 w 2676209"/>
                <a:gd name="connsiteY3423" fmla="*/ 754401 h 2650669"/>
                <a:gd name="connsiteX3424" fmla="*/ 1887420 w 2676209"/>
                <a:gd name="connsiteY3424" fmla="*/ 1412089 h 2650669"/>
                <a:gd name="connsiteX3425" fmla="*/ 1888511 w 2676209"/>
                <a:gd name="connsiteY3425" fmla="*/ 1414437 h 2650669"/>
                <a:gd name="connsiteX3426" fmla="*/ 1889735 w 2676209"/>
                <a:gd name="connsiteY3426" fmla="*/ 1413181 h 2650669"/>
                <a:gd name="connsiteX3427" fmla="*/ 1888511 w 2676209"/>
                <a:gd name="connsiteY3427" fmla="*/ 1410932 h 2650669"/>
                <a:gd name="connsiteX3428" fmla="*/ 1887420 w 2676209"/>
                <a:gd name="connsiteY3428" fmla="*/ 1412089 h 2650669"/>
                <a:gd name="connsiteX3429" fmla="*/ 1191532 w 2676209"/>
                <a:gd name="connsiteY3429" fmla="*/ 756154 h 2650669"/>
                <a:gd name="connsiteX3430" fmla="*/ 1190276 w 2676209"/>
                <a:gd name="connsiteY3430" fmla="*/ 754930 h 2650669"/>
                <a:gd name="connsiteX3431" fmla="*/ 1188027 w 2676209"/>
                <a:gd name="connsiteY3431" fmla="*/ 756154 h 2650669"/>
                <a:gd name="connsiteX3432" fmla="*/ 1189184 w 2676209"/>
                <a:gd name="connsiteY3432" fmla="*/ 757245 h 2650669"/>
                <a:gd name="connsiteX3433" fmla="*/ 1191532 w 2676209"/>
                <a:gd name="connsiteY3433" fmla="*/ 756154 h 2650669"/>
                <a:gd name="connsiteX3434" fmla="*/ 1922345 w 2676209"/>
                <a:gd name="connsiteY3434" fmla="*/ 1387648 h 2650669"/>
                <a:gd name="connsiteX3435" fmla="*/ 1923436 w 2676209"/>
                <a:gd name="connsiteY3435" fmla="*/ 1389997 h 2650669"/>
                <a:gd name="connsiteX3436" fmla="*/ 1924527 w 2676209"/>
                <a:gd name="connsiteY3436" fmla="*/ 1388839 h 2650669"/>
                <a:gd name="connsiteX3437" fmla="*/ 1923436 w 2676209"/>
                <a:gd name="connsiteY3437" fmla="*/ 1386491 h 2650669"/>
                <a:gd name="connsiteX3438" fmla="*/ 1922345 w 2676209"/>
                <a:gd name="connsiteY3438" fmla="*/ 1387648 h 2650669"/>
                <a:gd name="connsiteX3439" fmla="*/ 1001727 w 2676209"/>
                <a:gd name="connsiteY3439" fmla="*/ 1387152 h 2650669"/>
                <a:gd name="connsiteX3440" fmla="*/ 999379 w 2676209"/>
                <a:gd name="connsiteY3440" fmla="*/ 1388244 h 2650669"/>
                <a:gd name="connsiteX3441" fmla="*/ 1000503 w 2676209"/>
                <a:gd name="connsiteY3441" fmla="*/ 1389335 h 2650669"/>
                <a:gd name="connsiteX3442" fmla="*/ 1002851 w 2676209"/>
                <a:gd name="connsiteY3442" fmla="*/ 1388244 h 2650669"/>
                <a:gd name="connsiteX3443" fmla="*/ 1001727 w 2676209"/>
                <a:gd name="connsiteY3443" fmla="*/ 1387152 h 2650669"/>
                <a:gd name="connsiteX3444" fmla="*/ 951588 w 2676209"/>
                <a:gd name="connsiteY3444" fmla="*/ 1387152 h 2650669"/>
                <a:gd name="connsiteX3445" fmla="*/ 950464 w 2676209"/>
                <a:gd name="connsiteY3445" fmla="*/ 1388244 h 2650669"/>
                <a:gd name="connsiteX3446" fmla="*/ 952713 w 2676209"/>
                <a:gd name="connsiteY3446" fmla="*/ 1389467 h 2650669"/>
                <a:gd name="connsiteX3447" fmla="*/ 953937 w 2676209"/>
                <a:gd name="connsiteY3447" fmla="*/ 1388244 h 2650669"/>
                <a:gd name="connsiteX3448" fmla="*/ 951588 w 2676209"/>
                <a:gd name="connsiteY3448" fmla="*/ 1387152 h 2650669"/>
                <a:gd name="connsiteX3449" fmla="*/ 1634544 w 2676209"/>
                <a:gd name="connsiteY3449" fmla="*/ 1385333 h 2650669"/>
                <a:gd name="connsiteX3450" fmla="*/ 1633453 w 2676209"/>
                <a:gd name="connsiteY3450" fmla="*/ 1383018 h 2650669"/>
                <a:gd name="connsiteX3451" fmla="*/ 1632361 w 2676209"/>
                <a:gd name="connsiteY3451" fmla="*/ 1384143 h 2650669"/>
                <a:gd name="connsiteX3452" fmla="*/ 1633453 w 2676209"/>
                <a:gd name="connsiteY3452" fmla="*/ 1386491 h 2650669"/>
                <a:gd name="connsiteX3453" fmla="*/ 1634544 w 2676209"/>
                <a:gd name="connsiteY3453" fmla="*/ 1385333 h 2650669"/>
                <a:gd name="connsiteX3454" fmla="*/ 2521957 w 2676209"/>
                <a:gd name="connsiteY3454" fmla="*/ 1381861 h 2650669"/>
                <a:gd name="connsiteX3455" fmla="*/ 2520865 w 2676209"/>
                <a:gd name="connsiteY3455" fmla="*/ 1379512 h 2650669"/>
                <a:gd name="connsiteX3456" fmla="*/ 2519774 w 2676209"/>
                <a:gd name="connsiteY3456" fmla="*/ 1380670 h 2650669"/>
                <a:gd name="connsiteX3457" fmla="*/ 2520865 w 2676209"/>
                <a:gd name="connsiteY3457" fmla="*/ 1383018 h 2650669"/>
                <a:gd name="connsiteX3458" fmla="*/ 2521957 w 2676209"/>
                <a:gd name="connsiteY3458" fmla="*/ 1381861 h 2650669"/>
                <a:gd name="connsiteX3459" fmla="*/ 1101343 w 2676209"/>
                <a:gd name="connsiteY3459" fmla="*/ 1380670 h 2650669"/>
                <a:gd name="connsiteX3460" fmla="*/ 1102434 w 2676209"/>
                <a:gd name="connsiteY3460" fmla="*/ 1383018 h 2650669"/>
                <a:gd name="connsiteX3461" fmla="*/ 1103658 w 2676209"/>
                <a:gd name="connsiteY3461" fmla="*/ 1381761 h 2650669"/>
                <a:gd name="connsiteX3462" fmla="*/ 1102434 w 2676209"/>
                <a:gd name="connsiteY3462" fmla="*/ 1379512 h 2650669"/>
                <a:gd name="connsiteX3463" fmla="*/ 1101343 w 2676209"/>
                <a:gd name="connsiteY3463" fmla="*/ 1380670 h 2650669"/>
                <a:gd name="connsiteX3464" fmla="*/ 658728 w 2676209"/>
                <a:gd name="connsiteY3464" fmla="*/ 1400448 h 2650669"/>
                <a:gd name="connsiteX3465" fmla="*/ 657504 w 2676209"/>
                <a:gd name="connsiteY3465" fmla="*/ 1402697 h 2650669"/>
                <a:gd name="connsiteX3466" fmla="*/ 658728 w 2676209"/>
                <a:gd name="connsiteY3466" fmla="*/ 1403953 h 2650669"/>
                <a:gd name="connsiteX3467" fmla="*/ 659819 w 2676209"/>
                <a:gd name="connsiteY3467" fmla="*/ 1401605 h 2650669"/>
                <a:gd name="connsiteX3468" fmla="*/ 658728 w 2676209"/>
                <a:gd name="connsiteY3468" fmla="*/ 1400448 h 2650669"/>
                <a:gd name="connsiteX3469" fmla="*/ 1365562 w 2676209"/>
                <a:gd name="connsiteY3469" fmla="*/ 760255 h 2650669"/>
                <a:gd name="connsiteX3470" fmla="*/ 1364471 w 2676209"/>
                <a:gd name="connsiteY3470" fmla="*/ 757907 h 2650669"/>
                <a:gd name="connsiteX3471" fmla="*/ 1363214 w 2676209"/>
                <a:gd name="connsiteY3471" fmla="*/ 759131 h 2650669"/>
                <a:gd name="connsiteX3472" fmla="*/ 1364471 w 2676209"/>
                <a:gd name="connsiteY3472" fmla="*/ 761380 h 2650669"/>
                <a:gd name="connsiteX3473" fmla="*/ 1365562 w 2676209"/>
                <a:gd name="connsiteY3473" fmla="*/ 760255 h 2650669"/>
                <a:gd name="connsiteX3474" fmla="*/ 2588995 w 2676209"/>
                <a:gd name="connsiteY3474" fmla="*/ 1398728 h 2650669"/>
                <a:gd name="connsiteX3475" fmla="*/ 2587739 w 2676209"/>
                <a:gd name="connsiteY3475" fmla="*/ 1397471 h 2650669"/>
                <a:gd name="connsiteX3476" fmla="*/ 2585490 w 2676209"/>
                <a:gd name="connsiteY3476" fmla="*/ 1398728 h 2650669"/>
                <a:gd name="connsiteX3477" fmla="*/ 2586647 w 2676209"/>
                <a:gd name="connsiteY3477" fmla="*/ 1399819 h 2650669"/>
                <a:gd name="connsiteX3478" fmla="*/ 2588995 w 2676209"/>
                <a:gd name="connsiteY3478" fmla="*/ 1398728 h 2650669"/>
                <a:gd name="connsiteX3479" fmla="*/ 2317136 w 2676209"/>
                <a:gd name="connsiteY3479" fmla="*/ 1398132 h 2650669"/>
                <a:gd name="connsiteX3480" fmla="*/ 2318227 w 2676209"/>
                <a:gd name="connsiteY3480" fmla="*/ 1400448 h 2650669"/>
                <a:gd name="connsiteX3481" fmla="*/ 2319319 w 2676209"/>
                <a:gd name="connsiteY3481" fmla="*/ 1399323 h 2650669"/>
                <a:gd name="connsiteX3482" fmla="*/ 2318227 w 2676209"/>
                <a:gd name="connsiteY3482" fmla="*/ 1396975 h 2650669"/>
                <a:gd name="connsiteX3483" fmla="*/ 2317136 w 2676209"/>
                <a:gd name="connsiteY3483" fmla="*/ 1398132 h 2650669"/>
                <a:gd name="connsiteX3484" fmla="*/ 907866 w 2676209"/>
                <a:gd name="connsiteY3484" fmla="*/ 1394627 h 2650669"/>
                <a:gd name="connsiteX3485" fmla="*/ 906775 w 2676209"/>
                <a:gd name="connsiteY3485" fmla="*/ 1393469 h 2650669"/>
                <a:gd name="connsiteX3486" fmla="*/ 905551 w 2676209"/>
                <a:gd name="connsiteY3486" fmla="*/ 1395718 h 2650669"/>
                <a:gd name="connsiteX3487" fmla="*/ 906775 w 2676209"/>
                <a:gd name="connsiteY3487" fmla="*/ 1396975 h 2650669"/>
                <a:gd name="connsiteX3488" fmla="*/ 907866 w 2676209"/>
                <a:gd name="connsiteY3488" fmla="*/ 1394627 h 2650669"/>
                <a:gd name="connsiteX3489" fmla="*/ 1788432 w 2676209"/>
                <a:gd name="connsiteY3489" fmla="*/ 767134 h 2650669"/>
                <a:gd name="connsiteX3490" fmla="*/ 1787176 w 2676209"/>
                <a:gd name="connsiteY3490" fmla="*/ 764885 h 2650669"/>
                <a:gd name="connsiteX3491" fmla="*/ 1786084 w 2676209"/>
                <a:gd name="connsiteY3491" fmla="*/ 766043 h 2650669"/>
                <a:gd name="connsiteX3492" fmla="*/ 1787176 w 2676209"/>
                <a:gd name="connsiteY3492" fmla="*/ 768391 h 2650669"/>
                <a:gd name="connsiteX3493" fmla="*/ 1788432 w 2676209"/>
                <a:gd name="connsiteY3493" fmla="*/ 767134 h 2650669"/>
                <a:gd name="connsiteX3494" fmla="*/ 1079084 w 2676209"/>
                <a:gd name="connsiteY3494" fmla="*/ 1391121 h 2650669"/>
                <a:gd name="connsiteX3495" fmla="*/ 1077993 w 2676209"/>
                <a:gd name="connsiteY3495" fmla="*/ 1389997 h 2650669"/>
                <a:gd name="connsiteX3496" fmla="*/ 1076736 w 2676209"/>
                <a:gd name="connsiteY3496" fmla="*/ 1392245 h 2650669"/>
                <a:gd name="connsiteX3497" fmla="*/ 1077993 w 2676209"/>
                <a:gd name="connsiteY3497" fmla="*/ 1393469 h 2650669"/>
                <a:gd name="connsiteX3498" fmla="*/ 1079084 w 2676209"/>
                <a:gd name="connsiteY3498" fmla="*/ 1391121 h 2650669"/>
                <a:gd name="connsiteX3499" fmla="*/ 2087643 w 2676209"/>
                <a:gd name="connsiteY3499" fmla="*/ 1389997 h 2650669"/>
                <a:gd name="connsiteX3500" fmla="*/ 2088867 w 2676209"/>
                <a:gd name="connsiteY3500" fmla="*/ 1387748 h 2650669"/>
                <a:gd name="connsiteX3501" fmla="*/ 2087643 w 2676209"/>
                <a:gd name="connsiteY3501" fmla="*/ 1386491 h 2650669"/>
                <a:gd name="connsiteX3502" fmla="*/ 2086552 w 2676209"/>
                <a:gd name="connsiteY3502" fmla="*/ 1388839 h 2650669"/>
                <a:gd name="connsiteX3503" fmla="*/ 2087643 w 2676209"/>
                <a:gd name="connsiteY3503" fmla="*/ 1389997 h 2650669"/>
                <a:gd name="connsiteX3504" fmla="*/ 2017760 w 2676209"/>
                <a:gd name="connsiteY3504" fmla="*/ 1389997 h 2650669"/>
                <a:gd name="connsiteX3505" fmla="*/ 2019017 w 2676209"/>
                <a:gd name="connsiteY3505" fmla="*/ 1387748 h 2650669"/>
                <a:gd name="connsiteX3506" fmla="*/ 2017760 w 2676209"/>
                <a:gd name="connsiteY3506" fmla="*/ 1386491 h 2650669"/>
                <a:gd name="connsiteX3507" fmla="*/ 2016669 w 2676209"/>
                <a:gd name="connsiteY3507" fmla="*/ 1388839 h 2650669"/>
                <a:gd name="connsiteX3508" fmla="*/ 2017760 w 2676209"/>
                <a:gd name="connsiteY3508" fmla="*/ 1389997 h 2650669"/>
                <a:gd name="connsiteX3509" fmla="*/ 1786084 w 2676209"/>
                <a:gd name="connsiteY3509" fmla="*/ 1300336 h 2650669"/>
                <a:gd name="connsiteX3510" fmla="*/ 1787176 w 2676209"/>
                <a:gd name="connsiteY3510" fmla="*/ 1302684 h 2650669"/>
                <a:gd name="connsiteX3511" fmla="*/ 1788432 w 2676209"/>
                <a:gd name="connsiteY3511" fmla="*/ 1301427 h 2650669"/>
                <a:gd name="connsiteX3512" fmla="*/ 1787176 w 2676209"/>
                <a:gd name="connsiteY3512" fmla="*/ 1299178 h 2650669"/>
                <a:gd name="connsiteX3513" fmla="*/ 1786084 w 2676209"/>
                <a:gd name="connsiteY3513" fmla="*/ 1300336 h 2650669"/>
                <a:gd name="connsiteX3514" fmla="*/ 943982 w 2676209"/>
                <a:gd name="connsiteY3514" fmla="*/ 1297955 h 2650669"/>
                <a:gd name="connsiteX3515" fmla="*/ 945205 w 2676209"/>
                <a:gd name="connsiteY3515" fmla="*/ 1299178 h 2650669"/>
                <a:gd name="connsiteX3516" fmla="*/ 946297 w 2676209"/>
                <a:gd name="connsiteY3516" fmla="*/ 1296830 h 2650669"/>
                <a:gd name="connsiteX3517" fmla="*/ 945205 w 2676209"/>
                <a:gd name="connsiteY3517" fmla="*/ 1295706 h 2650669"/>
                <a:gd name="connsiteX3518" fmla="*/ 943982 w 2676209"/>
                <a:gd name="connsiteY3518" fmla="*/ 1297955 h 2650669"/>
                <a:gd name="connsiteX3519" fmla="*/ 723385 w 2676209"/>
                <a:gd name="connsiteY3519" fmla="*/ 1311415 h 2650669"/>
                <a:gd name="connsiteX3520" fmla="*/ 722228 w 2676209"/>
                <a:gd name="connsiteY3520" fmla="*/ 1310324 h 2650669"/>
                <a:gd name="connsiteX3521" fmla="*/ 719879 w 2676209"/>
                <a:gd name="connsiteY3521" fmla="*/ 1311415 h 2650669"/>
                <a:gd name="connsiteX3522" fmla="*/ 721037 w 2676209"/>
                <a:gd name="connsiteY3522" fmla="*/ 1312507 h 2650669"/>
                <a:gd name="connsiteX3523" fmla="*/ 723385 w 2676209"/>
                <a:gd name="connsiteY3523" fmla="*/ 1311415 h 2650669"/>
                <a:gd name="connsiteX3524" fmla="*/ 47342 w 2676209"/>
                <a:gd name="connsiteY3524" fmla="*/ 1309662 h 2650669"/>
                <a:gd name="connsiteX3525" fmla="*/ 46250 w 2676209"/>
                <a:gd name="connsiteY3525" fmla="*/ 1310820 h 2650669"/>
                <a:gd name="connsiteX3526" fmla="*/ 46449 w 2676209"/>
                <a:gd name="connsiteY3526" fmla="*/ 1311316 h 2650669"/>
                <a:gd name="connsiteX3527" fmla="*/ 48202 w 2676209"/>
                <a:gd name="connsiteY3527" fmla="*/ 1311415 h 2650669"/>
                <a:gd name="connsiteX3528" fmla="*/ 47342 w 2676209"/>
                <a:gd name="connsiteY3528" fmla="*/ 1309662 h 2650669"/>
                <a:gd name="connsiteX3529" fmla="*/ 1079713 w 2676209"/>
                <a:gd name="connsiteY3529" fmla="*/ 1309695 h 2650669"/>
                <a:gd name="connsiteX3530" fmla="*/ 1081234 w 2676209"/>
                <a:gd name="connsiteY3530" fmla="*/ 1309596 h 2650669"/>
                <a:gd name="connsiteX3531" fmla="*/ 1082822 w 2676209"/>
                <a:gd name="connsiteY3531" fmla="*/ 1307579 h 2650669"/>
                <a:gd name="connsiteX3532" fmla="*/ 1081763 w 2676209"/>
                <a:gd name="connsiteY3532" fmla="*/ 1306454 h 2650669"/>
                <a:gd name="connsiteX3533" fmla="*/ 1079779 w 2676209"/>
                <a:gd name="connsiteY3533" fmla="*/ 1308141 h 2650669"/>
                <a:gd name="connsiteX3534" fmla="*/ 1079713 w 2676209"/>
                <a:gd name="connsiteY3534" fmla="*/ 1309662 h 2650669"/>
                <a:gd name="connsiteX3535" fmla="*/ 1079713 w 2676209"/>
                <a:gd name="connsiteY3535" fmla="*/ 1309695 h 2650669"/>
                <a:gd name="connsiteX3536" fmla="*/ 820686 w 2676209"/>
                <a:gd name="connsiteY3536" fmla="*/ 1308406 h 2650669"/>
                <a:gd name="connsiteX3537" fmla="*/ 819429 w 2676209"/>
                <a:gd name="connsiteY3537" fmla="*/ 1306157 h 2650669"/>
                <a:gd name="connsiteX3538" fmla="*/ 818338 w 2676209"/>
                <a:gd name="connsiteY3538" fmla="*/ 1307314 h 2650669"/>
                <a:gd name="connsiteX3539" fmla="*/ 819429 w 2676209"/>
                <a:gd name="connsiteY3539" fmla="*/ 1309662 h 2650669"/>
                <a:gd name="connsiteX3540" fmla="*/ 820686 w 2676209"/>
                <a:gd name="connsiteY3540" fmla="*/ 1308406 h 2650669"/>
                <a:gd name="connsiteX3541" fmla="*/ 1639869 w 2676209"/>
                <a:gd name="connsiteY3541" fmla="*/ 1303345 h 2650669"/>
                <a:gd name="connsiteX3542" fmla="*/ 1638711 w 2676209"/>
                <a:gd name="connsiteY3542" fmla="*/ 1304437 h 2650669"/>
                <a:gd name="connsiteX3543" fmla="*/ 1640960 w 2676209"/>
                <a:gd name="connsiteY3543" fmla="*/ 1305661 h 2650669"/>
                <a:gd name="connsiteX3544" fmla="*/ 1642184 w 2676209"/>
                <a:gd name="connsiteY3544" fmla="*/ 1304437 h 2650669"/>
                <a:gd name="connsiteX3545" fmla="*/ 1639869 w 2676209"/>
                <a:gd name="connsiteY3545" fmla="*/ 1303345 h 2650669"/>
                <a:gd name="connsiteX3546" fmla="*/ 972557 w 2676209"/>
                <a:gd name="connsiteY3546" fmla="*/ 1305528 h 2650669"/>
                <a:gd name="connsiteX3547" fmla="*/ 974905 w 2676209"/>
                <a:gd name="connsiteY3547" fmla="*/ 1304437 h 2650669"/>
                <a:gd name="connsiteX3548" fmla="*/ 973681 w 2676209"/>
                <a:gd name="connsiteY3548" fmla="*/ 1303180 h 2650669"/>
                <a:gd name="connsiteX3549" fmla="*/ 971432 w 2676209"/>
                <a:gd name="connsiteY3549" fmla="*/ 1304437 h 2650669"/>
                <a:gd name="connsiteX3550" fmla="*/ 972557 w 2676209"/>
                <a:gd name="connsiteY3550" fmla="*/ 1305528 h 2650669"/>
                <a:gd name="connsiteX3551" fmla="*/ 656975 w 2676209"/>
                <a:gd name="connsiteY3551" fmla="*/ 1304437 h 2650669"/>
                <a:gd name="connsiteX3552" fmla="*/ 654726 w 2676209"/>
                <a:gd name="connsiteY3552" fmla="*/ 1303180 h 2650669"/>
                <a:gd name="connsiteX3553" fmla="*/ 653502 w 2676209"/>
                <a:gd name="connsiteY3553" fmla="*/ 1304437 h 2650669"/>
                <a:gd name="connsiteX3554" fmla="*/ 655850 w 2676209"/>
                <a:gd name="connsiteY3554" fmla="*/ 1305528 h 2650669"/>
                <a:gd name="connsiteX3555" fmla="*/ 656975 w 2676209"/>
                <a:gd name="connsiteY3555" fmla="*/ 1304437 h 2650669"/>
                <a:gd name="connsiteX3556" fmla="*/ 1109412 w 2676209"/>
                <a:gd name="connsiteY3556" fmla="*/ 820745 h 2650669"/>
                <a:gd name="connsiteX3557" fmla="*/ 1110669 w 2676209"/>
                <a:gd name="connsiteY3557" fmla="*/ 818497 h 2650669"/>
                <a:gd name="connsiteX3558" fmla="*/ 1109412 w 2676209"/>
                <a:gd name="connsiteY3558" fmla="*/ 817273 h 2650669"/>
                <a:gd name="connsiteX3559" fmla="*/ 1108321 w 2676209"/>
                <a:gd name="connsiteY3559" fmla="*/ 819621 h 2650669"/>
                <a:gd name="connsiteX3560" fmla="*/ 1109412 w 2676209"/>
                <a:gd name="connsiteY3560" fmla="*/ 820745 h 2650669"/>
                <a:gd name="connsiteX3561" fmla="*/ 1036057 w 2676209"/>
                <a:gd name="connsiteY3561" fmla="*/ 1281716 h 2650669"/>
                <a:gd name="connsiteX3562" fmla="*/ 1037148 w 2676209"/>
                <a:gd name="connsiteY3562" fmla="*/ 1280591 h 2650669"/>
                <a:gd name="connsiteX3563" fmla="*/ 1036057 w 2676209"/>
                <a:gd name="connsiteY3563" fmla="*/ 1278243 h 2650669"/>
                <a:gd name="connsiteX3564" fmla="*/ 1034800 w 2676209"/>
                <a:gd name="connsiteY3564" fmla="*/ 1279467 h 2650669"/>
                <a:gd name="connsiteX3565" fmla="*/ 1036057 w 2676209"/>
                <a:gd name="connsiteY3565" fmla="*/ 1281716 h 2650669"/>
                <a:gd name="connsiteX3566" fmla="*/ 2343760 w 2676209"/>
                <a:gd name="connsiteY3566" fmla="*/ 1277086 h 2650669"/>
                <a:gd name="connsiteX3567" fmla="*/ 2342668 w 2676209"/>
                <a:gd name="connsiteY3567" fmla="*/ 1274737 h 2650669"/>
                <a:gd name="connsiteX3568" fmla="*/ 2341445 w 2676209"/>
                <a:gd name="connsiteY3568" fmla="*/ 1275994 h 2650669"/>
                <a:gd name="connsiteX3569" fmla="*/ 2342668 w 2676209"/>
                <a:gd name="connsiteY3569" fmla="*/ 1278243 h 2650669"/>
                <a:gd name="connsiteX3570" fmla="*/ 2343760 w 2676209"/>
                <a:gd name="connsiteY3570" fmla="*/ 1277086 h 2650669"/>
                <a:gd name="connsiteX3571" fmla="*/ 1832089 w 2676209"/>
                <a:gd name="connsiteY3571" fmla="*/ 827228 h 2650669"/>
                <a:gd name="connsiteX3572" fmla="*/ 1834338 w 2676209"/>
                <a:gd name="connsiteY3572" fmla="*/ 826004 h 2650669"/>
                <a:gd name="connsiteX3573" fmla="*/ 1833213 w 2676209"/>
                <a:gd name="connsiteY3573" fmla="*/ 824913 h 2650669"/>
                <a:gd name="connsiteX3574" fmla="*/ 1830865 w 2676209"/>
                <a:gd name="connsiteY3574" fmla="*/ 826004 h 2650669"/>
                <a:gd name="connsiteX3575" fmla="*/ 1832089 w 2676209"/>
                <a:gd name="connsiteY3575" fmla="*/ 827228 h 2650669"/>
                <a:gd name="connsiteX3576" fmla="*/ 715216 w 2676209"/>
                <a:gd name="connsiteY3576" fmla="*/ 1275399 h 2650669"/>
                <a:gd name="connsiteX3577" fmla="*/ 712901 w 2676209"/>
                <a:gd name="connsiteY3577" fmla="*/ 1276490 h 2650669"/>
                <a:gd name="connsiteX3578" fmla="*/ 714125 w 2676209"/>
                <a:gd name="connsiteY3578" fmla="*/ 1277747 h 2650669"/>
                <a:gd name="connsiteX3579" fmla="*/ 716374 w 2676209"/>
                <a:gd name="connsiteY3579" fmla="*/ 1276490 h 2650669"/>
                <a:gd name="connsiteX3580" fmla="*/ 715216 w 2676209"/>
                <a:gd name="connsiteY3580" fmla="*/ 1275399 h 2650669"/>
                <a:gd name="connsiteX3581" fmla="*/ 1774310 w 2676209"/>
                <a:gd name="connsiteY3581" fmla="*/ 1273613 h 2650669"/>
                <a:gd name="connsiteX3582" fmla="*/ 1773219 w 2676209"/>
                <a:gd name="connsiteY3582" fmla="*/ 1271265 h 2650669"/>
                <a:gd name="connsiteX3583" fmla="*/ 1772127 w 2676209"/>
                <a:gd name="connsiteY3583" fmla="*/ 1272422 h 2650669"/>
                <a:gd name="connsiteX3584" fmla="*/ 1773219 w 2676209"/>
                <a:gd name="connsiteY3584" fmla="*/ 1274737 h 2650669"/>
                <a:gd name="connsiteX3585" fmla="*/ 1774310 w 2676209"/>
                <a:gd name="connsiteY3585" fmla="*/ 1273613 h 2650669"/>
                <a:gd name="connsiteX3586" fmla="*/ 1146752 w 2676209"/>
                <a:gd name="connsiteY3586" fmla="*/ 1272389 h 2650669"/>
                <a:gd name="connsiteX3587" fmla="*/ 1147843 w 2676209"/>
                <a:gd name="connsiteY3587" fmla="*/ 1274737 h 2650669"/>
                <a:gd name="connsiteX3588" fmla="*/ 1149100 w 2676209"/>
                <a:gd name="connsiteY3588" fmla="*/ 1273514 h 2650669"/>
                <a:gd name="connsiteX3589" fmla="*/ 1147843 w 2676209"/>
                <a:gd name="connsiteY3589" fmla="*/ 1271265 h 2650669"/>
                <a:gd name="connsiteX3590" fmla="*/ 1146752 w 2676209"/>
                <a:gd name="connsiteY3590" fmla="*/ 1272389 h 2650669"/>
                <a:gd name="connsiteX3591" fmla="*/ 585372 w 2676209"/>
                <a:gd name="connsiteY3591" fmla="*/ 1288727 h 2650669"/>
                <a:gd name="connsiteX3592" fmla="*/ 584281 w 2676209"/>
                <a:gd name="connsiteY3592" fmla="*/ 1289852 h 2650669"/>
                <a:gd name="connsiteX3593" fmla="*/ 585372 w 2676209"/>
                <a:gd name="connsiteY3593" fmla="*/ 1292200 h 2650669"/>
                <a:gd name="connsiteX3594" fmla="*/ 586629 w 2676209"/>
                <a:gd name="connsiteY3594" fmla="*/ 1290976 h 2650669"/>
                <a:gd name="connsiteX3595" fmla="*/ 585372 w 2676209"/>
                <a:gd name="connsiteY3595" fmla="*/ 1288727 h 2650669"/>
                <a:gd name="connsiteX3596" fmla="*/ 1138450 w 2676209"/>
                <a:gd name="connsiteY3596" fmla="*/ 823094 h 2650669"/>
                <a:gd name="connsiteX3597" fmla="*/ 1137359 w 2676209"/>
                <a:gd name="connsiteY3597" fmla="*/ 820779 h 2650669"/>
                <a:gd name="connsiteX3598" fmla="*/ 1136135 w 2676209"/>
                <a:gd name="connsiteY3598" fmla="*/ 822002 h 2650669"/>
                <a:gd name="connsiteX3599" fmla="*/ 1137359 w 2676209"/>
                <a:gd name="connsiteY3599" fmla="*/ 824251 h 2650669"/>
                <a:gd name="connsiteX3600" fmla="*/ 1138450 w 2676209"/>
                <a:gd name="connsiteY3600" fmla="*/ 823094 h 2650669"/>
                <a:gd name="connsiteX3601" fmla="*/ 1491338 w 2676209"/>
                <a:gd name="connsiteY3601" fmla="*/ 823094 h 2650669"/>
                <a:gd name="connsiteX3602" fmla="*/ 1490247 w 2676209"/>
                <a:gd name="connsiteY3602" fmla="*/ 820779 h 2650669"/>
                <a:gd name="connsiteX3603" fmla="*/ 1489122 w 2676209"/>
                <a:gd name="connsiteY3603" fmla="*/ 821903 h 2650669"/>
                <a:gd name="connsiteX3604" fmla="*/ 1490247 w 2676209"/>
                <a:gd name="connsiteY3604" fmla="*/ 824251 h 2650669"/>
                <a:gd name="connsiteX3605" fmla="*/ 1491338 w 2676209"/>
                <a:gd name="connsiteY3605" fmla="*/ 823094 h 2650669"/>
                <a:gd name="connsiteX3606" fmla="*/ 1253908 w 2676209"/>
                <a:gd name="connsiteY3606" fmla="*/ 1286478 h 2650669"/>
                <a:gd name="connsiteX3607" fmla="*/ 1252651 w 2676209"/>
                <a:gd name="connsiteY3607" fmla="*/ 1285222 h 2650669"/>
                <a:gd name="connsiteX3608" fmla="*/ 1251560 w 2676209"/>
                <a:gd name="connsiteY3608" fmla="*/ 1287570 h 2650669"/>
                <a:gd name="connsiteX3609" fmla="*/ 1252651 w 2676209"/>
                <a:gd name="connsiteY3609" fmla="*/ 1288727 h 2650669"/>
                <a:gd name="connsiteX3610" fmla="*/ 1253908 w 2676209"/>
                <a:gd name="connsiteY3610" fmla="*/ 1286478 h 2650669"/>
                <a:gd name="connsiteX3611" fmla="*/ 576145 w 2676209"/>
                <a:gd name="connsiteY3611" fmla="*/ 1286478 h 2650669"/>
                <a:gd name="connsiteX3612" fmla="*/ 574888 w 2676209"/>
                <a:gd name="connsiteY3612" fmla="*/ 1285222 h 2650669"/>
                <a:gd name="connsiteX3613" fmla="*/ 573796 w 2676209"/>
                <a:gd name="connsiteY3613" fmla="*/ 1287570 h 2650669"/>
                <a:gd name="connsiteX3614" fmla="*/ 574888 w 2676209"/>
                <a:gd name="connsiteY3614" fmla="*/ 1288727 h 2650669"/>
                <a:gd name="connsiteX3615" fmla="*/ 576145 w 2676209"/>
                <a:gd name="connsiteY3615" fmla="*/ 1286478 h 2650669"/>
                <a:gd name="connsiteX3616" fmla="*/ 1790681 w 2676209"/>
                <a:gd name="connsiteY3616" fmla="*/ 1285222 h 2650669"/>
                <a:gd name="connsiteX3617" fmla="*/ 1791773 w 2676209"/>
                <a:gd name="connsiteY3617" fmla="*/ 1284064 h 2650669"/>
                <a:gd name="connsiteX3618" fmla="*/ 1790681 w 2676209"/>
                <a:gd name="connsiteY3618" fmla="*/ 1281716 h 2650669"/>
                <a:gd name="connsiteX3619" fmla="*/ 1789458 w 2676209"/>
                <a:gd name="connsiteY3619" fmla="*/ 1282973 h 2650669"/>
                <a:gd name="connsiteX3620" fmla="*/ 1790681 w 2676209"/>
                <a:gd name="connsiteY3620" fmla="*/ 1285222 h 2650669"/>
                <a:gd name="connsiteX3621" fmla="*/ 2397503 w 2676209"/>
                <a:gd name="connsiteY3621" fmla="*/ 1335261 h 2650669"/>
                <a:gd name="connsiteX3622" fmla="*/ 2398595 w 2676209"/>
                <a:gd name="connsiteY3622" fmla="*/ 1337609 h 2650669"/>
                <a:gd name="connsiteX3623" fmla="*/ 2399686 w 2676209"/>
                <a:gd name="connsiteY3623" fmla="*/ 1336451 h 2650669"/>
                <a:gd name="connsiteX3624" fmla="*/ 2398595 w 2676209"/>
                <a:gd name="connsiteY3624" fmla="*/ 1334103 h 2650669"/>
                <a:gd name="connsiteX3625" fmla="*/ 2397503 w 2676209"/>
                <a:gd name="connsiteY3625" fmla="*/ 1335261 h 2650669"/>
                <a:gd name="connsiteX3626" fmla="*/ 1611426 w 2676209"/>
                <a:gd name="connsiteY3626" fmla="*/ 1335261 h 2650669"/>
                <a:gd name="connsiteX3627" fmla="*/ 1612518 w 2676209"/>
                <a:gd name="connsiteY3627" fmla="*/ 1337609 h 2650669"/>
                <a:gd name="connsiteX3628" fmla="*/ 1613741 w 2676209"/>
                <a:gd name="connsiteY3628" fmla="*/ 1336352 h 2650669"/>
                <a:gd name="connsiteX3629" fmla="*/ 1612518 w 2676209"/>
                <a:gd name="connsiteY3629" fmla="*/ 1334103 h 2650669"/>
                <a:gd name="connsiteX3630" fmla="*/ 1611426 w 2676209"/>
                <a:gd name="connsiteY3630" fmla="*/ 1335261 h 2650669"/>
                <a:gd name="connsiteX3631" fmla="*/ 1545049 w 2676209"/>
                <a:gd name="connsiteY3631" fmla="*/ 1335261 h 2650669"/>
                <a:gd name="connsiteX3632" fmla="*/ 1546140 w 2676209"/>
                <a:gd name="connsiteY3632" fmla="*/ 1337609 h 2650669"/>
                <a:gd name="connsiteX3633" fmla="*/ 1547232 w 2676209"/>
                <a:gd name="connsiteY3633" fmla="*/ 1336451 h 2650669"/>
                <a:gd name="connsiteX3634" fmla="*/ 1546140 w 2676209"/>
                <a:gd name="connsiteY3634" fmla="*/ 1334103 h 2650669"/>
                <a:gd name="connsiteX3635" fmla="*/ 1545049 w 2676209"/>
                <a:gd name="connsiteY3635" fmla="*/ 1335261 h 2650669"/>
                <a:gd name="connsiteX3636" fmla="*/ 888717 w 2676209"/>
                <a:gd name="connsiteY3636" fmla="*/ 1336948 h 2650669"/>
                <a:gd name="connsiteX3637" fmla="*/ 891065 w 2676209"/>
                <a:gd name="connsiteY3637" fmla="*/ 1335856 h 2650669"/>
                <a:gd name="connsiteX3638" fmla="*/ 889808 w 2676209"/>
                <a:gd name="connsiteY3638" fmla="*/ 1334632 h 2650669"/>
                <a:gd name="connsiteX3639" fmla="*/ 887559 w 2676209"/>
                <a:gd name="connsiteY3639" fmla="*/ 1335856 h 2650669"/>
                <a:gd name="connsiteX3640" fmla="*/ 888717 w 2676209"/>
                <a:gd name="connsiteY3640" fmla="*/ 1336948 h 2650669"/>
                <a:gd name="connsiteX3641" fmla="*/ 2419894 w 2676209"/>
                <a:gd name="connsiteY3641" fmla="*/ 1333740 h 2650669"/>
                <a:gd name="connsiteX3642" fmla="*/ 2421018 w 2676209"/>
                <a:gd name="connsiteY3642" fmla="*/ 1332648 h 2650669"/>
                <a:gd name="connsiteX3643" fmla="*/ 2419331 w 2676209"/>
                <a:gd name="connsiteY3643" fmla="*/ 1330664 h 2650669"/>
                <a:gd name="connsiteX3644" fmla="*/ 2417876 w 2676209"/>
                <a:gd name="connsiteY3644" fmla="*/ 1332152 h 2650669"/>
                <a:gd name="connsiteX3645" fmla="*/ 2419894 w 2676209"/>
                <a:gd name="connsiteY3645" fmla="*/ 1333740 h 2650669"/>
                <a:gd name="connsiteX3646" fmla="*/ 2404482 w 2676209"/>
                <a:gd name="connsiteY3646" fmla="*/ 1328282 h 2650669"/>
                <a:gd name="connsiteX3647" fmla="*/ 2405573 w 2676209"/>
                <a:gd name="connsiteY3647" fmla="*/ 1330631 h 2650669"/>
                <a:gd name="connsiteX3648" fmla="*/ 2406664 w 2676209"/>
                <a:gd name="connsiteY3648" fmla="*/ 1329473 h 2650669"/>
                <a:gd name="connsiteX3649" fmla="*/ 2405573 w 2676209"/>
                <a:gd name="connsiteY3649" fmla="*/ 1327125 h 2650669"/>
                <a:gd name="connsiteX3650" fmla="*/ 2404482 w 2676209"/>
                <a:gd name="connsiteY3650" fmla="*/ 1328282 h 2650669"/>
                <a:gd name="connsiteX3651" fmla="*/ 905055 w 2676209"/>
                <a:gd name="connsiteY3651" fmla="*/ 1346340 h 2650669"/>
                <a:gd name="connsiteX3652" fmla="*/ 902806 w 2676209"/>
                <a:gd name="connsiteY3652" fmla="*/ 1345084 h 2650669"/>
                <a:gd name="connsiteX3653" fmla="*/ 901549 w 2676209"/>
                <a:gd name="connsiteY3653" fmla="*/ 1346340 h 2650669"/>
                <a:gd name="connsiteX3654" fmla="*/ 903897 w 2676209"/>
                <a:gd name="connsiteY3654" fmla="*/ 1347432 h 2650669"/>
                <a:gd name="connsiteX3655" fmla="*/ 905055 w 2676209"/>
                <a:gd name="connsiteY3655" fmla="*/ 1346340 h 2650669"/>
                <a:gd name="connsiteX3656" fmla="*/ 2005556 w 2676209"/>
                <a:gd name="connsiteY3656" fmla="*/ 1342835 h 2650669"/>
                <a:gd name="connsiteX3657" fmla="*/ 2006681 w 2676209"/>
                <a:gd name="connsiteY3657" fmla="*/ 1343926 h 2650669"/>
                <a:gd name="connsiteX3658" fmla="*/ 2009029 w 2676209"/>
                <a:gd name="connsiteY3658" fmla="*/ 1342835 h 2650669"/>
                <a:gd name="connsiteX3659" fmla="*/ 2007904 w 2676209"/>
                <a:gd name="connsiteY3659" fmla="*/ 1341743 h 2650669"/>
                <a:gd name="connsiteX3660" fmla="*/ 2005556 w 2676209"/>
                <a:gd name="connsiteY3660" fmla="*/ 1342835 h 2650669"/>
                <a:gd name="connsiteX3661" fmla="*/ 737838 w 2676209"/>
                <a:gd name="connsiteY3661" fmla="*/ 1342338 h 2650669"/>
                <a:gd name="connsiteX3662" fmla="*/ 739095 w 2676209"/>
                <a:gd name="connsiteY3662" fmla="*/ 1344587 h 2650669"/>
                <a:gd name="connsiteX3663" fmla="*/ 740186 w 2676209"/>
                <a:gd name="connsiteY3663" fmla="*/ 1343430 h 2650669"/>
                <a:gd name="connsiteX3664" fmla="*/ 739095 w 2676209"/>
                <a:gd name="connsiteY3664" fmla="*/ 1341082 h 2650669"/>
                <a:gd name="connsiteX3665" fmla="*/ 737838 w 2676209"/>
                <a:gd name="connsiteY3665" fmla="*/ 1342338 h 2650669"/>
                <a:gd name="connsiteX3666" fmla="*/ 2506875 w 2676209"/>
                <a:gd name="connsiteY3666" fmla="*/ 1337609 h 2650669"/>
                <a:gd name="connsiteX3667" fmla="*/ 2505784 w 2676209"/>
                <a:gd name="connsiteY3667" fmla="*/ 1338767 h 2650669"/>
                <a:gd name="connsiteX3668" fmla="*/ 2506875 w 2676209"/>
                <a:gd name="connsiteY3668" fmla="*/ 1341082 h 2650669"/>
                <a:gd name="connsiteX3669" fmla="*/ 2508132 w 2676209"/>
                <a:gd name="connsiteY3669" fmla="*/ 1339858 h 2650669"/>
                <a:gd name="connsiteX3670" fmla="*/ 2506875 w 2676209"/>
                <a:gd name="connsiteY3670" fmla="*/ 1337609 h 2650669"/>
                <a:gd name="connsiteX3671" fmla="*/ 2145951 w 2676209"/>
                <a:gd name="connsiteY3671" fmla="*/ 1338767 h 2650669"/>
                <a:gd name="connsiteX3672" fmla="*/ 2147042 w 2676209"/>
                <a:gd name="connsiteY3672" fmla="*/ 1341082 h 2650669"/>
                <a:gd name="connsiteX3673" fmla="*/ 2148266 w 2676209"/>
                <a:gd name="connsiteY3673" fmla="*/ 1339858 h 2650669"/>
                <a:gd name="connsiteX3674" fmla="*/ 2147042 w 2676209"/>
                <a:gd name="connsiteY3674" fmla="*/ 1337609 h 2650669"/>
                <a:gd name="connsiteX3675" fmla="*/ 2145951 w 2676209"/>
                <a:gd name="connsiteY3675" fmla="*/ 1338767 h 2650669"/>
                <a:gd name="connsiteX3676" fmla="*/ 1740675 w 2676209"/>
                <a:gd name="connsiteY3676" fmla="*/ 1338767 h 2650669"/>
                <a:gd name="connsiteX3677" fmla="*/ 1741766 w 2676209"/>
                <a:gd name="connsiteY3677" fmla="*/ 1341082 h 2650669"/>
                <a:gd name="connsiteX3678" fmla="*/ 1742858 w 2676209"/>
                <a:gd name="connsiteY3678" fmla="*/ 1339957 h 2650669"/>
                <a:gd name="connsiteX3679" fmla="*/ 1741766 w 2676209"/>
                <a:gd name="connsiteY3679" fmla="*/ 1337609 h 2650669"/>
                <a:gd name="connsiteX3680" fmla="*/ 1740675 w 2676209"/>
                <a:gd name="connsiteY3680" fmla="*/ 1338767 h 2650669"/>
                <a:gd name="connsiteX3681" fmla="*/ 1487965 w 2676209"/>
                <a:gd name="connsiteY3681" fmla="*/ 1339858 h 2650669"/>
                <a:gd name="connsiteX3682" fmla="*/ 1486741 w 2676209"/>
                <a:gd name="connsiteY3682" fmla="*/ 1337609 h 2650669"/>
                <a:gd name="connsiteX3683" fmla="*/ 1485650 w 2676209"/>
                <a:gd name="connsiteY3683" fmla="*/ 1338767 h 2650669"/>
                <a:gd name="connsiteX3684" fmla="*/ 1486741 w 2676209"/>
                <a:gd name="connsiteY3684" fmla="*/ 1341115 h 2650669"/>
                <a:gd name="connsiteX3685" fmla="*/ 1487965 w 2676209"/>
                <a:gd name="connsiteY3685" fmla="*/ 1339858 h 2650669"/>
                <a:gd name="connsiteX3686" fmla="*/ 522467 w 2676209"/>
                <a:gd name="connsiteY3686" fmla="*/ 1337609 h 2650669"/>
                <a:gd name="connsiteX3687" fmla="*/ 521376 w 2676209"/>
                <a:gd name="connsiteY3687" fmla="*/ 1338767 h 2650669"/>
                <a:gd name="connsiteX3688" fmla="*/ 522467 w 2676209"/>
                <a:gd name="connsiteY3688" fmla="*/ 1341082 h 2650669"/>
                <a:gd name="connsiteX3689" fmla="*/ 523724 w 2676209"/>
                <a:gd name="connsiteY3689" fmla="*/ 1339858 h 2650669"/>
                <a:gd name="connsiteX3690" fmla="*/ 522467 w 2676209"/>
                <a:gd name="connsiteY3690" fmla="*/ 1337609 h 2650669"/>
                <a:gd name="connsiteX3691" fmla="*/ 284904 w 2676209"/>
                <a:gd name="connsiteY3691" fmla="*/ 1337609 h 2650669"/>
                <a:gd name="connsiteX3692" fmla="*/ 283813 w 2676209"/>
                <a:gd name="connsiteY3692" fmla="*/ 1338767 h 2650669"/>
                <a:gd name="connsiteX3693" fmla="*/ 284904 w 2676209"/>
                <a:gd name="connsiteY3693" fmla="*/ 1341082 h 2650669"/>
                <a:gd name="connsiteX3694" fmla="*/ 286161 w 2676209"/>
                <a:gd name="connsiteY3694" fmla="*/ 1339858 h 2650669"/>
                <a:gd name="connsiteX3695" fmla="*/ 284904 w 2676209"/>
                <a:gd name="connsiteY3695" fmla="*/ 1337609 h 2650669"/>
                <a:gd name="connsiteX3696" fmla="*/ 2093530 w 2676209"/>
                <a:gd name="connsiteY3696" fmla="*/ 1314293 h 2650669"/>
                <a:gd name="connsiteX3697" fmla="*/ 2094621 w 2676209"/>
                <a:gd name="connsiteY3697" fmla="*/ 1316641 h 2650669"/>
                <a:gd name="connsiteX3698" fmla="*/ 2095713 w 2676209"/>
                <a:gd name="connsiteY3698" fmla="*/ 1315516 h 2650669"/>
                <a:gd name="connsiteX3699" fmla="*/ 2094621 w 2676209"/>
                <a:gd name="connsiteY3699" fmla="*/ 1313168 h 2650669"/>
                <a:gd name="connsiteX3700" fmla="*/ 2093530 w 2676209"/>
                <a:gd name="connsiteY3700" fmla="*/ 1314293 h 2650669"/>
                <a:gd name="connsiteX3701" fmla="*/ 1893240 w 2676209"/>
                <a:gd name="connsiteY3701" fmla="*/ 1315417 h 2650669"/>
                <a:gd name="connsiteX3702" fmla="*/ 1891984 w 2676209"/>
                <a:gd name="connsiteY3702" fmla="*/ 1313168 h 2650669"/>
                <a:gd name="connsiteX3703" fmla="*/ 1890892 w 2676209"/>
                <a:gd name="connsiteY3703" fmla="*/ 1314293 h 2650669"/>
                <a:gd name="connsiteX3704" fmla="*/ 1891984 w 2676209"/>
                <a:gd name="connsiteY3704" fmla="*/ 1316641 h 2650669"/>
                <a:gd name="connsiteX3705" fmla="*/ 1893240 w 2676209"/>
                <a:gd name="connsiteY3705" fmla="*/ 1315417 h 2650669"/>
                <a:gd name="connsiteX3706" fmla="*/ 1797064 w 2676209"/>
                <a:gd name="connsiteY3706" fmla="*/ 1316012 h 2650669"/>
                <a:gd name="connsiteX3707" fmla="*/ 1799413 w 2676209"/>
                <a:gd name="connsiteY3707" fmla="*/ 1314921 h 2650669"/>
                <a:gd name="connsiteX3708" fmla="*/ 1798189 w 2676209"/>
                <a:gd name="connsiteY3708" fmla="*/ 1313664 h 2650669"/>
                <a:gd name="connsiteX3709" fmla="*/ 1795940 w 2676209"/>
                <a:gd name="connsiteY3709" fmla="*/ 1314921 h 2650669"/>
                <a:gd name="connsiteX3710" fmla="*/ 1797064 w 2676209"/>
                <a:gd name="connsiteY3710" fmla="*/ 1316012 h 2650669"/>
                <a:gd name="connsiteX3711" fmla="*/ 1664905 w 2676209"/>
                <a:gd name="connsiteY3711" fmla="*/ 1313168 h 2650669"/>
                <a:gd name="connsiteX3712" fmla="*/ 1663814 w 2676209"/>
                <a:gd name="connsiteY3712" fmla="*/ 1314293 h 2650669"/>
                <a:gd name="connsiteX3713" fmla="*/ 1664905 w 2676209"/>
                <a:gd name="connsiteY3713" fmla="*/ 1316641 h 2650669"/>
                <a:gd name="connsiteX3714" fmla="*/ 1666162 w 2676209"/>
                <a:gd name="connsiteY3714" fmla="*/ 1315417 h 2650669"/>
                <a:gd name="connsiteX3715" fmla="*/ 1664905 w 2676209"/>
                <a:gd name="connsiteY3715" fmla="*/ 1313168 h 2650669"/>
                <a:gd name="connsiteX3716" fmla="*/ 1068733 w 2676209"/>
                <a:gd name="connsiteY3716" fmla="*/ 1315417 h 2650669"/>
                <a:gd name="connsiteX3717" fmla="*/ 1067509 w 2676209"/>
                <a:gd name="connsiteY3717" fmla="*/ 1313168 h 2650669"/>
                <a:gd name="connsiteX3718" fmla="*/ 1066418 w 2676209"/>
                <a:gd name="connsiteY3718" fmla="*/ 1314293 h 2650669"/>
                <a:gd name="connsiteX3719" fmla="*/ 1067509 w 2676209"/>
                <a:gd name="connsiteY3719" fmla="*/ 1316641 h 2650669"/>
                <a:gd name="connsiteX3720" fmla="*/ 1068733 w 2676209"/>
                <a:gd name="connsiteY3720" fmla="*/ 1315417 h 2650669"/>
                <a:gd name="connsiteX3721" fmla="*/ 1117647 w 2676209"/>
                <a:gd name="connsiteY3721" fmla="*/ 812543 h 2650669"/>
                <a:gd name="connsiteX3722" fmla="*/ 1116424 w 2676209"/>
                <a:gd name="connsiteY3722" fmla="*/ 810294 h 2650669"/>
                <a:gd name="connsiteX3723" fmla="*/ 1115332 w 2676209"/>
                <a:gd name="connsiteY3723" fmla="*/ 811419 h 2650669"/>
                <a:gd name="connsiteX3724" fmla="*/ 1116424 w 2676209"/>
                <a:gd name="connsiteY3724" fmla="*/ 813767 h 2650669"/>
                <a:gd name="connsiteX3725" fmla="*/ 1117647 w 2676209"/>
                <a:gd name="connsiteY3725" fmla="*/ 812543 h 2650669"/>
                <a:gd name="connsiteX3726" fmla="*/ 908527 w 2676209"/>
                <a:gd name="connsiteY3726" fmla="*/ 1314921 h 2650669"/>
                <a:gd name="connsiteX3727" fmla="*/ 910776 w 2676209"/>
                <a:gd name="connsiteY3727" fmla="*/ 1316145 h 2650669"/>
                <a:gd name="connsiteX3728" fmla="*/ 912033 w 2676209"/>
                <a:gd name="connsiteY3728" fmla="*/ 1314921 h 2650669"/>
                <a:gd name="connsiteX3729" fmla="*/ 909685 w 2676209"/>
                <a:gd name="connsiteY3729" fmla="*/ 1313830 h 2650669"/>
                <a:gd name="connsiteX3730" fmla="*/ 908527 w 2676209"/>
                <a:gd name="connsiteY3730" fmla="*/ 1314921 h 2650669"/>
                <a:gd name="connsiteX3731" fmla="*/ 880085 w 2676209"/>
                <a:gd name="connsiteY3731" fmla="*/ 1314392 h 2650669"/>
                <a:gd name="connsiteX3732" fmla="*/ 878828 w 2676209"/>
                <a:gd name="connsiteY3732" fmla="*/ 1313168 h 2650669"/>
                <a:gd name="connsiteX3733" fmla="*/ 877737 w 2676209"/>
                <a:gd name="connsiteY3733" fmla="*/ 1315516 h 2650669"/>
                <a:gd name="connsiteX3734" fmla="*/ 878828 w 2676209"/>
                <a:gd name="connsiteY3734" fmla="*/ 1316641 h 2650669"/>
                <a:gd name="connsiteX3735" fmla="*/ 880085 w 2676209"/>
                <a:gd name="connsiteY3735" fmla="*/ 1314392 h 2650669"/>
                <a:gd name="connsiteX3736" fmla="*/ 833419 w 2676209"/>
                <a:gd name="connsiteY3736" fmla="*/ 1313168 h 2650669"/>
                <a:gd name="connsiteX3737" fmla="*/ 832327 w 2676209"/>
                <a:gd name="connsiteY3737" fmla="*/ 1314293 h 2650669"/>
                <a:gd name="connsiteX3738" fmla="*/ 833419 w 2676209"/>
                <a:gd name="connsiteY3738" fmla="*/ 1316641 h 2650669"/>
                <a:gd name="connsiteX3739" fmla="*/ 834676 w 2676209"/>
                <a:gd name="connsiteY3739" fmla="*/ 1315417 h 2650669"/>
                <a:gd name="connsiteX3740" fmla="*/ 833419 w 2676209"/>
                <a:gd name="connsiteY3740" fmla="*/ 1313168 h 2650669"/>
                <a:gd name="connsiteX3741" fmla="*/ 1755128 w 2676209"/>
                <a:gd name="connsiteY3741" fmla="*/ 1312507 h 2650669"/>
                <a:gd name="connsiteX3742" fmla="*/ 1757476 w 2676209"/>
                <a:gd name="connsiteY3742" fmla="*/ 1311415 h 2650669"/>
                <a:gd name="connsiteX3743" fmla="*/ 1756252 w 2676209"/>
                <a:gd name="connsiteY3743" fmla="*/ 1310192 h 2650669"/>
                <a:gd name="connsiteX3744" fmla="*/ 1754003 w 2676209"/>
                <a:gd name="connsiteY3744" fmla="*/ 1311415 h 2650669"/>
                <a:gd name="connsiteX3745" fmla="*/ 1755128 w 2676209"/>
                <a:gd name="connsiteY3745" fmla="*/ 1312507 h 2650669"/>
                <a:gd name="connsiteX3746" fmla="*/ 1377832 w 2676209"/>
                <a:gd name="connsiteY3746" fmla="*/ 1312507 h 2650669"/>
                <a:gd name="connsiteX3747" fmla="*/ 1380180 w 2676209"/>
                <a:gd name="connsiteY3747" fmla="*/ 1311415 h 2650669"/>
                <a:gd name="connsiteX3748" fmla="*/ 1378924 w 2676209"/>
                <a:gd name="connsiteY3748" fmla="*/ 1310192 h 2650669"/>
                <a:gd name="connsiteX3749" fmla="*/ 1376675 w 2676209"/>
                <a:gd name="connsiteY3749" fmla="*/ 1311415 h 2650669"/>
                <a:gd name="connsiteX3750" fmla="*/ 1377832 w 2676209"/>
                <a:gd name="connsiteY3750" fmla="*/ 1312507 h 2650669"/>
                <a:gd name="connsiteX3751" fmla="*/ 1077695 w 2676209"/>
                <a:gd name="connsiteY3751" fmla="*/ 1312738 h 2650669"/>
                <a:gd name="connsiteX3752" fmla="*/ 1079713 w 2676209"/>
                <a:gd name="connsiteY3752" fmla="*/ 1311217 h 2650669"/>
                <a:gd name="connsiteX3753" fmla="*/ 1079713 w 2676209"/>
                <a:gd name="connsiteY3753" fmla="*/ 1309695 h 2650669"/>
                <a:gd name="connsiteX3754" fmla="*/ 1079713 w 2676209"/>
                <a:gd name="connsiteY3754" fmla="*/ 1309662 h 2650669"/>
                <a:gd name="connsiteX3755" fmla="*/ 1077034 w 2676209"/>
                <a:gd name="connsiteY3755" fmla="*/ 1310655 h 2650669"/>
                <a:gd name="connsiteX3756" fmla="*/ 1077695 w 2676209"/>
                <a:gd name="connsiteY3756" fmla="*/ 1312738 h 2650669"/>
                <a:gd name="connsiteX3757" fmla="*/ 1124494 w 2676209"/>
                <a:gd name="connsiteY3757" fmla="*/ 809137 h 2650669"/>
                <a:gd name="connsiteX3758" fmla="*/ 1123402 w 2676209"/>
                <a:gd name="connsiteY3758" fmla="*/ 806789 h 2650669"/>
                <a:gd name="connsiteX3759" fmla="*/ 1122311 w 2676209"/>
                <a:gd name="connsiteY3759" fmla="*/ 807946 h 2650669"/>
                <a:gd name="connsiteX3760" fmla="*/ 1123402 w 2676209"/>
                <a:gd name="connsiteY3760" fmla="*/ 810294 h 2650669"/>
                <a:gd name="connsiteX3761" fmla="*/ 1124494 w 2676209"/>
                <a:gd name="connsiteY3761" fmla="*/ 809137 h 2650669"/>
                <a:gd name="connsiteX3762" fmla="*/ 1195005 w 2676209"/>
                <a:gd name="connsiteY3762" fmla="*/ 808542 h 2650669"/>
                <a:gd name="connsiteX3763" fmla="*/ 1196163 w 2676209"/>
                <a:gd name="connsiteY3763" fmla="*/ 809633 h 2650669"/>
                <a:gd name="connsiteX3764" fmla="*/ 1198511 w 2676209"/>
                <a:gd name="connsiteY3764" fmla="*/ 808542 h 2650669"/>
                <a:gd name="connsiteX3765" fmla="*/ 1197287 w 2676209"/>
                <a:gd name="connsiteY3765" fmla="*/ 807285 h 2650669"/>
                <a:gd name="connsiteX3766" fmla="*/ 1195005 w 2676209"/>
                <a:gd name="connsiteY3766" fmla="*/ 808542 h 2650669"/>
                <a:gd name="connsiteX3767" fmla="*/ 1564198 w 2676209"/>
                <a:gd name="connsiteY3767" fmla="*/ 1327786 h 2650669"/>
                <a:gd name="connsiteX3768" fmla="*/ 1561850 w 2676209"/>
                <a:gd name="connsiteY3768" fmla="*/ 1328878 h 2650669"/>
                <a:gd name="connsiteX3769" fmla="*/ 1562974 w 2676209"/>
                <a:gd name="connsiteY3769" fmla="*/ 1329969 h 2650669"/>
                <a:gd name="connsiteX3770" fmla="*/ 1565322 w 2676209"/>
                <a:gd name="connsiteY3770" fmla="*/ 1328878 h 2650669"/>
                <a:gd name="connsiteX3771" fmla="*/ 1564198 w 2676209"/>
                <a:gd name="connsiteY3771" fmla="*/ 1327786 h 2650669"/>
                <a:gd name="connsiteX3772" fmla="*/ 1444805 w 2676209"/>
                <a:gd name="connsiteY3772" fmla="*/ 1327125 h 2650669"/>
                <a:gd name="connsiteX3773" fmla="*/ 1443713 w 2676209"/>
                <a:gd name="connsiteY3773" fmla="*/ 1328282 h 2650669"/>
                <a:gd name="connsiteX3774" fmla="*/ 1444805 w 2676209"/>
                <a:gd name="connsiteY3774" fmla="*/ 1330631 h 2650669"/>
                <a:gd name="connsiteX3775" fmla="*/ 1446062 w 2676209"/>
                <a:gd name="connsiteY3775" fmla="*/ 1329374 h 2650669"/>
                <a:gd name="connsiteX3776" fmla="*/ 1444805 w 2676209"/>
                <a:gd name="connsiteY3776" fmla="*/ 1327125 h 2650669"/>
                <a:gd name="connsiteX3777" fmla="*/ 1306295 w 2676209"/>
                <a:gd name="connsiteY3777" fmla="*/ 809038 h 2650669"/>
                <a:gd name="connsiteX3778" fmla="*/ 1305072 w 2676209"/>
                <a:gd name="connsiteY3778" fmla="*/ 806789 h 2650669"/>
                <a:gd name="connsiteX3779" fmla="*/ 1303980 w 2676209"/>
                <a:gd name="connsiteY3779" fmla="*/ 807946 h 2650669"/>
                <a:gd name="connsiteX3780" fmla="*/ 1305072 w 2676209"/>
                <a:gd name="connsiteY3780" fmla="*/ 810294 h 2650669"/>
                <a:gd name="connsiteX3781" fmla="*/ 1306295 w 2676209"/>
                <a:gd name="connsiteY3781" fmla="*/ 809038 h 2650669"/>
                <a:gd name="connsiteX3782" fmla="*/ 1337119 w 2676209"/>
                <a:gd name="connsiteY3782" fmla="*/ 807450 h 2650669"/>
                <a:gd name="connsiteX3783" fmla="*/ 1334771 w 2676209"/>
                <a:gd name="connsiteY3783" fmla="*/ 808542 h 2650669"/>
                <a:gd name="connsiteX3784" fmla="*/ 1335896 w 2676209"/>
                <a:gd name="connsiteY3784" fmla="*/ 809633 h 2650669"/>
                <a:gd name="connsiteX3785" fmla="*/ 1338244 w 2676209"/>
                <a:gd name="connsiteY3785" fmla="*/ 808542 h 2650669"/>
                <a:gd name="connsiteX3786" fmla="*/ 1337119 w 2676209"/>
                <a:gd name="connsiteY3786" fmla="*/ 807450 h 2650669"/>
                <a:gd name="connsiteX3787" fmla="*/ 2114498 w 2676209"/>
                <a:gd name="connsiteY3787" fmla="*/ 1324777 h 2650669"/>
                <a:gd name="connsiteX3788" fmla="*/ 2115590 w 2676209"/>
                <a:gd name="connsiteY3788" fmla="*/ 1327125 h 2650669"/>
                <a:gd name="connsiteX3789" fmla="*/ 2116681 w 2676209"/>
                <a:gd name="connsiteY3789" fmla="*/ 1325967 h 2650669"/>
                <a:gd name="connsiteX3790" fmla="*/ 2115590 w 2676209"/>
                <a:gd name="connsiteY3790" fmla="*/ 1323652 h 2650669"/>
                <a:gd name="connsiteX3791" fmla="*/ 2114498 w 2676209"/>
                <a:gd name="connsiteY3791" fmla="*/ 1324777 h 2650669"/>
                <a:gd name="connsiteX3792" fmla="*/ 953440 w 2676209"/>
                <a:gd name="connsiteY3792" fmla="*/ 1325901 h 2650669"/>
                <a:gd name="connsiteX3793" fmla="*/ 952217 w 2676209"/>
                <a:gd name="connsiteY3793" fmla="*/ 1323652 h 2650669"/>
                <a:gd name="connsiteX3794" fmla="*/ 951125 w 2676209"/>
                <a:gd name="connsiteY3794" fmla="*/ 1324777 h 2650669"/>
                <a:gd name="connsiteX3795" fmla="*/ 952217 w 2676209"/>
                <a:gd name="connsiteY3795" fmla="*/ 1327125 h 2650669"/>
                <a:gd name="connsiteX3796" fmla="*/ 953440 w 2676209"/>
                <a:gd name="connsiteY3796" fmla="*/ 1325901 h 2650669"/>
                <a:gd name="connsiteX3797" fmla="*/ 1291578 w 2676209"/>
                <a:gd name="connsiteY3797" fmla="*/ 1323123 h 2650669"/>
                <a:gd name="connsiteX3798" fmla="*/ 1292835 w 2676209"/>
                <a:gd name="connsiteY3798" fmla="*/ 1321899 h 2650669"/>
                <a:gd name="connsiteX3799" fmla="*/ 1290487 w 2676209"/>
                <a:gd name="connsiteY3799" fmla="*/ 1320808 h 2650669"/>
                <a:gd name="connsiteX3800" fmla="*/ 1289329 w 2676209"/>
                <a:gd name="connsiteY3800" fmla="*/ 1321899 h 2650669"/>
                <a:gd name="connsiteX3801" fmla="*/ 1291578 w 2676209"/>
                <a:gd name="connsiteY3801" fmla="*/ 1323123 h 2650669"/>
                <a:gd name="connsiteX3802" fmla="*/ 2275067 w 2676209"/>
                <a:gd name="connsiteY3802" fmla="*/ 1318890 h 2650669"/>
                <a:gd name="connsiteX3803" fmla="*/ 2276291 w 2676209"/>
                <a:gd name="connsiteY3803" fmla="*/ 1320147 h 2650669"/>
                <a:gd name="connsiteX3804" fmla="*/ 2277382 w 2676209"/>
                <a:gd name="connsiteY3804" fmla="*/ 1317798 h 2650669"/>
                <a:gd name="connsiteX3805" fmla="*/ 2276291 w 2676209"/>
                <a:gd name="connsiteY3805" fmla="*/ 1316641 h 2650669"/>
                <a:gd name="connsiteX3806" fmla="*/ 2275067 w 2676209"/>
                <a:gd name="connsiteY3806" fmla="*/ 1318890 h 2650669"/>
                <a:gd name="connsiteX3807" fmla="*/ 1149100 w 2676209"/>
                <a:gd name="connsiteY3807" fmla="*/ 669371 h 2650669"/>
                <a:gd name="connsiteX3808" fmla="*/ 1147843 w 2676209"/>
                <a:gd name="connsiteY3808" fmla="*/ 667122 h 2650669"/>
                <a:gd name="connsiteX3809" fmla="*/ 1146752 w 2676209"/>
                <a:gd name="connsiteY3809" fmla="*/ 668246 h 2650669"/>
                <a:gd name="connsiteX3810" fmla="*/ 1147843 w 2676209"/>
                <a:gd name="connsiteY3810" fmla="*/ 670594 h 2650669"/>
                <a:gd name="connsiteX3811" fmla="*/ 1149100 w 2676209"/>
                <a:gd name="connsiteY3811" fmla="*/ 669371 h 2650669"/>
                <a:gd name="connsiteX3812" fmla="*/ 1399892 w 2676209"/>
                <a:gd name="connsiteY3812" fmla="*/ 1505719 h 2650669"/>
                <a:gd name="connsiteX3813" fmla="*/ 1397643 w 2676209"/>
                <a:gd name="connsiteY3813" fmla="*/ 1506975 h 2650669"/>
                <a:gd name="connsiteX3814" fmla="*/ 1398800 w 2676209"/>
                <a:gd name="connsiteY3814" fmla="*/ 1508067 h 2650669"/>
                <a:gd name="connsiteX3815" fmla="*/ 1401149 w 2676209"/>
                <a:gd name="connsiteY3815" fmla="*/ 1506975 h 2650669"/>
                <a:gd name="connsiteX3816" fmla="*/ 1399892 w 2676209"/>
                <a:gd name="connsiteY3816" fmla="*/ 1505719 h 2650669"/>
                <a:gd name="connsiteX3817" fmla="*/ 1257381 w 2676209"/>
                <a:gd name="connsiteY3817" fmla="*/ 671851 h 2650669"/>
                <a:gd name="connsiteX3818" fmla="*/ 1256157 w 2676209"/>
                <a:gd name="connsiteY3818" fmla="*/ 670594 h 2650669"/>
                <a:gd name="connsiteX3819" fmla="*/ 1255065 w 2676209"/>
                <a:gd name="connsiteY3819" fmla="*/ 672943 h 2650669"/>
                <a:gd name="connsiteX3820" fmla="*/ 1256157 w 2676209"/>
                <a:gd name="connsiteY3820" fmla="*/ 674100 h 2650669"/>
                <a:gd name="connsiteX3821" fmla="*/ 1257381 w 2676209"/>
                <a:gd name="connsiteY3821" fmla="*/ 671851 h 2650669"/>
                <a:gd name="connsiteX3822" fmla="*/ 1670792 w 2676209"/>
                <a:gd name="connsiteY3822" fmla="*/ 1502874 h 2650669"/>
                <a:gd name="connsiteX3823" fmla="*/ 1671883 w 2676209"/>
                <a:gd name="connsiteY3823" fmla="*/ 1505223 h 2650669"/>
                <a:gd name="connsiteX3824" fmla="*/ 1673008 w 2676209"/>
                <a:gd name="connsiteY3824" fmla="*/ 1504098 h 2650669"/>
                <a:gd name="connsiteX3825" fmla="*/ 1671883 w 2676209"/>
                <a:gd name="connsiteY3825" fmla="*/ 1501750 h 2650669"/>
                <a:gd name="connsiteX3826" fmla="*/ 1670792 w 2676209"/>
                <a:gd name="connsiteY3826" fmla="*/ 1502874 h 2650669"/>
                <a:gd name="connsiteX3827" fmla="*/ 2468445 w 2676209"/>
                <a:gd name="connsiteY3827" fmla="*/ 1501750 h 2650669"/>
                <a:gd name="connsiteX3828" fmla="*/ 2469701 w 2676209"/>
                <a:gd name="connsiteY3828" fmla="*/ 1499501 h 2650669"/>
                <a:gd name="connsiteX3829" fmla="*/ 2468445 w 2676209"/>
                <a:gd name="connsiteY3829" fmla="*/ 1498244 h 2650669"/>
                <a:gd name="connsiteX3830" fmla="*/ 2467353 w 2676209"/>
                <a:gd name="connsiteY3830" fmla="*/ 1500592 h 2650669"/>
                <a:gd name="connsiteX3831" fmla="*/ 2468445 w 2676209"/>
                <a:gd name="connsiteY3831" fmla="*/ 1501750 h 2650669"/>
                <a:gd name="connsiteX3832" fmla="*/ 973185 w 2676209"/>
                <a:gd name="connsiteY3832" fmla="*/ 1519212 h 2650669"/>
                <a:gd name="connsiteX3833" fmla="*/ 974276 w 2676209"/>
                <a:gd name="connsiteY3833" fmla="*/ 1518055 h 2650669"/>
                <a:gd name="connsiteX3834" fmla="*/ 973185 w 2676209"/>
                <a:gd name="connsiteY3834" fmla="*/ 1515707 h 2650669"/>
                <a:gd name="connsiteX3835" fmla="*/ 971928 w 2676209"/>
                <a:gd name="connsiteY3835" fmla="*/ 1516963 h 2650669"/>
                <a:gd name="connsiteX3836" fmla="*/ 973185 w 2676209"/>
                <a:gd name="connsiteY3836" fmla="*/ 1519212 h 2650669"/>
                <a:gd name="connsiteX3837" fmla="*/ 1830865 w 2676209"/>
                <a:gd name="connsiteY3837" fmla="*/ 661863 h 2650669"/>
                <a:gd name="connsiteX3838" fmla="*/ 1829707 w 2676209"/>
                <a:gd name="connsiteY3838" fmla="*/ 660772 h 2650669"/>
                <a:gd name="connsiteX3839" fmla="*/ 1827359 w 2676209"/>
                <a:gd name="connsiteY3839" fmla="*/ 661863 h 2650669"/>
                <a:gd name="connsiteX3840" fmla="*/ 1828517 w 2676209"/>
                <a:gd name="connsiteY3840" fmla="*/ 662955 h 2650669"/>
                <a:gd name="connsiteX3841" fmla="*/ 1830865 w 2676209"/>
                <a:gd name="connsiteY3841" fmla="*/ 661863 h 2650669"/>
                <a:gd name="connsiteX3842" fmla="*/ 86864 w 2676209"/>
                <a:gd name="connsiteY3842" fmla="*/ 1518055 h 2650669"/>
                <a:gd name="connsiteX3843" fmla="*/ 85772 w 2676209"/>
                <a:gd name="connsiteY3843" fmla="*/ 1515707 h 2650669"/>
                <a:gd name="connsiteX3844" fmla="*/ 84549 w 2676209"/>
                <a:gd name="connsiteY3844" fmla="*/ 1516930 h 2650669"/>
                <a:gd name="connsiteX3845" fmla="*/ 85772 w 2676209"/>
                <a:gd name="connsiteY3845" fmla="*/ 1519179 h 2650669"/>
                <a:gd name="connsiteX3846" fmla="*/ 86864 w 2676209"/>
                <a:gd name="connsiteY3846" fmla="*/ 1518055 h 2650669"/>
                <a:gd name="connsiteX3847" fmla="*/ 1399396 w 2676209"/>
                <a:gd name="connsiteY3847" fmla="*/ 1515707 h 2650669"/>
                <a:gd name="connsiteX3848" fmla="*/ 1400619 w 2676209"/>
                <a:gd name="connsiteY3848" fmla="*/ 1513458 h 2650669"/>
                <a:gd name="connsiteX3849" fmla="*/ 1399396 w 2676209"/>
                <a:gd name="connsiteY3849" fmla="*/ 1512201 h 2650669"/>
                <a:gd name="connsiteX3850" fmla="*/ 1398304 w 2676209"/>
                <a:gd name="connsiteY3850" fmla="*/ 1514549 h 2650669"/>
                <a:gd name="connsiteX3851" fmla="*/ 1399396 w 2676209"/>
                <a:gd name="connsiteY3851" fmla="*/ 1515707 h 2650669"/>
                <a:gd name="connsiteX3852" fmla="*/ 1007019 w 2676209"/>
                <a:gd name="connsiteY3852" fmla="*/ 1513359 h 2650669"/>
                <a:gd name="connsiteX3853" fmla="*/ 1008110 w 2676209"/>
                <a:gd name="connsiteY3853" fmla="*/ 1515707 h 2650669"/>
                <a:gd name="connsiteX3854" fmla="*/ 1009201 w 2676209"/>
                <a:gd name="connsiteY3854" fmla="*/ 1514549 h 2650669"/>
                <a:gd name="connsiteX3855" fmla="*/ 1008110 w 2676209"/>
                <a:gd name="connsiteY3855" fmla="*/ 1512201 h 2650669"/>
                <a:gd name="connsiteX3856" fmla="*/ 1007019 w 2676209"/>
                <a:gd name="connsiteY3856" fmla="*/ 1513359 h 2650669"/>
                <a:gd name="connsiteX3857" fmla="*/ 1698077 w 2676209"/>
                <a:gd name="connsiteY3857" fmla="*/ 1494738 h 2650669"/>
                <a:gd name="connsiteX3858" fmla="*/ 1696920 w 2676209"/>
                <a:gd name="connsiteY3858" fmla="*/ 1491993 h 2650669"/>
                <a:gd name="connsiteX3859" fmla="*/ 1694605 w 2676209"/>
                <a:gd name="connsiteY3859" fmla="*/ 1494738 h 2650669"/>
                <a:gd name="connsiteX3860" fmla="*/ 1698077 w 2676209"/>
                <a:gd name="connsiteY3860" fmla="*/ 1494738 h 2650669"/>
                <a:gd name="connsiteX3861" fmla="*/ 1739518 w 2676209"/>
                <a:gd name="connsiteY3861" fmla="*/ 683327 h 2650669"/>
                <a:gd name="connsiteX3862" fmla="*/ 1738294 w 2676209"/>
                <a:gd name="connsiteY3862" fmla="*/ 681079 h 2650669"/>
                <a:gd name="connsiteX3863" fmla="*/ 1737202 w 2676209"/>
                <a:gd name="connsiteY3863" fmla="*/ 682236 h 2650669"/>
                <a:gd name="connsiteX3864" fmla="*/ 1738294 w 2676209"/>
                <a:gd name="connsiteY3864" fmla="*/ 684551 h 2650669"/>
                <a:gd name="connsiteX3865" fmla="*/ 1739518 w 2676209"/>
                <a:gd name="connsiteY3865" fmla="*/ 683327 h 2650669"/>
                <a:gd name="connsiteX3866" fmla="*/ 1929323 w 2676209"/>
                <a:gd name="connsiteY3866" fmla="*/ 682236 h 2650669"/>
                <a:gd name="connsiteX3867" fmla="*/ 1930414 w 2676209"/>
                <a:gd name="connsiteY3867" fmla="*/ 684551 h 2650669"/>
                <a:gd name="connsiteX3868" fmla="*/ 1931506 w 2676209"/>
                <a:gd name="connsiteY3868" fmla="*/ 683427 h 2650669"/>
                <a:gd name="connsiteX3869" fmla="*/ 1930414 w 2676209"/>
                <a:gd name="connsiteY3869" fmla="*/ 681079 h 2650669"/>
                <a:gd name="connsiteX3870" fmla="*/ 1929323 w 2676209"/>
                <a:gd name="connsiteY3870" fmla="*/ 682236 h 2650669"/>
                <a:gd name="connsiteX3871" fmla="*/ 1309801 w 2676209"/>
                <a:gd name="connsiteY3871" fmla="*/ 1489017 h 2650669"/>
                <a:gd name="connsiteX3872" fmla="*/ 1308577 w 2676209"/>
                <a:gd name="connsiteY3872" fmla="*/ 1487760 h 2650669"/>
                <a:gd name="connsiteX3873" fmla="*/ 1307486 w 2676209"/>
                <a:gd name="connsiteY3873" fmla="*/ 1490108 h 2650669"/>
                <a:gd name="connsiteX3874" fmla="*/ 1308577 w 2676209"/>
                <a:gd name="connsiteY3874" fmla="*/ 1491266 h 2650669"/>
                <a:gd name="connsiteX3875" fmla="*/ 1309801 w 2676209"/>
                <a:gd name="connsiteY3875" fmla="*/ 1489017 h 2650669"/>
                <a:gd name="connsiteX3876" fmla="*/ 1181048 w 2676209"/>
                <a:gd name="connsiteY3876" fmla="*/ 1489513 h 2650669"/>
                <a:gd name="connsiteX3877" fmla="*/ 1182173 w 2676209"/>
                <a:gd name="connsiteY3877" fmla="*/ 1490604 h 2650669"/>
                <a:gd name="connsiteX3878" fmla="*/ 1184521 w 2676209"/>
                <a:gd name="connsiteY3878" fmla="*/ 1489513 h 2650669"/>
                <a:gd name="connsiteX3879" fmla="*/ 1183297 w 2676209"/>
                <a:gd name="connsiteY3879" fmla="*/ 1488256 h 2650669"/>
                <a:gd name="connsiteX3880" fmla="*/ 1181048 w 2676209"/>
                <a:gd name="connsiteY3880" fmla="*/ 1489513 h 2650669"/>
                <a:gd name="connsiteX3881" fmla="*/ 1021471 w 2676209"/>
                <a:gd name="connsiteY3881" fmla="*/ 1490604 h 2650669"/>
                <a:gd name="connsiteX3882" fmla="*/ 1023820 w 2676209"/>
                <a:gd name="connsiteY3882" fmla="*/ 1489513 h 2650669"/>
                <a:gd name="connsiteX3883" fmla="*/ 1022596 w 2676209"/>
                <a:gd name="connsiteY3883" fmla="*/ 1488256 h 2650669"/>
                <a:gd name="connsiteX3884" fmla="*/ 1020347 w 2676209"/>
                <a:gd name="connsiteY3884" fmla="*/ 1489513 h 2650669"/>
                <a:gd name="connsiteX3885" fmla="*/ 1021471 w 2676209"/>
                <a:gd name="connsiteY3885" fmla="*/ 1490604 h 2650669"/>
                <a:gd name="connsiteX3886" fmla="*/ 2418935 w 2676209"/>
                <a:gd name="connsiteY3886" fmla="*/ 1501088 h 2650669"/>
                <a:gd name="connsiteX3887" fmla="*/ 2421283 w 2676209"/>
                <a:gd name="connsiteY3887" fmla="*/ 1499997 h 2650669"/>
                <a:gd name="connsiteX3888" fmla="*/ 2420059 w 2676209"/>
                <a:gd name="connsiteY3888" fmla="*/ 1498740 h 2650669"/>
                <a:gd name="connsiteX3889" fmla="*/ 2417810 w 2676209"/>
                <a:gd name="connsiteY3889" fmla="*/ 1499997 h 2650669"/>
                <a:gd name="connsiteX3890" fmla="*/ 2418935 w 2676209"/>
                <a:gd name="connsiteY3890" fmla="*/ 1501088 h 2650669"/>
                <a:gd name="connsiteX3891" fmla="*/ 1698176 w 2676209"/>
                <a:gd name="connsiteY3891" fmla="*/ 1496293 h 2650669"/>
                <a:gd name="connsiteX3892" fmla="*/ 1700194 w 2676209"/>
                <a:gd name="connsiteY3892" fmla="*/ 1497847 h 2650669"/>
                <a:gd name="connsiteX3893" fmla="*/ 1701318 w 2676209"/>
                <a:gd name="connsiteY3893" fmla="*/ 1496789 h 2650669"/>
                <a:gd name="connsiteX3894" fmla="*/ 1699632 w 2676209"/>
                <a:gd name="connsiteY3894" fmla="*/ 1494805 h 2650669"/>
                <a:gd name="connsiteX3895" fmla="*/ 1698110 w 2676209"/>
                <a:gd name="connsiteY3895" fmla="*/ 1494738 h 2650669"/>
                <a:gd name="connsiteX3896" fmla="*/ 1698077 w 2676209"/>
                <a:gd name="connsiteY3896" fmla="*/ 1494738 h 2650669"/>
                <a:gd name="connsiteX3897" fmla="*/ 1698176 w 2676209"/>
                <a:gd name="connsiteY3897" fmla="*/ 1496293 h 2650669"/>
                <a:gd name="connsiteX3898" fmla="*/ 1692289 w 2676209"/>
                <a:gd name="connsiteY3898" fmla="*/ 1497517 h 2650669"/>
                <a:gd name="connsiteX3899" fmla="*/ 1694605 w 2676209"/>
                <a:gd name="connsiteY3899" fmla="*/ 1494772 h 2650669"/>
                <a:gd name="connsiteX3900" fmla="*/ 1691099 w 2676209"/>
                <a:gd name="connsiteY3900" fmla="*/ 1494772 h 2650669"/>
                <a:gd name="connsiteX3901" fmla="*/ 1692289 w 2676209"/>
                <a:gd name="connsiteY3901" fmla="*/ 1497517 h 2650669"/>
                <a:gd name="connsiteX3902" fmla="*/ 881242 w 2676209"/>
                <a:gd name="connsiteY3902" fmla="*/ 1495896 h 2650669"/>
                <a:gd name="connsiteX3903" fmla="*/ 882334 w 2676209"/>
                <a:gd name="connsiteY3903" fmla="*/ 1498244 h 2650669"/>
                <a:gd name="connsiteX3904" fmla="*/ 883425 w 2676209"/>
                <a:gd name="connsiteY3904" fmla="*/ 1497087 h 2650669"/>
                <a:gd name="connsiteX3905" fmla="*/ 882334 w 2676209"/>
                <a:gd name="connsiteY3905" fmla="*/ 1494738 h 2650669"/>
                <a:gd name="connsiteX3906" fmla="*/ 881242 w 2676209"/>
                <a:gd name="connsiteY3906" fmla="*/ 1495896 h 2650669"/>
                <a:gd name="connsiteX3907" fmla="*/ 1958394 w 2676209"/>
                <a:gd name="connsiteY3907" fmla="*/ 646154 h 2650669"/>
                <a:gd name="connsiteX3908" fmla="*/ 1959618 w 2676209"/>
                <a:gd name="connsiteY3908" fmla="*/ 643905 h 2650669"/>
                <a:gd name="connsiteX3909" fmla="*/ 1958394 w 2676209"/>
                <a:gd name="connsiteY3909" fmla="*/ 642648 h 2650669"/>
                <a:gd name="connsiteX3910" fmla="*/ 1957270 w 2676209"/>
                <a:gd name="connsiteY3910" fmla="*/ 644996 h 2650669"/>
                <a:gd name="connsiteX3911" fmla="*/ 1958394 w 2676209"/>
                <a:gd name="connsiteY3911" fmla="*/ 646154 h 2650669"/>
                <a:gd name="connsiteX3912" fmla="*/ 1440075 w 2676209"/>
                <a:gd name="connsiteY3912" fmla="*/ 1535418 h 2650669"/>
                <a:gd name="connsiteX3913" fmla="*/ 1441332 w 2676209"/>
                <a:gd name="connsiteY3913" fmla="*/ 1536642 h 2650669"/>
                <a:gd name="connsiteX3914" fmla="*/ 1442424 w 2676209"/>
                <a:gd name="connsiteY3914" fmla="*/ 1534327 h 2650669"/>
                <a:gd name="connsiteX3915" fmla="*/ 1441332 w 2676209"/>
                <a:gd name="connsiteY3915" fmla="*/ 1533169 h 2650669"/>
                <a:gd name="connsiteX3916" fmla="*/ 1440075 w 2676209"/>
                <a:gd name="connsiteY3916" fmla="*/ 1535418 h 2650669"/>
                <a:gd name="connsiteX3917" fmla="*/ 1227979 w 2676209"/>
                <a:gd name="connsiteY3917" fmla="*/ 632230 h 2650669"/>
                <a:gd name="connsiteX3918" fmla="*/ 1226524 w 2676209"/>
                <a:gd name="connsiteY3918" fmla="*/ 633718 h 2650669"/>
                <a:gd name="connsiteX3919" fmla="*/ 1228574 w 2676209"/>
                <a:gd name="connsiteY3919" fmla="*/ 635306 h 2650669"/>
                <a:gd name="connsiteX3920" fmla="*/ 1229665 w 2676209"/>
                <a:gd name="connsiteY3920" fmla="*/ 634214 h 2650669"/>
                <a:gd name="connsiteX3921" fmla="*/ 1227979 w 2676209"/>
                <a:gd name="connsiteY3921" fmla="*/ 632230 h 2650669"/>
                <a:gd name="connsiteX3922" fmla="*/ 1816875 w 2676209"/>
                <a:gd name="connsiteY3922" fmla="*/ 633917 h 2650669"/>
                <a:gd name="connsiteX3923" fmla="*/ 1814527 w 2676209"/>
                <a:gd name="connsiteY3923" fmla="*/ 632825 h 2650669"/>
                <a:gd name="connsiteX3924" fmla="*/ 1813369 w 2676209"/>
                <a:gd name="connsiteY3924" fmla="*/ 633917 h 2650669"/>
                <a:gd name="connsiteX3925" fmla="*/ 1815618 w 2676209"/>
                <a:gd name="connsiteY3925" fmla="*/ 635173 h 2650669"/>
                <a:gd name="connsiteX3926" fmla="*/ 1816875 w 2676209"/>
                <a:gd name="connsiteY3926" fmla="*/ 633917 h 2650669"/>
                <a:gd name="connsiteX3927" fmla="*/ 74693 w 2676209"/>
                <a:gd name="connsiteY3927" fmla="*/ 1546498 h 2650669"/>
                <a:gd name="connsiteX3928" fmla="*/ 77041 w 2676209"/>
                <a:gd name="connsiteY3928" fmla="*/ 1545406 h 2650669"/>
                <a:gd name="connsiteX3929" fmla="*/ 75784 w 2676209"/>
                <a:gd name="connsiteY3929" fmla="*/ 1544149 h 2650669"/>
                <a:gd name="connsiteX3930" fmla="*/ 73535 w 2676209"/>
                <a:gd name="connsiteY3930" fmla="*/ 1545406 h 2650669"/>
                <a:gd name="connsiteX3931" fmla="*/ 74693 w 2676209"/>
                <a:gd name="connsiteY3931" fmla="*/ 1546498 h 2650669"/>
                <a:gd name="connsiteX3932" fmla="*/ 1898995 w 2676209"/>
                <a:gd name="connsiteY3932" fmla="*/ 635669 h 2650669"/>
                <a:gd name="connsiteX3933" fmla="*/ 1897904 w 2676209"/>
                <a:gd name="connsiteY3933" fmla="*/ 636827 h 2650669"/>
                <a:gd name="connsiteX3934" fmla="*/ 1898995 w 2676209"/>
                <a:gd name="connsiteY3934" fmla="*/ 639175 h 2650669"/>
                <a:gd name="connsiteX3935" fmla="*/ 1900219 w 2676209"/>
                <a:gd name="connsiteY3935" fmla="*/ 637918 h 2650669"/>
                <a:gd name="connsiteX3936" fmla="*/ 1898995 w 2676209"/>
                <a:gd name="connsiteY3936" fmla="*/ 635669 h 2650669"/>
                <a:gd name="connsiteX3937" fmla="*/ 1280002 w 2676209"/>
                <a:gd name="connsiteY3937" fmla="*/ 1542992 h 2650669"/>
                <a:gd name="connsiteX3938" fmla="*/ 1282351 w 2676209"/>
                <a:gd name="connsiteY3938" fmla="*/ 1541900 h 2650669"/>
                <a:gd name="connsiteX3939" fmla="*/ 1281193 w 2676209"/>
                <a:gd name="connsiteY3939" fmla="*/ 1540809 h 2650669"/>
                <a:gd name="connsiteX3940" fmla="*/ 1278845 w 2676209"/>
                <a:gd name="connsiteY3940" fmla="*/ 1541900 h 2650669"/>
                <a:gd name="connsiteX3941" fmla="*/ 1280002 w 2676209"/>
                <a:gd name="connsiteY3941" fmla="*/ 1542992 h 2650669"/>
                <a:gd name="connsiteX3942" fmla="*/ 1296340 w 2676209"/>
                <a:gd name="connsiteY3942" fmla="*/ 654885 h 2650669"/>
                <a:gd name="connsiteX3943" fmla="*/ 1293992 w 2676209"/>
                <a:gd name="connsiteY3943" fmla="*/ 653793 h 2650669"/>
                <a:gd name="connsiteX3944" fmla="*/ 1292835 w 2676209"/>
                <a:gd name="connsiteY3944" fmla="*/ 654885 h 2650669"/>
                <a:gd name="connsiteX3945" fmla="*/ 1295084 w 2676209"/>
                <a:gd name="connsiteY3945" fmla="*/ 656142 h 2650669"/>
                <a:gd name="connsiteX3946" fmla="*/ 1296340 w 2676209"/>
                <a:gd name="connsiteY3946" fmla="*/ 654885 h 2650669"/>
                <a:gd name="connsiteX3947" fmla="*/ 1255065 w 2676209"/>
                <a:gd name="connsiteY3947" fmla="*/ 1520337 h 2650669"/>
                <a:gd name="connsiteX3948" fmla="*/ 1256157 w 2676209"/>
                <a:gd name="connsiteY3948" fmla="*/ 1522685 h 2650669"/>
                <a:gd name="connsiteX3949" fmla="*/ 1257381 w 2676209"/>
                <a:gd name="connsiteY3949" fmla="*/ 1521461 h 2650669"/>
                <a:gd name="connsiteX3950" fmla="*/ 1256157 w 2676209"/>
                <a:gd name="connsiteY3950" fmla="*/ 1519212 h 2650669"/>
                <a:gd name="connsiteX3951" fmla="*/ 1255065 w 2676209"/>
                <a:gd name="connsiteY3951" fmla="*/ 1520337 h 2650669"/>
                <a:gd name="connsiteX3952" fmla="*/ 1165901 w 2676209"/>
                <a:gd name="connsiteY3952" fmla="*/ 657299 h 2650669"/>
                <a:gd name="connsiteX3953" fmla="*/ 1163553 w 2676209"/>
                <a:gd name="connsiteY3953" fmla="*/ 658391 h 2650669"/>
                <a:gd name="connsiteX3954" fmla="*/ 1164710 w 2676209"/>
                <a:gd name="connsiteY3954" fmla="*/ 659482 h 2650669"/>
                <a:gd name="connsiteX3955" fmla="*/ 1167058 w 2676209"/>
                <a:gd name="connsiteY3955" fmla="*/ 658391 h 2650669"/>
                <a:gd name="connsiteX3956" fmla="*/ 1165901 w 2676209"/>
                <a:gd name="connsiteY3956" fmla="*/ 657299 h 2650669"/>
                <a:gd name="connsiteX3957" fmla="*/ 47342 w 2676209"/>
                <a:gd name="connsiteY3957" fmla="*/ 1533169 h 2650669"/>
                <a:gd name="connsiteX3958" fmla="*/ 46250 w 2676209"/>
                <a:gd name="connsiteY3958" fmla="*/ 1534327 h 2650669"/>
                <a:gd name="connsiteX3959" fmla="*/ 47342 w 2676209"/>
                <a:gd name="connsiteY3959" fmla="*/ 1536642 h 2650669"/>
                <a:gd name="connsiteX3960" fmla="*/ 48598 w 2676209"/>
                <a:gd name="connsiteY3960" fmla="*/ 1535418 h 2650669"/>
                <a:gd name="connsiteX3961" fmla="*/ 47342 w 2676209"/>
                <a:gd name="connsiteY3961" fmla="*/ 1533169 h 2650669"/>
                <a:gd name="connsiteX3962" fmla="*/ 1171226 w 2676209"/>
                <a:gd name="connsiteY3962" fmla="*/ 1530821 h 2650669"/>
                <a:gd name="connsiteX3963" fmla="*/ 1172317 w 2676209"/>
                <a:gd name="connsiteY3963" fmla="*/ 1533169 h 2650669"/>
                <a:gd name="connsiteX3964" fmla="*/ 1173541 w 2676209"/>
                <a:gd name="connsiteY3964" fmla="*/ 1531912 h 2650669"/>
                <a:gd name="connsiteX3965" fmla="*/ 1172317 w 2676209"/>
                <a:gd name="connsiteY3965" fmla="*/ 1529663 h 2650669"/>
                <a:gd name="connsiteX3966" fmla="*/ 1171226 w 2676209"/>
                <a:gd name="connsiteY3966" fmla="*/ 1530821 h 2650669"/>
                <a:gd name="connsiteX3967" fmla="*/ 1128628 w 2676209"/>
                <a:gd name="connsiteY3967" fmla="*/ 1527911 h 2650669"/>
                <a:gd name="connsiteX3968" fmla="*/ 1127470 w 2676209"/>
                <a:gd name="connsiteY3968" fmla="*/ 1526819 h 2650669"/>
                <a:gd name="connsiteX3969" fmla="*/ 1125155 w 2676209"/>
                <a:gd name="connsiteY3969" fmla="*/ 1527911 h 2650669"/>
                <a:gd name="connsiteX3970" fmla="*/ 1126379 w 2676209"/>
                <a:gd name="connsiteY3970" fmla="*/ 1529167 h 2650669"/>
                <a:gd name="connsiteX3971" fmla="*/ 1128628 w 2676209"/>
                <a:gd name="connsiteY3971" fmla="*/ 1527911 h 2650669"/>
                <a:gd name="connsiteX3972" fmla="*/ 1869296 w 2676209"/>
                <a:gd name="connsiteY3972" fmla="*/ 1444104 h 2650669"/>
                <a:gd name="connsiteX3973" fmla="*/ 1867047 w 2676209"/>
                <a:gd name="connsiteY3973" fmla="*/ 1442880 h 2650669"/>
                <a:gd name="connsiteX3974" fmla="*/ 1865790 w 2676209"/>
                <a:gd name="connsiteY3974" fmla="*/ 1444104 h 2650669"/>
                <a:gd name="connsiteX3975" fmla="*/ 1868138 w 2676209"/>
                <a:gd name="connsiteY3975" fmla="*/ 1445195 h 2650669"/>
                <a:gd name="connsiteX3976" fmla="*/ 1869296 w 2676209"/>
                <a:gd name="connsiteY3976" fmla="*/ 1444104 h 2650669"/>
                <a:gd name="connsiteX3977" fmla="*/ 1603786 w 2676209"/>
                <a:gd name="connsiteY3977" fmla="*/ 1444104 h 2650669"/>
                <a:gd name="connsiteX3978" fmla="*/ 1606035 w 2676209"/>
                <a:gd name="connsiteY3978" fmla="*/ 1445361 h 2650669"/>
                <a:gd name="connsiteX3979" fmla="*/ 1607259 w 2676209"/>
                <a:gd name="connsiteY3979" fmla="*/ 1444104 h 2650669"/>
                <a:gd name="connsiteX3980" fmla="*/ 1604911 w 2676209"/>
                <a:gd name="connsiteY3980" fmla="*/ 1443012 h 2650669"/>
                <a:gd name="connsiteX3981" fmla="*/ 1603786 w 2676209"/>
                <a:gd name="connsiteY3981" fmla="*/ 1444104 h 2650669"/>
                <a:gd name="connsiteX3982" fmla="*/ 251732 w 2676209"/>
                <a:gd name="connsiteY3982" fmla="*/ 1444104 h 2650669"/>
                <a:gd name="connsiteX3983" fmla="*/ 249483 w 2676209"/>
                <a:gd name="connsiteY3983" fmla="*/ 1442880 h 2650669"/>
                <a:gd name="connsiteX3984" fmla="*/ 248227 w 2676209"/>
                <a:gd name="connsiteY3984" fmla="*/ 1444104 h 2650669"/>
                <a:gd name="connsiteX3985" fmla="*/ 250575 w 2676209"/>
                <a:gd name="connsiteY3985" fmla="*/ 1445195 h 2650669"/>
                <a:gd name="connsiteX3986" fmla="*/ 251732 w 2676209"/>
                <a:gd name="connsiteY3986" fmla="*/ 1444104 h 2650669"/>
                <a:gd name="connsiteX3987" fmla="*/ 1676481 w 2676209"/>
                <a:gd name="connsiteY3987" fmla="*/ 1437721 h 2650669"/>
                <a:gd name="connsiteX3988" fmla="*/ 1675389 w 2676209"/>
                <a:gd name="connsiteY3988" fmla="*/ 1435373 h 2650669"/>
                <a:gd name="connsiteX3989" fmla="*/ 1674298 w 2676209"/>
                <a:gd name="connsiteY3989" fmla="*/ 1436530 h 2650669"/>
                <a:gd name="connsiteX3990" fmla="*/ 1675389 w 2676209"/>
                <a:gd name="connsiteY3990" fmla="*/ 1438878 h 2650669"/>
                <a:gd name="connsiteX3991" fmla="*/ 1676481 w 2676209"/>
                <a:gd name="connsiteY3991" fmla="*/ 1437721 h 2650669"/>
                <a:gd name="connsiteX3992" fmla="*/ 1418115 w 2676209"/>
                <a:gd name="connsiteY3992" fmla="*/ 1436629 h 2650669"/>
                <a:gd name="connsiteX3993" fmla="*/ 1416858 w 2676209"/>
                <a:gd name="connsiteY3993" fmla="*/ 1435373 h 2650669"/>
                <a:gd name="connsiteX3994" fmla="*/ 1415767 w 2676209"/>
                <a:gd name="connsiteY3994" fmla="*/ 1437721 h 2650669"/>
                <a:gd name="connsiteX3995" fmla="*/ 1416858 w 2676209"/>
                <a:gd name="connsiteY3995" fmla="*/ 1438878 h 2650669"/>
                <a:gd name="connsiteX3996" fmla="*/ 1418115 w 2676209"/>
                <a:gd name="connsiteY3996" fmla="*/ 1436629 h 2650669"/>
                <a:gd name="connsiteX3997" fmla="*/ 126617 w 2676209"/>
                <a:gd name="connsiteY3997" fmla="*/ 1450487 h 2650669"/>
                <a:gd name="connsiteX3998" fmla="*/ 127709 w 2676209"/>
                <a:gd name="connsiteY3998" fmla="*/ 1452835 h 2650669"/>
                <a:gd name="connsiteX3999" fmla="*/ 128933 w 2676209"/>
                <a:gd name="connsiteY3999" fmla="*/ 1451611 h 2650669"/>
                <a:gd name="connsiteX4000" fmla="*/ 127709 w 2676209"/>
                <a:gd name="connsiteY4000" fmla="*/ 1449362 h 2650669"/>
                <a:gd name="connsiteX4001" fmla="*/ 126617 w 2676209"/>
                <a:gd name="connsiteY4001" fmla="*/ 1450487 h 2650669"/>
                <a:gd name="connsiteX4002" fmla="*/ 1165306 w 2676209"/>
                <a:gd name="connsiteY4002" fmla="*/ 726488 h 2650669"/>
                <a:gd name="connsiteX4003" fmla="*/ 1166562 w 2676209"/>
                <a:gd name="connsiteY4003" fmla="*/ 724239 h 2650669"/>
                <a:gd name="connsiteX4004" fmla="*/ 1165306 w 2676209"/>
                <a:gd name="connsiteY4004" fmla="*/ 722982 h 2650669"/>
                <a:gd name="connsiteX4005" fmla="*/ 1164214 w 2676209"/>
                <a:gd name="connsiteY4005" fmla="*/ 725330 h 2650669"/>
                <a:gd name="connsiteX4006" fmla="*/ 1165306 w 2676209"/>
                <a:gd name="connsiteY4006" fmla="*/ 726488 h 2650669"/>
                <a:gd name="connsiteX4007" fmla="*/ 1268394 w 2676209"/>
                <a:gd name="connsiteY4007" fmla="*/ 728207 h 2650669"/>
                <a:gd name="connsiteX4008" fmla="*/ 1267236 w 2676209"/>
                <a:gd name="connsiteY4008" fmla="*/ 727116 h 2650669"/>
                <a:gd name="connsiteX4009" fmla="*/ 1264888 w 2676209"/>
                <a:gd name="connsiteY4009" fmla="*/ 728207 h 2650669"/>
                <a:gd name="connsiteX4010" fmla="*/ 1266046 w 2676209"/>
                <a:gd name="connsiteY4010" fmla="*/ 729299 h 2650669"/>
                <a:gd name="connsiteX4011" fmla="*/ 1268394 w 2676209"/>
                <a:gd name="connsiteY4011" fmla="*/ 728207 h 2650669"/>
                <a:gd name="connsiteX4012" fmla="*/ 953308 w 2676209"/>
                <a:gd name="connsiteY4012" fmla="*/ 1448205 h 2650669"/>
                <a:gd name="connsiteX4013" fmla="*/ 952217 w 2676209"/>
                <a:gd name="connsiteY4013" fmla="*/ 1445857 h 2650669"/>
                <a:gd name="connsiteX4014" fmla="*/ 950960 w 2676209"/>
                <a:gd name="connsiteY4014" fmla="*/ 1447113 h 2650669"/>
                <a:gd name="connsiteX4015" fmla="*/ 952217 w 2676209"/>
                <a:gd name="connsiteY4015" fmla="*/ 1449362 h 2650669"/>
                <a:gd name="connsiteX4016" fmla="*/ 953308 w 2676209"/>
                <a:gd name="connsiteY4016" fmla="*/ 1448205 h 2650669"/>
                <a:gd name="connsiteX4017" fmla="*/ 1558344 w 2676209"/>
                <a:gd name="connsiteY4017" fmla="*/ 1428394 h 2650669"/>
                <a:gd name="connsiteX4018" fmla="*/ 1557352 w 2676209"/>
                <a:gd name="connsiteY4018" fmla="*/ 1425715 h 2650669"/>
                <a:gd name="connsiteX4019" fmla="*/ 1555301 w 2676209"/>
                <a:gd name="connsiteY4019" fmla="*/ 1426377 h 2650669"/>
                <a:gd name="connsiteX4020" fmla="*/ 1556790 w 2676209"/>
                <a:gd name="connsiteY4020" fmla="*/ 1428394 h 2650669"/>
                <a:gd name="connsiteX4021" fmla="*/ 1558344 w 2676209"/>
                <a:gd name="connsiteY4021" fmla="*/ 1428394 h 2650669"/>
                <a:gd name="connsiteX4022" fmla="*/ 2261243 w 2676209"/>
                <a:gd name="connsiteY4022" fmla="*/ 1422573 h 2650669"/>
                <a:gd name="connsiteX4023" fmla="*/ 2262334 w 2676209"/>
                <a:gd name="connsiteY4023" fmla="*/ 1424922 h 2650669"/>
                <a:gd name="connsiteX4024" fmla="*/ 2263558 w 2676209"/>
                <a:gd name="connsiteY4024" fmla="*/ 1423665 h 2650669"/>
                <a:gd name="connsiteX4025" fmla="*/ 2262334 w 2676209"/>
                <a:gd name="connsiteY4025" fmla="*/ 1421416 h 2650669"/>
                <a:gd name="connsiteX4026" fmla="*/ 2261243 w 2676209"/>
                <a:gd name="connsiteY4026" fmla="*/ 1422573 h 2650669"/>
                <a:gd name="connsiteX4027" fmla="*/ 1149596 w 2676209"/>
                <a:gd name="connsiteY4027" fmla="*/ 749176 h 2650669"/>
                <a:gd name="connsiteX4028" fmla="*/ 1151845 w 2676209"/>
                <a:gd name="connsiteY4028" fmla="*/ 750432 h 2650669"/>
                <a:gd name="connsiteX4029" fmla="*/ 1153069 w 2676209"/>
                <a:gd name="connsiteY4029" fmla="*/ 749176 h 2650669"/>
                <a:gd name="connsiteX4030" fmla="*/ 1150753 w 2676209"/>
                <a:gd name="connsiteY4030" fmla="*/ 748084 h 2650669"/>
                <a:gd name="connsiteX4031" fmla="*/ 1149596 w 2676209"/>
                <a:gd name="connsiteY4031" fmla="*/ 749176 h 2650669"/>
                <a:gd name="connsiteX4032" fmla="*/ 2319980 w 2676209"/>
                <a:gd name="connsiteY4032" fmla="*/ 1419663 h 2650669"/>
                <a:gd name="connsiteX4033" fmla="*/ 2322329 w 2676209"/>
                <a:gd name="connsiteY4033" fmla="*/ 1420754 h 2650669"/>
                <a:gd name="connsiteX4034" fmla="*/ 2323453 w 2676209"/>
                <a:gd name="connsiteY4034" fmla="*/ 1419663 h 2650669"/>
                <a:gd name="connsiteX4035" fmla="*/ 2321204 w 2676209"/>
                <a:gd name="connsiteY4035" fmla="*/ 1418439 h 2650669"/>
                <a:gd name="connsiteX4036" fmla="*/ 2319980 w 2676209"/>
                <a:gd name="connsiteY4036" fmla="*/ 1419663 h 2650669"/>
                <a:gd name="connsiteX4037" fmla="*/ 2360131 w 2676209"/>
                <a:gd name="connsiteY4037" fmla="*/ 1435373 h 2650669"/>
                <a:gd name="connsiteX4038" fmla="*/ 2361388 w 2676209"/>
                <a:gd name="connsiteY4038" fmla="*/ 1433124 h 2650669"/>
                <a:gd name="connsiteX4039" fmla="*/ 2360131 w 2676209"/>
                <a:gd name="connsiteY4039" fmla="*/ 1431900 h 2650669"/>
                <a:gd name="connsiteX4040" fmla="*/ 2359039 w 2676209"/>
                <a:gd name="connsiteY4040" fmla="*/ 1434248 h 2650669"/>
                <a:gd name="connsiteX4041" fmla="*/ 2360131 w 2676209"/>
                <a:gd name="connsiteY4041" fmla="*/ 1435373 h 2650669"/>
                <a:gd name="connsiteX4042" fmla="*/ 1523419 w 2676209"/>
                <a:gd name="connsiteY4042" fmla="*/ 1433653 h 2650669"/>
                <a:gd name="connsiteX4043" fmla="*/ 1524577 w 2676209"/>
                <a:gd name="connsiteY4043" fmla="*/ 1434744 h 2650669"/>
                <a:gd name="connsiteX4044" fmla="*/ 1526892 w 2676209"/>
                <a:gd name="connsiteY4044" fmla="*/ 1433653 h 2650669"/>
                <a:gd name="connsiteX4045" fmla="*/ 1525668 w 2676209"/>
                <a:gd name="connsiteY4045" fmla="*/ 1432396 h 2650669"/>
                <a:gd name="connsiteX4046" fmla="*/ 1523419 w 2676209"/>
                <a:gd name="connsiteY4046" fmla="*/ 1433653 h 2650669"/>
                <a:gd name="connsiteX4047" fmla="*/ 1245673 w 2676209"/>
                <a:gd name="connsiteY4047" fmla="*/ 740444 h 2650669"/>
                <a:gd name="connsiteX4048" fmla="*/ 1246930 w 2676209"/>
                <a:gd name="connsiteY4048" fmla="*/ 738195 h 2650669"/>
                <a:gd name="connsiteX4049" fmla="*/ 1245673 w 2676209"/>
                <a:gd name="connsiteY4049" fmla="*/ 736939 h 2650669"/>
                <a:gd name="connsiteX4050" fmla="*/ 1244581 w 2676209"/>
                <a:gd name="connsiteY4050" fmla="*/ 739287 h 2650669"/>
                <a:gd name="connsiteX4051" fmla="*/ 1245673 w 2676209"/>
                <a:gd name="connsiteY4051" fmla="*/ 740444 h 2650669"/>
                <a:gd name="connsiteX4052" fmla="*/ 1057620 w 2676209"/>
                <a:gd name="connsiteY4052" fmla="*/ 1429056 h 2650669"/>
                <a:gd name="connsiteX4053" fmla="*/ 1055272 w 2676209"/>
                <a:gd name="connsiteY4053" fmla="*/ 1430147 h 2650669"/>
                <a:gd name="connsiteX4054" fmla="*/ 1056430 w 2676209"/>
                <a:gd name="connsiteY4054" fmla="*/ 1431238 h 2650669"/>
                <a:gd name="connsiteX4055" fmla="*/ 1058778 w 2676209"/>
                <a:gd name="connsiteY4055" fmla="*/ 1430147 h 2650669"/>
                <a:gd name="connsiteX4056" fmla="*/ 1057620 w 2676209"/>
                <a:gd name="connsiteY4056" fmla="*/ 1429056 h 2650669"/>
                <a:gd name="connsiteX4057" fmla="*/ 747826 w 2676209"/>
                <a:gd name="connsiteY4057" fmla="*/ 1430147 h 2650669"/>
                <a:gd name="connsiteX4058" fmla="*/ 748984 w 2676209"/>
                <a:gd name="connsiteY4058" fmla="*/ 1431238 h 2650669"/>
                <a:gd name="connsiteX4059" fmla="*/ 751332 w 2676209"/>
                <a:gd name="connsiteY4059" fmla="*/ 1430147 h 2650669"/>
                <a:gd name="connsiteX4060" fmla="*/ 750174 w 2676209"/>
                <a:gd name="connsiteY4060" fmla="*/ 1429056 h 2650669"/>
                <a:gd name="connsiteX4061" fmla="*/ 747826 w 2676209"/>
                <a:gd name="connsiteY4061" fmla="*/ 1430147 h 2650669"/>
                <a:gd name="connsiteX4062" fmla="*/ 1729033 w 2676209"/>
                <a:gd name="connsiteY4062" fmla="*/ 700790 h 2650669"/>
                <a:gd name="connsiteX4063" fmla="*/ 1727810 w 2676209"/>
                <a:gd name="connsiteY4063" fmla="*/ 698541 h 2650669"/>
                <a:gd name="connsiteX4064" fmla="*/ 1726718 w 2676209"/>
                <a:gd name="connsiteY4064" fmla="*/ 699666 h 2650669"/>
                <a:gd name="connsiteX4065" fmla="*/ 1727810 w 2676209"/>
                <a:gd name="connsiteY4065" fmla="*/ 702014 h 2650669"/>
                <a:gd name="connsiteX4066" fmla="*/ 1729033 w 2676209"/>
                <a:gd name="connsiteY4066" fmla="*/ 700790 h 2650669"/>
                <a:gd name="connsiteX4067" fmla="*/ 1656835 w 2676209"/>
                <a:gd name="connsiteY4067" fmla="*/ 1467949 h 2650669"/>
                <a:gd name="connsiteX4068" fmla="*/ 1657927 w 2676209"/>
                <a:gd name="connsiteY4068" fmla="*/ 1470298 h 2650669"/>
                <a:gd name="connsiteX4069" fmla="*/ 1659150 w 2676209"/>
                <a:gd name="connsiteY4069" fmla="*/ 1469074 h 2650669"/>
                <a:gd name="connsiteX4070" fmla="*/ 1657927 w 2676209"/>
                <a:gd name="connsiteY4070" fmla="*/ 1466825 h 2650669"/>
                <a:gd name="connsiteX4071" fmla="*/ 1656835 w 2676209"/>
                <a:gd name="connsiteY4071" fmla="*/ 1467949 h 2650669"/>
                <a:gd name="connsiteX4072" fmla="*/ 937135 w 2676209"/>
                <a:gd name="connsiteY4072" fmla="*/ 1467949 h 2650669"/>
                <a:gd name="connsiteX4073" fmla="*/ 938227 w 2676209"/>
                <a:gd name="connsiteY4073" fmla="*/ 1470298 h 2650669"/>
                <a:gd name="connsiteX4074" fmla="*/ 939318 w 2676209"/>
                <a:gd name="connsiteY4074" fmla="*/ 1469173 h 2650669"/>
                <a:gd name="connsiteX4075" fmla="*/ 938227 w 2676209"/>
                <a:gd name="connsiteY4075" fmla="*/ 1466825 h 2650669"/>
                <a:gd name="connsiteX4076" fmla="*/ 937135 w 2676209"/>
                <a:gd name="connsiteY4076" fmla="*/ 1467949 h 2650669"/>
                <a:gd name="connsiteX4077" fmla="*/ 2428923 w 2676209"/>
                <a:gd name="connsiteY4077" fmla="*/ 1485412 h 2650669"/>
                <a:gd name="connsiteX4078" fmla="*/ 2430014 w 2676209"/>
                <a:gd name="connsiteY4078" fmla="*/ 1487760 h 2650669"/>
                <a:gd name="connsiteX4079" fmla="*/ 2431271 w 2676209"/>
                <a:gd name="connsiteY4079" fmla="*/ 1486536 h 2650669"/>
                <a:gd name="connsiteX4080" fmla="*/ 2430014 w 2676209"/>
                <a:gd name="connsiteY4080" fmla="*/ 1484287 h 2650669"/>
                <a:gd name="connsiteX4081" fmla="*/ 2428923 w 2676209"/>
                <a:gd name="connsiteY4081" fmla="*/ 1485412 h 2650669"/>
                <a:gd name="connsiteX4082" fmla="*/ 1299317 w 2676209"/>
                <a:gd name="connsiteY4082" fmla="*/ 690306 h 2650669"/>
                <a:gd name="connsiteX4083" fmla="*/ 1298093 w 2676209"/>
                <a:gd name="connsiteY4083" fmla="*/ 688057 h 2650669"/>
                <a:gd name="connsiteX4084" fmla="*/ 1296969 w 2676209"/>
                <a:gd name="connsiteY4084" fmla="*/ 689214 h 2650669"/>
                <a:gd name="connsiteX4085" fmla="*/ 1298093 w 2676209"/>
                <a:gd name="connsiteY4085" fmla="*/ 691563 h 2650669"/>
                <a:gd name="connsiteX4086" fmla="*/ 1299317 w 2676209"/>
                <a:gd name="connsiteY4086" fmla="*/ 690306 h 2650669"/>
                <a:gd name="connsiteX4087" fmla="*/ 1147843 w 2676209"/>
                <a:gd name="connsiteY4087" fmla="*/ 695035 h 2650669"/>
                <a:gd name="connsiteX4088" fmla="*/ 1149100 w 2676209"/>
                <a:gd name="connsiteY4088" fmla="*/ 693812 h 2650669"/>
                <a:gd name="connsiteX4089" fmla="*/ 1147843 w 2676209"/>
                <a:gd name="connsiteY4089" fmla="*/ 691563 h 2650669"/>
                <a:gd name="connsiteX4090" fmla="*/ 1146752 w 2676209"/>
                <a:gd name="connsiteY4090" fmla="*/ 692687 h 2650669"/>
                <a:gd name="connsiteX4091" fmla="*/ 1147843 w 2676209"/>
                <a:gd name="connsiteY4091" fmla="*/ 695035 h 2650669"/>
                <a:gd name="connsiteX4092" fmla="*/ 1755756 w 2676209"/>
                <a:gd name="connsiteY4092" fmla="*/ 691563 h 2650669"/>
                <a:gd name="connsiteX4093" fmla="*/ 1754665 w 2676209"/>
                <a:gd name="connsiteY4093" fmla="*/ 692687 h 2650669"/>
                <a:gd name="connsiteX4094" fmla="*/ 1755756 w 2676209"/>
                <a:gd name="connsiteY4094" fmla="*/ 695035 h 2650669"/>
                <a:gd name="connsiteX4095" fmla="*/ 1756980 w 2676209"/>
                <a:gd name="connsiteY4095" fmla="*/ 693812 h 2650669"/>
                <a:gd name="connsiteX4096" fmla="*/ 1755756 w 2676209"/>
                <a:gd name="connsiteY4096" fmla="*/ 691563 h 2650669"/>
                <a:gd name="connsiteX4097" fmla="*/ 1462267 w 2676209"/>
                <a:gd name="connsiteY4097" fmla="*/ 1473803 h 2650669"/>
                <a:gd name="connsiteX4098" fmla="*/ 1461044 w 2676209"/>
                <a:gd name="connsiteY4098" fmla="*/ 1476052 h 2650669"/>
                <a:gd name="connsiteX4099" fmla="*/ 1462267 w 2676209"/>
                <a:gd name="connsiteY4099" fmla="*/ 1477276 h 2650669"/>
                <a:gd name="connsiteX4100" fmla="*/ 1463359 w 2676209"/>
                <a:gd name="connsiteY4100" fmla="*/ 1474961 h 2650669"/>
                <a:gd name="connsiteX4101" fmla="*/ 1462267 w 2676209"/>
                <a:gd name="connsiteY4101" fmla="*/ 1473803 h 2650669"/>
                <a:gd name="connsiteX4102" fmla="*/ 975566 w 2676209"/>
                <a:gd name="connsiteY4102" fmla="*/ 1474961 h 2650669"/>
                <a:gd name="connsiteX4103" fmla="*/ 976658 w 2676209"/>
                <a:gd name="connsiteY4103" fmla="*/ 1477276 h 2650669"/>
                <a:gd name="connsiteX4104" fmla="*/ 977914 w 2676209"/>
                <a:gd name="connsiteY4104" fmla="*/ 1476052 h 2650669"/>
                <a:gd name="connsiteX4105" fmla="*/ 976658 w 2676209"/>
                <a:gd name="connsiteY4105" fmla="*/ 1473803 h 2650669"/>
                <a:gd name="connsiteX4106" fmla="*/ 975566 w 2676209"/>
                <a:gd name="connsiteY4106" fmla="*/ 1474961 h 2650669"/>
                <a:gd name="connsiteX4107" fmla="*/ 1700359 w 2676209"/>
                <a:gd name="connsiteY4107" fmla="*/ 1453364 h 2650669"/>
                <a:gd name="connsiteX4108" fmla="*/ 1698110 w 2676209"/>
                <a:gd name="connsiteY4108" fmla="*/ 1454588 h 2650669"/>
                <a:gd name="connsiteX4109" fmla="*/ 1699235 w 2676209"/>
                <a:gd name="connsiteY4109" fmla="*/ 1455679 h 2650669"/>
                <a:gd name="connsiteX4110" fmla="*/ 1701583 w 2676209"/>
                <a:gd name="connsiteY4110" fmla="*/ 1454588 h 2650669"/>
                <a:gd name="connsiteX4111" fmla="*/ 1700359 w 2676209"/>
                <a:gd name="connsiteY4111" fmla="*/ 1453364 h 2650669"/>
                <a:gd name="connsiteX4112" fmla="*/ 1639373 w 2676209"/>
                <a:gd name="connsiteY4112" fmla="*/ 1453993 h 2650669"/>
                <a:gd name="connsiteX4113" fmla="*/ 1640464 w 2676209"/>
                <a:gd name="connsiteY4113" fmla="*/ 1456341 h 2650669"/>
                <a:gd name="connsiteX4114" fmla="*/ 1641556 w 2676209"/>
                <a:gd name="connsiteY4114" fmla="*/ 1455183 h 2650669"/>
                <a:gd name="connsiteX4115" fmla="*/ 1640464 w 2676209"/>
                <a:gd name="connsiteY4115" fmla="*/ 1452835 h 2650669"/>
                <a:gd name="connsiteX4116" fmla="*/ 1639373 w 2676209"/>
                <a:gd name="connsiteY4116" fmla="*/ 1453993 h 2650669"/>
                <a:gd name="connsiteX4117" fmla="*/ 1429095 w 2676209"/>
                <a:gd name="connsiteY4117" fmla="*/ 1454588 h 2650669"/>
                <a:gd name="connsiteX4118" fmla="*/ 1426846 w 2676209"/>
                <a:gd name="connsiteY4118" fmla="*/ 1453364 h 2650669"/>
                <a:gd name="connsiteX4119" fmla="*/ 1425589 w 2676209"/>
                <a:gd name="connsiteY4119" fmla="*/ 1454588 h 2650669"/>
                <a:gd name="connsiteX4120" fmla="*/ 1427938 w 2676209"/>
                <a:gd name="connsiteY4120" fmla="*/ 1455679 h 2650669"/>
                <a:gd name="connsiteX4121" fmla="*/ 1429095 w 2676209"/>
                <a:gd name="connsiteY4121" fmla="*/ 1454588 h 2650669"/>
                <a:gd name="connsiteX4122" fmla="*/ 1320285 w 2676209"/>
                <a:gd name="connsiteY4122" fmla="*/ 1450586 h 2650669"/>
                <a:gd name="connsiteX4123" fmla="*/ 1319028 w 2676209"/>
                <a:gd name="connsiteY4123" fmla="*/ 1449362 h 2650669"/>
                <a:gd name="connsiteX4124" fmla="*/ 1317937 w 2676209"/>
                <a:gd name="connsiteY4124" fmla="*/ 1451711 h 2650669"/>
                <a:gd name="connsiteX4125" fmla="*/ 1319028 w 2676209"/>
                <a:gd name="connsiteY4125" fmla="*/ 1452868 h 2650669"/>
                <a:gd name="connsiteX4126" fmla="*/ 1320285 w 2676209"/>
                <a:gd name="connsiteY4126" fmla="*/ 1450586 h 2650669"/>
                <a:gd name="connsiteX4127" fmla="*/ 801966 w 2676209"/>
                <a:gd name="connsiteY4127" fmla="*/ 1466825 h 2650669"/>
                <a:gd name="connsiteX4128" fmla="*/ 803058 w 2676209"/>
                <a:gd name="connsiteY4128" fmla="*/ 1465667 h 2650669"/>
                <a:gd name="connsiteX4129" fmla="*/ 801966 w 2676209"/>
                <a:gd name="connsiteY4129" fmla="*/ 1463319 h 2650669"/>
                <a:gd name="connsiteX4130" fmla="*/ 800743 w 2676209"/>
                <a:gd name="connsiteY4130" fmla="*/ 1464576 h 2650669"/>
                <a:gd name="connsiteX4131" fmla="*/ 801966 w 2676209"/>
                <a:gd name="connsiteY4131" fmla="*/ 1466825 h 2650669"/>
                <a:gd name="connsiteX4132" fmla="*/ 1479134 w 2676209"/>
                <a:gd name="connsiteY4132" fmla="*/ 1462658 h 2650669"/>
                <a:gd name="connsiteX4133" fmla="*/ 1481483 w 2676209"/>
                <a:gd name="connsiteY4133" fmla="*/ 1461566 h 2650669"/>
                <a:gd name="connsiteX4134" fmla="*/ 1480259 w 2676209"/>
                <a:gd name="connsiteY4134" fmla="*/ 1460343 h 2650669"/>
                <a:gd name="connsiteX4135" fmla="*/ 1478010 w 2676209"/>
                <a:gd name="connsiteY4135" fmla="*/ 1461566 h 2650669"/>
                <a:gd name="connsiteX4136" fmla="*/ 1479134 w 2676209"/>
                <a:gd name="connsiteY4136" fmla="*/ 1462658 h 2650669"/>
                <a:gd name="connsiteX4137" fmla="*/ 2390988 w 2676209"/>
                <a:gd name="connsiteY4137" fmla="*/ 1459185 h 2650669"/>
                <a:gd name="connsiteX4138" fmla="*/ 2393336 w 2676209"/>
                <a:gd name="connsiteY4138" fmla="*/ 1458094 h 2650669"/>
                <a:gd name="connsiteX4139" fmla="*/ 2392079 w 2676209"/>
                <a:gd name="connsiteY4139" fmla="*/ 1456837 h 2650669"/>
                <a:gd name="connsiteX4140" fmla="*/ 2389830 w 2676209"/>
                <a:gd name="connsiteY4140" fmla="*/ 1458094 h 2650669"/>
                <a:gd name="connsiteX4141" fmla="*/ 2390988 w 2676209"/>
                <a:gd name="connsiteY4141" fmla="*/ 1459185 h 2650669"/>
                <a:gd name="connsiteX4142" fmla="*/ 1052924 w 2676209"/>
                <a:gd name="connsiteY4142" fmla="*/ 1459185 h 2650669"/>
                <a:gd name="connsiteX4143" fmla="*/ 1055272 w 2676209"/>
                <a:gd name="connsiteY4143" fmla="*/ 1458094 h 2650669"/>
                <a:gd name="connsiteX4144" fmla="*/ 1054114 w 2676209"/>
                <a:gd name="connsiteY4144" fmla="*/ 1457002 h 2650669"/>
                <a:gd name="connsiteX4145" fmla="*/ 1051766 w 2676209"/>
                <a:gd name="connsiteY4145" fmla="*/ 1458094 h 2650669"/>
                <a:gd name="connsiteX4146" fmla="*/ 1052924 w 2676209"/>
                <a:gd name="connsiteY4146" fmla="*/ 1459185 h 2650669"/>
                <a:gd name="connsiteX4147" fmla="*/ 1060299 w 2676209"/>
                <a:gd name="connsiteY4147" fmla="*/ 1075638 h 2650669"/>
                <a:gd name="connsiteX4148" fmla="*/ 1061887 w 2676209"/>
                <a:gd name="connsiteY4148" fmla="*/ 1073588 h 2650669"/>
                <a:gd name="connsiteX4149" fmla="*/ 1060795 w 2676209"/>
                <a:gd name="connsiteY4149" fmla="*/ 1072497 h 2650669"/>
                <a:gd name="connsiteX4150" fmla="*/ 1058811 w 2676209"/>
                <a:gd name="connsiteY4150" fmla="*/ 1074150 h 2650669"/>
                <a:gd name="connsiteX4151" fmla="*/ 1060299 w 2676209"/>
                <a:gd name="connsiteY4151" fmla="*/ 1075638 h 2650669"/>
                <a:gd name="connsiteX4152" fmla="*/ 1431939 w 2676209"/>
                <a:gd name="connsiteY4152" fmla="*/ 941825 h 2650669"/>
                <a:gd name="connsiteX4153" fmla="*/ 1430848 w 2676209"/>
                <a:gd name="connsiteY4153" fmla="*/ 939510 h 2650669"/>
                <a:gd name="connsiteX4154" fmla="*/ 1429724 w 2676209"/>
                <a:gd name="connsiteY4154" fmla="*/ 940635 h 2650669"/>
                <a:gd name="connsiteX4155" fmla="*/ 1430848 w 2676209"/>
                <a:gd name="connsiteY4155" fmla="*/ 942983 h 2650669"/>
                <a:gd name="connsiteX4156" fmla="*/ 1431939 w 2676209"/>
                <a:gd name="connsiteY4156" fmla="*/ 941825 h 2650669"/>
                <a:gd name="connsiteX4157" fmla="*/ 1765149 w 2676209"/>
                <a:gd name="connsiteY4157" fmla="*/ 1069851 h 2650669"/>
                <a:gd name="connsiteX4158" fmla="*/ 1766240 w 2676209"/>
                <a:gd name="connsiteY4158" fmla="*/ 1072199 h 2650669"/>
                <a:gd name="connsiteX4159" fmla="*/ 1767464 w 2676209"/>
                <a:gd name="connsiteY4159" fmla="*/ 1070942 h 2650669"/>
                <a:gd name="connsiteX4160" fmla="*/ 1766240 w 2676209"/>
                <a:gd name="connsiteY4160" fmla="*/ 1068693 h 2650669"/>
                <a:gd name="connsiteX4161" fmla="*/ 1765149 w 2676209"/>
                <a:gd name="connsiteY4161" fmla="*/ 1069851 h 2650669"/>
                <a:gd name="connsiteX4162" fmla="*/ 82300 w 2676209"/>
                <a:gd name="connsiteY4162" fmla="*/ 1068693 h 2650669"/>
                <a:gd name="connsiteX4163" fmla="*/ 81208 w 2676209"/>
                <a:gd name="connsiteY4163" fmla="*/ 1069851 h 2650669"/>
                <a:gd name="connsiteX4164" fmla="*/ 82300 w 2676209"/>
                <a:gd name="connsiteY4164" fmla="*/ 1072199 h 2650669"/>
                <a:gd name="connsiteX4165" fmla="*/ 83523 w 2676209"/>
                <a:gd name="connsiteY4165" fmla="*/ 1070975 h 2650669"/>
                <a:gd name="connsiteX4166" fmla="*/ 82300 w 2676209"/>
                <a:gd name="connsiteY4166" fmla="*/ 1068693 h 2650669"/>
                <a:gd name="connsiteX4167" fmla="*/ 1522923 w 2676209"/>
                <a:gd name="connsiteY4167" fmla="*/ 945232 h 2650669"/>
                <a:gd name="connsiteX4168" fmla="*/ 1521666 w 2676209"/>
                <a:gd name="connsiteY4168" fmla="*/ 942983 h 2650669"/>
                <a:gd name="connsiteX4169" fmla="*/ 1520575 w 2676209"/>
                <a:gd name="connsiteY4169" fmla="*/ 944141 h 2650669"/>
                <a:gd name="connsiteX4170" fmla="*/ 1521666 w 2676209"/>
                <a:gd name="connsiteY4170" fmla="*/ 946489 h 2650669"/>
                <a:gd name="connsiteX4171" fmla="*/ 1522923 w 2676209"/>
                <a:gd name="connsiteY4171" fmla="*/ 945232 h 2650669"/>
                <a:gd name="connsiteX4172" fmla="*/ 1593931 w 2676209"/>
                <a:gd name="connsiteY4172" fmla="*/ 1066378 h 2650669"/>
                <a:gd name="connsiteX4173" fmla="*/ 1595022 w 2676209"/>
                <a:gd name="connsiteY4173" fmla="*/ 1068693 h 2650669"/>
                <a:gd name="connsiteX4174" fmla="*/ 1596279 w 2676209"/>
                <a:gd name="connsiteY4174" fmla="*/ 1067469 h 2650669"/>
                <a:gd name="connsiteX4175" fmla="*/ 1595022 w 2676209"/>
                <a:gd name="connsiteY4175" fmla="*/ 1065220 h 2650669"/>
                <a:gd name="connsiteX4176" fmla="*/ 1593931 w 2676209"/>
                <a:gd name="connsiteY4176" fmla="*/ 1066378 h 2650669"/>
                <a:gd name="connsiteX4177" fmla="*/ 1116391 w 2676209"/>
                <a:gd name="connsiteY4177" fmla="*/ 1082683 h 2650669"/>
                <a:gd name="connsiteX4178" fmla="*/ 1117482 w 2676209"/>
                <a:gd name="connsiteY4178" fmla="*/ 1081525 h 2650669"/>
                <a:gd name="connsiteX4179" fmla="*/ 1116391 w 2676209"/>
                <a:gd name="connsiteY4179" fmla="*/ 1079177 h 2650669"/>
                <a:gd name="connsiteX4180" fmla="*/ 1115299 w 2676209"/>
                <a:gd name="connsiteY4180" fmla="*/ 1080335 h 2650669"/>
                <a:gd name="connsiteX4181" fmla="*/ 1116391 w 2676209"/>
                <a:gd name="connsiteY4181" fmla="*/ 1082683 h 2650669"/>
                <a:gd name="connsiteX4182" fmla="*/ 1634544 w 2676209"/>
                <a:gd name="connsiteY4182" fmla="*/ 934847 h 2650669"/>
                <a:gd name="connsiteX4183" fmla="*/ 1633453 w 2676209"/>
                <a:gd name="connsiteY4183" fmla="*/ 932499 h 2650669"/>
                <a:gd name="connsiteX4184" fmla="*/ 1632229 w 2676209"/>
                <a:gd name="connsiteY4184" fmla="*/ 933756 h 2650669"/>
                <a:gd name="connsiteX4185" fmla="*/ 1633453 w 2676209"/>
                <a:gd name="connsiteY4185" fmla="*/ 936005 h 2650669"/>
                <a:gd name="connsiteX4186" fmla="*/ 1634544 w 2676209"/>
                <a:gd name="connsiteY4186" fmla="*/ 934847 h 2650669"/>
                <a:gd name="connsiteX4187" fmla="*/ 1453536 w 2676209"/>
                <a:gd name="connsiteY4187" fmla="*/ 955220 h 2650669"/>
                <a:gd name="connsiteX4188" fmla="*/ 1455785 w 2676209"/>
                <a:gd name="connsiteY4188" fmla="*/ 956444 h 2650669"/>
                <a:gd name="connsiteX4189" fmla="*/ 1457042 w 2676209"/>
                <a:gd name="connsiteY4189" fmla="*/ 955220 h 2650669"/>
                <a:gd name="connsiteX4190" fmla="*/ 1454694 w 2676209"/>
                <a:gd name="connsiteY4190" fmla="*/ 954129 h 2650669"/>
                <a:gd name="connsiteX4191" fmla="*/ 1453536 w 2676209"/>
                <a:gd name="connsiteY4191" fmla="*/ 955220 h 2650669"/>
                <a:gd name="connsiteX4192" fmla="*/ 1234097 w 2676209"/>
                <a:gd name="connsiteY4192" fmla="*/ 947646 h 2650669"/>
                <a:gd name="connsiteX4193" fmla="*/ 1235189 w 2676209"/>
                <a:gd name="connsiteY4193" fmla="*/ 949961 h 2650669"/>
                <a:gd name="connsiteX4194" fmla="*/ 1236412 w 2676209"/>
                <a:gd name="connsiteY4194" fmla="*/ 948738 h 2650669"/>
                <a:gd name="connsiteX4195" fmla="*/ 1235189 w 2676209"/>
                <a:gd name="connsiteY4195" fmla="*/ 946489 h 2650669"/>
                <a:gd name="connsiteX4196" fmla="*/ 1234097 w 2676209"/>
                <a:gd name="connsiteY4196" fmla="*/ 947646 h 2650669"/>
                <a:gd name="connsiteX4197" fmla="*/ 1296837 w 2676209"/>
                <a:gd name="connsiteY4197" fmla="*/ 948738 h 2650669"/>
                <a:gd name="connsiteX4198" fmla="*/ 1298093 w 2676209"/>
                <a:gd name="connsiteY4198" fmla="*/ 949961 h 2650669"/>
                <a:gd name="connsiteX4199" fmla="*/ 1299185 w 2676209"/>
                <a:gd name="connsiteY4199" fmla="*/ 947646 h 2650669"/>
                <a:gd name="connsiteX4200" fmla="*/ 1298093 w 2676209"/>
                <a:gd name="connsiteY4200" fmla="*/ 946489 h 2650669"/>
                <a:gd name="connsiteX4201" fmla="*/ 1296837 w 2676209"/>
                <a:gd name="connsiteY4201" fmla="*/ 948738 h 2650669"/>
                <a:gd name="connsiteX4202" fmla="*/ 1380180 w 2676209"/>
                <a:gd name="connsiteY4202" fmla="*/ 948242 h 2650669"/>
                <a:gd name="connsiteX4203" fmla="*/ 1378924 w 2676209"/>
                <a:gd name="connsiteY4203" fmla="*/ 946985 h 2650669"/>
                <a:gd name="connsiteX4204" fmla="*/ 1376675 w 2676209"/>
                <a:gd name="connsiteY4204" fmla="*/ 948242 h 2650669"/>
                <a:gd name="connsiteX4205" fmla="*/ 1377832 w 2676209"/>
                <a:gd name="connsiteY4205" fmla="*/ 949333 h 2650669"/>
                <a:gd name="connsiteX4206" fmla="*/ 1380180 w 2676209"/>
                <a:gd name="connsiteY4206" fmla="*/ 948242 h 2650669"/>
                <a:gd name="connsiteX4207" fmla="*/ 1690603 w 2676209"/>
                <a:gd name="connsiteY4207" fmla="*/ 948738 h 2650669"/>
                <a:gd name="connsiteX4208" fmla="*/ 1689379 w 2676209"/>
                <a:gd name="connsiteY4208" fmla="*/ 946489 h 2650669"/>
                <a:gd name="connsiteX4209" fmla="*/ 1688288 w 2676209"/>
                <a:gd name="connsiteY4209" fmla="*/ 947646 h 2650669"/>
                <a:gd name="connsiteX4210" fmla="*/ 1689379 w 2676209"/>
                <a:gd name="connsiteY4210" fmla="*/ 949961 h 2650669"/>
                <a:gd name="connsiteX4211" fmla="*/ 1690603 w 2676209"/>
                <a:gd name="connsiteY4211" fmla="*/ 948738 h 2650669"/>
                <a:gd name="connsiteX4212" fmla="*/ 1705750 w 2676209"/>
                <a:gd name="connsiteY4212" fmla="*/ 1059367 h 2650669"/>
                <a:gd name="connsiteX4213" fmla="*/ 1706841 w 2676209"/>
                <a:gd name="connsiteY4213" fmla="*/ 1061715 h 2650669"/>
                <a:gd name="connsiteX4214" fmla="*/ 1708065 w 2676209"/>
                <a:gd name="connsiteY4214" fmla="*/ 1060491 h 2650669"/>
                <a:gd name="connsiteX4215" fmla="*/ 1706841 w 2676209"/>
                <a:gd name="connsiteY4215" fmla="*/ 1058242 h 2650669"/>
                <a:gd name="connsiteX4216" fmla="*/ 1705750 w 2676209"/>
                <a:gd name="connsiteY4216" fmla="*/ 1059367 h 2650669"/>
                <a:gd name="connsiteX4217" fmla="*/ 1310297 w 2676209"/>
                <a:gd name="connsiteY4217" fmla="*/ 1059962 h 2650669"/>
                <a:gd name="connsiteX4218" fmla="*/ 1312546 w 2676209"/>
                <a:gd name="connsiteY4218" fmla="*/ 1061219 h 2650669"/>
                <a:gd name="connsiteX4219" fmla="*/ 1313803 w 2676209"/>
                <a:gd name="connsiteY4219" fmla="*/ 1059962 h 2650669"/>
                <a:gd name="connsiteX4220" fmla="*/ 1311455 w 2676209"/>
                <a:gd name="connsiteY4220" fmla="*/ 1058870 h 2650669"/>
                <a:gd name="connsiteX4221" fmla="*/ 1310297 w 2676209"/>
                <a:gd name="connsiteY4221" fmla="*/ 1059962 h 2650669"/>
                <a:gd name="connsiteX4222" fmla="*/ 1045449 w 2676209"/>
                <a:gd name="connsiteY4222" fmla="*/ 1105966 h 2650669"/>
                <a:gd name="connsiteX4223" fmla="*/ 1046541 w 2676209"/>
                <a:gd name="connsiteY4223" fmla="*/ 1107124 h 2650669"/>
                <a:gd name="connsiteX4224" fmla="*/ 1047764 w 2676209"/>
                <a:gd name="connsiteY4224" fmla="*/ 1104875 h 2650669"/>
                <a:gd name="connsiteX4225" fmla="*/ 1046541 w 2676209"/>
                <a:gd name="connsiteY4225" fmla="*/ 1103618 h 2650669"/>
                <a:gd name="connsiteX4226" fmla="*/ 1045449 w 2676209"/>
                <a:gd name="connsiteY4226" fmla="*/ 1105966 h 2650669"/>
                <a:gd name="connsiteX4227" fmla="*/ 1170564 w 2676209"/>
                <a:gd name="connsiteY4227" fmla="*/ 920295 h 2650669"/>
                <a:gd name="connsiteX4228" fmla="*/ 1171722 w 2676209"/>
                <a:gd name="connsiteY4228" fmla="*/ 921386 h 2650669"/>
                <a:gd name="connsiteX4229" fmla="*/ 1174037 w 2676209"/>
                <a:gd name="connsiteY4229" fmla="*/ 920295 h 2650669"/>
                <a:gd name="connsiteX4230" fmla="*/ 1172813 w 2676209"/>
                <a:gd name="connsiteY4230" fmla="*/ 919038 h 2650669"/>
                <a:gd name="connsiteX4231" fmla="*/ 1170564 w 2676209"/>
                <a:gd name="connsiteY4231" fmla="*/ 920295 h 2650669"/>
                <a:gd name="connsiteX4232" fmla="*/ 1472156 w 2676209"/>
                <a:gd name="connsiteY4232" fmla="*/ 921386 h 2650669"/>
                <a:gd name="connsiteX4233" fmla="*/ 1474504 w 2676209"/>
                <a:gd name="connsiteY4233" fmla="*/ 920295 h 2650669"/>
                <a:gd name="connsiteX4234" fmla="*/ 1473281 w 2676209"/>
                <a:gd name="connsiteY4234" fmla="*/ 919038 h 2650669"/>
                <a:gd name="connsiteX4235" fmla="*/ 1471032 w 2676209"/>
                <a:gd name="connsiteY4235" fmla="*/ 920295 h 2650669"/>
                <a:gd name="connsiteX4236" fmla="*/ 1472156 w 2676209"/>
                <a:gd name="connsiteY4236" fmla="*/ 921386 h 2650669"/>
                <a:gd name="connsiteX4237" fmla="*/ 1778444 w 2676209"/>
                <a:gd name="connsiteY4237" fmla="*/ 920295 h 2650669"/>
                <a:gd name="connsiteX4238" fmla="*/ 1776195 w 2676209"/>
                <a:gd name="connsiteY4238" fmla="*/ 919038 h 2650669"/>
                <a:gd name="connsiteX4239" fmla="*/ 1774972 w 2676209"/>
                <a:gd name="connsiteY4239" fmla="*/ 920295 h 2650669"/>
                <a:gd name="connsiteX4240" fmla="*/ 1777320 w 2676209"/>
                <a:gd name="connsiteY4240" fmla="*/ 921386 h 2650669"/>
                <a:gd name="connsiteX4241" fmla="*/ 1778444 w 2676209"/>
                <a:gd name="connsiteY4241" fmla="*/ 920295 h 2650669"/>
                <a:gd name="connsiteX4242" fmla="*/ 1349257 w 2676209"/>
                <a:gd name="connsiteY4242" fmla="*/ 1111853 h 2650669"/>
                <a:gd name="connsiteX4243" fmla="*/ 1350481 w 2676209"/>
                <a:gd name="connsiteY4243" fmla="*/ 1114102 h 2650669"/>
                <a:gd name="connsiteX4244" fmla="*/ 1351572 w 2676209"/>
                <a:gd name="connsiteY4244" fmla="*/ 1112945 h 2650669"/>
                <a:gd name="connsiteX4245" fmla="*/ 1350481 w 2676209"/>
                <a:gd name="connsiteY4245" fmla="*/ 1110597 h 2650669"/>
                <a:gd name="connsiteX4246" fmla="*/ 1349257 w 2676209"/>
                <a:gd name="connsiteY4246" fmla="*/ 1111853 h 2650669"/>
                <a:gd name="connsiteX4247" fmla="*/ 1484492 w 2676209"/>
                <a:gd name="connsiteY4247" fmla="*/ 1090918 h 2650669"/>
                <a:gd name="connsiteX4248" fmla="*/ 1483235 w 2676209"/>
                <a:gd name="connsiteY4248" fmla="*/ 1089661 h 2650669"/>
                <a:gd name="connsiteX4249" fmla="*/ 1482144 w 2676209"/>
                <a:gd name="connsiteY4249" fmla="*/ 1092010 h 2650669"/>
                <a:gd name="connsiteX4250" fmla="*/ 1483235 w 2676209"/>
                <a:gd name="connsiteY4250" fmla="*/ 1093167 h 2650669"/>
                <a:gd name="connsiteX4251" fmla="*/ 1484492 w 2676209"/>
                <a:gd name="connsiteY4251" fmla="*/ 1090918 h 2650669"/>
                <a:gd name="connsiteX4252" fmla="*/ 1700921 w 2676209"/>
                <a:gd name="connsiteY4252" fmla="*/ 931374 h 2650669"/>
                <a:gd name="connsiteX4253" fmla="*/ 1699830 w 2676209"/>
                <a:gd name="connsiteY4253" fmla="*/ 929026 h 2650669"/>
                <a:gd name="connsiteX4254" fmla="*/ 1698739 w 2676209"/>
                <a:gd name="connsiteY4254" fmla="*/ 930184 h 2650669"/>
                <a:gd name="connsiteX4255" fmla="*/ 1699830 w 2676209"/>
                <a:gd name="connsiteY4255" fmla="*/ 932532 h 2650669"/>
                <a:gd name="connsiteX4256" fmla="*/ 1700921 w 2676209"/>
                <a:gd name="connsiteY4256" fmla="*/ 931374 h 2650669"/>
                <a:gd name="connsiteX4257" fmla="*/ 1765612 w 2676209"/>
                <a:gd name="connsiteY4257" fmla="*/ 929688 h 2650669"/>
                <a:gd name="connsiteX4258" fmla="*/ 1764488 w 2676209"/>
                <a:gd name="connsiteY4258" fmla="*/ 930779 h 2650669"/>
                <a:gd name="connsiteX4259" fmla="*/ 1766737 w 2676209"/>
                <a:gd name="connsiteY4259" fmla="*/ 932003 h 2650669"/>
                <a:gd name="connsiteX4260" fmla="*/ 1767960 w 2676209"/>
                <a:gd name="connsiteY4260" fmla="*/ 930779 h 2650669"/>
                <a:gd name="connsiteX4261" fmla="*/ 1765612 w 2676209"/>
                <a:gd name="connsiteY4261" fmla="*/ 929688 h 2650669"/>
                <a:gd name="connsiteX4262" fmla="*/ 1023820 w 2676209"/>
                <a:gd name="connsiteY4262" fmla="*/ 1084436 h 2650669"/>
                <a:gd name="connsiteX4263" fmla="*/ 1024977 w 2676209"/>
                <a:gd name="connsiteY4263" fmla="*/ 1085527 h 2650669"/>
                <a:gd name="connsiteX4264" fmla="*/ 1027325 w 2676209"/>
                <a:gd name="connsiteY4264" fmla="*/ 1084436 h 2650669"/>
                <a:gd name="connsiteX4265" fmla="*/ 1026069 w 2676209"/>
                <a:gd name="connsiteY4265" fmla="*/ 1083179 h 2650669"/>
                <a:gd name="connsiteX4266" fmla="*/ 1023820 w 2676209"/>
                <a:gd name="connsiteY4266" fmla="*/ 1084436 h 2650669"/>
                <a:gd name="connsiteX4267" fmla="*/ 1355078 w 2676209"/>
                <a:gd name="connsiteY4267" fmla="*/ 927869 h 2650669"/>
                <a:gd name="connsiteX4268" fmla="*/ 1353987 w 2676209"/>
                <a:gd name="connsiteY4268" fmla="*/ 925520 h 2650669"/>
                <a:gd name="connsiteX4269" fmla="*/ 1352730 w 2676209"/>
                <a:gd name="connsiteY4269" fmla="*/ 926777 h 2650669"/>
                <a:gd name="connsiteX4270" fmla="*/ 1353987 w 2676209"/>
                <a:gd name="connsiteY4270" fmla="*/ 929026 h 2650669"/>
                <a:gd name="connsiteX4271" fmla="*/ 1355078 w 2676209"/>
                <a:gd name="connsiteY4271" fmla="*/ 927869 h 2650669"/>
                <a:gd name="connsiteX4272" fmla="*/ 1457042 w 2676209"/>
                <a:gd name="connsiteY4272" fmla="*/ 1094887 h 2650669"/>
                <a:gd name="connsiteX4273" fmla="*/ 1459291 w 2676209"/>
                <a:gd name="connsiteY4273" fmla="*/ 1096144 h 2650669"/>
                <a:gd name="connsiteX4274" fmla="*/ 1460514 w 2676209"/>
                <a:gd name="connsiteY4274" fmla="*/ 1094887 h 2650669"/>
                <a:gd name="connsiteX4275" fmla="*/ 1458166 w 2676209"/>
                <a:gd name="connsiteY4275" fmla="*/ 1093795 h 2650669"/>
                <a:gd name="connsiteX4276" fmla="*/ 1457042 w 2676209"/>
                <a:gd name="connsiteY4276" fmla="*/ 1094887 h 2650669"/>
                <a:gd name="connsiteX4277" fmla="*/ 992367 w 2676209"/>
                <a:gd name="connsiteY4277" fmla="*/ 1094722 h 2650669"/>
                <a:gd name="connsiteX4278" fmla="*/ 992367 w 2676209"/>
                <a:gd name="connsiteY4278" fmla="*/ 1093167 h 2650669"/>
                <a:gd name="connsiteX4279" fmla="*/ 989688 w 2676209"/>
                <a:gd name="connsiteY4279" fmla="*/ 1094159 h 2650669"/>
                <a:gd name="connsiteX4280" fmla="*/ 990350 w 2676209"/>
                <a:gd name="connsiteY4280" fmla="*/ 1096210 h 2650669"/>
                <a:gd name="connsiteX4281" fmla="*/ 992367 w 2676209"/>
                <a:gd name="connsiteY4281" fmla="*/ 1094722 h 2650669"/>
                <a:gd name="connsiteX4282" fmla="*/ 118316 w 2676209"/>
                <a:gd name="connsiteY4282" fmla="*/ 1095482 h 2650669"/>
                <a:gd name="connsiteX4283" fmla="*/ 117225 w 2676209"/>
                <a:gd name="connsiteY4283" fmla="*/ 1093167 h 2650669"/>
                <a:gd name="connsiteX4284" fmla="*/ 115968 w 2676209"/>
                <a:gd name="connsiteY4284" fmla="*/ 1094391 h 2650669"/>
                <a:gd name="connsiteX4285" fmla="*/ 117225 w 2676209"/>
                <a:gd name="connsiteY4285" fmla="*/ 1096640 h 2650669"/>
                <a:gd name="connsiteX4286" fmla="*/ 118316 w 2676209"/>
                <a:gd name="connsiteY4286" fmla="*/ 1095482 h 2650669"/>
                <a:gd name="connsiteX4287" fmla="*/ 1433097 w 2676209"/>
                <a:gd name="connsiteY4287" fmla="*/ 983663 h 2650669"/>
                <a:gd name="connsiteX4288" fmla="*/ 1434321 w 2676209"/>
                <a:gd name="connsiteY4288" fmla="*/ 984886 h 2650669"/>
                <a:gd name="connsiteX4289" fmla="*/ 1435412 w 2676209"/>
                <a:gd name="connsiteY4289" fmla="*/ 982538 h 2650669"/>
                <a:gd name="connsiteX4290" fmla="*/ 1434321 w 2676209"/>
                <a:gd name="connsiteY4290" fmla="*/ 981414 h 2650669"/>
                <a:gd name="connsiteX4291" fmla="*/ 1433097 w 2676209"/>
                <a:gd name="connsiteY4291" fmla="*/ 983663 h 2650669"/>
                <a:gd name="connsiteX4292" fmla="*/ 1505295 w 2676209"/>
                <a:gd name="connsiteY4292" fmla="*/ 983762 h 2650669"/>
                <a:gd name="connsiteX4293" fmla="*/ 1504204 w 2676209"/>
                <a:gd name="connsiteY4293" fmla="*/ 981414 h 2650669"/>
                <a:gd name="connsiteX4294" fmla="*/ 1503112 w 2676209"/>
                <a:gd name="connsiteY4294" fmla="*/ 982538 h 2650669"/>
                <a:gd name="connsiteX4295" fmla="*/ 1504204 w 2676209"/>
                <a:gd name="connsiteY4295" fmla="*/ 984886 h 2650669"/>
                <a:gd name="connsiteX4296" fmla="*/ 1505295 w 2676209"/>
                <a:gd name="connsiteY4296" fmla="*/ 983762 h 2650669"/>
                <a:gd name="connsiteX4297" fmla="*/ 1664310 w 2676209"/>
                <a:gd name="connsiteY4297" fmla="*/ 984258 h 2650669"/>
                <a:gd name="connsiteX4298" fmla="*/ 1666658 w 2676209"/>
                <a:gd name="connsiteY4298" fmla="*/ 983167 h 2650669"/>
                <a:gd name="connsiteX4299" fmla="*/ 1665401 w 2676209"/>
                <a:gd name="connsiteY4299" fmla="*/ 981910 h 2650669"/>
                <a:gd name="connsiteX4300" fmla="*/ 1663152 w 2676209"/>
                <a:gd name="connsiteY4300" fmla="*/ 983167 h 2650669"/>
                <a:gd name="connsiteX4301" fmla="*/ 1664310 w 2676209"/>
                <a:gd name="connsiteY4301" fmla="*/ 984258 h 2650669"/>
                <a:gd name="connsiteX4302" fmla="*/ 1783703 w 2676209"/>
                <a:gd name="connsiteY4302" fmla="*/ 984886 h 2650669"/>
                <a:gd name="connsiteX4303" fmla="*/ 1784794 w 2676209"/>
                <a:gd name="connsiteY4303" fmla="*/ 983762 h 2650669"/>
                <a:gd name="connsiteX4304" fmla="*/ 1783703 w 2676209"/>
                <a:gd name="connsiteY4304" fmla="*/ 981414 h 2650669"/>
                <a:gd name="connsiteX4305" fmla="*/ 1782612 w 2676209"/>
                <a:gd name="connsiteY4305" fmla="*/ 982538 h 2650669"/>
                <a:gd name="connsiteX4306" fmla="*/ 1783703 w 2676209"/>
                <a:gd name="connsiteY4306" fmla="*/ 984886 h 2650669"/>
                <a:gd name="connsiteX4307" fmla="*/ 103235 w 2676209"/>
                <a:gd name="connsiteY4307" fmla="*/ 1016339 h 2650669"/>
                <a:gd name="connsiteX4308" fmla="*/ 102144 w 2676209"/>
                <a:gd name="connsiteY4308" fmla="*/ 1017463 h 2650669"/>
                <a:gd name="connsiteX4309" fmla="*/ 103235 w 2676209"/>
                <a:gd name="connsiteY4309" fmla="*/ 1019811 h 2650669"/>
                <a:gd name="connsiteX4310" fmla="*/ 104492 w 2676209"/>
                <a:gd name="connsiteY4310" fmla="*/ 1018588 h 2650669"/>
                <a:gd name="connsiteX4311" fmla="*/ 103235 w 2676209"/>
                <a:gd name="connsiteY4311" fmla="*/ 1016339 h 2650669"/>
                <a:gd name="connsiteX4312" fmla="*/ 1156574 w 2676209"/>
                <a:gd name="connsiteY4312" fmla="*/ 1014586 h 2650669"/>
                <a:gd name="connsiteX4313" fmla="*/ 1158823 w 2676209"/>
                <a:gd name="connsiteY4313" fmla="*/ 1015810 h 2650669"/>
                <a:gd name="connsiteX4314" fmla="*/ 1160080 w 2676209"/>
                <a:gd name="connsiteY4314" fmla="*/ 1014586 h 2650669"/>
                <a:gd name="connsiteX4315" fmla="*/ 1157732 w 2676209"/>
                <a:gd name="connsiteY4315" fmla="*/ 1013494 h 2650669"/>
                <a:gd name="connsiteX4316" fmla="*/ 1156574 w 2676209"/>
                <a:gd name="connsiteY4316" fmla="*/ 1014586 h 2650669"/>
                <a:gd name="connsiteX4317" fmla="*/ 1685576 w 2676209"/>
                <a:gd name="connsiteY4317" fmla="*/ 991435 h 2650669"/>
                <a:gd name="connsiteX4318" fmla="*/ 1687626 w 2676209"/>
                <a:gd name="connsiteY4318" fmla="*/ 989947 h 2650669"/>
                <a:gd name="connsiteX4319" fmla="*/ 1687626 w 2676209"/>
                <a:gd name="connsiteY4319" fmla="*/ 988425 h 2650669"/>
                <a:gd name="connsiteX4320" fmla="*/ 1687593 w 2676209"/>
                <a:gd name="connsiteY4320" fmla="*/ 988392 h 2650669"/>
                <a:gd name="connsiteX4321" fmla="*/ 1684914 w 2676209"/>
                <a:gd name="connsiteY4321" fmla="*/ 989384 h 2650669"/>
                <a:gd name="connsiteX4322" fmla="*/ 1685576 w 2676209"/>
                <a:gd name="connsiteY4322" fmla="*/ 991435 h 2650669"/>
                <a:gd name="connsiteX4323" fmla="*/ 1741766 w 2676209"/>
                <a:gd name="connsiteY4323" fmla="*/ 991865 h 2650669"/>
                <a:gd name="connsiteX4324" fmla="*/ 1743023 w 2676209"/>
                <a:gd name="connsiteY4324" fmla="*/ 990641 h 2650669"/>
                <a:gd name="connsiteX4325" fmla="*/ 1741766 w 2676209"/>
                <a:gd name="connsiteY4325" fmla="*/ 988392 h 2650669"/>
                <a:gd name="connsiteX4326" fmla="*/ 1740675 w 2676209"/>
                <a:gd name="connsiteY4326" fmla="*/ 989517 h 2650669"/>
                <a:gd name="connsiteX4327" fmla="*/ 1741766 w 2676209"/>
                <a:gd name="connsiteY4327" fmla="*/ 991865 h 2650669"/>
                <a:gd name="connsiteX4328" fmla="*/ 1756352 w 2676209"/>
                <a:gd name="connsiteY4328" fmla="*/ 989054 h 2650669"/>
                <a:gd name="connsiteX4329" fmla="*/ 1754003 w 2676209"/>
                <a:gd name="connsiteY4329" fmla="*/ 990145 h 2650669"/>
                <a:gd name="connsiteX4330" fmla="*/ 1755128 w 2676209"/>
                <a:gd name="connsiteY4330" fmla="*/ 991236 h 2650669"/>
                <a:gd name="connsiteX4331" fmla="*/ 1757476 w 2676209"/>
                <a:gd name="connsiteY4331" fmla="*/ 990145 h 2650669"/>
                <a:gd name="connsiteX4332" fmla="*/ 1756352 w 2676209"/>
                <a:gd name="connsiteY4332" fmla="*/ 989054 h 2650669"/>
                <a:gd name="connsiteX4333" fmla="*/ 1120988 w 2676209"/>
                <a:gd name="connsiteY4333" fmla="*/ 994213 h 2650669"/>
                <a:gd name="connsiteX4334" fmla="*/ 1119896 w 2676209"/>
                <a:gd name="connsiteY4334" fmla="*/ 991865 h 2650669"/>
                <a:gd name="connsiteX4335" fmla="*/ 1118805 w 2676209"/>
                <a:gd name="connsiteY4335" fmla="*/ 993022 h 2650669"/>
                <a:gd name="connsiteX4336" fmla="*/ 1119896 w 2676209"/>
                <a:gd name="connsiteY4336" fmla="*/ 995370 h 2650669"/>
                <a:gd name="connsiteX4337" fmla="*/ 1120988 w 2676209"/>
                <a:gd name="connsiteY4337" fmla="*/ 994213 h 2650669"/>
                <a:gd name="connsiteX4338" fmla="*/ 65896 w 2676209"/>
                <a:gd name="connsiteY4338" fmla="*/ 993022 h 2650669"/>
                <a:gd name="connsiteX4339" fmla="*/ 64804 w 2676209"/>
                <a:gd name="connsiteY4339" fmla="*/ 991898 h 2650669"/>
                <a:gd name="connsiteX4340" fmla="*/ 63580 w 2676209"/>
                <a:gd name="connsiteY4340" fmla="*/ 994147 h 2650669"/>
                <a:gd name="connsiteX4341" fmla="*/ 64804 w 2676209"/>
                <a:gd name="connsiteY4341" fmla="*/ 995370 h 2650669"/>
                <a:gd name="connsiteX4342" fmla="*/ 65896 w 2676209"/>
                <a:gd name="connsiteY4342" fmla="*/ 993022 h 2650669"/>
                <a:gd name="connsiteX4343" fmla="*/ 1291082 w 2676209"/>
                <a:gd name="connsiteY4343" fmla="*/ 1005855 h 2650669"/>
                <a:gd name="connsiteX4344" fmla="*/ 1292173 w 2676209"/>
                <a:gd name="connsiteY4344" fmla="*/ 1004697 h 2650669"/>
                <a:gd name="connsiteX4345" fmla="*/ 1291082 w 2676209"/>
                <a:gd name="connsiteY4345" fmla="*/ 1002349 h 2650669"/>
                <a:gd name="connsiteX4346" fmla="*/ 1289858 w 2676209"/>
                <a:gd name="connsiteY4346" fmla="*/ 1003606 h 2650669"/>
                <a:gd name="connsiteX4347" fmla="*/ 1291082 w 2676209"/>
                <a:gd name="connsiteY4347" fmla="*/ 1005855 h 2650669"/>
                <a:gd name="connsiteX4348" fmla="*/ 1252056 w 2676209"/>
                <a:gd name="connsiteY4348" fmla="*/ 1005193 h 2650669"/>
                <a:gd name="connsiteX4349" fmla="*/ 1254404 w 2676209"/>
                <a:gd name="connsiteY4349" fmla="*/ 1004102 h 2650669"/>
                <a:gd name="connsiteX4350" fmla="*/ 1253147 w 2676209"/>
                <a:gd name="connsiteY4350" fmla="*/ 1002878 h 2650669"/>
                <a:gd name="connsiteX4351" fmla="*/ 1250898 w 2676209"/>
                <a:gd name="connsiteY4351" fmla="*/ 1004102 h 2650669"/>
                <a:gd name="connsiteX4352" fmla="*/ 1252056 w 2676209"/>
                <a:gd name="connsiteY4352" fmla="*/ 1005193 h 2650669"/>
                <a:gd name="connsiteX4353" fmla="*/ 1687626 w 2676209"/>
                <a:gd name="connsiteY4353" fmla="*/ 988425 h 2650669"/>
                <a:gd name="connsiteX4354" fmla="*/ 1689147 w 2676209"/>
                <a:gd name="connsiteY4354" fmla="*/ 988326 h 2650669"/>
                <a:gd name="connsiteX4355" fmla="*/ 1690735 w 2676209"/>
                <a:gd name="connsiteY4355" fmla="*/ 986275 h 2650669"/>
                <a:gd name="connsiteX4356" fmla="*/ 1689644 w 2676209"/>
                <a:gd name="connsiteY4356" fmla="*/ 985184 h 2650669"/>
                <a:gd name="connsiteX4357" fmla="*/ 1687659 w 2676209"/>
                <a:gd name="connsiteY4357" fmla="*/ 986871 h 2650669"/>
                <a:gd name="connsiteX4358" fmla="*/ 1687593 w 2676209"/>
                <a:gd name="connsiteY4358" fmla="*/ 988392 h 2650669"/>
                <a:gd name="connsiteX4359" fmla="*/ 1687626 w 2676209"/>
                <a:gd name="connsiteY4359" fmla="*/ 988425 h 2650669"/>
                <a:gd name="connsiteX4360" fmla="*/ 1617743 w 2676209"/>
                <a:gd name="connsiteY4360" fmla="*/ 1000596 h 2650669"/>
                <a:gd name="connsiteX4361" fmla="*/ 1615395 w 2676209"/>
                <a:gd name="connsiteY4361" fmla="*/ 999505 h 2650669"/>
                <a:gd name="connsiteX4362" fmla="*/ 1614237 w 2676209"/>
                <a:gd name="connsiteY4362" fmla="*/ 1000596 h 2650669"/>
                <a:gd name="connsiteX4363" fmla="*/ 1616486 w 2676209"/>
                <a:gd name="connsiteY4363" fmla="*/ 1001853 h 2650669"/>
                <a:gd name="connsiteX4364" fmla="*/ 1617743 w 2676209"/>
                <a:gd name="connsiteY4364" fmla="*/ 1000596 h 2650669"/>
                <a:gd name="connsiteX4365" fmla="*/ 1563603 w 2676209"/>
                <a:gd name="connsiteY4365" fmla="*/ 963951 h 2650669"/>
                <a:gd name="connsiteX4366" fmla="*/ 1562511 w 2676209"/>
                <a:gd name="connsiteY4366" fmla="*/ 965109 h 2650669"/>
                <a:gd name="connsiteX4367" fmla="*/ 1563603 w 2676209"/>
                <a:gd name="connsiteY4367" fmla="*/ 967424 h 2650669"/>
                <a:gd name="connsiteX4368" fmla="*/ 1564826 w 2676209"/>
                <a:gd name="connsiteY4368" fmla="*/ 966200 h 2650669"/>
                <a:gd name="connsiteX4369" fmla="*/ 1563603 w 2676209"/>
                <a:gd name="connsiteY4369" fmla="*/ 963951 h 2650669"/>
                <a:gd name="connsiteX4370" fmla="*/ 1677803 w 2676209"/>
                <a:gd name="connsiteY4370" fmla="*/ 1038431 h 2650669"/>
                <a:gd name="connsiteX4371" fmla="*/ 1678895 w 2676209"/>
                <a:gd name="connsiteY4371" fmla="*/ 1040780 h 2650669"/>
                <a:gd name="connsiteX4372" fmla="*/ 1679986 w 2676209"/>
                <a:gd name="connsiteY4372" fmla="*/ 1039622 h 2650669"/>
                <a:gd name="connsiteX4373" fmla="*/ 1678895 w 2676209"/>
                <a:gd name="connsiteY4373" fmla="*/ 1037274 h 2650669"/>
                <a:gd name="connsiteX4374" fmla="*/ 1677803 w 2676209"/>
                <a:gd name="connsiteY4374" fmla="*/ 1038431 h 2650669"/>
                <a:gd name="connsiteX4375" fmla="*/ 1416263 w 2676209"/>
                <a:gd name="connsiteY4375" fmla="*/ 1040118 h 2650669"/>
                <a:gd name="connsiteX4376" fmla="*/ 1418611 w 2676209"/>
                <a:gd name="connsiteY4376" fmla="*/ 1039027 h 2650669"/>
                <a:gd name="connsiteX4377" fmla="*/ 1417354 w 2676209"/>
                <a:gd name="connsiteY4377" fmla="*/ 1037770 h 2650669"/>
                <a:gd name="connsiteX4378" fmla="*/ 1415105 w 2676209"/>
                <a:gd name="connsiteY4378" fmla="*/ 1039027 h 2650669"/>
                <a:gd name="connsiteX4379" fmla="*/ 1416263 w 2676209"/>
                <a:gd name="connsiteY4379" fmla="*/ 1040118 h 2650669"/>
                <a:gd name="connsiteX4380" fmla="*/ 26373 w 2676209"/>
                <a:gd name="connsiteY4380" fmla="*/ 967424 h 2650669"/>
                <a:gd name="connsiteX4381" fmla="*/ 25150 w 2676209"/>
                <a:gd name="connsiteY4381" fmla="*/ 969673 h 2650669"/>
                <a:gd name="connsiteX4382" fmla="*/ 26373 w 2676209"/>
                <a:gd name="connsiteY4382" fmla="*/ 970930 h 2650669"/>
                <a:gd name="connsiteX4383" fmla="*/ 27465 w 2676209"/>
                <a:gd name="connsiteY4383" fmla="*/ 968581 h 2650669"/>
                <a:gd name="connsiteX4384" fmla="*/ 26373 w 2676209"/>
                <a:gd name="connsiteY4384" fmla="*/ 967424 h 2650669"/>
                <a:gd name="connsiteX4385" fmla="*/ 1366852 w 2676209"/>
                <a:gd name="connsiteY4385" fmla="*/ 1045410 h 2650669"/>
                <a:gd name="connsiteX4386" fmla="*/ 1367943 w 2676209"/>
                <a:gd name="connsiteY4386" fmla="*/ 1047758 h 2650669"/>
                <a:gd name="connsiteX4387" fmla="*/ 1369200 w 2676209"/>
                <a:gd name="connsiteY4387" fmla="*/ 1046501 h 2650669"/>
                <a:gd name="connsiteX4388" fmla="*/ 1367943 w 2676209"/>
                <a:gd name="connsiteY4388" fmla="*/ 1044252 h 2650669"/>
                <a:gd name="connsiteX4389" fmla="*/ 1366852 w 2676209"/>
                <a:gd name="connsiteY4389" fmla="*/ 1045410 h 2650669"/>
                <a:gd name="connsiteX4390" fmla="*/ 78794 w 2676209"/>
                <a:gd name="connsiteY4390" fmla="*/ 1044252 h 2650669"/>
                <a:gd name="connsiteX4391" fmla="*/ 77703 w 2676209"/>
                <a:gd name="connsiteY4391" fmla="*/ 1045410 h 2650669"/>
                <a:gd name="connsiteX4392" fmla="*/ 78794 w 2676209"/>
                <a:gd name="connsiteY4392" fmla="*/ 1047758 h 2650669"/>
                <a:gd name="connsiteX4393" fmla="*/ 80018 w 2676209"/>
                <a:gd name="connsiteY4393" fmla="*/ 1046501 h 2650669"/>
                <a:gd name="connsiteX4394" fmla="*/ 78794 w 2676209"/>
                <a:gd name="connsiteY4394" fmla="*/ 1044252 h 2650669"/>
                <a:gd name="connsiteX4395" fmla="*/ 1119896 w 2676209"/>
                <a:gd name="connsiteY4395" fmla="*/ 1026790 h 2650669"/>
                <a:gd name="connsiteX4396" fmla="*/ 1120988 w 2676209"/>
                <a:gd name="connsiteY4396" fmla="*/ 1025665 h 2650669"/>
                <a:gd name="connsiteX4397" fmla="*/ 1119896 w 2676209"/>
                <a:gd name="connsiteY4397" fmla="*/ 1023317 h 2650669"/>
                <a:gd name="connsiteX4398" fmla="*/ 1118805 w 2676209"/>
                <a:gd name="connsiteY4398" fmla="*/ 1024442 h 2650669"/>
                <a:gd name="connsiteX4399" fmla="*/ 1119896 w 2676209"/>
                <a:gd name="connsiteY4399" fmla="*/ 1026790 h 2650669"/>
                <a:gd name="connsiteX4400" fmla="*/ 1595022 w 2676209"/>
                <a:gd name="connsiteY4400" fmla="*/ 977908 h 2650669"/>
                <a:gd name="connsiteX4401" fmla="*/ 1593931 w 2676209"/>
                <a:gd name="connsiteY4401" fmla="*/ 979066 h 2650669"/>
                <a:gd name="connsiteX4402" fmla="*/ 1595022 w 2676209"/>
                <a:gd name="connsiteY4402" fmla="*/ 981414 h 2650669"/>
                <a:gd name="connsiteX4403" fmla="*/ 1596279 w 2676209"/>
                <a:gd name="connsiteY4403" fmla="*/ 980157 h 2650669"/>
                <a:gd name="connsiteX4404" fmla="*/ 1595022 w 2676209"/>
                <a:gd name="connsiteY4404" fmla="*/ 977908 h 2650669"/>
                <a:gd name="connsiteX4405" fmla="*/ 1773219 w 2676209"/>
                <a:gd name="connsiteY4405" fmla="*/ 977908 h 2650669"/>
                <a:gd name="connsiteX4406" fmla="*/ 1772127 w 2676209"/>
                <a:gd name="connsiteY4406" fmla="*/ 979066 h 2650669"/>
                <a:gd name="connsiteX4407" fmla="*/ 1773219 w 2676209"/>
                <a:gd name="connsiteY4407" fmla="*/ 981414 h 2650669"/>
                <a:gd name="connsiteX4408" fmla="*/ 1774443 w 2676209"/>
                <a:gd name="connsiteY4408" fmla="*/ 980157 h 2650669"/>
                <a:gd name="connsiteX4409" fmla="*/ 1773219 w 2676209"/>
                <a:gd name="connsiteY4409" fmla="*/ 977908 h 2650669"/>
                <a:gd name="connsiteX4410" fmla="*/ 1782612 w 2676209"/>
                <a:gd name="connsiteY4410" fmla="*/ 1031453 h 2650669"/>
                <a:gd name="connsiteX4411" fmla="*/ 1783703 w 2676209"/>
                <a:gd name="connsiteY4411" fmla="*/ 1033801 h 2650669"/>
                <a:gd name="connsiteX4412" fmla="*/ 1784927 w 2676209"/>
                <a:gd name="connsiteY4412" fmla="*/ 1032544 h 2650669"/>
                <a:gd name="connsiteX4413" fmla="*/ 1783703 w 2676209"/>
                <a:gd name="connsiteY4413" fmla="*/ 1030295 h 2650669"/>
                <a:gd name="connsiteX4414" fmla="*/ 1782612 w 2676209"/>
                <a:gd name="connsiteY4414" fmla="*/ 1031453 h 2650669"/>
                <a:gd name="connsiteX4415" fmla="*/ 135944 w 2676209"/>
                <a:gd name="connsiteY4415" fmla="*/ 1031552 h 2650669"/>
                <a:gd name="connsiteX4416" fmla="*/ 134687 w 2676209"/>
                <a:gd name="connsiteY4416" fmla="*/ 1030295 h 2650669"/>
                <a:gd name="connsiteX4417" fmla="*/ 133596 w 2676209"/>
                <a:gd name="connsiteY4417" fmla="*/ 1032644 h 2650669"/>
                <a:gd name="connsiteX4418" fmla="*/ 134687 w 2676209"/>
                <a:gd name="connsiteY4418" fmla="*/ 1033801 h 2650669"/>
                <a:gd name="connsiteX4419" fmla="*/ 135944 w 2676209"/>
                <a:gd name="connsiteY4419" fmla="*/ 1031552 h 2650669"/>
                <a:gd name="connsiteX4420" fmla="*/ 94570 w 2676209"/>
                <a:gd name="connsiteY4420" fmla="*/ 1031817 h 2650669"/>
                <a:gd name="connsiteX4421" fmla="*/ 96620 w 2676209"/>
                <a:gd name="connsiteY4421" fmla="*/ 1033404 h 2650669"/>
                <a:gd name="connsiteX4422" fmla="*/ 97712 w 2676209"/>
                <a:gd name="connsiteY4422" fmla="*/ 1032346 h 2650669"/>
                <a:gd name="connsiteX4423" fmla="*/ 96058 w 2676209"/>
                <a:gd name="connsiteY4423" fmla="*/ 1030362 h 2650669"/>
                <a:gd name="connsiteX4424" fmla="*/ 94504 w 2676209"/>
                <a:gd name="connsiteY4424" fmla="*/ 1030262 h 2650669"/>
                <a:gd name="connsiteX4425" fmla="*/ 94504 w 2676209"/>
                <a:gd name="connsiteY4425" fmla="*/ 1030295 h 2650669"/>
                <a:gd name="connsiteX4426" fmla="*/ 94471 w 2676209"/>
                <a:gd name="connsiteY4426" fmla="*/ 1030295 h 2650669"/>
                <a:gd name="connsiteX4427" fmla="*/ 94570 w 2676209"/>
                <a:gd name="connsiteY4427" fmla="*/ 1031817 h 2650669"/>
                <a:gd name="connsiteX4428" fmla="*/ 1066418 w 2676209"/>
                <a:gd name="connsiteY4428" fmla="*/ 1027947 h 2650669"/>
                <a:gd name="connsiteX4429" fmla="*/ 1067509 w 2676209"/>
                <a:gd name="connsiteY4429" fmla="*/ 1030295 h 2650669"/>
                <a:gd name="connsiteX4430" fmla="*/ 1068733 w 2676209"/>
                <a:gd name="connsiteY4430" fmla="*/ 1029072 h 2650669"/>
                <a:gd name="connsiteX4431" fmla="*/ 1067509 w 2676209"/>
                <a:gd name="connsiteY4431" fmla="*/ 1026823 h 2650669"/>
                <a:gd name="connsiteX4432" fmla="*/ 1066418 w 2676209"/>
                <a:gd name="connsiteY4432" fmla="*/ 1027947 h 2650669"/>
                <a:gd name="connsiteX4433" fmla="*/ 94504 w 2676209"/>
                <a:gd name="connsiteY4433" fmla="*/ 1030262 h 2650669"/>
                <a:gd name="connsiteX4434" fmla="*/ 93511 w 2676209"/>
                <a:gd name="connsiteY4434" fmla="*/ 1027583 h 2650669"/>
                <a:gd name="connsiteX4435" fmla="*/ 91461 w 2676209"/>
                <a:gd name="connsiteY4435" fmla="*/ 1028245 h 2650669"/>
                <a:gd name="connsiteX4436" fmla="*/ 92949 w 2676209"/>
                <a:gd name="connsiteY4436" fmla="*/ 1030295 h 2650669"/>
                <a:gd name="connsiteX4437" fmla="*/ 94471 w 2676209"/>
                <a:gd name="connsiteY4437" fmla="*/ 1030295 h 2650669"/>
                <a:gd name="connsiteX4438" fmla="*/ 94504 w 2676209"/>
                <a:gd name="connsiteY4438" fmla="*/ 1030295 h 2650669"/>
                <a:gd name="connsiteX4439" fmla="*/ 94504 w 2676209"/>
                <a:gd name="connsiteY4439" fmla="*/ 1030262 h 2650669"/>
                <a:gd name="connsiteX4440" fmla="*/ 1656174 w 2676209"/>
                <a:gd name="connsiteY4440" fmla="*/ 857423 h 2650669"/>
                <a:gd name="connsiteX4441" fmla="*/ 1655016 w 2676209"/>
                <a:gd name="connsiteY4441" fmla="*/ 856332 h 2650669"/>
                <a:gd name="connsiteX4442" fmla="*/ 1652701 w 2676209"/>
                <a:gd name="connsiteY4442" fmla="*/ 857423 h 2650669"/>
                <a:gd name="connsiteX4443" fmla="*/ 1653826 w 2676209"/>
                <a:gd name="connsiteY4443" fmla="*/ 858515 h 2650669"/>
                <a:gd name="connsiteX4444" fmla="*/ 1656174 w 2676209"/>
                <a:gd name="connsiteY4444" fmla="*/ 857423 h 2650669"/>
                <a:gd name="connsiteX4445" fmla="*/ 1238165 w 2676209"/>
                <a:gd name="connsiteY4445" fmla="*/ 1215868 h 2650669"/>
                <a:gd name="connsiteX4446" fmla="*/ 1236941 w 2676209"/>
                <a:gd name="connsiteY4446" fmla="*/ 1217124 h 2650669"/>
                <a:gd name="connsiteX4447" fmla="*/ 1239290 w 2676209"/>
                <a:gd name="connsiteY4447" fmla="*/ 1218216 h 2650669"/>
                <a:gd name="connsiteX4448" fmla="*/ 1240414 w 2676209"/>
                <a:gd name="connsiteY4448" fmla="*/ 1217124 h 2650669"/>
                <a:gd name="connsiteX4449" fmla="*/ 1238165 w 2676209"/>
                <a:gd name="connsiteY4449" fmla="*/ 1215868 h 2650669"/>
                <a:gd name="connsiteX4450" fmla="*/ 1126676 w 2676209"/>
                <a:gd name="connsiteY4450" fmla="*/ 862616 h 2650669"/>
                <a:gd name="connsiteX4451" fmla="*/ 1128264 w 2676209"/>
                <a:gd name="connsiteY4451" fmla="*/ 860565 h 2650669"/>
                <a:gd name="connsiteX4452" fmla="*/ 1127172 w 2676209"/>
                <a:gd name="connsiteY4452" fmla="*/ 859474 h 2650669"/>
                <a:gd name="connsiteX4453" fmla="*/ 1125188 w 2676209"/>
                <a:gd name="connsiteY4453" fmla="*/ 861127 h 2650669"/>
                <a:gd name="connsiteX4454" fmla="*/ 1126676 w 2676209"/>
                <a:gd name="connsiteY4454" fmla="*/ 862616 h 2650669"/>
                <a:gd name="connsiteX4455" fmla="*/ 1353987 w 2676209"/>
                <a:gd name="connsiteY4455" fmla="*/ 1225856 h 2650669"/>
                <a:gd name="connsiteX4456" fmla="*/ 1352895 w 2676209"/>
                <a:gd name="connsiteY4456" fmla="*/ 1227013 h 2650669"/>
                <a:gd name="connsiteX4457" fmla="*/ 1353987 w 2676209"/>
                <a:gd name="connsiteY4457" fmla="*/ 1229361 h 2650669"/>
                <a:gd name="connsiteX4458" fmla="*/ 1355210 w 2676209"/>
                <a:gd name="connsiteY4458" fmla="*/ 1228105 h 2650669"/>
                <a:gd name="connsiteX4459" fmla="*/ 1353987 w 2676209"/>
                <a:gd name="connsiteY4459" fmla="*/ 1225856 h 2650669"/>
                <a:gd name="connsiteX4460" fmla="*/ 1179295 w 2676209"/>
                <a:gd name="connsiteY4460" fmla="*/ 1225856 h 2650669"/>
                <a:gd name="connsiteX4461" fmla="*/ 1178204 w 2676209"/>
                <a:gd name="connsiteY4461" fmla="*/ 1227013 h 2650669"/>
                <a:gd name="connsiteX4462" fmla="*/ 1179295 w 2676209"/>
                <a:gd name="connsiteY4462" fmla="*/ 1229361 h 2650669"/>
                <a:gd name="connsiteX4463" fmla="*/ 1180519 w 2676209"/>
                <a:gd name="connsiteY4463" fmla="*/ 1228105 h 2650669"/>
                <a:gd name="connsiteX4464" fmla="*/ 1179295 w 2676209"/>
                <a:gd name="connsiteY4464" fmla="*/ 1225856 h 2650669"/>
                <a:gd name="connsiteX4465" fmla="*/ 1210152 w 2676209"/>
                <a:gd name="connsiteY4465" fmla="*/ 1225194 h 2650669"/>
                <a:gd name="connsiteX4466" fmla="*/ 1212468 w 2676209"/>
                <a:gd name="connsiteY4466" fmla="*/ 1224103 h 2650669"/>
                <a:gd name="connsiteX4467" fmla="*/ 1211244 w 2676209"/>
                <a:gd name="connsiteY4467" fmla="*/ 1222879 h 2650669"/>
                <a:gd name="connsiteX4468" fmla="*/ 1208995 w 2676209"/>
                <a:gd name="connsiteY4468" fmla="*/ 1224103 h 2650669"/>
                <a:gd name="connsiteX4469" fmla="*/ 1210152 w 2676209"/>
                <a:gd name="connsiteY4469" fmla="*/ 1225194 h 2650669"/>
                <a:gd name="connsiteX4470" fmla="*/ 1184951 w 2676209"/>
                <a:gd name="connsiteY4470" fmla="*/ 857159 h 2650669"/>
                <a:gd name="connsiteX4471" fmla="*/ 1186472 w 2676209"/>
                <a:gd name="connsiteY4471" fmla="*/ 859176 h 2650669"/>
                <a:gd name="connsiteX4472" fmla="*/ 1188027 w 2676209"/>
                <a:gd name="connsiteY4472" fmla="*/ 859176 h 2650669"/>
                <a:gd name="connsiteX4473" fmla="*/ 1187034 w 2676209"/>
                <a:gd name="connsiteY4473" fmla="*/ 856497 h 2650669"/>
                <a:gd name="connsiteX4474" fmla="*/ 1184951 w 2676209"/>
                <a:gd name="connsiteY4474" fmla="*/ 857159 h 2650669"/>
                <a:gd name="connsiteX4475" fmla="*/ 1036553 w 2676209"/>
                <a:gd name="connsiteY4475" fmla="*/ 1219373 h 2650669"/>
                <a:gd name="connsiteX4476" fmla="*/ 1034304 w 2676209"/>
                <a:gd name="connsiteY4476" fmla="*/ 1220630 h 2650669"/>
                <a:gd name="connsiteX4477" fmla="*/ 1035461 w 2676209"/>
                <a:gd name="connsiteY4477" fmla="*/ 1221722 h 2650669"/>
                <a:gd name="connsiteX4478" fmla="*/ 1037809 w 2676209"/>
                <a:gd name="connsiteY4478" fmla="*/ 1220630 h 2650669"/>
                <a:gd name="connsiteX4479" fmla="*/ 1036553 w 2676209"/>
                <a:gd name="connsiteY4479" fmla="*/ 1219373 h 2650669"/>
                <a:gd name="connsiteX4480" fmla="*/ 1367943 w 2676209"/>
                <a:gd name="connsiteY4480" fmla="*/ 855670 h 2650669"/>
                <a:gd name="connsiteX4481" fmla="*/ 1366852 w 2676209"/>
                <a:gd name="connsiteY4481" fmla="*/ 856828 h 2650669"/>
                <a:gd name="connsiteX4482" fmla="*/ 1367943 w 2676209"/>
                <a:gd name="connsiteY4482" fmla="*/ 859176 h 2650669"/>
                <a:gd name="connsiteX4483" fmla="*/ 1369200 w 2676209"/>
                <a:gd name="connsiteY4483" fmla="*/ 857919 h 2650669"/>
                <a:gd name="connsiteX4484" fmla="*/ 1367943 w 2676209"/>
                <a:gd name="connsiteY4484" fmla="*/ 855670 h 2650669"/>
                <a:gd name="connsiteX4485" fmla="*/ 1560097 w 2676209"/>
                <a:gd name="connsiteY4485" fmla="*/ 855670 h 2650669"/>
                <a:gd name="connsiteX4486" fmla="*/ 1559006 w 2676209"/>
                <a:gd name="connsiteY4486" fmla="*/ 856828 h 2650669"/>
                <a:gd name="connsiteX4487" fmla="*/ 1560097 w 2676209"/>
                <a:gd name="connsiteY4487" fmla="*/ 859176 h 2650669"/>
                <a:gd name="connsiteX4488" fmla="*/ 1561354 w 2676209"/>
                <a:gd name="connsiteY4488" fmla="*/ 857919 h 2650669"/>
                <a:gd name="connsiteX4489" fmla="*/ 1560097 w 2676209"/>
                <a:gd name="connsiteY4489" fmla="*/ 855670 h 2650669"/>
                <a:gd name="connsiteX4490" fmla="*/ 1704427 w 2676209"/>
                <a:gd name="connsiteY4490" fmla="*/ 1196751 h 2650669"/>
                <a:gd name="connsiteX4491" fmla="*/ 1703336 w 2676209"/>
                <a:gd name="connsiteY4491" fmla="*/ 1194436 h 2650669"/>
                <a:gd name="connsiteX4492" fmla="*/ 1702112 w 2676209"/>
                <a:gd name="connsiteY4492" fmla="*/ 1195660 h 2650669"/>
                <a:gd name="connsiteX4493" fmla="*/ 1703336 w 2676209"/>
                <a:gd name="connsiteY4493" fmla="*/ 1197909 h 2650669"/>
                <a:gd name="connsiteX4494" fmla="*/ 1704427 w 2676209"/>
                <a:gd name="connsiteY4494" fmla="*/ 1196751 h 2650669"/>
                <a:gd name="connsiteX4495" fmla="*/ 1171722 w 2676209"/>
                <a:gd name="connsiteY4495" fmla="*/ 1197248 h 2650669"/>
                <a:gd name="connsiteX4496" fmla="*/ 1174037 w 2676209"/>
                <a:gd name="connsiteY4496" fmla="*/ 1196156 h 2650669"/>
                <a:gd name="connsiteX4497" fmla="*/ 1172813 w 2676209"/>
                <a:gd name="connsiteY4497" fmla="*/ 1194932 h 2650669"/>
                <a:gd name="connsiteX4498" fmla="*/ 1170564 w 2676209"/>
                <a:gd name="connsiteY4498" fmla="*/ 1196156 h 2650669"/>
                <a:gd name="connsiteX4499" fmla="*/ 1171722 w 2676209"/>
                <a:gd name="connsiteY4499" fmla="*/ 1197248 h 2650669"/>
                <a:gd name="connsiteX4500" fmla="*/ 944114 w 2676209"/>
                <a:gd name="connsiteY4500" fmla="*/ 1196751 h 2650669"/>
                <a:gd name="connsiteX4501" fmla="*/ 945205 w 2676209"/>
                <a:gd name="connsiteY4501" fmla="*/ 1197909 h 2650669"/>
                <a:gd name="connsiteX4502" fmla="*/ 946462 w 2676209"/>
                <a:gd name="connsiteY4502" fmla="*/ 1195660 h 2650669"/>
                <a:gd name="connsiteX4503" fmla="*/ 945205 w 2676209"/>
                <a:gd name="connsiteY4503" fmla="*/ 1194436 h 2650669"/>
                <a:gd name="connsiteX4504" fmla="*/ 944114 w 2676209"/>
                <a:gd name="connsiteY4504" fmla="*/ 1196751 h 2650669"/>
                <a:gd name="connsiteX4505" fmla="*/ 1848989 w 2676209"/>
                <a:gd name="connsiteY4505" fmla="*/ 1209551 h 2650669"/>
                <a:gd name="connsiteX4506" fmla="*/ 1850080 w 2676209"/>
                <a:gd name="connsiteY4506" fmla="*/ 1211899 h 2650669"/>
                <a:gd name="connsiteX4507" fmla="*/ 1851304 w 2676209"/>
                <a:gd name="connsiteY4507" fmla="*/ 1210642 h 2650669"/>
                <a:gd name="connsiteX4508" fmla="*/ 1850080 w 2676209"/>
                <a:gd name="connsiteY4508" fmla="*/ 1208393 h 2650669"/>
                <a:gd name="connsiteX4509" fmla="*/ 1848989 w 2676209"/>
                <a:gd name="connsiteY4509" fmla="*/ 1209551 h 2650669"/>
                <a:gd name="connsiteX4510" fmla="*/ 1277125 w 2676209"/>
                <a:gd name="connsiteY4510" fmla="*/ 862682 h 2650669"/>
                <a:gd name="connsiteX4511" fmla="*/ 1276034 w 2676209"/>
                <a:gd name="connsiteY4511" fmla="*/ 863806 h 2650669"/>
                <a:gd name="connsiteX4512" fmla="*/ 1277125 w 2676209"/>
                <a:gd name="connsiteY4512" fmla="*/ 866155 h 2650669"/>
                <a:gd name="connsiteX4513" fmla="*/ 1278349 w 2676209"/>
                <a:gd name="connsiteY4513" fmla="*/ 864931 h 2650669"/>
                <a:gd name="connsiteX4514" fmla="*/ 1277125 w 2676209"/>
                <a:gd name="connsiteY4514" fmla="*/ 862682 h 2650669"/>
                <a:gd name="connsiteX4515" fmla="*/ 1540882 w 2676209"/>
                <a:gd name="connsiteY4515" fmla="*/ 1210146 h 2650669"/>
                <a:gd name="connsiteX4516" fmla="*/ 1539757 w 2676209"/>
                <a:gd name="connsiteY4516" fmla="*/ 1209055 h 2650669"/>
                <a:gd name="connsiteX4517" fmla="*/ 1537409 w 2676209"/>
                <a:gd name="connsiteY4517" fmla="*/ 1210146 h 2650669"/>
                <a:gd name="connsiteX4518" fmla="*/ 1538533 w 2676209"/>
                <a:gd name="connsiteY4518" fmla="*/ 1211237 h 2650669"/>
                <a:gd name="connsiteX4519" fmla="*/ 1540882 w 2676209"/>
                <a:gd name="connsiteY4519" fmla="*/ 1210146 h 2650669"/>
                <a:gd name="connsiteX4520" fmla="*/ 974905 w 2676209"/>
                <a:gd name="connsiteY4520" fmla="*/ 1262534 h 2650669"/>
                <a:gd name="connsiteX4521" fmla="*/ 972557 w 2676209"/>
                <a:gd name="connsiteY4521" fmla="*/ 1261442 h 2650669"/>
                <a:gd name="connsiteX4522" fmla="*/ 971399 w 2676209"/>
                <a:gd name="connsiteY4522" fmla="*/ 1262534 h 2650669"/>
                <a:gd name="connsiteX4523" fmla="*/ 973648 w 2676209"/>
                <a:gd name="connsiteY4523" fmla="*/ 1263757 h 2650669"/>
                <a:gd name="connsiteX4524" fmla="*/ 974905 w 2676209"/>
                <a:gd name="connsiteY4524" fmla="*/ 1262534 h 2650669"/>
                <a:gd name="connsiteX4525" fmla="*/ 944610 w 2676209"/>
                <a:gd name="connsiteY4525" fmla="*/ 1263625 h 2650669"/>
                <a:gd name="connsiteX4526" fmla="*/ 946958 w 2676209"/>
                <a:gd name="connsiteY4526" fmla="*/ 1262534 h 2650669"/>
                <a:gd name="connsiteX4527" fmla="*/ 945801 w 2676209"/>
                <a:gd name="connsiteY4527" fmla="*/ 1261442 h 2650669"/>
                <a:gd name="connsiteX4528" fmla="*/ 943485 w 2676209"/>
                <a:gd name="connsiteY4528" fmla="*/ 1262534 h 2650669"/>
                <a:gd name="connsiteX4529" fmla="*/ 944610 w 2676209"/>
                <a:gd name="connsiteY4529" fmla="*/ 1263625 h 2650669"/>
                <a:gd name="connsiteX4530" fmla="*/ 1176385 w 2676209"/>
                <a:gd name="connsiteY4530" fmla="*/ 838869 h 2650669"/>
                <a:gd name="connsiteX4531" fmla="*/ 1174037 w 2676209"/>
                <a:gd name="connsiteY4531" fmla="*/ 839961 h 2650669"/>
                <a:gd name="connsiteX4532" fmla="*/ 1175194 w 2676209"/>
                <a:gd name="connsiteY4532" fmla="*/ 841052 h 2650669"/>
                <a:gd name="connsiteX4533" fmla="*/ 1177543 w 2676209"/>
                <a:gd name="connsiteY4533" fmla="*/ 839961 h 2650669"/>
                <a:gd name="connsiteX4534" fmla="*/ 1176385 w 2676209"/>
                <a:gd name="connsiteY4534" fmla="*/ 838869 h 2650669"/>
                <a:gd name="connsiteX4535" fmla="*/ 532951 w 2676209"/>
                <a:gd name="connsiteY4535" fmla="*/ 1253802 h 2650669"/>
                <a:gd name="connsiteX4536" fmla="*/ 531728 w 2676209"/>
                <a:gd name="connsiteY4536" fmla="*/ 1256051 h 2650669"/>
                <a:gd name="connsiteX4537" fmla="*/ 532951 w 2676209"/>
                <a:gd name="connsiteY4537" fmla="*/ 1257275 h 2650669"/>
                <a:gd name="connsiteX4538" fmla="*/ 534043 w 2676209"/>
                <a:gd name="connsiteY4538" fmla="*/ 1254927 h 2650669"/>
                <a:gd name="connsiteX4539" fmla="*/ 532951 w 2676209"/>
                <a:gd name="connsiteY4539" fmla="*/ 1253802 h 2650669"/>
                <a:gd name="connsiteX4540" fmla="*/ 1271205 w 2676209"/>
                <a:gd name="connsiteY4540" fmla="*/ 840556 h 2650669"/>
                <a:gd name="connsiteX4541" fmla="*/ 1270114 w 2676209"/>
                <a:gd name="connsiteY4541" fmla="*/ 838208 h 2650669"/>
                <a:gd name="connsiteX4542" fmla="*/ 1268890 w 2676209"/>
                <a:gd name="connsiteY4542" fmla="*/ 839465 h 2650669"/>
                <a:gd name="connsiteX4543" fmla="*/ 1270114 w 2676209"/>
                <a:gd name="connsiteY4543" fmla="*/ 841714 h 2650669"/>
                <a:gd name="connsiteX4544" fmla="*/ 1271205 w 2676209"/>
                <a:gd name="connsiteY4544" fmla="*/ 840556 h 2650669"/>
                <a:gd name="connsiteX4545" fmla="*/ 1678895 w 2676209"/>
                <a:gd name="connsiteY4545" fmla="*/ 838208 h 2650669"/>
                <a:gd name="connsiteX4546" fmla="*/ 1677803 w 2676209"/>
                <a:gd name="connsiteY4546" fmla="*/ 839366 h 2650669"/>
                <a:gd name="connsiteX4547" fmla="*/ 1678895 w 2676209"/>
                <a:gd name="connsiteY4547" fmla="*/ 841714 h 2650669"/>
                <a:gd name="connsiteX4548" fmla="*/ 1679986 w 2676209"/>
                <a:gd name="connsiteY4548" fmla="*/ 840556 h 2650669"/>
                <a:gd name="connsiteX4549" fmla="*/ 1678895 w 2676209"/>
                <a:gd name="connsiteY4549" fmla="*/ 838208 h 2650669"/>
                <a:gd name="connsiteX4550" fmla="*/ 906775 w 2676209"/>
                <a:gd name="connsiteY4550" fmla="*/ 1271265 h 2650669"/>
                <a:gd name="connsiteX4551" fmla="*/ 905683 w 2676209"/>
                <a:gd name="connsiteY4551" fmla="*/ 1273613 h 2650669"/>
                <a:gd name="connsiteX4552" fmla="*/ 906775 w 2676209"/>
                <a:gd name="connsiteY4552" fmla="*/ 1274737 h 2650669"/>
                <a:gd name="connsiteX4553" fmla="*/ 908031 w 2676209"/>
                <a:gd name="connsiteY4553" fmla="*/ 1272488 h 2650669"/>
                <a:gd name="connsiteX4554" fmla="*/ 906775 w 2676209"/>
                <a:gd name="connsiteY4554" fmla="*/ 1271265 h 2650669"/>
                <a:gd name="connsiteX4555" fmla="*/ 693686 w 2676209"/>
                <a:gd name="connsiteY4555" fmla="*/ 1271265 h 2650669"/>
                <a:gd name="connsiteX4556" fmla="*/ 692594 w 2676209"/>
                <a:gd name="connsiteY4556" fmla="*/ 1272422 h 2650669"/>
                <a:gd name="connsiteX4557" fmla="*/ 693686 w 2676209"/>
                <a:gd name="connsiteY4557" fmla="*/ 1274737 h 2650669"/>
                <a:gd name="connsiteX4558" fmla="*/ 694909 w 2676209"/>
                <a:gd name="connsiteY4558" fmla="*/ 1273514 h 2650669"/>
                <a:gd name="connsiteX4559" fmla="*/ 693686 w 2676209"/>
                <a:gd name="connsiteY4559" fmla="*/ 1271265 h 2650669"/>
                <a:gd name="connsiteX4560" fmla="*/ 477058 w 2676209"/>
                <a:gd name="connsiteY4560" fmla="*/ 1271265 h 2650669"/>
                <a:gd name="connsiteX4561" fmla="*/ 475967 w 2676209"/>
                <a:gd name="connsiteY4561" fmla="*/ 1272422 h 2650669"/>
                <a:gd name="connsiteX4562" fmla="*/ 477058 w 2676209"/>
                <a:gd name="connsiteY4562" fmla="*/ 1274737 h 2650669"/>
                <a:gd name="connsiteX4563" fmla="*/ 478315 w 2676209"/>
                <a:gd name="connsiteY4563" fmla="*/ 1273514 h 2650669"/>
                <a:gd name="connsiteX4564" fmla="*/ 477058 w 2676209"/>
                <a:gd name="connsiteY4564" fmla="*/ 1271265 h 2650669"/>
                <a:gd name="connsiteX4565" fmla="*/ 1463359 w 2676209"/>
                <a:gd name="connsiteY4565" fmla="*/ 830072 h 2650669"/>
                <a:gd name="connsiteX4566" fmla="*/ 1462267 w 2676209"/>
                <a:gd name="connsiteY4566" fmla="*/ 827757 h 2650669"/>
                <a:gd name="connsiteX4567" fmla="*/ 1461176 w 2676209"/>
                <a:gd name="connsiteY4567" fmla="*/ 828881 h 2650669"/>
                <a:gd name="connsiteX4568" fmla="*/ 1462267 w 2676209"/>
                <a:gd name="connsiteY4568" fmla="*/ 831230 h 2650669"/>
                <a:gd name="connsiteX4569" fmla="*/ 1463359 w 2676209"/>
                <a:gd name="connsiteY4569" fmla="*/ 830072 h 2650669"/>
                <a:gd name="connsiteX4570" fmla="*/ 1291677 w 2676209"/>
                <a:gd name="connsiteY4570" fmla="*/ 1267098 h 2650669"/>
                <a:gd name="connsiteX4571" fmla="*/ 1292835 w 2676209"/>
                <a:gd name="connsiteY4571" fmla="*/ 1266006 h 2650669"/>
                <a:gd name="connsiteX4572" fmla="*/ 1290586 w 2676209"/>
                <a:gd name="connsiteY4572" fmla="*/ 1264782 h 2650669"/>
                <a:gd name="connsiteX4573" fmla="*/ 1289362 w 2676209"/>
                <a:gd name="connsiteY4573" fmla="*/ 1266006 h 2650669"/>
                <a:gd name="connsiteX4574" fmla="*/ 1291677 w 2676209"/>
                <a:gd name="connsiteY4574" fmla="*/ 1267098 h 2650669"/>
                <a:gd name="connsiteX4575" fmla="*/ 1760982 w 2676209"/>
                <a:gd name="connsiteY4575" fmla="*/ 829477 h 2650669"/>
                <a:gd name="connsiteX4576" fmla="*/ 1758634 w 2676209"/>
                <a:gd name="connsiteY4576" fmla="*/ 828385 h 2650669"/>
                <a:gd name="connsiteX4577" fmla="*/ 1757509 w 2676209"/>
                <a:gd name="connsiteY4577" fmla="*/ 829477 h 2650669"/>
                <a:gd name="connsiteX4578" fmla="*/ 1759758 w 2676209"/>
                <a:gd name="connsiteY4578" fmla="*/ 830733 h 2650669"/>
                <a:gd name="connsiteX4579" fmla="*/ 1760982 w 2676209"/>
                <a:gd name="connsiteY4579" fmla="*/ 829477 h 2650669"/>
                <a:gd name="connsiteX4580" fmla="*/ 1911662 w 2676209"/>
                <a:gd name="connsiteY4580" fmla="*/ 1262236 h 2650669"/>
                <a:gd name="connsiteX4581" fmla="*/ 1913150 w 2676209"/>
                <a:gd name="connsiteY4581" fmla="*/ 1264286 h 2650669"/>
                <a:gd name="connsiteX4582" fmla="*/ 1914705 w 2676209"/>
                <a:gd name="connsiteY4582" fmla="*/ 1264286 h 2650669"/>
                <a:gd name="connsiteX4583" fmla="*/ 1913713 w 2676209"/>
                <a:gd name="connsiteY4583" fmla="*/ 1261574 h 2650669"/>
                <a:gd name="connsiteX4584" fmla="*/ 1911662 w 2676209"/>
                <a:gd name="connsiteY4584" fmla="*/ 1262236 h 2650669"/>
                <a:gd name="connsiteX4585" fmla="*/ 1825110 w 2676209"/>
                <a:gd name="connsiteY4585" fmla="*/ 834239 h 2650669"/>
                <a:gd name="connsiteX4586" fmla="*/ 1827359 w 2676209"/>
                <a:gd name="connsiteY4586" fmla="*/ 832982 h 2650669"/>
                <a:gd name="connsiteX4587" fmla="*/ 1826202 w 2676209"/>
                <a:gd name="connsiteY4587" fmla="*/ 831891 h 2650669"/>
                <a:gd name="connsiteX4588" fmla="*/ 1823853 w 2676209"/>
                <a:gd name="connsiteY4588" fmla="*/ 832982 h 2650669"/>
                <a:gd name="connsiteX4589" fmla="*/ 1825110 w 2676209"/>
                <a:gd name="connsiteY4589" fmla="*/ 834239 h 2650669"/>
                <a:gd name="connsiteX4590" fmla="*/ 968588 w 2676209"/>
                <a:gd name="connsiteY4590" fmla="*/ 1240970 h 2650669"/>
                <a:gd name="connsiteX4591" fmla="*/ 969679 w 2676209"/>
                <a:gd name="connsiteY4591" fmla="*/ 1243318 h 2650669"/>
                <a:gd name="connsiteX4592" fmla="*/ 970771 w 2676209"/>
                <a:gd name="connsiteY4592" fmla="*/ 1242161 h 2650669"/>
                <a:gd name="connsiteX4593" fmla="*/ 969679 w 2676209"/>
                <a:gd name="connsiteY4593" fmla="*/ 1239812 h 2650669"/>
                <a:gd name="connsiteX4594" fmla="*/ 968588 w 2676209"/>
                <a:gd name="connsiteY4594" fmla="*/ 1240970 h 2650669"/>
                <a:gd name="connsiteX4595" fmla="*/ 889312 w 2676209"/>
                <a:gd name="connsiteY4595" fmla="*/ 1239812 h 2650669"/>
                <a:gd name="connsiteX4596" fmla="*/ 890569 w 2676209"/>
                <a:gd name="connsiteY4596" fmla="*/ 1237563 h 2650669"/>
                <a:gd name="connsiteX4597" fmla="*/ 889312 w 2676209"/>
                <a:gd name="connsiteY4597" fmla="*/ 1236340 h 2650669"/>
                <a:gd name="connsiteX4598" fmla="*/ 888221 w 2676209"/>
                <a:gd name="connsiteY4598" fmla="*/ 1238688 h 2650669"/>
                <a:gd name="connsiteX4599" fmla="*/ 889312 w 2676209"/>
                <a:gd name="connsiteY4599" fmla="*/ 1239812 h 2650669"/>
                <a:gd name="connsiteX4600" fmla="*/ 1128628 w 2676209"/>
                <a:gd name="connsiteY4600" fmla="*/ 850445 h 2650669"/>
                <a:gd name="connsiteX4601" fmla="*/ 1129785 w 2676209"/>
                <a:gd name="connsiteY4601" fmla="*/ 851536 h 2650669"/>
                <a:gd name="connsiteX4602" fmla="*/ 1132133 w 2676209"/>
                <a:gd name="connsiteY4602" fmla="*/ 850445 h 2650669"/>
                <a:gd name="connsiteX4603" fmla="*/ 1130877 w 2676209"/>
                <a:gd name="connsiteY4603" fmla="*/ 849221 h 2650669"/>
                <a:gd name="connsiteX4604" fmla="*/ 1128628 w 2676209"/>
                <a:gd name="connsiteY4604" fmla="*/ 850445 h 2650669"/>
                <a:gd name="connsiteX4605" fmla="*/ 1267865 w 2676209"/>
                <a:gd name="connsiteY4605" fmla="*/ 849949 h 2650669"/>
                <a:gd name="connsiteX4606" fmla="*/ 1266641 w 2676209"/>
                <a:gd name="connsiteY4606" fmla="*/ 848692 h 2650669"/>
                <a:gd name="connsiteX4607" fmla="*/ 1265550 w 2676209"/>
                <a:gd name="connsiteY4607" fmla="*/ 851040 h 2650669"/>
                <a:gd name="connsiteX4608" fmla="*/ 1266641 w 2676209"/>
                <a:gd name="connsiteY4608" fmla="*/ 852198 h 2650669"/>
                <a:gd name="connsiteX4609" fmla="*/ 1267865 w 2676209"/>
                <a:gd name="connsiteY4609" fmla="*/ 849949 h 2650669"/>
                <a:gd name="connsiteX4610" fmla="*/ 1527421 w 2676209"/>
                <a:gd name="connsiteY4610" fmla="*/ 849949 h 2650669"/>
                <a:gd name="connsiteX4611" fmla="*/ 1528645 w 2676209"/>
                <a:gd name="connsiteY4611" fmla="*/ 852198 h 2650669"/>
                <a:gd name="connsiteX4612" fmla="*/ 1529736 w 2676209"/>
                <a:gd name="connsiteY4612" fmla="*/ 851040 h 2650669"/>
                <a:gd name="connsiteX4613" fmla="*/ 1528645 w 2676209"/>
                <a:gd name="connsiteY4613" fmla="*/ 848692 h 2650669"/>
                <a:gd name="connsiteX4614" fmla="*/ 1527421 w 2676209"/>
                <a:gd name="connsiteY4614" fmla="*/ 849949 h 2650669"/>
                <a:gd name="connsiteX4615" fmla="*/ 885839 w 2676209"/>
                <a:gd name="connsiteY4615" fmla="*/ 1232834 h 2650669"/>
                <a:gd name="connsiteX4616" fmla="*/ 887063 w 2676209"/>
                <a:gd name="connsiteY4616" fmla="*/ 1230585 h 2650669"/>
                <a:gd name="connsiteX4617" fmla="*/ 885839 w 2676209"/>
                <a:gd name="connsiteY4617" fmla="*/ 1229361 h 2650669"/>
                <a:gd name="connsiteX4618" fmla="*/ 884748 w 2676209"/>
                <a:gd name="connsiteY4618" fmla="*/ 1231676 h 2650669"/>
                <a:gd name="connsiteX4619" fmla="*/ 885839 w 2676209"/>
                <a:gd name="connsiteY4619" fmla="*/ 1232834 h 2650669"/>
                <a:gd name="connsiteX4620" fmla="*/ 1829112 w 2676209"/>
                <a:gd name="connsiteY4620" fmla="*/ 845219 h 2650669"/>
                <a:gd name="connsiteX4621" fmla="*/ 1830203 w 2676209"/>
                <a:gd name="connsiteY4621" fmla="*/ 844062 h 2650669"/>
                <a:gd name="connsiteX4622" fmla="*/ 1829112 w 2676209"/>
                <a:gd name="connsiteY4622" fmla="*/ 841714 h 2650669"/>
                <a:gd name="connsiteX4623" fmla="*/ 1827888 w 2676209"/>
                <a:gd name="connsiteY4623" fmla="*/ 842970 h 2650669"/>
                <a:gd name="connsiteX4624" fmla="*/ 1829112 w 2676209"/>
                <a:gd name="connsiteY4624" fmla="*/ 845219 h 2650669"/>
                <a:gd name="connsiteX4625" fmla="*/ 2416057 w 2676209"/>
                <a:gd name="connsiteY4625" fmla="*/ 1250297 h 2650669"/>
                <a:gd name="connsiteX4626" fmla="*/ 2417149 w 2676209"/>
                <a:gd name="connsiteY4626" fmla="*/ 1249139 h 2650669"/>
                <a:gd name="connsiteX4627" fmla="*/ 2416057 w 2676209"/>
                <a:gd name="connsiteY4627" fmla="*/ 1246791 h 2650669"/>
                <a:gd name="connsiteX4628" fmla="*/ 2414966 w 2676209"/>
                <a:gd name="connsiteY4628" fmla="*/ 1247948 h 2650669"/>
                <a:gd name="connsiteX4629" fmla="*/ 2416057 w 2676209"/>
                <a:gd name="connsiteY4629" fmla="*/ 1250297 h 2650669"/>
                <a:gd name="connsiteX4630" fmla="*/ 1238694 w 2676209"/>
                <a:gd name="connsiteY4630" fmla="*/ 1246791 h 2650669"/>
                <a:gd name="connsiteX4631" fmla="*/ 1237438 w 2676209"/>
                <a:gd name="connsiteY4631" fmla="*/ 1249040 h 2650669"/>
                <a:gd name="connsiteX4632" fmla="*/ 1238694 w 2676209"/>
                <a:gd name="connsiteY4632" fmla="*/ 1250297 h 2650669"/>
                <a:gd name="connsiteX4633" fmla="*/ 1239786 w 2676209"/>
                <a:gd name="connsiteY4633" fmla="*/ 1247948 h 2650669"/>
                <a:gd name="connsiteX4634" fmla="*/ 1238694 w 2676209"/>
                <a:gd name="connsiteY4634" fmla="*/ 1246791 h 2650669"/>
                <a:gd name="connsiteX4635" fmla="*/ 1855967 w 2676209"/>
                <a:gd name="connsiteY4635" fmla="*/ 1244476 h 2650669"/>
                <a:gd name="connsiteX4636" fmla="*/ 1857059 w 2676209"/>
                <a:gd name="connsiteY4636" fmla="*/ 1246791 h 2650669"/>
                <a:gd name="connsiteX4637" fmla="*/ 1858150 w 2676209"/>
                <a:gd name="connsiteY4637" fmla="*/ 1245666 h 2650669"/>
                <a:gd name="connsiteX4638" fmla="*/ 1857059 w 2676209"/>
                <a:gd name="connsiteY4638" fmla="*/ 1243318 h 2650669"/>
                <a:gd name="connsiteX4639" fmla="*/ 1855967 w 2676209"/>
                <a:gd name="connsiteY4639" fmla="*/ 1244476 h 2650669"/>
                <a:gd name="connsiteX4640" fmla="*/ 1699830 w 2676209"/>
                <a:gd name="connsiteY4640" fmla="*/ 1246791 h 2650669"/>
                <a:gd name="connsiteX4641" fmla="*/ 1700921 w 2676209"/>
                <a:gd name="connsiteY4641" fmla="*/ 1245666 h 2650669"/>
                <a:gd name="connsiteX4642" fmla="*/ 1699830 w 2676209"/>
                <a:gd name="connsiteY4642" fmla="*/ 1243318 h 2650669"/>
                <a:gd name="connsiteX4643" fmla="*/ 1698739 w 2676209"/>
                <a:gd name="connsiteY4643" fmla="*/ 1244476 h 2650669"/>
                <a:gd name="connsiteX4644" fmla="*/ 1699830 w 2676209"/>
                <a:gd name="connsiteY4644" fmla="*/ 1246791 h 2650669"/>
                <a:gd name="connsiteX4645" fmla="*/ 1758005 w 2676209"/>
                <a:gd name="connsiteY4645" fmla="*/ 1242061 h 2650669"/>
                <a:gd name="connsiteX4646" fmla="*/ 1759229 w 2676209"/>
                <a:gd name="connsiteY4646" fmla="*/ 1243318 h 2650669"/>
                <a:gd name="connsiteX4647" fmla="*/ 1760320 w 2676209"/>
                <a:gd name="connsiteY4647" fmla="*/ 1240970 h 2650669"/>
                <a:gd name="connsiteX4648" fmla="*/ 1759229 w 2676209"/>
                <a:gd name="connsiteY4648" fmla="*/ 1239812 h 2650669"/>
                <a:gd name="connsiteX4649" fmla="*/ 1758005 w 2676209"/>
                <a:gd name="connsiteY4649" fmla="*/ 1242061 h 2650669"/>
                <a:gd name="connsiteX4650" fmla="*/ 1602530 w 2676209"/>
                <a:gd name="connsiteY4650" fmla="*/ 898103 h 2650669"/>
                <a:gd name="connsiteX4651" fmla="*/ 1600281 w 2676209"/>
                <a:gd name="connsiteY4651" fmla="*/ 899327 h 2650669"/>
                <a:gd name="connsiteX4652" fmla="*/ 1601438 w 2676209"/>
                <a:gd name="connsiteY4652" fmla="*/ 900418 h 2650669"/>
                <a:gd name="connsiteX4653" fmla="*/ 1603786 w 2676209"/>
                <a:gd name="connsiteY4653" fmla="*/ 899327 h 2650669"/>
                <a:gd name="connsiteX4654" fmla="*/ 1602530 w 2676209"/>
                <a:gd name="connsiteY4654" fmla="*/ 898103 h 2650669"/>
                <a:gd name="connsiteX4655" fmla="*/ 1581065 w 2676209"/>
                <a:gd name="connsiteY4655" fmla="*/ 1138543 h 2650669"/>
                <a:gd name="connsiteX4656" fmla="*/ 1579974 w 2676209"/>
                <a:gd name="connsiteY4656" fmla="*/ 1139701 h 2650669"/>
                <a:gd name="connsiteX4657" fmla="*/ 1581065 w 2676209"/>
                <a:gd name="connsiteY4657" fmla="*/ 1142049 h 2650669"/>
                <a:gd name="connsiteX4658" fmla="*/ 1582322 w 2676209"/>
                <a:gd name="connsiteY4658" fmla="*/ 1140792 h 2650669"/>
                <a:gd name="connsiteX4659" fmla="*/ 1581065 w 2676209"/>
                <a:gd name="connsiteY4659" fmla="*/ 1138543 h 2650669"/>
                <a:gd name="connsiteX4660" fmla="*/ 907634 w 2676209"/>
                <a:gd name="connsiteY4660" fmla="*/ 1141189 h 2650669"/>
                <a:gd name="connsiteX4661" fmla="*/ 906609 w 2676209"/>
                <a:gd name="connsiteY4661" fmla="*/ 1141718 h 2650669"/>
                <a:gd name="connsiteX4662" fmla="*/ 906775 w 2676209"/>
                <a:gd name="connsiteY4662" fmla="*/ 1142049 h 2650669"/>
                <a:gd name="connsiteX4663" fmla="*/ 907634 w 2676209"/>
                <a:gd name="connsiteY4663" fmla="*/ 1141189 h 2650669"/>
                <a:gd name="connsiteX4664" fmla="*/ 1645194 w 2676209"/>
                <a:gd name="connsiteY4664" fmla="*/ 1158255 h 2650669"/>
                <a:gd name="connsiteX4665" fmla="*/ 1643937 w 2676209"/>
                <a:gd name="connsiteY4665" fmla="*/ 1156006 h 2650669"/>
                <a:gd name="connsiteX4666" fmla="*/ 1642845 w 2676209"/>
                <a:gd name="connsiteY4666" fmla="*/ 1157163 h 2650669"/>
                <a:gd name="connsiteX4667" fmla="*/ 1643937 w 2676209"/>
                <a:gd name="connsiteY4667" fmla="*/ 1159511 h 2650669"/>
                <a:gd name="connsiteX4668" fmla="*/ 1645194 w 2676209"/>
                <a:gd name="connsiteY4668" fmla="*/ 1158255 h 2650669"/>
                <a:gd name="connsiteX4669" fmla="*/ 1527553 w 2676209"/>
                <a:gd name="connsiteY4669" fmla="*/ 1157163 h 2650669"/>
                <a:gd name="connsiteX4670" fmla="*/ 1528645 w 2676209"/>
                <a:gd name="connsiteY4670" fmla="*/ 1159511 h 2650669"/>
                <a:gd name="connsiteX4671" fmla="*/ 1529901 w 2676209"/>
                <a:gd name="connsiteY4671" fmla="*/ 1158255 h 2650669"/>
                <a:gd name="connsiteX4672" fmla="*/ 1528645 w 2676209"/>
                <a:gd name="connsiteY4672" fmla="*/ 1156006 h 2650669"/>
                <a:gd name="connsiteX4673" fmla="*/ 1527553 w 2676209"/>
                <a:gd name="connsiteY4673" fmla="*/ 1157163 h 2650669"/>
                <a:gd name="connsiteX4674" fmla="*/ 1590954 w 2676209"/>
                <a:gd name="connsiteY4674" fmla="*/ 1151872 h 2650669"/>
                <a:gd name="connsiteX4675" fmla="*/ 1593302 w 2676209"/>
                <a:gd name="connsiteY4675" fmla="*/ 1150780 h 2650669"/>
                <a:gd name="connsiteX4676" fmla="*/ 1592145 w 2676209"/>
                <a:gd name="connsiteY4676" fmla="*/ 1149689 h 2650669"/>
                <a:gd name="connsiteX4677" fmla="*/ 1589796 w 2676209"/>
                <a:gd name="connsiteY4677" fmla="*/ 1150780 h 2650669"/>
                <a:gd name="connsiteX4678" fmla="*/ 1590954 w 2676209"/>
                <a:gd name="connsiteY4678" fmla="*/ 1151872 h 2650669"/>
                <a:gd name="connsiteX4679" fmla="*/ 1727810 w 2676209"/>
                <a:gd name="connsiteY4679" fmla="*/ 897607 h 2650669"/>
                <a:gd name="connsiteX4680" fmla="*/ 1728901 w 2676209"/>
                <a:gd name="connsiteY4680" fmla="*/ 895259 h 2650669"/>
                <a:gd name="connsiteX4681" fmla="*/ 1727810 w 2676209"/>
                <a:gd name="connsiteY4681" fmla="*/ 894101 h 2650669"/>
                <a:gd name="connsiteX4682" fmla="*/ 1726553 w 2676209"/>
                <a:gd name="connsiteY4682" fmla="*/ 896350 h 2650669"/>
                <a:gd name="connsiteX4683" fmla="*/ 1727810 w 2676209"/>
                <a:gd name="connsiteY4683" fmla="*/ 897607 h 2650669"/>
                <a:gd name="connsiteX4684" fmla="*/ 1374922 w 2676209"/>
                <a:gd name="connsiteY4684" fmla="*/ 1124586 h 2650669"/>
                <a:gd name="connsiteX4685" fmla="*/ 1373830 w 2676209"/>
                <a:gd name="connsiteY4685" fmla="*/ 1125711 h 2650669"/>
                <a:gd name="connsiteX4686" fmla="*/ 1374922 w 2676209"/>
                <a:gd name="connsiteY4686" fmla="*/ 1128059 h 2650669"/>
                <a:gd name="connsiteX4687" fmla="*/ 1376178 w 2676209"/>
                <a:gd name="connsiteY4687" fmla="*/ 1126835 h 2650669"/>
                <a:gd name="connsiteX4688" fmla="*/ 1374922 w 2676209"/>
                <a:gd name="connsiteY4688" fmla="*/ 1124586 h 2650669"/>
                <a:gd name="connsiteX4689" fmla="*/ 1129289 w 2676209"/>
                <a:gd name="connsiteY4689" fmla="*/ 1126935 h 2650669"/>
                <a:gd name="connsiteX4690" fmla="*/ 1130381 w 2676209"/>
                <a:gd name="connsiteY4690" fmla="*/ 1128059 h 2650669"/>
                <a:gd name="connsiteX4691" fmla="*/ 1131604 w 2676209"/>
                <a:gd name="connsiteY4691" fmla="*/ 1125810 h 2650669"/>
                <a:gd name="connsiteX4692" fmla="*/ 1130381 w 2676209"/>
                <a:gd name="connsiteY4692" fmla="*/ 1124586 h 2650669"/>
                <a:gd name="connsiteX4693" fmla="*/ 1129289 w 2676209"/>
                <a:gd name="connsiteY4693" fmla="*/ 1126935 h 2650669"/>
                <a:gd name="connsiteX4694" fmla="*/ 1635206 w 2676209"/>
                <a:gd name="connsiteY4694" fmla="*/ 1122834 h 2650669"/>
                <a:gd name="connsiteX4695" fmla="*/ 1637455 w 2676209"/>
                <a:gd name="connsiteY4695" fmla="*/ 1124090 h 2650669"/>
                <a:gd name="connsiteX4696" fmla="*/ 1638711 w 2676209"/>
                <a:gd name="connsiteY4696" fmla="*/ 1122834 h 2650669"/>
                <a:gd name="connsiteX4697" fmla="*/ 1636363 w 2676209"/>
                <a:gd name="connsiteY4697" fmla="*/ 1121742 h 2650669"/>
                <a:gd name="connsiteX4698" fmla="*/ 1635206 w 2676209"/>
                <a:gd name="connsiteY4698" fmla="*/ 1122834 h 2650669"/>
                <a:gd name="connsiteX4699" fmla="*/ 1592641 w 2676209"/>
                <a:gd name="connsiteY4699" fmla="*/ 910406 h 2650669"/>
                <a:gd name="connsiteX4700" fmla="*/ 1591549 w 2676209"/>
                <a:gd name="connsiteY4700" fmla="*/ 908058 h 2650669"/>
                <a:gd name="connsiteX4701" fmla="*/ 1590293 w 2676209"/>
                <a:gd name="connsiteY4701" fmla="*/ 909315 h 2650669"/>
                <a:gd name="connsiteX4702" fmla="*/ 1591549 w 2676209"/>
                <a:gd name="connsiteY4702" fmla="*/ 911564 h 2650669"/>
                <a:gd name="connsiteX4703" fmla="*/ 1592641 w 2676209"/>
                <a:gd name="connsiteY4703" fmla="*/ 910406 h 2650669"/>
                <a:gd name="connsiteX4704" fmla="*/ 1482640 w 2676209"/>
                <a:gd name="connsiteY4704" fmla="*/ 1137882 h 2650669"/>
                <a:gd name="connsiteX4705" fmla="*/ 1484988 w 2676209"/>
                <a:gd name="connsiteY4705" fmla="*/ 1136790 h 2650669"/>
                <a:gd name="connsiteX4706" fmla="*/ 1483831 w 2676209"/>
                <a:gd name="connsiteY4706" fmla="*/ 1135699 h 2650669"/>
                <a:gd name="connsiteX4707" fmla="*/ 1481483 w 2676209"/>
                <a:gd name="connsiteY4707" fmla="*/ 1136790 h 2650669"/>
                <a:gd name="connsiteX4708" fmla="*/ 1482640 w 2676209"/>
                <a:gd name="connsiteY4708" fmla="*/ 1137882 h 2650669"/>
                <a:gd name="connsiteX4709" fmla="*/ 1137954 w 2676209"/>
                <a:gd name="connsiteY4709" fmla="*/ 1135699 h 2650669"/>
                <a:gd name="connsiteX4710" fmla="*/ 1135639 w 2676209"/>
                <a:gd name="connsiteY4710" fmla="*/ 1136790 h 2650669"/>
                <a:gd name="connsiteX4711" fmla="*/ 1136764 w 2676209"/>
                <a:gd name="connsiteY4711" fmla="*/ 1137882 h 2650669"/>
                <a:gd name="connsiteX4712" fmla="*/ 1139112 w 2676209"/>
                <a:gd name="connsiteY4712" fmla="*/ 1136790 h 2650669"/>
                <a:gd name="connsiteX4713" fmla="*/ 1137954 w 2676209"/>
                <a:gd name="connsiteY4713" fmla="*/ 1135699 h 2650669"/>
                <a:gd name="connsiteX4714" fmla="*/ 1753342 w 2676209"/>
                <a:gd name="connsiteY4714" fmla="*/ 903428 h 2650669"/>
                <a:gd name="connsiteX4715" fmla="*/ 1752251 w 2676209"/>
                <a:gd name="connsiteY4715" fmla="*/ 901080 h 2650669"/>
                <a:gd name="connsiteX4716" fmla="*/ 1751159 w 2676209"/>
                <a:gd name="connsiteY4716" fmla="*/ 902237 h 2650669"/>
                <a:gd name="connsiteX4717" fmla="*/ 1752251 w 2676209"/>
                <a:gd name="connsiteY4717" fmla="*/ 904585 h 2650669"/>
                <a:gd name="connsiteX4718" fmla="*/ 1753342 w 2676209"/>
                <a:gd name="connsiteY4718" fmla="*/ 903428 h 2650669"/>
                <a:gd name="connsiteX4719" fmla="*/ 1118805 w 2676209"/>
                <a:gd name="connsiteY4719" fmla="*/ 1181604 h 2650669"/>
                <a:gd name="connsiteX4720" fmla="*/ 1119896 w 2676209"/>
                <a:gd name="connsiteY4720" fmla="*/ 1183952 h 2650669"/>
                <a:gd name="connsiteX4721" fmla="*/ 1120988 w 2676209"/>
                <a:gd name="connsiteY4721" fmla="*/ 1182795 h 2650669"/>
                <a:gd name="connsiteX4722" fmla="*/ 1119896 w 2676209"/>
                <a:gd name="connsiteY4722" fmla="*/ 1180447 h 2650669"/>
                <a:gd name="connsiteX4723" fmla="*/ 1118805 w 2676209"/>
                <a:gd name="connsiteY4723" fmla="*/ 1181604 h 2650669"/>
                <a:gd name="connsiteX4724" fmla="*/ 307626 w 2676209"/>
                <a:gd name="connsiteY4724" fmla="*/ 1182199 h 2650669"/>
                <a:gd name="connsiteX4725" fmla="*/ 308783 w 2676209"/>
                <a:gd name="connsiteY4725" fmla="*/ 1183291 h 2650669"/>
                <a:gd name="connsiteX4726" fmla="*/ 311098 w 2676209"/>
                <a:gd name="connsiteY4726" fmla="*/ 1182199 h 2650669"/>
                <a:gd name="connsiteX4727" fmla="*/ 309875 w 2676209"/>
                <a:gd name="connsiteY4727" fmla="*/ 1180976 h 2650669"/>
                <a:gd name="connsiteX4728" fmla="*/ 307626 w 2676209"/>
                <a:gd name="connsiteY4728" fmla="*/ 1182199 h 2650669"/>
                <a:gd name="connsiteX4729" fmla="*/ 1356864 w 2676209"/>
                <a:gd name="connsiteY4729" fmla="*/ 1193775 h 2650669"/>
                <a:gd name="connsiteX4730" fmla="*/ 1359212 w 2676209"/>
                <a:gd name="connsiteY4730" fmla="*/ 1192684 h 2650669"/>
                <a:gd name="connsiteX4731" fmla="*/ 1358055 w 2676209"/>
                <a:gd name="connsiteY4731" fmla="*/ 1191592 h 2650669"/>
                <a:gd name="connsiteX4732" fmla="*/ 1355706 w 2676209"/>
                <a:gd name="connsiteY4732" fmla="*/ 1192684 h 2650669"/>
                <a:gd name="connsiteX4733" fmla="*/ 1356864 w 2676209"/>
                <a:gd name="connsiteY4733" fmla="*/ 1193775 h 2650669"/>
                <a:gd name="connsiteX4734" fmla="*/ 1182173 w 2676209"/>
                <a:gd name="connsiteY4734" fmla="*/ 875977 h 2650669"/>
                <a:gd name="connsiteX4735" fmla="*/ 1184521 w 2676209"/>
                <a:gd name="connsiteY4735" fmla="*/ 874886 h 2650669"/>
                <a:gd name="connsiteX4736" fmla="*/ 1183363 w 2676209"/>
                <a:gd name="connsiteY4736" fmla="*/ 873794 h 2650669"/>
                <a:gd name="connsiteX4737" fmla="*/ 1181048 w 2676209"/>
                <a:gd name="connsiteY4737" fmla="*/ 874886 h 2650669"/>
                <a:gd name="connsiteX4738" fmla="*/ 1182173 w 2676209"/>
                <a:gd name="connsiteY4738" fmla="*/ 875977 h 2650669"/>
                <a:gd name="connsiteX4739" fmla="*/ 1431443 w 2676209"/>
                <a:gd name="connsiteY4739" fmla="*/ 873794 h 2650669"/>
                <a:gd name="connsiteX4740" fmla="*/ 1429095 w 2676209"/>
                <a:gd name="connsiteY4740" fmla="*/ 874886 h 2650669"/>
                <a:gd name="connsiteX4741" fmla="*/ 1430220 w 2676209"/>
                <a:gd name="connsiteY4741" fmla="*/ 875977 h 2650669"/>
                <a:gd name="connsiteX4742" fmla="*/ 1432568 w 2676209"/>
                <a:gd name="connsiteY4742" fmla="*/ 874886 h 2650669"/>
                <a:gd name="connsiteX4743" fmla="*/ 1431443 w 2676209"/>
                <a:gd name="connsiteY4743" fmla="*/ 873794 h 2650669"/>
                <a:gd name="connsiteX4744" fmla="*/ 1633453 w 2676209"/>
                <a:gd name="connsiteY4744" fmla="*/ 873133 h 2650669"/>
                <a:gd name="connsiteX4745" fmla="*/ 1632229 w 2676209"/>
                <a:gd name="connsiteY4745" fmla="*/ 875382 h 2650669"/>
                <a:gd name="connsiteX4746" fmla="*/ 1633453 w 2676209"/>
                <a:gd name="connsiteY4746" fmla="*/ 876639 h 2650669"/>
                <a:gd name="connsiteX4747" fmla="*/ 1634544 w 2676209"/>
                <a:gd name="connsiteY4747" fmla="*/ 874291 h 2650669"/>
                <a:gd name="connsiteX4748" fmla="*/ 1633453 w 2676209"/>
                <a:gd name="connsiteY4748" fmla="*/ 873133 h 2650669"/>
                <a:gd name="connsiteX4749" fmla="*/ 1643937 w 2676209"/>
                <a:gd name="connsiteY4749" fmla="*/ 1190931 h 2650669"/>
                <a:gd name="connsiteX4750" fmla="*/ 1645028 w 2676209"/>
                <a:gd name="connsiteY4750" fmla="*/ 1189773 h 2650669"/>
                <a:gd name="connsiteX4751" fmla="*/ 1643937 w 2676209"/>
                <a:gd name="connsiteY4751" fmla="*/ 1187425 h 2650669"/>
                <a:gd name="connsiteX4752" fmla="*/ 1642713 w 2676209"/>
                <a:gd name="connsiteY4752" fmla="*/ 1188682 h 2650669"/>
                <a:gd name="connsiteX4753" fmla="*/ 1643937 w 2676209"/>
                <a:gd name="connsiteY4753" fmla="*/ 1190931 h 2650669"/>
                <a:gd name="connsiteX4754" fmla="*/ 1707437 w 2676209"/>
                <a:gd name="connsiteY4754" fmla="*/ 873794 h 2650669"/>
                <a:gd name="connsiteX4755" fmla="*/ 1705089 w 2676209"/>
                <a:gd name="connsiteY4755" fmla="*/ 874886 h 2650669"/>
                <a:gd name="connsiteX4756" fmla="*/ 1706246 w 2676209"/>
                <a:gd name="connsiteY4756" fmla="*/ 875977 h 2650669"/>
                <a:gd name="connsiteX4757" fmla="*/ 1708594 w 2676209"/>
                <a:gd name="connsiteY4757" fmla="*/ 874886 h 2650669"/>
                <a:gd name="connsiteX4758" fmla="*/ 1707437 w 2676209"/>
                <a:gd name="connsiteY4758" fmla="*/ 873794 h 2650669"/>
                <a:gd name="connsiteX4759" fmla="*/ 1725395 w 2676209"/>
                <a:gd name="connsiteY4759" fmla="*/ 874291 h 2650669"/>
                <a:gd name="connsiteX4760" fmla="*/ 1724304 w 2676209"/>
                <a:gd name="connsiteY4760" fmla="*/ 873133 h 2650669"/>
                <a:gd name="connsiteX4761" fmla="*/ 1723047 w 2676209"/>
                <a:gd name="connsiteY4761" fmla="*/ 875382 h 2650669"/>
                <a:gd name="connsiteX4762" fmla="*/ 1724304 w 2676209"/>
                <a:gd name="connsiteY4762" fmla="*/ 876639 h 2650669"/>
                <a:gd name="connsiteX4763" fmla="*/ 1725395 w 2676209"/>
                <a:gd name="connsiteY4763" fmla="*/ 874291 h 2650669"/>
                <a:gd name="connsiteX4764" fmla="*/ 1430848 w 2676209"/>
                <a:gd name="connsiteY4764" fmla="*/ 1166490 h 2650669"/>
                <a:gd name="connsiteX4765" fmla="*/ 1431939 w 2676209"/>
                <a:gd name="connsiteY4765" fmla="*/ 1165332 h 2650669"/>
                <a:gd name="connsiteX4766" fmla="*/ 1430848 w 2676209"/>
                <a:gd name="connsiteY4766" fmla="*/ 1162984 h 2650669"/>
                <a:gd name="connsiteX4767" fmla="*/ 1429757 w 2676209"/>
                <a:gd name="connsiteY4767" fmla="*/ 1164142 h 2650669"/>
                <a:gd name="connsiteX4768" fmla="*/ 1430848 w 2676209"/>
                <a:gd name="connsiteY4768" fmla="*/ 1166490 h 2650669"/>
                <a:gd name="connsiteX4769" fmla="*/ 1600777 w 2676209"/>
                <a:gd name="connsiteY4769" fmla="*/ 1161760 h 2650669"/>
                <a:gd name="connsiteX4770" fmla="*/ 1602033 w 2676209"/>
                <a:gd name="connsiteY4770" fmla="*/ 1162984 h 2650669"/>
                <a:gd name="connsiteX4771" fmla="*/ 1603125 w 2676209"/>
                <a:gd name="connsiteY4771" fmla="*/ 1160636 h 2650669"/>
                <a:gd name="connsiteX4772" fmla="*/ 1602033 w 2676209"/>
                <a:gd name="connsiteY4772" fmla="*/ 1159511 h 2650669"/>
                <a:gd name="connsiteX4773" fmla="*/ 1600777 w 2676209"/>
                <a:gd name="connsiteY4773" fmla="*/ 1161760 h 2650669"/>
                <a:gd name="connsiteX4774" fmla="*/ 1500698 w 2676209"/>
                <a:gd name="connsiteY4774" fmla="*/ 1159511 h 2650669"/>
                <a:gd name="connsiteX4775" fmla="*/ 1499607 w 2676209"/>
                <a:gd name="connsiteY4775" fmla="*/ 1160636 h 2650669"/>
                <a:gd name="connsiteX4776" fmla="*/ 1500698 w 2676209"/>
                <a:gd name="connsiteY4776" fmla="*/ 1162984 h 2650669"/>
                <a:gd name="connsiteX4777" fmla="*/ 1501955 w 2676209"/>
                <a:gd name="connsiteY4777" fmla="*/ 1161760 h 2650669"/>
                <a:gd name="connsiteX4778" fmla="*/ 1500698 w 2676209"/>
                <a:gd name="connsiteY4778" fmla="*/ 1159511 h 2650669"/>
                <a:gd name="connsiteX4779" fmla="*/ 1491967 w 2676209"/>
                <a:gd name="connsiteY4779" fmla="*/ 1161231 h 2650669"/>
                <a:gd name="connsiteX4780" fmla="*/ 1493124 w 2676209"/>
                <a:gd name="connsiteY4780" fmla="*/ 1162323 h 2650669"/>
                <a:gd name="connsiteX4781" fmla="*/ 1495472 w 2676209"/>
                <a:gd name="connsiteY4781" fmla="*/ 1161231 h 2650669"/>
                <a:gd name="connsiteX4782" fmla="*/ 1494315 w 2676209"/>
                <a:gd name="connsiteY4782" fmla="*/ 1160140 h 2650669"/>
                <a:gd name="connsiteX4783" fmla="*/ 1491967 w 2676209"/>
                <a:gd name="connsiteY4783" fmla="*/ 1161231 h 2650669"/>
                <a:gd name="connsiteX4784" fmla="*/ 1438422 w 2676209"/>
                <a:gd name="connsiteY4784" fmla="*/ 1160140 h 2650669"/>
                <a:gd name="connsiteX4785" fmla="*/ 1436074 w 2676209"/>
                <a:gd name="connsiteY4785" fmla="*/ 1161231 h 2650669"/>
                <a:gd name="connsiteX4786" fmla="*/ 1437231 w 2676209"/>
                <a:gd name="connsiteY4786" fmla="*/ 1162323 h 2650669"/>
                <a:gd name="connsiteX4787" fmla="*/ 1439579 w 2676209"/>
                <a:gd name="connsiteY4787" fmla="*/ 1161231 h 2650669"/>
                <a:gd name="connsiteX4788" fmla="*/ 1438422 w 2676209"/>
                <a:gd name="connsiteY4788" fmla="*/ 1160140 h 2650669"/>
                <a:gd name="connsiteX4789" fmla="*/ 2509290 w 2676209"/>
                <a:gd name="connsiteY4789" fmla="*/ 1171120 h 2650669"/>
                <a:gd name="connsiteX4790" fmla="*/ 2510381 w 2676209"/>
                <a:gd name="connsiteY4790" fmla="*/ 1173468 h 2650669"/>
                <a:gd name="connsiteX4791" fmla="*/ 2511473 w 2676209"/>
                <a:gd name="connsiteY4791" fmla="*/ 1172344 h 2650669"/>
                <a:gd name="connsiteX4792" fmla="*/ 2510381 w 2676209"/>
                <a:gd name="connsiteY4792" fmla="*/ 1169995 h 2650669"/>
                <a:gd name="connsiteX4793" fmla="*/ 2509290 w 2676209"/>
                <a:gd name="connsiteY4793" fmla="*/ 1171120 h 2650669"/>
                <a:gd name="connsiteX4794" fmla="*/ 1588044 w 2676209"/>
                <a:gd name="connsiteY4794" fmla="*/ 1169995 h 2650669"/>
                <a:gd name="connsiteX4795" fmla="*/ 1586952 w 2676209"/>
                <a:gd name="connsiteY4795" fmla="*/ 1171120 h 2650669"/>
                <a:gd name="connsiteX4796" fmla="*/ 1588044 w 2676209"/>
                <a:gd name="connsiteY4796" fmla="*/ 1173468 h 2650669"/>
                <a:gd name="connsiteX4797" fmla="*/ 1589300 w 2676209"/>
                <a:gd name="connsiteY4797" fmla="*/ 1172244 h 2650669"/>
                <a:gd name="connsiteX4798" fmla="*/ 1588044 w 2676209"/>
                <a:gd name="connsiteY4798" fmla="*/ 1169995 h 2650669"/>
                <a:gd name="connsiteX4799" fmla="*/ 1497225 w 2676209"/>
                <a:gd name="connsiteY4799" fmla="*/ 1173468 h 2650669"/>
                <a:gd name="connsiteX4800" fmla="*/ 1498449 w 2676209"/>
                <a:gd name="connsiteY4800" fmla="*/ 1172244 h 2650669"/>
                <a:gd name="connsiteX4801" fmla="*/ 1497225 w 2676209"/>
                <a:gd name="connsiteY4801" fmla="*/ 1169995 h 2650669"/>
                <a:gd name="connsiteX4802" fmla="*/ 1496134 w 2676209"/>
                <a:gd name="connsiteY4802" fmla="*/ 1171120 h 2650669"/>
                <a:gd name="connsiteX4803" fmla="*/ 1497225 w 2676209"/>
                <a:gd name="connsiteY4803" fmla="*/ 1173468 h 2650669"/>
                <a:gd name="connsiteX4804" fmla="*/ 1388912 w 2676209"/>
                <a:gd name="connsiteY4804" fmla="*/ 883617 h 2650669"/>
                <a:gd name="connsiteX4805" fmla="*/ 1387820 w 2676209"/>
                <a:gd name="connsiteY4805" fmla="*/ 884775 h 2650669"/>
                <a:gd name="connsiteX4806" fmla="*/ 1388912 w 2676209"/>
                <a:gd name="connsiteY4806" fmla="*/ 887123 h 2650669"/>
                <a:gd name="connsiteX4807" fmla="*/ 1390168 w 2676209"/>
                <a:gd name="connsiteY4807" fmla="*/ 885866 h 2650669"/>
                <a:gd name="connsiteX4808" fmla="*/ 1388912 w 2676209"/>
                <a:gd name="connsiteY4808" fmla="*/ 883617 h 2650669"/>
                <a:gd name="connsiteX4809" fmla="*/ 1438422 w 2676209"/>
                <a:gd name="connsiteY4809" fmla="*/ 884279 h 2650669"/>
                <a:gd name="connsiteX4810" fmla="*/ 1436074 w 2676209"/>
                <a:gd name="connsiteY4810" fmla="*/ 885370 h 2650669"/>
                <a:gd name="connsiteX4811" fmla="*/ 1437231 w 2676209"/>
                <a:gd name="connsiteY4811" fmla="*/ 886461 h 2650669"/>
                <a:gd name="connsiteX4812" fmla="*/ 1439579 w 2676209"/>
                <a:gd name="connsiteY4812" fmla="*/ 885370 h 2650669"/>
                <a:gd name="connsiteX4813" fmla="*/ 1438422 w 2676209"/>
                <a:gd name="connsiteY4813" fmla="*/ 884279 h 2650669"/>
                <a:gd name="connsiteX4814" fmla="*/ 1835826 w 2676209"/>
                <a:gd name="connsiteY4814" fmla="*/ 886693 h 2650669"/>
                <a:gd name="connsiteX4815" fmla="*/ 1837843 w 2676209"/>
                <a:gd name="connsiteY4815" fmla="*/ 885172 h 2650669"/>
                <a:gd name="connsiteX4816" fmla="*/ 1837843 w 2676209"/>
                <a:gd name="connsiteY4816" fmla="*/ 883617 h 2650669"/>
                <a:gd name="connsiteX4817" fmla="*/ 1835164 w 2676209"/>
                <a:gd name="connsiteY4817" fmla="*/ 884609 h 2650669"/>
                <a:gd name="connsiteX4818" fmla="*/ 1835826 w 2676209"/>
                <a:gd name="connsiteY4818" fmla="*/ 886693 h 2650669"/>
                <a:gd name="connsiteX4819" fmla="*/ 1791938 w 2676209"/>
                <a:gd name="connsiteY4819" fmla="*/ 889372 h 2650669"/>
                <a:gd name="connsiteX4820" fmla="*/ 1790681 w 2676209"/>
                <a:gd name="connsiteY4820" fmla="*/ 887123 h 2650669"/>
                <a:gd name="connsiteX4821" fmla="*/ 1789590 w 2676209"/>
                <a:gd name="connsiteY4821" fmla="*/ 888247 h 2650669"/>
                <a:gd name="connsiteX4822" fmla="*/ 1790681 w 2676209"/>
                <a:gd name="connsiteY4822" fmla="*/ 890595 h 2650669"/>
                <a:gd name="connsiteX4823" fmla="*/ 1791938 w 2676209"/>
                <a:gd name="connsiteY4823" fmla="*/ 889372 h 2650669"/>
                <a:gd name="connsiteX4824" fmla="*/ 2188945 w 2676209"/>
                <a:gd name="connsiteY4824" fmla="*/ 356302 h 2650669"/>
                <a:gd name="connsiteX4825" fmla="*/ 2187854 w 2676209"/>
                <a:gd name="connsiteY4825" fmla="*/ 357460 h 2650669"/>
                <a:gd name="connsiteX4826" fmla="*/ 2188945 w 2676209"/>
                <a:gd name="connsiteY4826" fmla="*/ 359808 h 2650669"/>
                <a:gd name="connsiteX4827" fmla="*/ 2190202 w 2676209"/>
                <a:gd name="connsiteY4827" fmla="*/ 358551 h 2650669"/>
                <a:gd name="connsiteX4828" fmla="*/ 2188945 w 2676209"/>
                <a:gd name="connsiteY4828" fmla="*/ 356302 h 2650669"/>
                <a:gd name="connsiteX4829" fmla="*/ 2127165 w 2676209"/>
                <a:gd name="connsiteY4829" fmla="*/ 351672 h 2650669"/>
                <a:gd name="connsiteX4830" fmla="*/ 2126074 w 2676209"/>
                <a:gd name="connsiteY4830" fmla="*/ 349324 h 2650669"/>
                <a:gd name="connsiteX4831" fmla="*/ 2124982 w 2676209"/>
                <a:gd name="connsiteY4831" fmla="*/ 350482 h 2650669"/>
                <a:gd name="connsiteX4832" fmla="*/ 2126074 w 2676209"/>
                <a:gd name="connsiteY4832" fmla="*/ 352797 h 2650669"/>
                <a:gd name="connsiteX4833" fmla="*/ 2127165 w 2676209"/>
                <a:gd name="connsiteY4833" fmla="*/ 351672 h 2650669"/>
                <a:gd name="connsiteX4834" fmla="*/ 683202 w 2676209"/>
                <a:gd name="connsiteY4834" fmla="*/ 1941752 h 2650669"/>
                <a:gd name="connsiteX4835" fmla="*/ 682110 w 2676209"/>
                <a:gd name="connsiteY4835" fmla="*/ 1942910 h 2650669"/>
                <a:gd name="connsiteX4836" fmla="*/ 683202 w 2676209"/>
                <a:gd name="connsiteY4836" fmla="*/ 1945225 h 2650669"/>
                <a:gd name="connsiteX4837" fmla="*/ 684425 w 2676209"/>
                <a:gd name="connsiteY4837" fmla="*/ 1944001 h 2650669"/>
                <a:gd name="connsiteX4838" fmla="*/ 683202 w 2676209"/>
                <a:gd name="connsiteY4838" fmla="*/ 1941752 h 2650669"/>
                <a:gd name="connsiteX4839" fmla="*/ 1227119 w 2676209"/>
                <a:gd name="connsiteY4839" fmla="*/ 1923132 h 2650669"/>
                <a:gd name="connsiteX4840" fmla="*/ 1228210 w 2676209"/>
                <a:gd name="connsiteY4840" fmla="*/ 1924290 h 2650669"/>
                <a:gd name="connsiteX4841" fmla="*/ 1229434 w 2676209"/>
                <a:gd name="connsiteY4841" fmla="*/ 1922041 h 2650669"/>
                <a:gd name="connsiteX4842" fmla="*/ 1228210 w 2676209"/>
                <a:gd name="connsiteY4842" fmla="*/ 1920784 h 2650669"/>
                <a:gd name="connsiteX4843" fmla="*/ 1227119 w 2676209"/>
                <a:gd name="connsiteY4843" fmla="*/ 1923132 h 2650669"/>
                <a:gd name="connsiteX4844" fmla="*/ 1384314 w 2676209"/>
                <a:gd name="connsiteY4844" fmla="*/ 1911457 h 2650669"/>
                <a:gd name="connsiteX4845" fmla="*/ 1385406 w 2676209"/>
                <a:gd name="connsiteY4845" fmla="*/ 1913805 h 2650669"/>
                <a:gd name="connsiteX4846" fmla="*/ 1386663 w 2676209"/>
                <a:gd name="connsiteY4846" fmla="*/ 1912582 h 2650669"/>
                <a:gd name="connsiteX4847" fmla="*/ 1385406 w 2676209"/>
                <a:gd name="connsiteY4847" fmla="*/ 1910333 h 2650669"/>
                <a:gd name="connsiteX4848" fmla="*/ 1384314 w 2676209"/>
                <a:gd name="connsiteY4848" fmla="*/ 1911457 h 2650669"/>
                <a:gd name="connsiteX4849" fmla="*/ 1351572 w 2676209"/>
                <a:gd name="connsiteY4849" fmla="*/ 1968541 h 2650669"/>
                <a:gd name="connsiteX4850" fmla="*/ 1350481 w 2676209"/>
                <a:gd name="connsiteY4850" fmla="*/ 1966193 h 2650669"/>
                <a:gd name="connsiteX4851" fmla="*/ 1349389 w 2676209"/>
                <a:gd name="connsiteY4851" fmla="*/ 1967350 h 2650669"/>
                <a:gd name="connsiteX4852" fmla="*/ 1350481 w 2676209"/>
                <a:gd name="connsiteY4852" fmla="*/ 1969699 h 2650669"/>
                <a:gd name="connsiteX4853" fmla="*/ 1351572 w 2676209"/>
                <a:gd name="connsiteY4853" fmla="*/ 1968541 h 2650669"/>
                <a:gd name="connsiteX4854" fmla="*/ 627275 w 2676209"/>
                <a:gd name="connsiteY4854" fmla="*/ 1980150 h 2650669"/>
                <a:gd name="connsiteX4855" fmla="*/ 626184 w 2676209"/>
                <a:gd name="connsiteY4855" fmla="*/ 1981307 h 2650669"/>
                <a:gd name="connsiteX4856" fmla="*/ 627275 w 2676209"/>
                <a:gd name="connsiteY4856" fmla="*/ 1983655 h 2650669"/>
                <a:gd name="connsiteX4857" fmla="*/ 628532 w 2676209"/>
                <a:gd name="connsiteY4857" fmla="*/ 1982432 h 2650669"/>
                <a:gd name="connsiteX4858" fmla="*/ 627275 w 2676209"/>
                <a:gd name="connsiteY4858" fmla="*/ 1980150 h 2650669"/>
                <a:gd name="connsiteX4859" fmla="*/ 1380180 w 2676209"/>
                <a:gd name="connsiteY4859" fmla="*/ 1978430 h 2650669"/>
                <a:gd name="connsiteX4860" fmla="*/ 1377832 w 2676209"/>
                <a:gd name="connsiteY4860" fmla="*/ 1977338 h 2650669"/>
                <a:gd name="connsiteX4861" fmla="*/ 1376675 w 2676209"/>
                <a:gd name="connsiteY4861" fmla="*/ 1978430 h 2650669"/>
                <a:gd name="connsiteX4862" fmla="*/ 1378924 w 2676209"/>
                <a:gd name="connsiteY4862" fmla="*/ 1979654 h 2650669"/>
                <a:gd name="connsiteX4863" fmla="*/ 1380180 w 2676209"/>
                <a:gd name="connsiteY4863" fmla="*/ 1978430 h 2650669"/>
                <a:gd name="connsiteX4864" fmla="*/ 1041977 w 2676209"/>
                <a:gd name="connsiteY4864" fmla="*/ 344595 h 2650669"/>
                <a:gd name="connsiteX4865" fmla="*/ 1043035 w 2676209"/>
                <a:gd name="connsiteY4865" fmla="*/ 345818 h 2650669"/>
                <a:gd name="connsiteX4866" fmla="*/ 1044292 w 2676209"/>
                <a:gd name="connsiteY4866" fmla="*/ 343569 h 2650669"/>
                <a:gd name="connsiteX4867" fmla="*/ 1043035 w 2676209"/>
                <a:gd name="connsiteY4867" fmla="*/ 342346 h 2650669"/>
                <a:gd name="connsiteX4868" fmla="*/ 1041977 w 2676209"/>
                <a:gd name="connsiteY4868" fmla="*/ 344595 h 2650669"/>
                <a:gd name="connsiteX4869" fmla="*/ 1434916 w 2676209"/>
                <a:gd name="connsiteY4869" fmla="*/ 1963349 h 2650669"/>
                <a:gd name="connsiteX4870" fmla="*/ 1432568 w 2676209"/>
                <a:gd name="connsiteY4870" fmla="*/ 1964440 h 2650669"/>
                <a:gd name="connsiteX4871" fmla="*/ 1433825 w 2676209"/>
                <a:gd name="connsiteY4871" fmla="*/ 1965697 h 2650669"/>
                <a:gd name="connsiteX4872" fmla="*/ 1436074 w 2676209"/>
                <a:gd name="connsiteY4872" fmla="*/ 1964440 h 2650669"/>
                <a:gd name="connsiteX4873" fmla="*/ 1434916 w 2676209"/>
                <a:gd name="connsiteY4873" fmla="*/ 1963349 h 2650669"/>
                <a:gd name="connsiteX4874" fmla="*/ 642357 w 2676209"/>
                <a:gd name="connsiteY4874" fmla="*/ 1963845 h 2650669"/>
                <a:gd name="connsiteX4875" fmla="*/ 641265 w 2676209"/>
                <a:gd name="connsiteY4875" fmla="*/ 1962720 h 2650669"/>
                <a:gd name="connsiteX4876" fmla="*/ 640041 w 2676209"/>
                <a:gd name="connsiteY4876" fmla="*/ 1964969 h 2650669"/>
                <a:gd name="connsiteX4877" fmla="*/ 641265 w 2676209"/>
                <a:gd name="connsiteY4877" fmla="*/ 1966193 h 2650669"/>
                <a:gd name="connsiteX4878" fmla="*/ 642357 w 2676209"/>
                <a:gd name="connsiteY4878" fmla="*/ 1963845 h 2650669"/>
                <a:gd name="connsiteX4879" fmla="*/ 1213129 w 2676209"/>
                <a:gd name="connsiteY4879" fmla="*/ 413320 h 2650669"/>
                <a:gd name="connsiteX4880" fmla="*/ 1214220 w 2676209"/>
                <a:gd name="connsiteY4880" fmla="*/ 415668 h 2650669"/>
                <a:gd name="connsiteX4881" fmla="*/ 1215477 w 2676209"/>
                <a:gd name="connsiteY4881" fmla="*/ 414412 h 2650669"/>
                <a:gd name="connsiteX4882" fmla="*/ 1214220 w 2676209"/>
                <a:gd name="connsiteY4882" fmla="*/ 412163 h 2650669"/>
                <a:gd name="connsiteX4883" fmla="*/ 1213129 w 2676209"/>
                <a:gd name="connsiteY4883" fmla="*/ 413320 h 2650669"/>
                <a:gd name="connsiteX4884" fmla="*/ 1967754 w 2676209"/>
                <a:gd name="connsiteY4884" fmla="*/ 406342 h 2650669"/>
                <a:gd name="connsiteX4885" fmla="*/ 1968845 w 2676209"/>
                <a:gd name="connsiteY4885" fmla="*/ 408690 h 2650669"/>
                <a:gd name="connsiteX4886" fmla="*/ 1970102 w 2676209"/>
                <a:gd name="connsiteY4886" fmla="*/ 407433 h 2650669"/>
                <a:gd name="connsiteX4887" fmla="*/ 1968845 w 2676209"/>
                <a:gd name="connsiteY4887" fmla="*/ 405184 h 2650669"/>
                <a:gd name="connsiteX4888" fmla="*/ 1967754 w 2676209"/>
                <a:gd name="connsiteY4888" fmla="*/ 406342 h 2650669"/>
                <a:gd name="connsiteX4889" fmla="*/ 2012038 w 2676209"/>
                <a:gd name="connsiteY4889" fmla="*/ 407433 h 2650669"/>
                <a:gd name="connsiteX4890" fmla="*/ 2010782 w 2676209"/>
                <a:gd name="connsiteY4890" fmla="*/ 405184 h 2650669"/>
                <a:gd name="connsiteX4891" fmla="*/ 2009690 w 2676209"/>
                <a:gd name="connsiteY4891" fmla="*/ 406342 h 2650669"/>
                <a:gd name="connsiteX4892" fmla="*/ 2010782 w 2676209"/>
                <a:gd name="connsiteY4892" fmla="*/ 408690 h 2650669"/>
                <a:gd name="connsiteX4893" fmla="*/ 2012038 w 2676209"/>
                <a:gd name="connsiteY4893" fmla="*/ 407433 h 2650669"/>
                <a:gd name="connsiteX4894" fmla="*/ 2088734 w 2676209"/>
                <a:gd name="connsiteY4894" fmla="*/ 407532 h 2650669"/>
                <a:gd name="connsiteX4895" fmla="*/ 2087643 w 2676209"/>
                <a:gd name="connsiteY4895" fmla="*/ 405184 h 2650669"/>
                <a:gd name="connsiteX4896" fmla="*/ 2086552 w 2676209"/>
                <a:gd name="connsiteY4896" fmla="*/ 406342 h 2650669"/>
                <a:gd name="connsiteX4897" fmla="*/ 2087643 w 2676209"/>
                <a:gd name="connsiteY4897" fmla="*/ 408690 h 2650669"/>
                <a:gd name="connsiteX4898" fmla="*/ 2088734 w 2676209"/>
                <a:gd name="connsiteY4898" fmla="*/ 407532 h 2650669"/>
                <a:gd name="connsiteX4899" fmla="*/ 1162924 w 2676209"/>
                <a:gd name="connsiteY4899" fmla="*/ 418017 h 2650669"/>
                <a:gd name="connsiteX4900" fmla="*/ 1161833 w 2676209"/>
                <a:gd name="connsiteY4900" fmla="*/ 415668 h 2650669"/>
                <a:gd name="connsiteX4901" fmla="*/ 1160741 w 2676209"/>
                <a:gd name="connsiteY4901" fmla="*/ 416826 h 2650669"/>
                <a:gd name="connsiteX4902" fmla="*/ 1161833 w 2676209"/>
                <a:gd name="connsiteY4902" fmla="*/ 419174 h 2650669"/>
                <a:gd name="connsiteX4903" fmla="*/ 1162924 w 2676209"/>
                <a:gd name="connsiteY4903" fmla="*/ 418017 h 2650669"/>
                <a:gd name="connsiteX4904" fmla="*/ 768794 w 2676209"/>
                <a:gd name="connsiteY4904" fmla="*/ 1898096 h 2650669"/>
                <a:gd name="connsiteX4905" fmla="*/ 769919 w 2676209"/>
                <a:gd name="connsiteY4905" fmla="*/ 1899187 h 2650669"/>
                <a:gd name="connsiteX4906" fmla="*/ 772267 w 2676209"/>
                <a:gd name="connsiteY4906" fmla="*/ 1898096 h 2650669"/>
                <a:gd name="connsiteX4907" fmla="*/ 771142 w 2676209"/>
                <a:gd name="connsiteY4907" fmla="*/ 1897004 h 2650669"/>
                <a:gd name="connsiteX4908" fmla="*/ 768794 w 2676209"/>
                <a:gd name="connsiteY4908" fmla="*/ 1898096 h 2650669"/>
                <a:gd name="connsiteX4909" fmla="*/ 676190 w 2676209"/>
                <a:gd name="connsiteY4909" fmla="*/ 1903321 h 2650669"/>
                <a:gd name="connsiteX4910" fmla="*/ 675099 w 2676209"/>
                <a:gd name="connsiteY4910" fmla="*/ 1904479 h 2650669"/>
                <a:gd name="connsiteX4911" fmla="*/ 676190 w 2676209"/>
                <a:gd name="connsiteY4911" fmla="*/ 1906827 h 2650669"/>
                <a:gd name="connsiteX4912" fmla="*/ 677447 w 2676209"/>
                <a:gd name="connsiteY4912" fmla="*/ 1905570 h 2650669"/>
                <a:gd name="connsiteX4913" fmla="*/ 676190 w 2676209"/>
                <a:gd name="connsiteY4913" fmla="*/ 1903321 h 2650669"/>
                <a:gd name="connsiteX4914" fmla="*/ 784504 w 2676209"/>
                <a:gd name="connsiteY4914" fmla="*/ 1882386 h 2650669"/>
                <a:gd name="connsiteX4915" fmla="*/ 785761 w 2676209"/>
                <a:gd name="connsiteY4915" fmla="*/ 1880137 h 2650669"/>
                <a:gd name="connsiteX4916" fmla="*/ 784504 w 2676209"/>
                <a:gd name="connsiteY4916" fmla="*/ 1878880 h 2650669"/>
                <a:gd name="connsiteX4917" fmla="*/ 783413 w 2676209"/>
                <a:gd name="connsiteY4917" fmla="*/ 1881229 h 2650669"/>
                <a:gd name="connsiteX4918" fmla="*/ 784504 w 2676209"/>
                <a:gd name="connsiteY4918" fmla="*/ 1882386 h 2650669"/>
                <a:gd name="connsiteX4919" fmla="*/ 1409284 w 2676209"/>
                <a:gd name="connsiteY4919" fmla="*/ 1876069 h 2650669"/>
                <a:gd name="connsiteX4920" fmla="*/ 1408127 w 2676209"/>
                <a:gd name="connsiteY4920" fmla="*/ 1877161 h 2650669"/>
                <a:gd name="connsiteX4921" fmla="*/ 1410376 w 2676209"/>
                <a:gd name="connsiteY4921" fmla="*/ 1878384 h 2650669"/>
                <a:gd name="connsiteX4922" fmla="*/ 1411633 w 2676209"/>
                <a:gd name="connsiteY4922" fmla="*/ 1877161 h 2650669"/>
                <a:gd name="connsiteX4923" fmla="*/ 1409284 w 2676209"/>
                <a:gd name="connsiteY4923" fmla="*/ 1876069 h 2650669"/>
                <a:gd name="connsiteX4924" fmla="*/ 1365562 w 2676209"/>
                <a:gd name="connsiteY4924" fmla="*/ 1876532 h 2650669"/>
                <a:gd name="connsiteX4925" fmla="*/ 1364471 w 2676209"/>
                <a:gd name="connsiteY4925" fmla="*/ 1875408 h 2650669"/>
                <a:gd name="connsiteX4926" fmla="*/ 1363214 w 2676209"/>
                <a:gd name="connsiteY4926" fmla="*/ 1877657 h 2650669"/>
                <a:gd name="connsiteX4927" fmla="*/ 1364471 w 2676209"/>
                <a:gd name="connsiteY4927" fmla="*/ 1878880 h 2650669"/>
                <a:gd name="connsiteX4928" fmla="*/ 1365562 w 2676209"/>
                <a:gd name="connsiteY4928" fmla="*/ 1876532 h 2650669"/>
                <a:gd name="connsiteX4929" fmla="*/ 2091149 w 2676209"/>
                <a:gd name="connsiteY4929" fmla="*/ 384249 h 2650669"/>
                <a:gd name="connsiteX4930" fmla="*/ 2090057 w 2676209"/>
                <a:gd name="connsiteY4930" fmla="*/ 385374 h 2650669"/>
                <a:gd name="connsiteX4931" fmla="*/ 2091149 w 2676209"/>
                <a:gd name="connsiteY4931" fmla="*/ 387722 h 2650669"/>
                <a:gd name="connsiteX4932" fmla="*/ 2092372 w 2676209"/>
                <a:gd name="connsiteY4932" fmla="*/ 386498 h 2650669"/>
                <a:gd name="connsiteX4933" fmla="*/ 2091149 w 2676209"/>
                <a:gd name="connsiteY4933" fmla="*/ 384249 h 2650669"/>
                <a:gd name="connsiteX4934" fmla="*/ 455495 w 2676209"/>
                <a:gd name="connsiteY4934" fmla="*/ 2084263 h 2650669"/>
                <a:gd name="connsiteX4935" fmla="*/ 457843 w 2676209"/>
                <a:gd name="connsiteY4935" fmla="*/ 2083172 h 2650669"/>
                <a:gd name="connsiteX4936" fmla="*/ 456685 w 2676209"/>
                <a:gd name="connsiteY4936" fmla="*/ 2082080 h 2650669"/>
                <a:gd name="connsiteX4937" fmla="*/ 454337 w 2676209"/>
                <a:gd name="connsiteY4937" fmla="*/ 2083172 h 2650669"/>
                <a:gd name="connsiteX4938" fmla="*/ 455495 w 2676209"/>
                <a:gd name="connsiteY4938" fmla="*/ 2084263 h 2650669"/>
                <a:gd name="connsiteX4939" fmla="*/ 422918 w 2676209"/>
                <a:gd name="connsiteY4939" fmla="*/ 2083172 h 2650669"/>
                <a:gd name="connsiteX4940" fmla="*/ 421760 w 2676209"/>
                <a:gd name="connsiteY4940" fmla="*/ 2082080 h 2650669"/>
                <a:gd name="connsiteX4941" fmla="*/ 419412 w 2676209"/>
                <a:gd name="connsiteY4941" fmla="*/ 2083172 h 2650669"/>
                <a:gd name="connsiteX4942" fmla="*/ 420570 w 2676209"/>
                <a:gd name="connsiteY4942" fmla="*/ 2084263 h 2650669"/>
                <a:gd name="connsiteX4943" fmla="*/ 422918 w 2676209"/>
                <a:gd name="connsiteY4943" fmla="*/ 2083172 h 2650669"/>
                <a:gd name="connsiteX4944" fmla="*/ 293636 w 2676209"/>
                <a:gd name="connsiteY4944" fmla="*/ 2093656 h 2650669"/>
                <a:gd name="connsiteX4945" fmla="*/ 295885 w 2676209"/>
                <a:gd name="connsiteY4945" fmla="*/ 2094913 h 2650669"/>
                <a:gd name="connsiteX4946" fmla="*/ 297141 w 2676209"/>
                <a:gd name="connsiteY4946" fmla="*/ 2093656 h 2650669"/>
                <a:gd name="connsiteX4947" fmla="*/ 294793 w 2676209"/>
                <a:gd name="connsiteY4947" fmla="*/ 2092565 h 2650669"/>
                <a:gd name="connsiteX4948" fmla="*/ 293636 w 2676209"/>
                <a:gd name="connsiteY4948" fmla="*/ 2093656 h 2650669"/>
                <a:gd name="connsiteX4949" fmla="*/ 161542 w 2676209"/>
                <a:gd name="connsiteY4949" fmla="*/ 2093061 h 2650669"/>
                <a:gd name="connsiteX4950" fmla="*/ 162634 w 2676209"/>
                <a:gd name="connsiteY4950" fmla="*/ 2095409 h 2650669"/>
                <a:gd name="connsiteX4951" fmla="*/ 163891 w 2676209"/>
                <a:gd name="connsiteY4951" fmla="*/ 2094152 h 2650669"/>
                <a:gd name="connsiteX4952" fmla="*/ 162634 w 2676209"/>
                <a:gd name="connsiteY4952" fmla="*/ 2091903 h 2650669"/>
                <a:gd name="connsiteX4953" fmla="*/ 161542 w 2676209"/>
                <a:gd name="connsiteY4953" fmla="*/ 2093061 h 2650669"/>
                <a:gd name="connsiteX4954" fmla="*/ 380981 w 2676209"/>
                <a:gd name="connsiteY4954" fmla="*/ 2090150 h 2650669"/>
                <a:gd name="connsiteX4955" fmla="*/ 379857 w 2676209"/>
                <a:gd name="connsiteY4955" fmla="*/ 2089059 h 2650669"/>
                <a:gd name="connsiteX4956" fmla="*/ 377509 w 2676209"/>
                <a:gd name="connsiteY4956" fmla="*/ 2090150 h 2650669"/>
                <a:gd name="connsiteX4957" fmla="*/ 378633 w 2676209"/>
                <a:gd name="connsiteY4957" fmla="*/ 2091242 h 2650669"/>
                <a:gd name="connsiteX4958" fmla="*/ 380981 w 2676209"/>
                <a:gd name="connsiteY4958" fmla="*/ 2090150 h 2650669"/>
                <a:gd name="connsiteX4959" fmla="*/ 384487 w 2676209"/>
                <a:gd name="connsiteY4959" fmla="*/ 2055258 h 2650669"/>
                <a:gd name="connsiteX4960" fmla="*/ 386835 w 2676209"/>
                <a:gd name="connsiteY4960" fmla="*/ 2056350 h 2650669"/>
                <a:gd name="connsiteX4961" fmla="*/ 387960 w 2676209"/>
                <a:gd name="connsiteY4961" fmla="*/ 2055258 h 2650669"/>
                <a:gd name="connsiteX4962" fmla="*/ 385711 w 2676209"/>
                <a:gd name="connsiteY4962" fmla="*/ 2054001 h 2650669"/>
                <a:gd name="connsiteX4963" fmla="*/ 384487 w 2676209"/>
                <a:gd name="connsiteY4963" fmla="*/ 2055258 h 2650669"/>
                <a:gd name="connsiteX4964" fmla="*/ 190580 w 2676209"/>
                <a:gd name="connsiteY4964" fmla="*/ 2070968 h 2650669"/>
                <a:gd name="connsiteX4965" fmla="*/ 191672 w 2676209"/>
                <a:gd name="connsiteY4965" fmla="*/ 2069810 h 2650669"/>
                <a:gd name="connsiteX4966" fmla="*/ 190580 w 2676209"/>
                <a:gd name="connsiteY4966" fmla="*/ 2067462 h 2650669"/>
                <a:gd name="connsiteX4967" fmla="*/ 189357 w 2676209"/>
                <a:gd name="connsiteY4967" fmla="*/ 2068719 h 2650669"/>
                <a:gd name="connsiteX4968" fmla="*/ 190580 w 2676209"/>
                <a:gd name="connsiteY4968" fmla="*/ 2070968 h 2650669"/>
                <a:gd name="connsiteX4969" fmla="*/ 644176 w 2676209"/>
                <a:gd name="connsiteY4969" fmla="*/ 2066801 h 2650669"/>
                <a:gd name="connsiteX4970" fmla="*/ 646491 w 2676209"/>
                <a:gd name="connsiteY4970" fmla="*/ 2065709 h 2650669"/>
                <a:gd name="connsiteX4971" fmla="*/ 645267 w 2676209"/>
                <a:gd name="connsiteY4971" fmla="*/ 2064486 h 2650669"/>
                <a:gd name="connsiteX4972" fmla="*/ 643018 w 2676209"/>
                <a:gd name="connsiteY4972" fmla="*/ 2065709 h 2650669"/>
                <a:gd name="connsiteX4973" fmla="*/ 644176 w 2676209"/>
                <a:gd name="connsiteY4973" fmla="*/ 2066801 h 2650669"/>
                <a:gd name="connsiteX4974" fmla="*/ 391465 w 2676209"/>
                <a:gd name="connsiteY4974" fmla="*/ 2065709 h 2650669"/>
                <a:gd name="connsiteX4975" fmla="*/ 390308 w 2676209"/>
                <a:gd name="connsiteY4975" fmla="*/ 2064618 h 2650669"/>
                <a:gd name="connsiteX4976" fmla="*/ 387993 w 2676209"/>
                <a:gd name="connsiteY4976" fmla="*/ 2065709 h 2650669"/>
                <a:gd name="connsiteX4977" fmla="*/ 389216 w 2676209"/>
                <a:gd name="connsiteY4977" fmla="*/ 2066966 h 2650669"/>
                <a:gd name="connsiteX4978" fmla="*/ 391465 w 2676209"/>
                <a:gd name="connsiteY4978" fmla="*/ 2065709 h 2650669"/>
                <a:gd name="connsiteX4979" fmla="*/ 994120 w 2676209"/>
                <a:gd name="connsiteY4979" fmla="*/ 258506 h 2650669"/>
                <a:gd name="connsiteX4980" fmla="*/ 993029 w 2676209"/>
                <a:gd name="connsiteY4980" fmla="*/ 259663 h 2650669"/>
                <a:gd name="connsiteX4981" fmla="*/ 994120 w 2676209"/>
                <a:gd name="connsiteY4981" fmla="*/ 262012 h 2650669"/>
                <a:gd name="connsiteX4982" fmla="*/ 995377 w 2676209"/>
                <a:gd name="connsiteY4982" fmla="*/ 260788 h 2650669"/>
                <a:gd name="connsiteX4983" fmla="*/ 994120 w 2676209"/>
                <a:gd name="connsiteY4983" fmla="*/ 258506 h 2650669"/>
                <a:gd name="connsiteX4984" fmla="*/ 603430 w 2676209"/>
                <a:gd name="connsiteY4984" fmla="*/ 2136651 h 2650669"/>
                <a:gd name="connsiteX4985" fmla="*/ 604587 w 2676209"/>
                <a:gd name="connsiteY4985" fmla="*/ 2135559 h 2650669"/>
                <a:gd name="connsiteX4986" fmla="*/ 602338 w 2676209"/>
                <a:gd name="connsiteY4986" fmla="*/ 2134336 h 2650669"/>
                <a:gd name="connsiteX4987" fmla="*/ 601082 w 2676209"/>
                <a:gd name="connsiteY4987" fmla="*/ 2135559 h 2650669"/>
                <a:gd name="connsiteX4988" fmla="*/ 603430 w 2676209"/>
                <a:gd name="connsiteY4988" fmla="*/ 2136651 h 2650669"/>
                <a:gd name="connsiteX4989" fmla="*/ 527726 w 2676209"/>
                <a:gd name="connsiteY4989" fmla="*/ 2132087 h 2650669"/>
                <a:gd name="connsiteX4990" fmla="*/ 528883 w 2676209"/>
                <a:gd name="connsiteY4990" fmla="*/ 2133178 h 2650669"/>
                <a:gd name="connsiteX4991" fmla="*/ 531232 w 2676209"/>
                <a:gd name="connsiteY4991" fmla="*/ 2132087 h 2650669"/>
                <a:gd name="connsiteX4992" fmla="*/ 530074 w 2676209"/>
                <a:gd name="connsiteY4992" fmla="*/ 2130995 h 2650669"/>
                <a:gd name="connsiteX4993" fmla="*/ 527726 w 2676209"/>
                <a:gd name="connsiteY4993" fmla="*/ 2132087 h 2650669"/>
                <a:gd name="connsiteX4994" fmla="*/ 1940402 w 2676209"/>
                <a:gd name="connsiteY4994" fmla="*/ 240547 h 2650669"/>
                <a:gd name="connsiteX4995" fmla="*/ 1942651 w 2676209"/>
                <a:gd name="connsiteY4995" fmla="*/ 239324 h 2650669"/>
                <a:gd name="connsiteX4996" fmla="*/ 1941494 w 2676209"/>
                <a:gd name="connsiteY4996" fmla="*/ 238232 h 2650669"/>
                <a:gd name="connsiteX4997" fmla="*/ 1940105 w 2676209"/>
                <a:gd name="connsiteY4997" fmla="*/ 238827 h 2650669"/>
                <a:gd name="connsiteX4998" fmla="*/ 1940072 w 2676209"/>
                <a:gd name="connsiteY4998" fmla="*/ 240217 h 2650669"/>
                <a:gd name="connsiteX4999" fmla="*/ 1940402 w 2676209"/>
                <a:gd name="connsiteY4999" fmla="*/ 240547 h 2650669"/>
                <a:gd name="connsiteX5000" fmla="*/ 574292 w 2676209"/>
                <a:gd name="connsiteY5000" fmla="*/ 2112210 h 2650669"/>
                <a:gd name="connsiteX5001" fmla="*/ 576641 w 2676209"/>
                <a:gd name="connsiteY5001" fmla="*/ 2111118 h 2650669"/>
                <a:gd name="connsiteX5002" fmla="*/ 575483 w 2676209"/>
                <a:gd name="connsiteY5002" fmla="*/ 2110027 h 2650669"/>
                <a:gd name="connsiteX5003" fmla="*/ 573135 w 2676209"/>
                <a:gd name="connsiteY5003" fmla="*/ 2111118 h 2650669"/>
                <a:gd name="connsiteX5004" fmla="*/ 574292 w 2676209"/>
                <a:gd name="connsiteY5004" fmla="*/ 2112210 h 2650669"/>
                <a:gd name="connsiteX5005" fmla="*/ 314604 w 2676209"/>
                <a:gd name="connsiteY5005" fmla="*/ 2107646 h 2650669"/>
                <a:gd name="connsiteX5006" fmla="*/ 316853 w 2676209"/>
                <a:gd name="connsiteY5006" fmla="*/ 2108870 h 2650669"/>
                <a:gd name="connsiteX5007" fmla="*/ 318110 w 2676209"/>
                <a:gd name="connsiteY5007" fmla="*/ 2107646 h 2650669"/>
                <a:gd name="connsiteX5008" fmla="*/ 315761 w 2676209"/>
                <a:gd name="connsiteY5008" fmla="*/ 2106554 h 2650669"/>
                <a:gd name="connsiteX5009" fmla="*/ 314604 w 2676209"/>
                <a:gd name="connsiteY5009" fmla="*/ 2107646 h 2650669"/>
                <a:gd name="connsiteX5010" fmla="*/ 86368 w 2676209"/>
                <a:gd name="connsiteY5010" fmla="*/ 2105231 h 2650669"/>
                <a:gd name="connsiteX5011" fmla="*/ 87525 w 2676209"/>
                <a:gd name="connsiteY5011" fmla="*/ 2104140 h 2650669"/>
                <a:gd name="connsiteX5012" fmla="*/ 85276 w 2676209"/>
                <a:gd name="connsiteY5012" fmla="*/ 2102883 h 2650669"/>
                <a:gd name="connsiteX5013" fmla="*/ 84020 w 2676209"/>
                <a:gd name="connsiteY5013" fmla="*/ 2104140 h 2650669"/>
                <a:gd name="connsiteX5014" fmla="*/ 86368 w 2676209"/>
                <a:gd name="connsiteY5014" fmla="*/ 2105231 h 2650669"/>
                <a:gd name="connsiteX5015" fmla="*/ 626680 w 2676209"/>
                <a:gd name="connsiteY5015" fmla="*/ 2007435 h 2650669"/>
                <a:gd name="connsiteX5016" fmla="*/ 629028 w 2676209"/>
                <a:gd name="connsiteY5016" fmla="*/ 2006343 h 2650669"/>
                <a:gd name="connsiteX5017" fmla="*/ 627904 w 2676209"/>
                <a:gd name="connsiteY5017" fmla="*/ 2005252 h 2650669"/>
                <a:gd name="connsiteX5018" fmla="*/ 625556 w 2676209"/>
                <a:gd name="connsiteY5018" fmla="*/ 2006343 h 2650669"/>
                <a:gd name="connsiteX5019" fmla="*/ 626680 w 2676209"/>
                <a:gd name="connsiteY5019" fmla="*/ 2007435 h 2650669"/>
                <a:gd name="connsiteX5020" fmla="*/ 581866 w 2676209"/>
                <a:gd name="connsiteY5020" fmla="*/ 2008096 h 2650669"/>
                <a:gd name="connsiteX5021" fmla="*/ 583123 w 2676209"/>
                <a:gd name="connsiteY5021" fmla="*/ 2005847 h 2650669"/>
                <a:gd name="connsiteX5022" fmla="*/ 581866 w 2676209"/>
                <a:gd name="connsiteY5022" fmla="*/ 2004624 h 2650669"/>
                <a:gd name="connsiteX5023" fmla="*/ 580775 w 2676209"/>
                <a:gd name="connsiteY5023" fmla="*/ 2006972 h 2650669"/>
                <a:gd name="connsiteX5024" fmla="*/ 581866 w 2676209"/>
                <a:gd name="connsiteY5024" fmla="*/ 2008096 h 2650669"/>
                <a:gd name="connsiteX5025" fmla="*/ 2229129 w 2676209"/>
                <a:gd name="connsiteY5025" fmla="*/ 302162 h 2650669"/>
                <a:gd name="connsiteX5026" fmla="*/ 2226880 w 2676209"/>
                <a:gd name="connsiteY5026" fmla="*/ 300938 h 2650669"/>
                <a:gd name="connsiteX5027" fmla="*/ 2225656 w 2676209"/>
                <a:gd name="connsiteY5027" fmla="*/ 302162 h 2650669"/>
                <a:gd name="connsiteX5028" fmla="*/ 2227971 w 2676209"/>
                <a:gd name="connsiteY5028" fmla="*/ 303254 h 2650669"/>
                <a:gd name="connsiteX5029" fmla="*/ 2229129 w 2676209"/>
                <a:gd name="connsiteY5029" fmla="*/ 302162 h 2650669"/>
                <a:gd name="connsiteX5030" fmla="*/ 485789 w 2676209"/>
                <a:gd name="connsiteY5030" fmla="*/ 2016828 h 2650669"/>
                <a:gd name="connsiteX5031" fmla="*/ 484665 w 2676209"/>
                <a:gd name="connsiteY5031" fmla="*/ 2015736 h 2650669"/>
                <a:gd name="connsiteX5032" fmla="*/ 482317 w 2676209"/>
                <a:gd name="connsiteY5032" fmla="*/ 2016828 h 2650669"/>
                <a:gd name="connsiteX5033" fmla="*/ 483474 w 2676209"/>
                <a:gd name="connsiteY5033" fmla="*/ 2017919 h 2650669"/>
                <a:gd name="connsiteX5034" fmla="*/ 485789 w 2676209"/>
                <a:gd name="connsiteY5034" fmla="*/ 2016828 h 2650669"/>
                <a:gd name="connsiteX5035" fmla="*/ 1945000 w 2676209"/>
                <a:gd name="connsiteY5035" fmla="*/ 294092 h 2650669"/>
                <a:gd name="connsiteX5036" fmla="*/ 1942651 w 2676209"/>
                <a:gd name="connsiteY5036" fmla="*/ 295184 h 2650669"/>
                <a:gd name="connsiteX5037" fmla="*/ 1943809 w 2676209"/>
                <a:gd name="connsiteY5037" fmla="*/ 296275 h 2650669"/>
                <a:gd name="connsiteX5038" fmla="*/ 1946157 w 2676209"/>
                <a:gd name="connsiteY5038" fmla="*/ 295184 h 2650669"/>
                <a:gd name="connsiteX5039" fmla="*/ 1945000 w 2676209"/>
                <a:gd name="connsiteY5039" fmla="*/ 294092 h 2650669"/>
                <a:gd name="connsiteX5040" fmla="*/ 1321939 w 2676209"/>
                <a:gd name="connsiteY5040" fmla="*/ 1996984 h 2650669"/>
                <a:gd name="connsiteX5041" fmla="*/ 1324287 w 2676209"/>
                <a:gd name="connsiteY5041" fmla="*/ 1995892 h 2650669"/>
                <a:gd name="connsiteX5042" fmla="*/ 1323130 w 2676209"/>
                <a:gd name="connsiteY5042" fmla="*/ 1994801 h 2650669"/>
                <a:gd name="connsiteX5043" fmla="*/ 1320781 w 2676209"/>
                <a:gd name="connsiteY5043" fmla="*/ 1995892 h 2650669"/>
                <a:gd name="connsiteX5044" fmla="*/ 1321939 w 2676209"/>
                <a:gd name="connsiteY5044" fmla="*/ 1996984 h 2650669"/>
                <a:gd name="connsiteX5045" fmla="*/ 1422117 w 2676209"/>
                <a:gd name="connsiteY5045" fmla="*/ 2037796 h 2650669"/>
                <a:gd name="connsiteX5046" fmla="*/ 1420959 w 2676209"/>
                <a:gd name="connsiteY5046" fmla="*/ 2036704 h 2650669"/>
                <a:gd name="connsiteX5047" fmla="*/ 1418611 w 2676209"/>
                <a:gd name="connsiteY5047" fmla="*/ 2037796 h 2650669"/>
                <a:gd name="connsiteX5048" fmla="*/ 1419835 w 2676209"/>
                <a:gd name="connsiteY5048" fmla="*/ 2039019 h 2650669"/>
                <a:gd name="connsiteX5049" fmla="*/ 1422117 w 2676209"/>
                <a:gd name="connsiteY5049" fmla="*/ 2037796 h 2650669"/>
                <a:gd name="connsiteX5050" fmla="*/ 689089 w 2676209"/>
                <a:gd name="connsiteY5050" fmla="*/ 2019738 h 2650669"/>
                <a:gd name="connsiteX5051" fmla="*/ 689353 w 2676209"/>
                <a:gd name="connsiteY5051" fmla="*/ 2020432 h 2650669"/>
                <a:gd name="connsiteX5052" fmla="*/ 690577 w 2676209"/>
                <a:gd name="connsiteY5052" fmla="*/ 2019308 h 2650669"/>
                <a:gd name="connsiteX5053" fmla="*/ 690180 w 2676209"/>
                <a:gd name="connsiteY5053" fmla="*/ 2018580 h 2650669"/>
                <a:gd name="connsiteX5054" fmla="*/ 689089 w 2676209"/>
                <a:gd name="connsiteY5054" fmla="*/ 2019738 h 2650669"/>
                <a:gd name="connsiteX5055" fmla="*/ 534043 w 2676209"/>
                <a:gd name="connsiteY5055" fmla="*/ 2020929 h 2650669"/>
                <a:gd name="connsiteX5056" fmla="*/ 532951 w 2676209"/>
                <a:gd name="connsiteY5056" fmla="*/ 2018580 h 2650669"/>
                <a:gd name="connsiteX5057" fmla="*/ 531860 w 2676209"/>
                <a:gd name="connsiteY5057" fmla="*/ 2019705 h 2650669"/>
                <a:gd name="connsiteX5058" fmla="*/ 532951 w 2676209"/>
                <a:gd name="connsiteY5058" fmla="*/ 2022053 h 2650669"/>
                <a:gd name="connsiteX5059" fmla="*/ 534043 w 2676209"/>
                <a:gd name="connsiteY5059" fmla="*/ 2020929 h 2650669"/>
                <a:gd name="connsiteX5060" fmla="*/ 677943 w 2676209"/>
                <a:gd name="connsiteY5060" fmla="*/ 2030784 h 2650669"/>
                <a:gd name="connsiteX5061" fmla="*/ 678406 w 2676209"/>
                <a:gd name="connsiteY5061" fmla="*/ 2031313 h 2650669"/>
                <a:gd name="connsiteX5062" fmla="*/ 679795 w 2676209"/>
                <a:gd name="connsiteY5062" fmla="*/ 2029792 h 2650669"/>
                <a:gd name="connsiteX5063" fmla="*/ 677943 w 2676209"/>
                <a:gd name="connsiteY5063" fmla="*/ 2030784 h 2650669"/>
                <a:gd name="connsiteX5064" fmla="*/ 1253908 w 2676209"/>
                <a:gd name="connsiteY5064" fmla="*/ 291182 h 2650669"/>
                <a:gd name="connsiteX5065" fmla="*/ 1252651 w 2676209"/>
                <a:gd name="connsiteY5065" fmla="*/ 289958 h 2650669"/>
                <a:gd name="connsiteX5066" fmla="*/ 1251560 w 2676209"/>
                <a:gd name="connsiteY5066" fmla="*/ 292306 h 2650669"/>
                <a:gd name="connsiteX5067" fmla="*/ 1252651 w 2676209"/>
                <a:gd name="connsiteY5067" fmla="*/ 293431 h 2650669"/>
                <a:gd name="connsiteX5068" fmla="*/ 1253908 w 2676209"/>
                <a:gd name="connsiteY5068" fmla="*/ 291182 h 2650669"/>
                <a:gd name="connsiteX5069" fmla="*/ 1374922 w 2676209"/>
                <a:gd name="connsiteY5069" fmla="*/ 2025559 h 2650669"/>
                <a:gd name="connsiteX5070" fmla="*/ 1373830 w 2676209"/>
                <a:gd name="connsiteY5070" fmla="*/ 2026716 h 2650669"/>
                <a:gd name="connsiteX5071" fmla="*/ 1374922 w 2676209"/>
                <a:gd name="connsiteY5071" fmla="*/ 2029065 h 2650669"/>
                <a:gd name="connsiteX5072" fmla="*/ 1376178 w 2676209"/>
                <a:gd name="connsiteY5072" fmla="*/ 2027808 h 2650669"/>
                <a:gd name="connsiteX5073" fmla="*/ 1374922 w 2676209"/>
                <a:gd name="connsiteY5073" fmla="*/ 2025559 h 2650669"/>
                <a:gd name="connsiteX5074" fmla="*/ 1016841 w 2676209"/>
                <a:gd name="connsiteY5074" fmla="*/ 1650148 h 2650669"/>
                <a:gd name="connsiteX5075" fmla="*/ 1017999 w 2676209"/>
                <a:gd name="connsiteY5075" fmla="*/ 1651240 h 2650669"/>
                <a:gd name="connsiteX5076" fmla="*/ 1020314 w 2676209"/>
                <a:gd name="connsiteY5076" fmla="*/ 1650148 h 2650669"/>
                <a:gd name="connsiteX5077" fmla="*/ 1019189 w 2676209"/>
                <a:gd name="connsiteY5077" fmla="*/ 1649057 h 2650669"/>
                <a:gd name="connsiteX5078" fmla="*/ 1016841 w 2676209"/>
                <a:gd name="connsiteY5078" fmla="*/ 1650148 h 2650669"/>
                <a:gd name="connsiteX5079" fmla="*/ 2643136 w 2676209"/>
                <a:gd name="connsiteY5079" fmla="*/ 1641417 h 2650669"/>
                <a:gd name="connsiteX5080" fmla="*/ 2641879 w 2676209"/>
                <a:gd name="connsiteY5080" fmla="*/ 1643666 h 2650669"/>
                <a:gd name="connsiteX5081" fmla="*/ 2643136 w 2676209"/>
                <a:gd name="connsiteY5081" fmla="*/ 1644923 h 2650669"/>
                <a:gd name="connsiteX5082" fmla="*/ 2644227 w 2676209"/>
                <a:gd name="connsiteY5082" fmla="*/ 1642574 h 2650669"/>
                <a:gd name="connsiteX5083" fmla="*/ 2643136 w 2676209"/>
                <a:gd name="connsiteY5083" fmla="*/ 1641417 h 2650669"/>
                <a:gd name="connsiteX5084" fmla="*/ 1345288 w 2676209"/>
                <a:gd name="connsiteY5084" fmla="*/ 1642938 h 2650669"/>
                <a:gd name="connsiteX5085" fmla="*/ 1347339 w 2676209"/>
                <a:gd name="connsiteY5085" fmla="*/ 1644526 h 2650669"/>
                <a:gd name="connsiteX5086" fmla="*/ 1348463 w 2676209"/>
                <a:gd name="connsiteY5086" fmla="*/ 1643467 h 2650669"/>
                <a:gd name="connsiteX5087" fmla="*/ 1346777 w 2676209"/>
                <a:gd name="connsiteY5087" fmla="*/ 1641483 h 2650669"/>
                <a:gd name="connsiteX5088" fmla="*/ 1345222 w 2676209"/>
                <a:gd name="connsiteY5088" fmla="*/ 1641384 h 2650669"/>
                <a:gd name="connsiteX5089" fmla="*/ 1345222 w 2676209"/>
                <a:gd name="connsiteY5089" fmla="*/ 1641417 h 2650669"/>
                <a:gd name="connsiteX5090" fmla="*/ 1345288 w 2676209"/>
                <a:gd name="connsiteY5090" fmla="*/ 1642938 h 2650669"/>
                <a:gd name="connsiteX5091" fmla="*/ 1086724 w 2676209"/>
                <a:gd name="connsiteY5091" fmla="*/ 1643170 h 2650669"/>
                <a:gd name="connsiteX5092" fmla="*/ 1085567 w 2676209"/>
                <a:gd name="connsiteY5092" fmla="*/ 1642078 h 2650669"/>
                <a:gd name="connsiteX5093" fmla="*/ 1083219 w 2676209"/>
                <a:gd name="connsiteY5093" fmla="*/ 1643170 h 2650669"/>
                <a:gd name="connsiteX5094" fmla="*/ 1084442 w 2676209"/>
                <a:gd name="connsiteY5094" fmla="*/ 1644426 h 2650669"/>
                <a:gd name="connsiteX5095" fmla="*/ 1086724 w 2676209"/>
                <a:gd name="connsiteY5095" fmla="*/ 1643170 h 2650669"/>
                <a:gd name="connsiteX5096" fmla="*/ 2067270 w 2676209"/>
                <a:gd name="connsiteY5096" fmla="*/ 559502 h 2650669"/>
                <a:gd name="connsiteX5097" fmla="*/ 2064922 w 2676209"/>
                <a:gd name="connsiteY5097" fmla="*/ 560594 h 2650669"/>
                <a:gd name="connsiteX5098" fmla="*/ 2066179 w 2676209"/>
                <a:gd name="connsiteY5098" fmla="*/ 561851 h 2650669"/>
                <a:gd name="connsiteX5099" fmla="*/ 2068428 w 2676209"/>
                <a:gd name="connsiteY5099" fmla="*/ 560594 h 2650669"/>
                <a:gd name="connsiteX5100" fmla="*/ 2067270 w 2676209"/>
                <a:gd name="connsiteY5100" fmla="*/ 559502 h 2650669"/>
                <a:gd name="connsiteX5101" fmla="*/ 991739 w 2676209"/>
                <a:gd name="connsiteY5101" fmla="*/ 1661228 h 2650669"/>
                <a:gd name="connsiteX5102" fmla="*/ 990647 w 2676209"/>
                <a:gd name="connsiteY5102" fmla="*/ 1658879 h 2650669"/>
                <a:gd name="connsiteX5103" fmla="*/ 989556 w 2676209"/>
                <a:gd name="connsiteY5103" fmla="*/ 1660037 h 2650669"/>
                <a:gd name="connsiteX5104" fmla="*/ 990647 w 2676209"/>
                <a:gd name="connsiteY5104" fmla="*/ 1662385 h 2650669"/>
                <a:gd name="connsiteX5105" fmla="*/ 991739 w 2676209"/>
                <a:gd name="connsiteY5105" fmla="*/ 1661228 h 2650669"/>
                <a:gd name="connsiteX5106" fmla="*/ 1959485 w 2676209"/>
                <a:gd name="connsiteY5106" fmla="*/ 547232 h 2650669"/>
                <a:gd name="connsiteX5107" fmla="*/ 1958394 w 2676209"/>
                <a:gd name="connsiteY5107" fmla="*/ 544884 h 2650669"/>
                <a:gd name="connsiteX5108" fmla="*/ 1957270 w 2676209"/>
                <a:gd name="connsiteY5108" fmla="*/ 546042 h 2650669"/>
                <a:gd name="connsiteX5109" fmla="*/ 1958394 w 2676209"/>
                <a:gd name="connsiteY5109" fmla="*/ 548357 h 2650669"/>
                <a:gd name="connsiteX5110" fmla="*/ 1959485 w 2676209"/>
                <a:gd name="connsiteY5110" fmla="*/ 547232 h 2650669"/>
                <a:gd name="connsiteX5111" fmla="*/ 2124982 w 2676209"/>
                <a:gd name="connsiteY5111" fmla="*/ 546042 h 2650669"/>
                <a:gd name="connsiteX5112" fmla="*/ 2126074 w 2676209"/>
                <a:gd name="connsiteY5112" fmla="*/ 548357 h 2650669"/>
                <a:gd name="connsiteX5113" fmla="*/ 2127298 w 2676209"/>
                <a:gd name="connsiteY5113" fmla="*/ 547133 h 2650669"/>
                <a:gd name="connsiteX5114" fmla="*/ 2126074 w 2676209"/>
                <a:gd name="connsiteY5114" fmla="*/ 544884 h 2650669"/>
                <a:gd name="connsiteX5115" fmla="*/ 2124982 w 2676209"/>
                <a:gd name="connsiteY5115" fmla="*/ 546042 h 2650669"/>
                <a:gd name="connsiteX5116" fmla="*/ 1238694 w 2676209"/>
                <a:gd name="connsiteY5116" fmla="*/ 1651901 h 2650669"/>
                <a:gd name="connsiteX5117" fmla="*/ 1237603 w 2676209"/>
                <a:gd name="connsiteY5117" fmla="*/ 1653059 h 2650669"/>
                <a:gd name="connsiteX5118" fmla="*/ 1238694 w 2676209"/>
                <a:gd name="connsiteY5118" fmla="*/ 1655407 h 2650669"/>
                <a:gd name="connsiteX5119" fmla="*/ 1239918 w 2676209"/>
                <a:gd name="connsiteY5119" fmla="*/ 1654150 h 2650669"/>
                <a:gd name="connsiteX5120" fmla="*/ 1238694 w 2676209"/>
                <a:gd name="connsiteY5120" fmla="*/ 1651901 h 2650669"/>
                <a:gd name="connsiteX5121" fmla="*/ 2026491 w 2676209"/>
                <a:gd name="connsiteY5121" fmla="*/ 571078 h 2650669"/>
                <a:gd name="connsiteX5122" fmla="*/ 2024242 w 2676209"/>
                <a:gd name="connsiteY5122" fmla="*/ 569821 h 2650669"/>
                <a:gd name="connsiteX5123" fmla="*/ 2023019 w 2676209"/>
                <a:gd name="connsiteY5123" fmla="*/ 571078 h 2650669"/>
                <a:gd name="connsiteX5124" fmla="*/ 2025367 w 2676209"/>
                <a:gd name="connsiteY5124" fmla="*/ 572169 h 2650669"/>
                <a:gd name="connsiteX5125" fmla="*/ 2026491 w 2676209"/>
                <a:gd name="connsiteY5125" fmla="*/ 571078 h 2650669"/>
                <a:gd name="connsiteX5126" fmla="*/ 1423837 w 2676209"/>
                <a:gd name="connsiteY5126" fmla="*/ 1630933 h 2650669"/>
                <a:gd name="connsiteX5127" fmla="*/ 1425093 w 2676209"/>
                <a:gd name="connsiteY5127" fmla="*/ 1628684 h 2650669"/>
                <a:gd name="connsiteX5128" fmla="*/ 1423837 w 2676209"/>
                <a:gd name="connsiteY5128" fmla="*/ 1627460 h 2650669"/>
                <a:gd name="connsiteX5129" fmla="*/ 1422745 w 2676209"/>
                <a:gd name="connsiteY5129" fmla="*/ 1629808 h 2650669"/>
                <a:gd name="connsiteX5130" fmla="*/ 1423837 w 2676209"/>
                <a:gd name="connsiteY5130" fmla="*/ 1630933 h 2650669"/>
                <a:gd name="connsiteX5131" fmla="*/ 1262044 w 2676209"/>
                <a:gd name="connsiteY5131" fmla="*/ 1626303 h 2650669"/>
                <a:gd name="connsiteX5132" fmla="*/ 1263135 w 2676209"/>
                <a:gd name="connsiteY5132" fmla="*/ 1627460 h 2650669"/>
                <a:gd name="connsiteX5133" fmla="*/ 1264392 w 2676209"/>
                <a:gd name="connsiteY5133" fmla="*/ 1625211 h 2650669"/>
                <a:gd name="connsiteX5134" fmla="*/ 1263135 w 2676209"/>
                <a:gd name="connsiteY5134" fmla="*/ 1623954 h 2650669"/>
                <a:gd name="connsiteX5135" fmla="*/ 1262044 w 2676209"/>
                <a:gd name="connsiteY5135" fmla="*/ 1626303 h 2650669"/>
                <a:gd name="connsiteX5136" fmla="*/ 800247 w 2676209"/>
                <a:gd name="connsiteY5136" fmla="*/ 1622201 h 2650669"/>
                <a:gd name="connsiteX5137" fmla="*/ 801470 w 2676209"/>
                <a:gd name="connsiteY5137" fmla="*/ 1623458 h 2650669"/>
                <a:gd name="connsiteX5138" fmla="*/ 803719 w 2676209"/>
                <a:gd name="connsiteY5138" fmla="*/ 1622201 h 2650669"/>
                <a:gd name="connsiteX5139" fmla="*/ 802562 w 2676209"/>
                <a:gd name="connsiteY5139" fmla="*/ 1621110 h 2650669"/>
                <a:gd name="connsiteX5140" fmla="*/ 800247 w 2676209"/>
                <a:gd name="connsiteY5140" fmla="*/ 1622201 h 2650669"/>
                <a:gd name="connsiteX5141" fmla="*/ 1190375 w 2676209"/>
                <a:gd name="connsiteY5141" fmla="*/ 1617637 h 2650669"/>
                <a:gd name="connsiteX5142" fmla="*/ 1188027 w 2676209"/>
                <a:gd name="connsiteY5142" fmla="*/ 1618729 h 2650669"/>
                <a:gd name="connsiteX5143" fmla="*/ 1189184 w 2676209"/>
                <a:gd name="connsiteY5143" fmla="*/ 1619820 h 2650669"/>
                <a:gd name="connsiteX5144" fmla="*/ 1191499 w 2676209"/>
                <a:gd name="connsiteY5144" fmla="*/ 1618729 h 2650669"/>
                <a:gd name="connsiteX5145" fmla="*/ 1190375 w 2676209"/>
                <a:gd name="connsiteY5145" fmla="*/ 1617637 h 2650669"/>
                <a:gd name="connsiteX5146" fmla="*/ 1118805 w 2676209"/>
                <a:gd name="connsiteY5146" fmla="*/ 1619324 h 2650669"/>
                <a:gd name="connsiteX5147" fmla="*/ 1119896 w 2676209"/>
                <a:gd name="connsiteY5147" fmla="*/ 1620482 h 2650669"/>
                <a:gd name="connsiteX5148" fmla="*/ 1121153 w 2676209"/>
                <a:gd name="connsiteY5148" fmla="*/ 1618233 h 2650669"/>
                <a:gd name="connsiteX5149" fmla="*/ 1119896 w 2676209"/>
                <a:gd name="connsiteY5149" fmla="*/ 1616976 h 2650669"/>
                <a:gd name="connsiteX5150" fmla="*/ 1118805 w 2676209"/>
                <a:gd name="connsiteY5150" fmla="*/ 1619324 h 2650669"/>
                <a:gd name="connsiteX5151" fmla="*/ 1345222 w 2676209"/>
                <a:gd name="connsiteY5151" fmla="*/ 1641384 h 2650669"/>
                <a:gd name="connsiteX5152" fmla="*/ 1344230 w 2676209"/>
                <a:gd name="connsiteY5152" fmla="*/ 1638738 h 2650669"/>
                <a:gd name="connsiteX5153" fmla="*/ 1342180 w 2676209"/>
                <a:gd name="connsiteY5153" fmla="*/ 1639399 h 2650669"/>
                <a:gd name="connsiteX5154" fmla="*/ 1343668 w 2676209"/>
                <a:gd name="connsiteY5154" fmla="*/ 1641417 h 2650669"/>
                <a:gd name="connsiteX5155" fmla="*/ 1345222 w 2676209"/>
                <a:gd name="connsiteY5155" fmla="*/ 1641417 h 2650669"/>
                <a:gd name="connsiteX5156" fmla="*/ 1345222 w 2676209"/>
                <a:gd name="connsiteY5156" fmla="*/ 1641384 h 2650669"/>
                <a:gd name="connsiteX5157" fmla="*/ 1219479 w 2676209"/>
                <a:gd name="connsiteY5157" fmla="*/ 1639664 h 2650669"/>
                <a:gd name="connsiteX5158" fmla="*/ 1221728 w 2676209"/>
                <a:gd name="connsiteY5158" fmla="*/ 1640921 h 2650669"/>
                <a:gd name="connsiteX5159" fmla="*/ 1222952 w 2676209"/>
                <a:gd name="connsiteY5159" fmla="*/ 1639664 h 2650669"/>
                <a:gd name="connsiteX5160" fmla="*/ 1220603 w 2676209"/>
                <a:gd name="connsiteY5160" fmla="*/ 1638573 h 2650669"/>
                <a:gd name="connsiteX5161" fmla="*/ 1219479 w 2676209"/>
                <a:gd name="connsiteY5161" fmla="*/ 1639664 h 2650669"/>
                <a:gd name="connsiteX5162" fmla="*/ 1378427 w 2676209"/>
                <a:gd name="connsiteY5162" fmla="*/ 1634438 h 2650669"/>
                <a:gd name="connsiteX5163" fmla="*/ 1379684 w 2676209"/>
                <a:gd name="connsiteY5163" fmla="*/ 1632190 h 2650669"/>
                <a:gd name="connsiteX5164" fmla="*/ 1378427 w 2676209"/>
                <a:gd name="connsiteY5164" fmla="*/ 1630933 h 2650669"/>
                <a:gd name="connsiteX5165" fmla="*/ 1377336 w 2676209"/>
                <a:gd name="connsiteY5165" fmla="*/ 1633281 h 2650669"/>
                <a:gd name="connsiteX5166" fmla="*/ 1378427 w 2676209"/>
                <a:gd name="connsiteY5166" fmla="*/ 1634438 h 2650669"/>
                <a:gd name="connsiteX5167" fmla="*/ 1038934 w 2676209"/>
                <a:gd name="connsiteY5167" fmla="*/ 1686165 h 2650669"/>
                <a:gd name="connsiteX5168" fmla="*/ 1041282 w 2676209"/>
                <a:gd name="connsiteY5168" fmla="*/ 1685073 h 2650669"/>
                <a:gd name="connsiteX5169" fmla="*/ 1040058 w 2676209"/>
                <a:gd name="connsiteY5169" fmla="*/ 1683816 h 2650669"/>
                <a:gd name="connsiteX5170" fmla="*/ 1037809 w 2676209"/>
                <a:gd name="connsiteY5170" fmla="*/ 1685073 h 2650669"/>
                <a:gd name="connsiteX5171" fmla="*/ 1038934 w 2676209"/>
                <a:gd name="connsiteY5171" fmla="*/ 1686165 h 2650669"/>
                <a:gd name="connsiteX5172" fmla="*/ 1373830 w 2676209"/>
                <a:gd name="connsiteY5172" fmla="*/ 1680972 h 2650669"/>
                <a:gd name="connsiteX5173" fmla="*/ 1374922 w 2676209"/>
                <a:gd name="connsiteY5173" fmla="*/ 1683320 h 2650669"/>
                <a:gd name="connsiteX5174" fmla="*/ 1376013 w 2676209"/>
                <a:gd name="connsiteY5174" fmla="*/ 1682196 h 2650669"/>
                <a:gd name="connsiteX5175" fmla="*/ 1374922 w 2676209"/>
                <a:gd name="connsiteY5175" fmla="*/ 1679848 h 2650669"/>
                <a:gd name="connsiteX5176" fmla="*/ 1373830 w 2676209"/>
                <a:gd name="connsiteY5176" fmla="*/ 1680972 h 2650669"/>
                <a:gd name="connsiteX5177" fmla="*/ 1175790 w 2676209"/>
                <a:gd name="connsiteY5177" fmla="*/ 1697310 h 2650669"/>
                <a:gd name="connsiteX5178" fmla="*/ 1177046 w 2676209"/>
                <a:gd name="connsiteY5178" fmla="*/ 1695061 h 2650669"/>
                <a:gd name="connsiteX5179" fmla="*/ 1175790 w 2676209"/>
                <a:gd name="connsiteY5179" fmla="*/ 1693804 h 2650669"/>
                <a:gd name="connsiteX5180" fmla="*/ 1174698 w 2676209"/>
                <a:gd name="connsiteY5180" fmla="*/ 1696153 h 2650669"/>
                <a:gd name="connsiteX5181" fmla="*/ 1175790 w 2676209"/>
                <a:gd name="connsiteY5181" fmla="*/ 1697310 h 2650669"/>
                <a:gd name="connsiteX5182" fmla="*/ 968588 w 2676209"/>
                <a:gd name="connsiteY5182" fmla="*/ 1691456 h 2650669"/>
                <a:gd name="connsiteX5183" fmla="*/ 969679 w 2676209"/>
                <a:gd name="connsiteY5183" fmla="*/ 1693804 h 2650669"/>
                <a:gd name="connsiteX5184" fmla="*/ 970903 w 2676209"/>
                <a:gd name="connsiteY5184" fmla="*/ 1692581 h 2650669"/>
                <a:gd name="connsiteX5185" fmla="*/ 969679 w 2676209"/>
                <a:gd name="connsiteY5185" fmla="*/ 1690332 h 2650669"/>
                <a:gd name="connsiteX5186" fmla="*/ 968588 w 2676209"/>
                <a:gd name="connsiteY5186" fmla="*/ 1691456 h 2650669"/>
                <a:gd name="connsiteX5187" fmla="*/ 1182173 w 2676209"/>
                <a:gd name="connsiteY5187" fmla="*/ 1665229 h 2650669"/>
                <a:gd name="connsiteX5188" fmla="*/ 1184521 w 2676209"/>
                <a:gd name="connsiteY5188" fmla="*/ 1664138 h 2650669"/>
                <a:gd name="connsiteX5189" fmla="*/ 1183297 w 2676209"/>
                <a:gd name="connsiteY5189" fmla="*/ 1662881 h 2650669"/>
                <a:gd name="connsiteX5190" fmla="*/ 1181048 w 2676209"/>
                <a:gd name="connsiteY5190" fmla="*/ 1664138 h 2650669"/>
                <a:gd name="connsiteX5191" fmla="*/ 1182173 w 2676209"/>
                <a:gd name="connsiteY5191" fmla="*/ 1665229 h 2650669"/>
                <a:gd name="connsiteX5192" fmla="*/ 1136764 w 2676209"/>
                <a:gd name="connsiteY5192" fmla="*/ 1661724 h 2650669"/>
                <a:gd name="connsiteX5193" fmla="*/ 1139112 w 2676209"/>
                <a:gd name="connsiteY5193" fmla="*/ 1660632 h 2650669"/>
                <a:gd name="connsiteX5194" fmla="*/ 1137954 w 2676209"/>
                <a:gd name="connsiteY5194" fmla="*/ 1659541 h 2650669"/>
                <a:gd name="connsiteX5195" fmla="*/ 1135639 w 2676209"/>
                <a:gd name="connsiteY5195" fmla="*/ 1660632 h 2650669"/>
                <a:gd name="connsiteX5196" fmla="*/ 1136764 w 2676209"/>
                <a:gd name="connsiteY5196" fmla="*/ 1661724 h 2650669"/>
                <a:gd name="connsiteX5197" fmla="*/ 1230591 w 2676209"/>
                <a:gd name="connsiteY5197" fmla="*/ 532052 h 2650669"/>
                <a:gd name="connsiteX5198" fmla="*/ 1231683 w 2676209"/>
                <a:gd name="connsiteY5198" fmla="*/ 534400 h 2650669"/>
                <a:gd name="connsiteX5199" fmla="*/ 1232940 w 2676209"/>
                <a:gd name="connsiteY5199" fmla="*/ 533176 h 2650669"/>
                <a:gd name="connsiteX5200" fmla="*/ 1231683 w 2676209"/>
                <a:gd name="connsiteY5200" fmla="*/ 530927 h 2650669"/>
                <a:gd name="connsiteX5201" fmla="*/ 1230591 w 2676209"/>
                <a:gd name="connsiteY5201" fmla="*/ 532052 h 2650669"/>
                <a:gd name="connsiteX5202" fmla="*/ 1067509 w 2676209"/>
                <a:gd name="connsiteY5202" fmla="*/ 1672836 h 2650669"/>
                <a:gd name="connsiteX5203" fmla="*/ 1066418 w 2676209"/>
                <a:gd name="connsiteY5203" fmla="*/ 1673994 h 2650669"/>
                <a:gd name="connsiteX5204" fmla="*/ 1067509 w 2676209"/>
                <a:gd name="connsiteY5204" fmla="*/ 1676342 h 2650669"/>
                <a:gd name="connsiteX5205" fmla="*/ 1068733 w 2676209"/>
                <a:gd name="connsiteY5205" fmla="*/ 1675085 h 2650669"/>
                <a:gd name="connsiteX5206" fmla="*/ 1067509 w 2676209"/>
                <a:gd name="connsiteY5206" fmla="*/ 1672836 h 2650669"/>
                <a:gd name="connsiteX5207" fmla="*/ 1050377 w 2676209"/>
                <a:gd name="connsiteY5207" fmla="*/ 1675945 h 2650669"/>
                <a:gd name="connsiteX5208" fmla="*/ 1051469 w 2676209"/>
                <a:gd name="connsiteY5208" fmla="*/ 1674887 h 2650669"/>
                <a:gd name="connsiteX5209" fmla="*/ 1049815 w 2676209"/>
                <a:gd name="connsiteY5209" fmla="*/ 1672902 h 2650669"/>
                <a:gd name="connsiteX5210" fmla="*/ 1048327 w 2676209"/>
                <a:gd name="connsiteY5210" fmla="*/ 1674357 h 2650669"/>
                <a:gd name="connsiteX5211" fmla="*/ 1050377 w 2676209"/>
                <a:gd name="connsiteY5211" fmla="*/ 1675945 h 2650669"/>
                <a:gd name="connsiteX5212" fmla="*/ 789729 w 2676209"/>
                <a:gd name="connsiteY5212" fmla="*/ 1674589 h 2650669"/>
                <a:gd name="connsiteX5213" fmla="*/ 787481 w 2676209"/>
                <a:gd name="connsiteY5213" fmla="*/ 1673365 h 2650669"/>
                <a:gd name="connsiteX5214" fmla="*/ 786257 w 2676209"/>
                <a:gd name="connsiteY5214" fmla="*/ 1674589 h 2650669"/>
                <a:gd name="connsiteX5215" fmla="*/ 788605 w 2676209"/>
                <a:gd name="connsiteY5215" fmla="*/ 1675680 h 2650669"/>
                <a:gd name="connsiteX5216" fmla="*/ 789729 w 2676209"/>
                <a:gd name="connsiteY5216" fmla="*/ 1674589 h 2650669"/>
                <a:gd name="connsiteX5217" fmla="*/ 1363379 w 2676209"/>
                <a:gd name="connsiteY5217" fmla="*/ 1670521 h 2650669"/>
                <a:gd name="connsiteX5218" fmla="*/ 1364471 w 2676209"/>
                <a:gd name="connsiteY5218" fmla="*/ 1672836 h 2650669"/>
                <a:gd name="connsiteX5219" fmla="*/ 1365562 w 2676209"/>
                <a:gd name="connsiteY5219" fmla="*/ 1671712 h 2650669"/>
                <a:gd name="connsiteX5220" fmla="*/ 1364471 w 2676209"/>
                <a:gd name="connsiteY5220" fmla="*/ 1669363 h 2650669"/>
                <a:gd name="connsiteX5221" fmla="*/ 1363379 w 2676209"/>
                <a:gd name="connsiteY5221" fmla="*/ 1670521 h 2650669"/>
                <a:gd name="connsiteX5222" fmla="*/ 1005696 w 2676209"/>
                <a:gd name="connsiteY5222" fmla="*/ 1671712 h 2650669"/>
                <a:gd name="connsiteX5223" fmla="*/ 1004604 w 2676209"/>
                <a:gd name="connsiteY5223" fmla="*/ 1669363 h 2650669"/>
                <a:gd name="connsiteX5224" fmla="*/ 1003513 w 2676209"/>
                <a:gd name="connsiteY5224" fmla="*/ 1670521 h 2650669"/>
                <a:gd name="connsiteX5225" fmla="*/ 1004604 w 2676209"/>
                <a:gd name="connsiteY5225" fmla="*/ 1672836 h 2650669"/>
                <a:gd name="connsiteX5226" fmla="*/ 1005696 w 2676209"/>
                <a:gd name="connsiteY5226" fmla="*/ 1671712 h 2650669"/>
                <a:gd name="connsiteX5227" fmla="*/ 1438422 w 2676209"/>
                <a:gd name="connsiteY5227" fmla="*/ 1574411 h 2650669"/>
                <a:gd name="connsiteX5228" fmla="*/ 1439579 w 2676209"/>
                <a:gd name="connsiteY5228" fmla="*/ 1573320 h 2650669"/>
                <a:gd name="connsiteX5229" fmla="*/ 1437330 w 2676209"/>
                <a:gd name="connsiteY5229" fmla="*/ 1572096 h 2650669"/>
                <a:gd name="connsiteX5230" fmla="*/ 1436074 w 2676209"/>
                <a:gd name="connsiteY5230" fmla="*/ 1573320 h 2650669"/>
                <a:gd name="connsiteX5231" fmla="*/ 1438422 w 2676209"/>
                <a:gd name="connsiteY5231" fmla="*/ 1574411 h 2650669"/>
                <a:gd name="connsiteX5232" fmla="*/ 2523246 w 2676209"/>
                <a:gd name="connsiteY5232" fmla="*/ 1569252 h 2650669"/>
                <a:gd name="connsiteX5233" fmla="*/ 2524338 w 2676209"/>
                <a:gd name="connsiteY5233" fmla="*/ 1571567 h 2650669"/>
                <a:gd name="connsiteX5234" fmla="*/ 2525429 w 2676209"/>
                <a:gd name="connsiteY5234" fmla="*/ 1570442 h 2650669"/>
                <a:gd name="connsiteX5235" fmla="*/ 2524338 w 2676209"/>
                <a:gd name="connsiteY5235" fmla="*/ 1568094 h 2650669"/>
                <a:gd name="connsiteX5236" fmla="*/ 2523246 w 2676209"/>
                <a:gd name="connsiteY5236" fmla="*/ 1569252 h 2650669"/>
                <a:gd name="connsiteX5237" fmla="*/ 1041282 w 2676209"/>
                <a:gd name="connsiteY5237" fmla="*/ 1568094 h 2650669"/>
                <a:gd name="connsiteX5238" fmla="*/ 1038603 w 2676209"/>
                <a:gd name="connsiteY5238" fmla="*/ 1569086 h 2650669"/>
                <a:gd name="connsiteX5239" fmla="*/ 1039265 w 2676209"/>
                <a:gd name="connsiteY5239" fmla="*/ 1571137 h 2650669"/>
                <a:gd name="connsiteX5240" fmla="*/ 1041282 w 2676209"/>
                <a:gd name="connsiteY5240" fmla="*/ 1569649 h 2650669"/>
                <a:gd name="connsiteX5241" fmla="*/ 1041282 w 2676209"/>
                <a:gd name="connsiteY5241" fmla="*/ 1568127 h 2650669"/>
                <a:gd name="connsiteX5242" fmla="*/ 1041282 w 2676209"/>
                <a:gd name="connsiteY5242" fmla="*/ 1568094 h 2650669"/>
                <a:gd name="connsiteX5243" fmla="*/ 1246930 w 2676209"/>
                <a:gd name="connsiteY5243" fmla="*/ 1580827 h 2650669"/>
                <a:gd name="connsiteX5244" fmla="*/ 1245673 w 2676209"/>
                <a:gd name="connsiteY5244" fmla="*/ 1578578 h 2650669"/>
                <a:gd name="connsiteX5245" fmla="*/ 1244581 w 2676209"/>
                <a:gd name="connsiteY5245" fmla="*/ 1579703 h 2650669"/>
                <a:gd name="connsiteX5246" fmla="*/ 1245673 w 2676209"/>
                <a:gd name="connsiteY5246" fmla="*/ 1582051 h 2650669"/>
                <a:gd name="connsiteX5247" fmla="*/ 1246930 w 2676209"/>
                <a:gd name="connsiteY5247" fmla="*/ 1580827 h 2650669"/>
                <a:gd name="connsiteX5248" fmla="*/ 1471660 w 2676209"/>
                <a:gd name="connsiteY5248" fmla="*/ 1551756 h 2650669"/>
                <a:gd name="connsiteX5249" fmla="*/ 1472751 w 2676209"/>
                <a:gd name="connsiteY5249" fmla="*/ 1554104 h 2650669"/>
                <a:gd name="connsiteX5250" fmla="*/ 1473843 w 2676209"/>
                <a:gd name="connsiteY5250" fmla="*/ 1552980 h 2650669"/>
                <a:gd name="connsiteX5251" fmla="*/ 1472751 w 2676209"/>
                <a:gd name="connsiteY5251" fmla="*/ 1550632 h 2650669"/>
                <a:gd name="connsiteX5252" fmla="*/ 1471660 w 2676209"/>
                <a:gd name="connsiteY5252" fmla="*/ 1551756 h 2650669"/>
                <a:gd name="connsiteX5253" fmla="*/ 1278216 w 2676209"/>
                <a:gd name="connsiteY5253" fmla="*/ 1552980 h 2650669"/>
                <a:gd name="connsiteX5254" fmla="*/ 1277125 w 2676209"/>
                <a:gd name="connsiteY5254" fmla="*/ 1550632 h 2650669"/>
                <a:gd name="connsiteX5255" fmla="*/ 1276034 w 2676209"/>
                <a:gd name="connsiteY5255" fmla="*/ 1551789 h 2650669"/>
                <a:gd name="connsiteX5256" fmla="*/ 1277125 w 2676209"/>
                <a:gd name="connsiteY5256" fmla="*/ 1554137 h 2650669"/>
                <a:gd name="connsiteX5257" fmla="*/ 1278216 w 2676209"/>
                <a:gd name="connsiteY5257" fmla="*/ 1552980 h 2650669"/>
                <a:gd name="connsiteX5258" fmla="*/ 70724 w 2676209"/>
                <a:gd name="connsiteY5258" fmla="*/ 1551756 h 2650669"/>
                <a:gd name="connsiteX5259" fmla="*/ 71816 w 2676209"/>
                <a:gd name="connsiteY5259" fmla="*/ 1554104 h 2650669"/>
                <a:gd name="connsiteX5260" fmla="*/ 73039 w 2676209"/>
                <a:gd name="connsiteY5260" fmla="*/ 1552881 h 2650669"/>
                <a:gd name="connsiteX5261" fmla="*/ 71816 w 2676209"/>
                <a:gd name="connsiteY5261" fmla="*/ 1550632 h 2650669"/>
                <a:gd name="connsiteX5262" fmla="*/ 70724 w 2676209"/>
                <a:gd name="connsiteY5262" fmla="*/ 1551756 h 2650669"/>
                <a:gd name="connsiteX5263" fmla="*/ 1042803 w 2676209"/>
                <a:gd name="connsiteY5263" fmla="*/ 1568028 h 2650669"/>
                <a:gd name="connsiteX5264" fmla="*/ 1044391 w 2676209"/>
                <a:gd name="connsiteY5264" fmla="*/ 1565978 h 2650669"/>
                <a:gd name="connsiteX5265" fmla="*/ 1043333 w 2676209"/>
                <a:gd name="connsiteY5265" fmla="*/ 1564886 h 2650669"/>
                <a:gd name="connsiteX5266" fmla="*/ 1041348 w 2676209"/>
                <a:gd name="connsiteY5266" fmla="*/ 1566540 h 2650669"/>
                <a:gd name="connsiteX5267" fmla="*/ 1041282 w 2676209"/>
                <a:gd name="connsiteY5267" fmla="*/ 1568094 h 2650669"/>
                <a:gd name="connsiteX5268" fmla="*/ 1041282 w 2676209"/>
                <a:gd name="connsiteY5268" fmla="*/ 1568127 h 2650669"/>
                <a:gd name="connsiteX5269" fmla="*/ 1042803 w 2676209"/>
                <a:gd name="connsiteY5269" fmla="*/ 1568028 h 2650669"/>
                <a:gd name="connsiteX5270" fmla="*/ 829318 w 2676209"/>
                <a:gd name="connsiteY5270" fmla="*/ 1563927 h 2650669"/>
                <a:gd name="connsiteX5271" fmla="*/ 831666 w 2676209"/>
                <a:gd name="connsiteY5271" fmla="*/ 1562836 h 2650669"/>
                <a:gd name="connsiteX5272" fmla="*/ 830442 w 2676209"/>
                <a:gd name="connsiteY5272" fmla="*/ 1561612 h 2650669"/>
                <a:gd name="connsiteX5273" fmla="*/ 828193 w 2676209"/>
                <a:gd name="connsiteY5273" fmla="*/ 1562836 h 2650669"/>
                <a:gd name="connsiteX5274" fmla="*/ 829318 w 2676209"/>
                <a:gd name="connsiteY5274" fmla="*/ 1563927 h 2650669"/>
                <a:gd name="connsiteX5275" fmla="*/ 1051766 w 2676209"/>
                <a:gd name="connsiteY5275" fmla="*/ 1615223 h 2650669"/>
                <a:gd name="connsiteX5276" fmla="*/ 1053023 w 2676209"/>
                <a:gd name="connsiteY5276" fmla="*/ 1616480 h 2650669"/>
                <a:gd name="connsiteX5277" fmla="*/ 1055272 w 2676209"/>
                <a:gd name="connsiteY5277" fmla="*/ 1615223 h 2650669"/>
                <a:gd name="connsiteX5278" fmla="*/ 1054114 w 2676209"/>
                <a:gd name="connsiteY5278" fmla="*/ 1614132 h 2650669"/>
                <a:gd name="connsiteX5279" fmla="*/ 1051766 w 2676209"/>
                <a:gd name="connsiteY5279" fmla="*/ 1615223 h 2650669"/>
                <a:gd name="connsiteX5280" fmla="*/ 978410 w 2676209"/>
                <a:gd name="connsiteY5280" fmla="*/ 1615223 h 2650669"/>
                <a:gd name="connsiteX5281" fmla="*/ 979634 w 2676209"/>
                <a:gd name="connsiteY5281" fmla="*/ 1616480 h 2650669"/>
                <a:gd name="connsiteX5282" fmla="*/ 981883 w 2676209"/>
                <a:gd name="connsiteY5282" fmla="*/ 1615223 h 2650669"/>
                <a:gd name="connsiteX5283" fmla="*/ 980759 w 2676209"/>
                <a:gd name="connsiteY5283" fmla="*/ 1614132 h 2650669"/>
                <a:gd name="connsiteX5284" fmla="*/ 978410 w 2676209"/>
                <a:gd name="connsiteY5284" fmla="*/ 1615223 h 2650669"/>
                <a:gd name="connsiteX5285" fmla="*/ 940641 w 2676209"/>
                <a:gd name="connsiteY5285" fmla="*/ 1614628 h 2650669"/>
                <a:gd name="connsiteX5286" fmla="*/ 941733 w 2676209"/>
                <a:gd name="connsiteY5286" fmla="*/ 1616976 h 2650669"/>
                <a:gd name="connsiteX5287" fmla="*/ 942956 w 2676209"/>
                <a:gd name="connsiteY5287" fmla="*/ 1615752 h 2650669"/>
                <a:gd name="connsiteX5288" fmla="*/ 941733 w 2676209"/>
                <a:gd name="connsiteY5288" fmla="*/ 1613503 h 2650669"/>
                <a:gd name="connsiteX5289" fmla="*/ 940641 w 2676209"/>
                <a:gd name="connsiteY5289" fmla="*/ 1614628 h 2650669"/>
                <a:gd name="connsiteX5290" fmla="*/ 1198511 w 2676209"/>
                <a:gd name="connsiteY5290" fmla="*/ 585035 h 2650669"/>
                <a:gd name="connsiteX5291" fmla="*/ 1200760 w 2676209"/>
                <a:gd name="connsiteY5291" fmla="*/ 586292 h 2650669"/>
                <a:gd name="connsiteX5292" fmla="*/ 1201983 w 2676209"/>
                <a:gd name="connsiteY5292" fmla="*/ 585035 h 2650669"/>
                <a:gd name="connsiteX5293" fmla="*/ 1199668 w 2676209"/>
                <a:gd name="connsiteY5293" fmla="*/ 583943 h 2650669"/>
                <a:gd name="connsiteX5294" fmla="*/ 1198511 w 2676209"/>
                <a:gd name="connsiteY5294" fmla="*/ 585035 h 2650669"/>
                <a:gd name="connsiteX5295" fmla="*/ 1424928 w 2676209"/>
                <a:gd name="connsiteY5295" fmla="*/ 1612346 h 2650669"/>
                <a:gd name="connsiteX5296" fmla="*/ 1423837 w 2676209"/>
                <a:gd name="connsiteY5296" fmla="*/ 1609998 h 2650669"/>
                <a:gd name="connsiteX5297" fmla="*/ 1422745 w 2676209"/>
                <a:gd name="connsiteY5297" fmla="*/ 1611155 h 2650669"/>
                <a:gd name="connsiteX5298" fmla="*/ 1423837 w 2676209"/>
                <a:gd name="connsiteY5298" fmla="*/ 1613470 h 2650669"/>
                <a:gd name="connsiteX5299" fmla="*/ 1424928 w 2676209"/>
                <a:gd name="connsiteY5299" fmla="*/ 1612346 h 2650669"/>
                <a:gd name="connsiteX5300" fmla="*/ 1271866 w 2676209"/>
                <a:gd name="connsiteY5300" fmla="*/ 1611750 h 2650669"/>
                <a:gd name="connsiteX5301" fmla="*/ 1274215 w 2676209"/>
                <a:gd name="connsiteY5301" fmla="*/ 1612842 h 2650669"/>
                <a:gd name="connsiteX5302" fmla="*/ 1275372 w 2676209"/>
                <a:gd name="connsiteY5302" fmla="*/ 1611750 h 2650669"/>
                <a:gd name="connsiteX5303" fmla="*/ 1273123 w 2676209"/>
                <a:gd name="connsiteY5303" fmla="*/ 1610494 h 2650669"/>
                <a:gd name="connsiteX5304" fmla="*/ 1271866 w 2676209"/>
                <a:gd name="connsiteY5304" fmla="*/ 1611750 h 2650669"/>
                <a:gd name="connsiteX5305" fmla="*/ 1170068 w 2676209"/>
                <a:gd name="connsiteY5305" fmla="*/ 1611221 h 2650669"/>
                <a:gd name="connsiteX5306" fmla="*/ 1168811 w 2676209"/>
                <a:gd name="connsiteY5306" fmla="*/ 1609998 h 2650669"/>
                <a:gd name="connsiteX5307" fmla="*/ 1167720 w 2676209"/>
                <a:gd name="connsiteY5307" fmla="*/ 1612346 h 2650669"/>
                <a:gd name="connsiteX5308" fmla="*/ 1168811 w 2676209"/>
                <a:gd name="connsiteY5308" fmla="*/ 1613470 h 2650669"/>
                <a:gd name="connsiteX5309" fmla="*/ 1170068 w 2676209"/>
                <a:gd name="connsiteY5309" fmla="*/ 1611221 h 2650669"/>
                <a:gd name="connsiteX5310" fmla="*/ 1319028 w 2676209"/>
                <a:gd name="connsiteY5310" fmla="*/ 1589029 h 2650669"/>
                <a:gd name="connsiteX5311" fmla="*/ 1320120 w 2676209"/>
                <a:gd name="connsiteY5311" fmla="*/ 1586681 h 2650669"/>
                <a:gd name="connsiteX5312" fmla="*/ 1319028 w 2676209"/>
                <a:gd name="connsiteY5312" fmla="*/ 1585557 h 2650669"/>
                <a:gd name="connsiteX5313" fmla="*/ 1317805 w 2676209"/>
                <a:gd name="connsiteY5313" fmla="*/ 1587806 h 2650669"/>
                <a:gd name="connsiteX5314" fmla="*/ 1319028 w 2676209"/>
                <a:gd name="connsiteY5314" fmla="*/ 1589029 h 2650669"/>
                <a:gd name="connsiteX5315" fmla="*/ 1985712 w 2676209"/>
                <a:gd name="connsiteY5315" fmla="*/ 593105 h 2650669"/>
                <a:gd name="connsiteX5316" fmla="*/ 1988060 w 2676209"/>
                <a:gd name="connsiteY5316" fmla="*/ 592013 h 2650669"/>
                <a:gd name="connsiteX5317" fmla="*/ 1986936 w 2676209"/>
                <a:gd name="connsiteY5317" fmla="*/ 590922 h 2650669"/>
                <a:gd name="connsiteX5318" fmla="*/ 1984588 w 2676209"/>
                <a:gd name="connsiteY5318" fmla="*/ 592013 h 2650669"/>
                <a:gd name="connsiteX5319" fmla="*/ 1985712 w 2676209"/>
                <a:gd name="connsiteY5319" fmla="*/ 593105 h 2650669"/>
                <a:gd name="connsiteX5320" fmla="*/ 1406374 w 2676209"/>
                <a:gd name="connsiteY5320" fmla="*/ 1582051 h 2650669"/>
                <a:gd name="connsiteX5321" fmla="*/ 1405283 w 2676209"/>
                <a:gd name="connsiteY5321" fmla="*/ 1583209 h 2650669"/>
                <a:gd name="connsiteX5322" fmla="*/ 1406374 w 2676209"/>
                <a:gd name="connsiteY5322" fmla="*/ 1585557 h 2650669"/>
                <a:gd name="connsiteX5323" fmla="*/ 1407631 w 2676209"/>
                <a:gd name="connsiteY5323" fmla="*/ 1584300 h 2650669"/>
                <a:gd name="connsiteX5324" fmla="*/ 1406374 w 2676209"/>
                <a:gd name="connsiteY5324" fmla="*/ 1582051 h 2650669"/>
                <a:gd name="connsiteX5325" fmla="*/ 8911 w 2676209"/>
                <a:gd name="connsiteY5325" fmla="*/ 1582051 h 2650669"/>
                <a:gd name="connsiteX5326" fmla="*/ 7687 w 2676209"/>
                <a:gd name="connsiteY5326" fmla="*/ 1584300 h 2650669"/>
                <a:gd name="connsiteX5327" fmla="*/ 8911 w 2676209"/>
                <a:gd name="connsiteY5327" fmla="*/ 1585557 h 2650669"/>
                <a:gd name="connsiteX5328" fmla="*/ 10002 w 2676209"/>
                <a:gd name="connsiteY5328" fmla="*/ 1583209 h 2650669"/>
                <a:gd name="connsiteX5329" fmla="*/ 8911 w 2676209"/>
                <a:gd name="connsiteY5329" fmla="*/ 1582051 h 2650669"/>
                <a:gd name="connsiteX5330" fmla="*/ 1252651 w 2676209"/>
                <a:gd name="connsiteY5330" fmla="*/ 1606492 h 2650669"/>
                <a:gd name="connsiteX5331" fmla="*/ 1253908 w 2676209"/>
                <a:gd name="connsiteY5331" fmla="*/ 1604243 h 2650669"/>
                <a:gd name="connsiteX5332" fmla="*/ 1252651 w 2676209"/>
                <a:gd name="connsiteY5332" fmla="*/ 1603019 h 2650669"/>
                <a:gd name="connsiteX5333" fmla="*/ 1251560 w 2676209"/>
                <a:gd name="connsiteY5333" fmla="*/ 1605367 h 2650669"/>
                <a:gd name="connsiteX5334" fmla="*/ 1252651 w 2676209"/>
                <a:gd name="connsiteY5334" fmla="*/ 1606492 h 2650669"/>
                <a:gd name="connsiteX5335" fmla="*/ 1112323 w 2676209"/>
                <a:gd name="connsiteY5335" fmla="*/ 1602358 h 2650669"/>
                <a:gd name="connsiteX5336" fmla="*/ 1114671 w 2676209"/>
                <a:gd name="connsiteY5336" fmla="*/ 1601266 h 2650669"/>
                <a:gd name="connsiteX5337" fmla="*/ 1113414 w 2676209"/>
                <a:gd name="connsiteY5337" fmla="*/ 1600010 h 2650669"/>
                <a:gd name="connsiteX5338" fmla="*/ 1111165 w 2676209"/>
                <a:gd name="connsiteY5338" fmla="*/ 1601266 h 2650669"/>
                <a:gd name="connsiteX5339" fmla="*/ 1112323 w 2676209"/>
                <a:gd name="connsiteY5339" fmla="*/ 1602358 h 2650669"/>
                <a:gd name="connsiteX5340" fmla="*/ 1454197 w 2676209"/>
                <a:gd name="connsiteY5340" fmla="*/ 1597165 h 2650669"/>
                <a:gd name="connsiteX5341" fmla="*/ 1455289 w 2676209"/>
                <a:gd name="connsiteY5341" fmla="*/ 1599513 h 2650669"/>
                <a:gd name="connsiteX5342" fmla="*/ 1456380 w 2676209"/>
                <a:gd name="connsiteY5342" fmla="*/ 1598356 h 2650669"/>
                <a:gd name="connsiteX5343" fmla="*/ 1455289 w 2676209"/>
                <a:gd name="connsiteY5343" fmla="*/ 1596008 h 2650669"/>
                <a:gd name="connsiteX5344" fmla="*/ 1454197 w 2676209"/>
                <a:gd name="connsiteY5344" fmla="*/ 1597165 h 2650669"/>
                <a:gd name="connsiteX5345" fmla="*/ 2064426 w 2676209"/>
                <a:gd name="connsiteY5345" fmla="*/ 448344 h 2650669"/>
                <a:gd name="connsiteX5346" fmla="*/ 2063202 w 2676209"/>
                <a:gd name="connsiteY5346" fmla="*/ 447088 h 2650669"/>
                <a:gd name="connsiteX5347" fmla="*/ 2062111 w 2676209"/>
                <a:gd name="connsiteY5347" fmla="*/ 449436 h 2650669"/>
                <a:gd name="connsiteX5348" fmla="*/ 2063202 w 2676209"/>
                <a:gd name="connsiteY5348" fmla="*/ 450593 h 2650669"/>
                <a:gd name="connsiteX5349" fmla="*/ 2064426 w 2676209"/>
                <a:gd name="connsiteY5349" fmla="*/ 448344 h 2650669"/>
                <a:gd name="connsiteX5350" fmla="*/ 2406664 w 2676209"/>
                <a:gd name="connsiteY5350" fmla="*/ 449436 h 2650669"/>
                <a:gd name="connsiteX5351" fmla="*/ 2405573 w 2676209"/>
                <a:gd name="connsiteY5351" fmla="*/ 447088 h 2650669"/>
                <a:gd name="connsiteX5352" fmla="*/ 2404316 w 2676209"/>
                <a:gd name="connsiteY5352" fmla="*/ 448344 h 2650669"/>
                <a:gd name="connsiteX5353" fmla="*/ 2405573 w 2676209"/>
                <a:gd name="connsiteY5353" fmla="*/ 450593 h 2650669"/>
                <a:gd name="connsiteX5354" fmla="*/ 2406664 w 2676209"/>
                <a:gd name="connsiteY5354" fmla="*/ 449436 h 2650669"/>
                <a:gd name="connsiteX5355" fmla="*/ 1186274 w 2676209"/>
                <a:gd name="connsiteY5355" fmla="*/ 454099 h 2650669"/>
                <a:gd name="connsiteX5356" fmla="*/ 1187531 w 2676209"/>
                <a:gd name="connsiteY5356" fmla="*/ 452842 h 2650669"/>
                <a:gd name="connsiteX5357" fmla="*/ 1186274 w 2676209"/>
                <a:gd name="connsiteY5357" fmla="*/ 450593 h 2650669"/>
                <a:gd name="connsiteX5358" fmla="*/ 1185182 w 2676209"/>
                <a:gd name="connsiteY5358" fmla="*/ 451751 h 2650669"/>
                <a:gd name="connsiteX5359" fmla="*/ 1186274 w 2676209"/>
                <a:gd name="connsiteY5359" fmla="*/ 454099 h 2650669"/>
                <a:gd name="connsiteX5360" fmla="*/ 1122311 w 2676209"/>
                <a:gd name="connsiteY5360" fmla="*/ 1789253 h 2650669"/>
                <a:gd name="connsiteX5361" fmla="*/ 1123402 w 2676209"/>
                <a:gd name="connsiteY5361" fmla="*/ 1791601 h 2650669"/>
                <a:gd name="connsiteX5362" fmla="*/ 1124626 w 2676209"/>
                <a:gd name="connsiteY5362" fmla="*/ 1790344 h 2650669"/>
                <a:gd name="connsiteX5363" fmla="*/ 1123402 w 2676209"/>
                <a:gd name="connsiteY5363" fmla="*/ 1788095 h 2650669"/>
                <a:gd name="connsiteX5364" fmla="*/ 1122311 w 2676209"/>
                <a:gd name="connsiteY5364" fmla="*/ 1789253 h 2650669"/>
                <a:gd name="connsiteX5365" fmla="*/ 1013335 w 2676209"/>
                <a:gd name="connsiteY5365" fmla="*/ 1789848 h 2650669"/>
                <a:gd name="connsiteX5366" fmla="*/ 1014493 w 2676209"/>
                <a:gd name="connsiteY5366" fmla="*/ 1790940 h 2650669"/>
                <a:gd name="connsiteX5367" fmla="*/ 1016841 w 2676209"/>
                <a:gd name="connsiteY5367" fmla="*/ 1789848 h 2650669"/>
                <a:gd name="connsiteX5368" fmla="*/ 1015584 w 2676209"/>
                <a:gd name="connsiteY5368" fmla="*/ 1788591 h 2650669"/>
                <a:gd name="connsiteX5369" fmla="*/ 1013335 w 2676209"/>
                <a:gd name="connsiteY5369" fmla="*/ 1789848 h 2650669"/>
                <a:gd name="connsiteX5370" fmla="*/ 1955980 w 2676209"/>
                <a:gd name="connsiteY5370" fmla="*/ 456447 h 2650669"/>
                <a:gd name="connsiteX5371" fmla="*/ 1954888 w 2676209"/>
                <a:gd name="connsiteY5371" fmla="*/ 454099 h 2650669"/>
                <a:gd name="connsiteX5372" fmla="*/ 1953632 w 2676209"/>
                <a:gd name="connsiteY5372" fmla="*/ 455323 h 2650669"/>
                <a:gd name="connsiteX5373" fmla="*/ 1954888 w 2676209"/>
                <a:gd name="connsiteY5373" fmla="*/ 457572 h 2650669"/>
                <a:gd name="connsiteX5374" fmla="*/ 1955980 w 2676209"/>
                <a:gd name="connsiteY5374" fmla="*/ 456447 h 2650669"/>
                <a:gd name="connsiteX5375" fmla="*/ 1309140 w 2676209"/>
                <a:gd name="connsiteY5375" fmla="*/ 1783961 h 2650669"/>
                <a:gd name="connsiteX5376" fmla="*/ 1310297 w 2676209"/>
                <a:gd name="connsiteY5376" fmla="*/ 1782870 h 2650669"/>
                <a:gd name="connsiteX5377" fmla="*/ 1308048 w 2676209"/>
                <a:gd name="connsiteY5377" fmla="*/ 1781613 h 2650669"/>
                <a:gd name="connsiteX5378" fmla="*/ 1306791 w 2676209"/>
                <a:gd name="connsiteY5378" fmla="*/ 1782870 h 2650669"/>
                <a:gd name="connsiteX5379" fmla="*/ 1309140 w 2676209"/>
                <a:gd name="connsiteY5379" fmla="*/ 1783961 h 2650669"/>
                <a:gd name="connsiteX5380" fmla="*/ 2384605 w 2676209"/>
                <a:gd name="connsiteY5380" fmla="*/ 454099 h 2650669"/>
                <a:gd name="connsiteX5381" fmla="*/ 2383513 w 2676209"/>
                <a:gd name="connsiteY5381" fmla="*/ 455224 h 2650669"/>
                <a:gd name="connsiteX5382" fmla="*/ 2384605 w 2676209"/>
                <a:gd name="connsiteY5382" fmla="*/ 457572 h 2650669"/>
                <a:gd name="connsiteX5383" fmla="*/ 2385862 w 2676209"/>
                <a:gd name="connsiteY5383" fmla="*/ 456348 h 2650669"/>
                <a:gd name="connsiteX5384" fmla="*/ 2384605 w 2676209"/>
                <a:gd name="connsiteY5384" fmla="*/ 454099 h 2650669"/>
                <a:gd name="connsiteX5385" fmla="*/ 2039224 w 2676209"/>
                <a:gd name="connsiteY5385" fmla="*/ 426649 h 2650669"/>
                <a:gd name="connsiteX5386" fmla="*/ 2036975 w 2676209"/>
                <a:gd name="connsiteY5386" fmla="*/ 427905 h 2650669"/>
                <a:gd name="connsiteX5387" fmla="*/ 2038133 w 2676209"/>
                <a:gd name="connsiteY5387" fmla="*/ 428997 h 2650669"/>
                <a:gd name="connsiteX5388" fmla="*/ 2040481 w 2676209"/>
                <a:gd name="connsiteY5388" fmla="*/ 427905 h 2650669"/>
                <a:gd name="connsiteX5389" fmla="*/ 2039224 w 2676209"/>
                <a:gd name="connsiteY5389" fmla="*/ 426649 h 2650669"/>
                <a:gd name="connsiteX5390" fmla="*/ 1461672 w 2676209"/>
                <a:gd name="connsiteY5390" fmla="*/ 1836316 h 2650669"/>
                <a:gd name="connsiteX5391" fmla="*/ 1464020 w 2676209"/>
                <a:gd name="connsiteY5391" fmla="*/ 1835224 h 2650669"/>
                <a:gd name="connsiteX5392" fmla="*/ 1462796 w 2676209"/>
                <a:gd name="connsiteY5392" fmla="*/ 1834000 h 2650669"/>
                <a:gd name="connsiteX5393" fmla="*/ 1460547 w 2676209"/>
                <a:gd name="connsiteY5393" fmla="*/ 1835224 h 2650669"/>
                <a:gd name="connsiteX5394" fmla="*/ 1461672 w 2676209"/>
                <a:gd name="connsiteY5394" fmla="*/ 1836316 h 2650669"/>
                <a:gd name="connsiteX5395" fmla="*/ 960948 w 2676209"/>
                <a:gd name="connsiteY5395" fmla="*/ 1835224 h 2650669"/>
                <a:gd name="connsiteX5396" fmla="*/ 962172 w 2676209"/>
                <a:gd name="connsiteY5396" fmla="*/ 1836481 h 2650669"/>
                <a:gd name="connsiteX5397" fmla="*/ 964421 w 2676209"/>
                <a:gd name="connsiteY5397" fmla="*/ 1835224 h 2650669"/>
                <a:gd name="connsiteX5398" fmla="*/ 963296 w 2676209"/>
                <a:gd name="connsiteY5398" fmla="*/ 1834133 h 2650669"/>
                <a:gd name="connsiteX5399" fmla="*/ 960948 w 2676209"/>
                <a:gd name="connsiteY5399" fmla="*/ 1835224 h 2650669"/>
                <a:gd name="connsiteX5400" fmla="*/ 969183 w 2676209"/>
                <a:gd name="connsiteY5400" fmla="*/ 1808534 h 2650669"/>
                <a:gd name="connsiteX5401" fmla="*/ 971432 w 2676209"/>
                <a:gd name="connsiteY5401" fmla="*/ 1807311 h 2650669"/>
                <a:gd name="connsiteX5402" fmla="*/ 970275 w 2676209"/>
                <a:gd name="connsiteY5402" fmla="*/ 1806219 h 2650669"/>
                <a:gd name="connsiteX5403" fmla="*/ 967926 w 2676209"/>
                <a:gd name="connsiteY5403" fmla="*/ 1807311 h 2650669"/>
                <a:gd name="connsiteX5404" fmla="*/ 969183 w 2676209"/>
                <a:gd name="connsiteY5404" fmla="*/ 1808534 h 2650669"/>
                <a:gd name="connsiteX5405" fmla="*/ 1988060 w 2676209"/>
                <a:gd name="connsiteY5405" fmla="*/ 431378 h 2650669"/>
                <a:gd name="connsiteX5406" fmla="*/ 1990309 w 2676209"/>
                <a:gd name="connsiteY5406" fmla="*/ 432635 h 2650669"/>
                <a:gd name="connsiteX5407" fmla="*/ 1991566 w 2676209"/>
                <a:gd name="connsiteY5407" fmla="*/ 431378 h 2650669"/>
                <a:gd name="connsiteX5408" fmla="*/ 1989218 w 2676209"/>
                <a:gd name="connsiteY5408" fmla="*/ 430287 h 2650669"/>
                <a:gd name="connsiteX5409" fmla="*/ 1988060 w 2676209"/>
                <a:gd name="connsiteY5409" fmla="*/ 431378 h 2650669"/>
                <a:gd name="connsiteX5410" fmla="*/ 2050965 w 2676209"/>
                <a:gd name="connsiteY5410" fmla="*/ 502948 h 2650669"/>
                <a:gd name="connsiteX5411" fmla="*/ 2049940 w 2676209"/>
                <a:gd name="connsiteY5411" fmla="*/ 500269 h 2650669"/>
                <a:gd name="connsiteX5412" fmla="*/ 2047889 w 2676209"/>
                <a:gd name="connsiteY5412" fmla="*/ 500930 h 2650669"/>
                <a:gd name="connsiteX5413" fmla="*/ 2049411 w 2676209"/>
                <a:gd name="connsiteY5413" fmla="*/ 502981 h 2650669"/>
                <a:gd name="connsiteX5414" fmla="*/ 2050932 w 2676209"/>
                <a:gd name="connsiteY5414" fmla="*/ 502981 h 2650669"/>
                <a:gd name="connsiteX5415" fmla="*/ 2050965 w 2676209"/>
                <a:gd name="connsiteY5415" fmla="*/ 502948 h 2650669"/>
                <a:gd name="connsiteX5416" fmla="*/ 2051031 w 2676209"/>
                <a:gd name="connsiteY5416" fmla="*/ 504502 h 2650669"/>
                <a:gd name="connsiteX5417" fmla="*/ 2053082 w 2676209"/>
                <a:gd name="connsiteY5417" fmla="*/ 506090 h 2650669"/>
                <a:gd name="connsiteX5418" fmla="*/ 2054173 w 2676209"/>
                <a:gd name="connsiteY5418" fmla="*/ 504998 h 2650669"/>
                <a:gd name="connsiteX5419" fmla="*/ 2052487 w 2676209"/>
                <a:gd name="connsiteY5419" fmla="*/ 503014 h 2650669"/>
                <a:gd name="connsiteX5420" fmla="*/ 2050965 w 2676209"/>
                <a:gd name="connsiteY5420" fmla="*/ 502948 h 2650669"/>
                <a:gd name="connsiteX5421" fmla="*/ 2050932 w 2676209"/>
                <a:gd name="connsiteY5421" fmla="*/ 502981 h 2650669"/>
                <a:gd name="connsiteX5422" fmla="*/ 2051031 w 2676209"/>
                <a:gd name="connsiteY5422" fmla="*/ 504502 h 2650669"/>
                <a:gd name="connsiteX5423" fmla="*/ 1004604 w 2676209"/>
                <a:gd name="connsiteY5423" fmla="*/ 1735708 h 2650669"/>
                <a:gd name="connsiteX5424" fmla="*/ 1005861 w 2676209"/>
                <a:gd name="connsiteY5424" fmla="*/ 1734484 h 2650669"/>
                <a:gd name="connsiteX5425" fmla="*/ 1004604 w 2676209"/>
                <a:gd name="connsiteY5425" fmla="*/ 1732235 h 2650669"/>
                <a:gd name="connsiteX5426" fmla="*/ 1003513 w 2676209"/>
                <a:gd name="connsiteY5426" fmla="*/ 1733360 h 2650669"/>
                <a:gd name="connsiteX5427" fmla="*/ 1004604 w 2676209"/>
                <a:gd name="connsiteY5427" fmla="*/ 1735708 h 2650669"/>
                <a:gd name="connsiteX5428" fmla="*/ 1197056 w 2676209"/>
                <a:gd name="connsiteY5428" fmla="*/ 489289 h 2650669"/>
                <a:gd name="connsiteX5429" fmla="*/ 1195071 w 2676209"/>
                <a:gd name="connsiteY5429" fmla="*/ 490975 h 2650669"/>
                <a:gd name="connsiteX5430" fmla="*/ 1196559 w 2676209"/>
                <a:gd name="connsiteY5430" fmla="*/ 492431 h 2650669"/>
                <a:gd name="connsiteX5431" fmla="*/ 1198114 w 2676209"/>
                <a:gd name="connsiteY5431" fmla="*/ 490380 h 2650669"/>
                <a:gd name="connsiteX5432" fmla="*/ 1197056 w 2676209"/>
                <a:gd name="connsiteY5432" fmla="*/ 489289 h 2650669"/>
                <a:gd name="connsiteX5433" fmla="*/ 1066418 w 2676209"/>
                <a:gd name="connsiteY5433" fmla="*/ 1698435 h 2650669"/>
                <a:gd name="connsiteX5434" fmla="*/ 1067509 w 2676209"/>
                <a:gd name="connsiteY5434" fmla="*/ 1700783 h 2650669"/>
                <a:gd name="connsiteX5435" fmla="*/ 1068600 w 2676209"/>
                <a:gd name="connsiteY5435" fmla="*/ 1699625 h 2650669"/>
                <a:gd name="connsiteX5436" fmla="*/ 1067509 w 2676209"/>
                <a:gd name="connsiteY5436" fmla="*/ 1697310 h 2650669"/>
                <a:gd name="connsiteX5437" fmla="*/ 1066418 w 2676209"/>
                <a:gd name="connsiteY5437" fmla="*/ 1698435 h 2650669"/>
                <a:gd name="connsiteX5438" fmla="*/ 1963620 w 2676209"/>
                <a:gd name="connsiteY5438" fmla="*/ 522196 h 2650669"/>
                <a:gd name="connsiteX5439" fmla="*/ 1961371 w 2676209"/>
                <a:gd name="connsiteY5439" fmla="*/ 520939 h 2650669"/>
                <a:gd name="connsiteX5440" fmla="*/ 1960114 w 2676209"/>
                <a:gd name="connsiteY5440" fmla="*/ 522196 h 2650669"/>
                <a:gd name="connsiteX5441" fmla="*/ 1962462 w 2676209"/>
                <a:gd name="connsiteY5441" fmla="*/ 523288 h 2650669"/>
                <a:gd name="connsiteX5442" fmla="*/ 1963620 w 2676209"/>
                <a:gd name="connsiteY5442" fmla="*/ 522196 h 2650669"/>
                <a:gd name="connsiteX5443" fmla="*/ 847409 w 2676209"/>
                <a:gd name="connsiteY5443" fmla="*/ 1714773 h 2650669"/>
                <a:gd name="connsiteX5444" fmla="*/ 846152 w 2676209"/>
                <a:gd name="connsiteY5444" fmla="*/ 1717022 h 2650669"/>
                <a:gd name="connsiteX5445" fmla="*/ 847409 w 2676209"/>
                <a:gd name="connsiteY5445" fmla="*/ 1718245 h 2650669"/>
                <a:gd name="connsiteX5446" fmla="*/ 848500 w 2676209"/>
                <a:gd name="connsiteY5446" fmla="*/ 1715897 h 2650669"/>
                <a:gd name="connsiteX5447" fmla="*/ 847409 w 2676209"/>
                <a:gd name="connsiteY5447" fmla="*/ 1714773 h 2650669"/>
                <a:gd name="connsiteX5448" fmla="*/ 1944404 w 2676209"/>
                <a:gd name="connsiteY5448" fmla="*/ 509959 h 2650669"/>
                <a:gd name="connsiteX5449" fmla="*/ 1945496 w 2676209"/>
                <a:gd name="connsiteY5449" fmla="*/ 508802 h 2650669"/>
                <a:gd name="connsiteX5450" fmla="*/ 1944404 w 2676209"/>
                <a:gd name="connsiteY5450" fmla="*/ 506454 h 2650669"/>
                <a:gd name="connsiteX5451" fmla="*/ 1943147 w 2676209"/>
                <a:gd name="connsiteY5451" fmla="*/ 507710 h 2650669"/>
                <a:gd name="connsiteX5452" fmla="*/ 1944404 w 2676209"/>
                <a:gd name="connsiteY5452" fmla="*/ 509959 h 2650669"/>
                <a:gd name="connsiteX5453" fmla="*/ 1988722 w 2676209"/>
                <a:gd name="connsiteY5453" fmla="*/ 511117 h 2650669"/>
                <a:gd name="connsiteX5454" fmla="*/ 1989813 w 2676209"/>
                <a:gd name="connsiteY5454" fmla="*/ 513432 h 2650669"/>
                <a:gd name="connsiteX5455" fmla="*/ 1990905 w 2676209"/>
                <a:gd name="connsiteY5455" fmla="*/ 512307 h 2650669"/>
                <a:gd name="connsiteX5456" fmla="*/ 1989813 w 2676209"/>
                <a:gd name="connsiteY5456" fmla="*/ 509959 h 2650669"/>
                <a:gd name="connsiteX5457" fmla="*/ 1988722 w 2676209"/>
                <a:gd name="connsiteY5457" fmla="*/ 511117 h 2650669"/>
                <a:gd name="connsiteX5458" fmla="*/ 810698 w 2676209"/>
                <a:gd name="connsiteY5458" fmla="*/ 1709514 h 2650669"/>
                <a:gd name="connsiteX5459" fmla="*/ 808449 w 2676209"/>
                <a:gd name="connsiteY5459" fmla="*/ 1708290 h 2650669"/>
                <a:gd name="connsiteX5460" fmla="*/ 807225 w 2676209"/>
                <a:gd name="connsiteY5460" fmla="*/ 1709514 h 2650669"/>
                <a:gd name="connsiteX5461" fmla="*/ 809573 w 2676209"/>
                <a:gd name="connsiteY5461" fmla="*/ 1710605 h 2650669"/>
                <a:gd name="connsiteX5462" fmla="*/ 810698 w 2676209"/>
                <a:gd name="connsiteY5462" fmla="*/ 1709514 h 2650669"/>
                <a:gd name="connsiteX5463" fmla="*/ 1210748 w 2676209"/>
                <a:gd name="connsiteY5463" fmla="*/ 1763654 h 2650669"/>
                <a:gd name="connsiteX5464" fmla="*/ 1211971 w 2676209"/>
                <a:gd name="connsiteY5464" fmla="*/ 1761405 h 2650669"/>
                <a:gd name="connsiteX5465" fmla="*/ 1210748 w 2676209"/>
                <a:gd name="connsiteY5465" fmla="*/ 1760149 h 2650669"/>
                <a:gd name="connsiteX5466" fmla="*/ 1209656 w 2676209"/>
                <a:gd name="connsiteY5466" fmla="*/ 1762497 h 2650669"/>
                <a:gd name="connsiteX5467" fmla="*/ 1210748 w 2676209"/>
                <a:gd name="connsiteY5467" fmla="*/ 1763654 h 2650669"/>
                <a:gd name="connsiteX5468" fmla="*/ 742601 w 2676209"/>
                <a:gd name="connsiteY5468" fmla="*/ 1760149 h 2650669"/>
                <a:gd name="connsiteX5469" fmla="*/ 743824 w 2676209"/>
                <a:gd name="connsiteY5469" fmla="*/ 1757900 h 2650669"/>
                <a:gd name="connsiteX5470" fmla="*/ 742601 w 2676209"/>
                <a:gd name="connsiteY5470" fmla="*/ 1756676 h 2650669"/>
                <a:gd name="connsiteX5471" fmla="*/ 741509 w 2676209"/>
                <a:gd name="connsiteY5471" fmla="*/ 1759024 h 2650669"/>
                <a:gd name="connsiteX5472" fmla="*/ 742601 w 2676209"/>
                <a:gd name="connsiteY5472" fmla="*/ 1760149 h 2650669"/>
                <a:gd name="connsiteX5473" fmla="*/ 2302485 w 2676209"/>
                <a:gd name="connsiteY5473" fmla="*/ 462797 h 2650669"/>
                <a:gd name="connsiteX5474" fmla="*/ 2301360 w 2676209"/>
                <a:gd name="connsiteY5474" fmla="*/ 461706 h 2650669"/>
                <a:gd name="connsiteX5475" fmla="*/ 2299012 w 2676209"/>
                <a:gd name="connsiteY5475" fmla="*/ 462797 h 2650669"/>
                <a:gd name="connsiteX5476" fmla="*/ 2300137 w 2676209"/>
                <a:gd name="connsiteY5476" fmla="*/ 463889 h 2650669"/>
                <a:gd name="connsiteX5477" fmla="*/ 2302485 w 2676209"/>
                <a:gd name="connsiteY5477" fmla="*/ 462797 h 2650669"/>
                <a:gd name="connsiteX5478" fmla="*/ 2183720 w 2676209"/>
                <a:gd name="connsiteY5478" fmla="*/ 483766 h 2650669"/>
                <a:gd name="connsiteX5479" fmla="*/ 2182463 w 2676209"/>
                <a:gd name="connsiteY5479" fmla="*/ 482542 h 2650669"/>
                <a:gd name="connsiteX5480" fmla="*/ 2180214 w 2676209"/>
                <a:gd name="connsiteY5480" fmla="*/ 483766 h 2650669"/>
                <a:gd name="connsiteX5481" fmla="*/ 2181372 w 2676209"/>
                <a:gd name="connsiteY5481" fmla="*/ 484857 h 2650669"/>
                <a:gd name="connsiteX5482" fmla="*/ 2183720 w 2676209"/>
                <a:gd name="connsiteY5482" fmla="*/ 483766 h 2650669"/>
                <a:gd name="connsiteX5483" fmla="*/ 1434916 w 2676209"/>
                <a:gd name="connsiteY5483" fmla="*/ 1736369 h 2650669"/>
                <a:gd name="connsiteX5484" fmla="*/ 1432568 w 2676209"/>
                <a:gd name="connsiteY5484" fmla="*/ 1737461 h 2650669"/>
                <a:gd name="connsiteX5485" fmla="*/ 1433725 w 2676209"/>
                <a:gd name="connsiteY5485" fmla="*/ 1738552 h 2650669"/>
                <a:gd name="connsiteX5486" fmla="*/ 1436074 w 2676209"/>
                <a:gd name="connsiteY5486" fmla="*/ 1737461 h 2650669"/>
                <a:gd name="connsiteX5487" fmla="*/ 1434916 w 2676209"/>
                <a:gd name="connsiteY5487" fmla="*/ 1736369 h 2650669"/>
                <a:gd name="connsiteX5488" fmla="*/ 897547 w 2676209"/>
                <a:gd name="connsiteY5488" fmla="*/ 1737957 h 2650669"/>
                <a:gd name="connsiteX5489" fmla="*/ 896290 w 2676209"/>
                <a:gd name="connsiteY5489" fmla="*/ 1735708 h 2650669"/>
                <a:gd name="connsiteX5490" fmla="*/ 895199 w 2676209"/>
                <a:gd name="connsiteY5490" fmla="*/ 1736865 h 2650669"/>
                <a:gd name="connsiteX5491" fmla="*/ 896290 w 2676209"/>
                <a:gd name="connsiteY5491" fmla="*/ 1739213 h 2650669"/>
                <a:gd name="connsiteX5492" fmla="*/ 897547 w 2676209"/>
                <a:gd name="connsiteY5492" fmla="*/ 1737957 h 2650669"/>
                <a:gd name="connsiteX5493" fmla="*/ 2037637 w 2676209"/>
                <a:gd name="connsiteY5493" fmla="*/ 486676 h 2650669"/>
                <a:gd name="connsiteX5494" fmla="*/ 2038728 w 2676209"/>
                <a:gd name="connsiteY5494" fmla="*/ 488991 h 2650669"/>
                <a:gd name="connsiteX5495" fmla="*/ 2039985 w 2676209"/>
                <a:gd name="connsiteY5495" fmla="*/ 487767 h 2650669"/>
                <a:gd name="connsiteX5496" fmla="*/ 2038728 w 2676209"/>
                <a:gd name="connsiteY5496" fmla="*/ 485518 h 2650669"/>
                <a:gd name="connsiteX5497" fmla="*/ 2037637 w 2676209"/>
                <a:gd name="connsiteY5497" fmla="*/ 486676 h 2650669"/>
                <a:gd name="connsiteX5498" fmla="*/ 926651 w 2676209"/>
                <a:gd name="connsiteY5498" fmla="*/ 1750822 h 2650669"/>
                <a:gd name="connsiteX5499" fmla="*/ 927743 w 2676209"/>
                <a:gd name="connsiteY5499" fmla="*/ 1753170 h 2650669"/>
                <a:gd name="connsiteX5500" fmla="*/ 929000 w 2676209"/>
                <a:gd name="connsiteY5500" fmla="*/ 1751947 h 2650669"/>
                <a:gd name="connsiteX5501" fmla="*/ 927743 w 2676209"/>
                <a:gd name="connsiteY5501" fmla="*/ 1749698 h 2650669"/>
                <a:gd name="connsiteX5502" fmla="*/ 926651 w 2676209"/>
                <a:gd name="connsiteY5502" fmla="*/ 1750822 h 2650669"/>
                <a:gd name="connsiteX5503" fmla="*/ 861365 w 2676209"/>
                <a:gd name="connsiteY5503" fmla="*/ 1746192 h 2650669"/>
                <a:gd name="connsiteX5504" fmla="*/ 860274 w 2676209"/>
                <a:gd name="connsiteY5504" fmla="*/ 1747349 h 2650669"/>
                <a:gd name="connsiteX5505" fmla="*/ 861365 w 2676209"/>
                <a:gd name="connsiteY5505" fmla="*/ 1749698 h 2650669"/>
                <a:gd name="connsiteX5506" fmla="*/ 862622 w 2676209"/>
                <a:gd name="connsiteY5506" fmla="*/ 1748441 h 2650669"/>
                <a:gd name="connsiteX5507" fmla="*/ 861365 w 2676209"/>
                <a:gd name="connsiteY5507" fmla="*/ 1746192 h 2650669"/>
                <a:gd name="connsiteX5508" fmla="*/ 2198834 w 2676209"/>
                <a:gd name="connsiteY5508" fmla="*/ 479201 h 2650669"/>
                <a:gd name="connsiteX5509" fmla="*/ 2197710 w 2676209"/>
                <a:gd name="connsiteY5509" fmla="*/ 480293 h 2650669"/>
                <a:gd name="connsiteX5510" fmla="*/ 2199959 w 2676209"/>
                <a:gd name="connsiteY5510" fmla="*/ 481517 h 2650669"/>
                <a:gd name="connsiteX5511" fmla="*/ 2201182 w 2676209"/>
                <a:gd name="connsiteY5511" fmla="*/ 480293 h 2650669"/>
                <a:gd name="connsiteX5512" fmla="*/ 2198834 w 2676209"/>
                <a:gd name="connsiteY5512" fmla="*/ 479201 h 26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</a:cxnLst>
              <a:rect l="l" t="t" r="r" b="b"/>
              <a:pathLst>
                <a:path w="2676209" h="2650669">
                  <a:moveTo>
                    <a:pt x="1208499" y="2000456"/>
                  </a:moveTo>
                  <a:cubicBezTo>
                    <a:pt x="1204067" y="1993544"/>
                    <a:pt x="1199602" y="1986698"/>
                    <a:pt x="1195071" y="1979951"/>
                  </a:cubicBezTo>
                  <a:cubicBezTo>
                    <a:pt x="1194906" y="1977405"/>
                    <a:pt x="1194972" y="1974825"/>
                    <a:pt x="1197320" y="1972444"/>
                  </a:cubicBezTo>
                  <a:cubicBezTo>
                    <a:pt x="1202711" y="1966920"/>
                    <a:pt x="1207540" y="1960802"/>
                    <a:pt x="1212401" y="1954750"/>
                  </a:cubicBezTo>
                  <a:cubicBezTo>
                    <a:pt x="1213493" y="1953394"/>
                    <a:pt x="1214121" y="1952435"/>
                    <a:pt x="1216106" y="1952137"/>
                  </a:cubicBezTo>
                  <a:cubicBezTo>
                    <a:pt x="1225564" y="1950748"/>
                    <a:pt x="1238165" y="1958785"/>
                    <a:pt x="1240414" y="1968012"/>
                  </a:cubicBezTo>
                  <a:cubicBezTo>
                    <a:pt x="1240546" y="1968574"/>
                    <a:pt x="1240613" y="1969269"/>
                    <a:pt x="1240414" y="1969732"/>
                  </a:cubicBezTo>
                  <a:cubicBezTo>
                    <a:pt x="1238364" y="1974593"/>
                    <a:pt x="1234097" y="1978728"/>
                    <a:pt x="1239356" y="1984747"/>
                  </a:cubicBezTo>
                  <a:cubicBezTo>
                    <a:pt x="1242795" y="1988682"/>
                    <a:pt x="1238297" y="1995859"/>
                    <a:pt x="1243755" y="2000291"/>
                  </a:cubicBezTo>
                  <a:cubicBezTo>
                    <a:pt x="1244879" y="2001217"/>
                    <a:pt x="1243920" y="2004723"/>
                    <a:pt x="1240513" y="2004624"/>
                  </a:cubicBezTo>
                  <a:cubicBezTo>
                    <a:pt x="1237041" y="2004524"/>
                    <a:pt x="1233568" y="2004624"/>
                    <a:pt x="1229632" y="2004624"/>
                  </a:cubicBezTo>
                  <a:cubicBezTo>
                    <a:pt x="1224771" y="2003598"/>
                    <a:pt x="1218421" y="2007203"/>
                    <a:pt x="1214187" y="2001118"/>
                  </a:cubicBezTo>
                  <a:cubicBezTo>
                    <a:pt x="1211872" y="2001449"/>
                    <a:pt x="1210020" y="2001118"/>
                    <a:pt x="1208499" y="2000456"/>
                  </a:cubicBezTo>
                  <a:close/>
                  <a:moveTo>
                    <a:pt x="1745107" y="1247155"/>
                  </a:moveTo>
                  <a:cubicBezTo>
                    <a:pt x="1742362" y="1246295"/>
                    <a:pt x="1740245" y="1245104"/>
                    <a:pt x="1738128" y="1243484"/>
                  </a:cubicBezTo>
                  <a:cubicBezTo>
                    <a:pt x="1734490" y="1249073"/>
                    <a:pt x="1725858" y="1245236"/>
                    <a:pt x="1722518" y="1251851"/>
                  </a:cubicBezTo>
                  <a:cubicBezTo>
                    <a:pt x="1721327" y="1254232"/>
                    <a:pt x="1718682" y="1255588"/>
                    <a:pt x="1718946" y="1259061"/>
                  </a:cubicBezTo>
                  <a:cubicBezTo>
                    <a:pt x="1719376" y="1264650"/>
                    <a:pt x="1726255" y="1271132"/>
                    <a:pt x="1732638" y="1271265"/>
                  </a:cubicBezTo>
                  <a:cubicBezTo>
                    <a:pt x="1740708" y="1271397"/>
                    <a:pt x="1746694" y="1265179"/>
                    <a:pt x="1747025" y="1256184"/>
                  </a:cubicBezTo>
                  <a:cubicBezTo>
                    <a:pt x="1746331" y="1253207"/>
                    <a:pt x="1748943" y="1248411"/>
                    <a:pt x="1745107" y="1247155"/>
                  </a:cubicBezTo>
                  <a:close/>
                  <a:moveTo>
                    <a:pt x="1196659" y="1715236"/>
                  </a:moveTo>
                  <a:cubicBezTo>
                    <a:pt x="1193484" y="1716228"/>
                    <a:pt x="1195534" y="1720296"/>
                    <a:pt x="1194410" y="1725422"/>
                  </a:cubicBezTo>
                  <a:cubicBezTo>
                    <a:pt x="1189746" y="1734848"/>
                    <a:pt x="1204497" y="1734253"/>
                    <a:pt x="1207209" y="1741826"/>
                  </a:cubicBezTo>
                  <a:cubicBezTo>
                    <a:pt x="1208532" y="1745530"/>
                    <a:pt x="1214783" y="1740173"/>
                    <a:pt x="1218751" y="1739511"/>
                  </a:cubicBezTo>
                  <a:cubicBezTo>
                    <a:pt x="1225895" y="1738287"/>
                    <a:pt x="1223745" y="1732235"/>
                    <a:pt x="1222555" y="1730615"/>
                  </a:cubicBezTo>
                  <a:cubicBezTo>
                    <a:pt x="1218487" y="1725091"/>
                    <a:pt x="1213394" y="1720230"/>
                    <a:pt x="1208069" y="1715831"/>
                  </a:cubicBezTo>
                  <a:cubicBezTo>
                    <a:pt x="1204927" y="1713218"/>
                    <a:pt x="1200164" y="1714111"/>
                    <a:pt x="1196659" y="1715236"/>
                  </a:cubicBezTo>
                  <a:close/>
                  <a:moveTo>
                    <a:pt x="1628227" y="1364266"/>
                  </a:moveTo>
                  <a:cubicBezTo>
                    <a:pt x="1628227" y="1363108"/>
                    <a:pt x="1628260" y="1361951"/>
                    <a:pt x="1628227" y="1360826"/>
                  </a:cubicBezTo>
                  <a:cubicBezTo>
                    <a:pt x="1628062" y="1356130"/>
                    <a:pt x="1623167" y="1353021"/>
                    <a:pt x="1619297" y="1355402"/>
                  </a:cubicBezTo>
                  <a:cubicBezTo>
                    <a:pt x="1617379" y="1356560"/>
                    <a:pt x="1614469" y="1358710"/>
                    <a:pt x="1614634" y="1360165"/>
                  </a:cubicBezTo>
                  <a:cubicBezTo>
                    <a:pt x="1615230" y="1366085"/>
                    <a:pt x="1612121" y="1369624"/>
                    <a:pt x="1608383" y="1373262"/>
                  </a:cubicBezTo>
                  <a:cubicBezTo>
                    <a:pt x="1605605" y="1375974"/>
                    <a:pt x="1607689" y="1378223"/>
                    <a:pt x="1609806" y="1380372"/>
                  </a:cubicBezTo>
                  <a:cubicBezTo>
                    <a:pt x="1611492" y="1382059"/>
                    <a:pt x="1614006" y="1384374"/>
                    <a:pt x="1615494" y="1382853"/>
                  </a:cubicBezTo>
                  <a:cubicBezTo>
                    <a:pt x="1620720" y="1377396"/>
                    <a:pt x="1629682" y="1374287"/>
                    <a:pt x="1628227" y="1364266"/>
                  </a:cubicBezTo>
                  <a:close/>
                  <a:moveTo>
                    <a:pt x="812847" y="1525595"/>
                  </a:moveTo>
                  <a:cubicBezTo>
                    <a:pt x="813707" y="1524934"/>
                    <a:pt x="814104" y="1523909"/>
                    <a:pt x="814303" y="1522487"/>
                  </a:cubicBezTo>
                  <a:cubicBezTo>
                    <a:pt x="815030" y="1517592"/>
                    <a:pt x="811822" y="1512003"/>
                    <a:pt x="816982" y="1507736"/>
                  </a:cubicBezTo>
                  <a:cubicBezTo>
                    <a:pt x="817709" y="1505024"/>
                    <a:pt x="814997" y="1503933"/>
                    <a:pt x="813608" y="1503106"/>
                  </a:cubicBezTo>
                  <a:cubicBezTo>
                    <a:pt x="808614" y="1500096"/>
                    <a:pt x="805472" y="1501551"/>
                    <a:pt x="803356" y="1505123"/>
                  </a:cubicBezTo>
                  <a:cubicBezTo>
                    <a:pt x="806365" y="1509720"/>
                    <a:pt x="808912" y="1514318"/>
                    <a:pt x="810764" y="1518981"/>
                  </a:cubicBezTo>
                  <a:cubicBezTo>
                    <a:pt x="811591" y="1521065"/>
                    <a:pt x="812252" y="1523313"/>
                    <a:pt x="812847" y="1525595"/>
                  </a:cubicBezTo>
                  <a:close/>
                  <a:moveTo>
                    <a:pt x="1007680" y="1083047"/>
                  </a:moveTo>
                  <a:cubicBezTo>
                    <a:pt x="1003215" y="1082385"/>
                    <a:pt x="1000735" y="1076333"/>
                    <a:pt x="995278" y="1079376"/>
                  </a:cubicBezTo>
                  <a:cubicBezTo>
                    <a:pt x="992533" y="1078648"/>
                    <a:pt x="989920" y="1079078"/>
                    <a:pt x="988002" y="1081757"/>
                  </a:cubicBezTo>
                  <a:cubicBezTo>
                    <a:pt x="987373" y="1082683"/>
                    <a:pt x="985918" y="1083278"/>
                    <a:pt x="985753" y="1084204"/>
                  </a:cubicBezTo>
                  <a:cubicBezTo>
                    <a:pt x="985389" y="1085825"/>
                    <a:pt x="1001330" y="1100112"/>
                    <a:pt x="1003149" y="1100145"/>
                  </a:cubicBezTo>
                  <a:cubicBezTo>
                    <a:pt x="1003678" y="1100145"/>
                    <a:pt x="1004505" y="1100245"/>
                    <a:pt x="1004737" y="1099947"/>
                  </a:cubicBezTo>
                  <a:cubicBezTo>
                    <a:pt x="1006721" y="1097434"/>
                    <a:pt x="1010690" y="1096078"/>
                    <a:pt x="1009830" y="1091811"/>
                  </a:cubicBezTo>
                  <a:cubicBezTo>
                    <a:pt x="1009234" y="1088735"/>
                    <a:pt x="1011715" y="1083642"/>
                    <a:pt x="1007680" y="1083047"/>
                  </a:cubicBezTo>
                  <a:close/>
                  <a:moveTo>
                    <a:pt x="1221033" y="1931169"/>
                  </a:moveTo>
                  <a:cubicBezTo>
                    <a:pt x="1219942" y="1933385"/>
                    <a:pt x="1219314" y="1935303"/>
                    <a:pt x="1219512" y="1937486"/>
                  </a:cubicBezTo>
                  <a:cubicBezTo>
                    <a:pt x="1219975" y="1942777"/>
                    <a:pt x="1223812" y="1945390"/>
                    <a:pt x="1230426" y="1945258"/>
                  </a:cubicBezTo>
                  <a:cubicBezTo>
                    <a:pt x="1236809" y="1945092"/>
                    <a:pt x="1240778" y="1941818"/>
                    <a:pt x="1240348" y="1936526"/>
                  </a:cubicBezTo>
                  <a:cubicBezTo>
                    <a:pt x="1240017" y="1931995"/>
                    <a:pt x="1238033" y="1928027"/>
                    <a:pt x="1234329" y="1925149"/>
                  </a:cubicBezTo>
                  <a:cubicBezTo>
                    <a:pt x="1231418" y="1930342"/>
                    <a:pt x="1223977" y="1925216"/>
                    <a:pt x="1221033" y="1931169"/>
                  </a:cubicBezTo>
                  <a:close/>
                  <a:moveTo>
                    <a:pt x="1249145" y="688355"/>
                  </a:moveTo>
                  <a:cubicBezTo>
                    <a:pt x="1245904" y="688123"/>
                    <a:pt x="1244118" y="686536"/>
                    <a:pt x="1242101" y="684617"/>
                  </a:cubicBezTo>
                  <a:cubicBezTo>
                    <a:pt x="1240282" y="686833"/>
                    <a:pt x="1237934" y="687627"/>
                    <a:pt x="1235122" y="688487"/>
                  </a:cubicBezTo>
                  <a:cubicBezTo>
                    <a:pt x="1232014" y="689413"/>
                    <a:pt x="1233899" y="693448"/>
                    <a:pt x="1233403" y="695994"/>
                  </a:cubicBezTo>
                  <a:cubicBezTo>
                    <a:pt x="1234428" y="699666"/>
                    <a:pt x="1230327" y="705718"/>
                    <a:pt x="1238694" y="705619"/>
                  </a:cubicBezTo>
                  <a:cubicBezTo>
                    <a:pt x="1248219" y="705486"/>
                    <a:pt x="1250898" y="703270"/>
                    <a:pt x="1250898" y="694175"/>
                  </a:cubicBezTo>
                  <a:cubicBezTo>
                    <a:pt x="1250898" y="691993"/>
                    <a:pt x="1251527" y="688520"/>
                    <a:pt x="1249145" y="688355"/>
                  </a:cubicBezTo>
                  <a:close/>
                  <a:moveTo>
                    <a:pt x="1214915" y="614933"/>
                  </a:moveTo>
                  <a:cubicBezTo>
                    <a:pt x="1211971" y="615958"/>
                    <a:pt x="1209458" y="618372"/>
                    <a:pt x="1208863" y="622308"/>
                  </a:cubicBezTo>
                  <a:cubicBezTo>
                    <a:pt x="1208135" y="627269"/>
                    <a:pt x="1211244" y="629882"/>
                    <a:pt x="1214452" y="631998"/>
                  </a:cubicBezTo>
                  <a:cubicBezTo>
                    <a:pt x="1216072" y="633057"/>
                    <a:pt x="1218950" y="632197"/>
                    <a:pt x="1221430" y="632197"/>
                  </a:cubicBezTo>
                  <a:cubicBezTo>
                    <a:pt x="1222720" y="630841"/>
                    <a:pt x="1226325" y="634611"/>
                    <a:pt x="1226325" y="630444"/>
                  </a:cubicBezTo>
                  <a:cubicBezTo>
                    <a:pt x="1226358" y="626574"/>
                    <a:pt x="1227681" y="622473"/>
                    <a:pt x="1225300" y="618802"/>
                  </a:cubicBezTo>
                  <a:cubicBezTo>
                    <a:pt x="1222786" y="615032"/>
                    <a:pt x="1218884" y="613544"/>
                    <a:pt x="1214915" y="614933"/>
                  </a:cubicBezTo>
                  <a:close/>
                  <a:moveTo>
                    <a:pt x="53394" y="1552848"/>
                  </a:moveTo>
                  <a:cubicBezTo>
                    <a:pt x="49558" y="1550036"/>
                    <a:pt x="46349" y="1549706"/>
                    <a:pt x="42711" y="1551855"/>
                  </a:cubicBezTo>
                  <a:cubicBezTo>
                    <a:pt x="38809" y="1554170"/>
                    <a:pt x="37982" y="1557974"/>
                    <a:pt x="38875" y="1563662"/>
                  </a:cubicBezTo>
                  <a:cubicBezTo>
                    <a:pt x="39239" y="1565382"/>
                    <a:pt x="37486" y="1568756"/>
                    <a:pt x="40396" y="1571865"/>
                  </a:cubicBezTo>
                  <a:cubicBezTo>
                    <a:pt x="42877" y="1574543"/>
                    <a:pt x="45060" y="1574279"/>
                    <a:pt x="47970" y="1571203"/>
                  </a:cubicBezTo>
                  <a:cubicBezTo>
                    <a:pt x="50980" y="1568061"/>
                    <a:pt x="43042" y="1567400"/>
                    <a:pt x="47011" y="1565085"/>
                  </a:cubicBezTo>
                  <a:cubicBezTo>
                    <a:pt x="49095" y="1563861"/>
                    <a:pt x="53129" y="1565184"/>
                    <a:pt x="52534" y="1560752"/>
                  </a:cubicBezTo>
                  <a:cubicBezTo>
                    <a:pt x="52170" y="1558073"/>
                    <a:pt x="58487" y="1556651"/>
                    <a:pt x="53394" y="1552848"/>
                  </a:cubicBezTo>
                  <a:close/>
                  <a:moveTo>
                    <a:pt x="1879714" y="1355799"/>
                  </a:moveTo>
                  <a:cubicBezTo>
                    <a:pt x="1879945" y="1354112"/>
                    <a:pt x="1879780" y="1352393"/>
                    <a:pt x="1879780" y="1348788"/>
                  </a:cubicBezTo>
                  <a:cubicBezTo>
                    <a:pt x="1879714" y="1347895"/>
                    <a:pt x="1879912" y="1344984"/>
                    <a:pt x="1879184" y="1342372"/>
                  </a:cubicBezTo>
                  <a:cubicBezTo>
                    <a:pt x="1878126" y="1338833"/>
                    <a:pt x="1868171" y="1335327"/>
                    <a:pt x="1864269" y="1337774"/>
                  </a:cubicBezTo>
                  <a:cubicBezTo>
                    <a:pt x="1858778" y="1341247"/>
                    <a:pt x="1865856" y="1344224"/>
                    <a:pt x="1865558" y="1347266"/>
                  </a:cubicBezTo>
                  <a:cubicBezTo>
                    <a:pt x="1864996" y="1353583"/>
                    <a:pt x="1876241" y="1350044"/>
                    <a:pt x="1873430" y="1357453"/>
                  </a:cubicBezTo>
                  <a:cubicBezTo>
                    <a:pt x="1874389" y="1357817"/>
                    <a:pt x="1875348" y="1358313"/>
                    <a:pt x="1876373" y="1358544"/>
                  </a:cubicBezTo>
                  <a:cubicBezTo>
                    <a:pt x="1878490" y="1358941"/>
                    <a:pt x="1879482" y="1357585"/>
                    <a:pt x="1879714" y="1355799"/>
                  </a:cubicBezTo>
                  <a:close/>
                  <a:moveTo>
                    <a:pt x="1219446" y="1568226"/>
                  </a:moveTo>
                  <a:cubicBezTo>
                    <a:pt x="1219545" y="1571600"/>
                    <a:pt x="1222588" y="1572724"/>
                    <a:pt x="1224473" y="1574576"/>
                  </a:cubicBezTo>
                  <a:cubicBezTo>
                    <a:pt x="1225399" y="1575469"/>
                    <a:pt x="1227648" y="1575040"/>
                    <a:pt x="1228078" y="1575073"/>
                  </a:cubicBezTo>
                  <a:cubicBezTo>
                    <a:pt x="1230459" y="1575073"/>
                    <a:pt x="1231617" y="1575205"/>
                    <a:pt x="1232708" y="1575040"/>
                  </a:cubicBezTo>
                  <a:cubicBezTo>
                    <a:pt x="1238000" y="1574246"/>
                    <a:pt x="1241274" y="1569616"/>
                    <a:pt x="1240447" y="1564390"/>
                  </a:cubicBezTo>
                  <a:cubicBezTo>
                    <a:pt x="1239554" y="1558867"/>
                    <a:pt x="1235255" y="1561546"/>
                    <a:pt x="1232444" y="1561215"/>
                  </a:cubicBezTo>
                  <a:cubicBezTo>
                    <a:pt x="1229765" y="1560884"/>
                    <a:pt x="1226490" y="1560653"/>
                    <a:pt x="1224308" y="1561876"/>
                  </a:cubicBezTo>
                  <a:cubicBezTo>
                    <a:pt x="1222224" y="1563034"/>
                    <a:pt x="1219347" y="1564754"/>
                    <a:pt x="1219446" y="1568226"/>
                  </a:cubicBezTo>
                  <a:close/>
                  <a:moveTo>
                    <a:pt x="1841316" y="859507"/>
                  </a:moveTo>
                  <a:cubicBezTo>
                    <a:pt x="1840225" y="864336"/>
                    <a:pt x="1843234" y="867279"/>
                    <a:pt x="1846508" y="869330"/>
                  </a:cubicBezTo>
                  <a:cubicBezTo>
                    <a:pt x="1849485" y="871182"/>
                    <a:pt x="1851502" y="868106"/>
                    <a:pt x="1853586" y="866188"/>
                  </a:cubicBezTo>
                  <a:cubicBezTo>
                    <a:pt x="1857059" y="863013"/>
                    <a:pt x="1860366" y="859871"/>
                    <a:pt x="1859076" y="854447"/>
                  </a:cubicBezTo>
                  <a:cubicBezTo>
                    <a:pt x="1858712" y="852826"/>
                    <a:pt x="1858547" y="851139"/>
                    <a:pt x="1857952" y="849651"/>
                  </a:cubicBezTo>
                  <a:cubicBezTo>
                    <a:pt x="1857422" y="848461"/>
                    <a:pt x="1855670" y="848758"/>
                    <a:pt x="1855670" y="850213"/>
                  </a:cubicBezTo>
                  <a:cubicBezTo>
                    <a:pt x="1855703" y="858482"/>
                    <a:pt x="1852131" y="852760"/>
                    <a:pt x="1849187" y="852429"/>
                  </a:cubicBezTo>
                  <a:cubicBezTo>
                    <a:pt x="1844722" y="851900"/>
                    <a:pt x="1842275" y="855174"/>
                    <a:pt x="1841316" y="859507"/>
                  </a:cubicBezTo>
                  <a:close/>
                  <a:moveTo>
                    <a:pt x="1785456" y="1379380"/>
                  </a:moveTo>
                  <a:cubicBezTo>
                    <a:pt x="1789193" y="1379380"/>
                    <a:pt x="1791707" y="1376271"/>
                    <a:pt x="1792269" y="1372931"/>
                  </a:cubicBezTo>
                  <a:cubicBezTo>
                    <a:pt x="1793096" y="1368168"/>
                    <a:pt x="1786250" y="1361951"/>
                    <a:pt x="1780759" y="1362050"/>
                  </a:cubicBezTo>
                  <a:cubicBezTo>
                    <a:pt x="1778510" y="1362348"/>
                    <a:pt x="1775104" y="1360959"/>
                    <a:pt x="1774906" y="1365688"/>
                  </a:cubicBezTo>
                  <a:cubicBezTo>
                    <a:pt x="1774674" y="1370583"/>
                    <a:pt x="1780826" y="1379380"/>
                    <a:pt x="1785456" y="1379380"/>
                  </a:cubicBezTo>
                  <a:close/>
                  <a:moveTo>
                    <a:pt x="779179" y="1830991"/>
                  </a:moveTo>
                  <a:cubicBezTo>
                    <a:pt x="780502" y="1827684"/>
                    <a:pt x="777261" y="1826328"/>
                    <a:pt x="775343" y="1824442"/>
                  </a:cubicBezTo>
                  <a:cubicBezTo>
                    <a:pt x="772135" y="1821267"/>
                    <a:pt x="771837" y="1827981"/>
                    <a:pt x="768728" y="1826559"/>
                  </a:cubicBezTo>
                  <a:cubicBezTo>
                    <a:pt x="766711" y="1825633"/>
                    <a:pt x="765884" y="1827981"/>
                    <a:pt x="764594" y="1828940"/>
                  </a:cubicBezTo>
                  <a:cubicBezTo>
                    <a:pt x="760725" y="1831884"/>
                    <a:pt x="760758" y="1835952"/>
                    <a:pt x="762808" y="1839424"/>
                  </a:cubicBezTo>
                  <a:cubicBezTo>
                    <a:pt x="763999" y="1841475"/>
                    <a:pt x="766810" y="1846601"/>
                    <a:pt x="769787" y="1840979"/>
                  </a:cubicBezTo>
                  <a:cubicBezTo>
                    <a:pt x="772102" y="1836646"/>
                    <a:pt x="781031" y="1839325"/>
                    <a:pt x="779179" y="1830991"/>
                  </a:cubicBezTo>
                  <a:close/>
                  <a:moveTo>
                    <a:pt x="2516863" y="1149788"/>
                  </a:moveTo>
                  <a:cubicBezTo>
                    <a:pt x="2512729" y="1152665"/>
                    <a:pt x="2510017" y="1157593"/>
                    <a:pt x="2503634" y="1156204"/>
                  </a:cubicBezTo>
                  <a:cubicBezTo>
                    <a:pt x="2502278" y="1155906"/>
                    <a:pt x="2501319" y="1158387"/>
                    <a:pt x="2501650" y="1160239"/>
                  </a:cubicBezTo>
                  <a:cubicBezTo>
                    <a:pt x="2502014" y="1162058"/>
                    <a:pt x="2502940" y="1163414"/>
                    <a:pt x="2505123" y="1162984"/>
                  </a:cubicBezTo>
                  <a:cubicBezTo>
                    <a:pt x="2507272" y="1162554"/>
                    <a:pt x="2509753" y="1164075"/>
                    <a:pt x="2511638" y="1161793"/>
                  </a:cubicBezTo>
                  <a:cubicBezTo>
                    <a:pt x="2513688" y="1159247"/>
                    <a:pt x="2515607" y="1159280"/>
                    <a:pt x="2518914" y="1160735"/>
                  </a:cubicBezTo>
                  <a:cubicBezTo>
                    <a:pt x="2525859" y="1163778"/>
                    <a:pt x="2526091" y="1163282"/>
                    <a:pt x="2526091" y="1156171"/>
                  </a:cubicBezTo>
                  <a:cubicBezTo>
                    <a:pt x="2526091" y="1149457"/>
                    <a:pt x="2521891" y="1146282"/>
                    <a:pt x="2516863" y="1149788"/>
                  </a:cubicBezTo>
                  <a:close/>
                  <a:moveTo>
                    <a:pt x="1620554" y="1479723"/>
                  </a:moveTo>
                  <a:cubicBezTo>
                    <a:pt x="1623762" y="1472017"/>
                    <a:pt x="1619132" y="1466957"/>
                    <a:pt x="1607987" y="1466792"/>
                  </a:cubicBezTo>
                  <a:cubicBezTo>
                    <a:pt x="1606168" y="1468412"/>
                    <a:pt x="1601339" y="1464113"/>
                    <a:pt x="1600314" y="1469768"/>
                  </a:cubicBezTo>
                  <a:cubicBezTo>
                    <a:pt x="1599288" y="1475325"/>
                    <a:pt x="1605275" y="1472778"/>
                    <a:pt x="1607127" y="1475259"/>
                  </a:cubicBezTo>
                  <a:cubicBezTo>
                    <a:pt x="1608813" y="1477574"/>
                    <a:pt x="1611095" y="1479459"/>
                    <a:pt x="1613212" y="1481443"/>
                  </a:cubicBezTo>
                  <a:cubicBezTo>
                    <a:pt x="1615362" y="1483461"/>
                    <a:pt x="1619397" y="1482468"/>
                    <a:pt x="1620554" y="1479723"/>
                  </a:cubicBezTo>
                  <a:close/>
                  <a:moveTo>
                    <a:pt x="1605241" y="743917"/>
                  </a:moveTo>
                  <a:cubicBezTo>
                    <a:pt x="1607391" y="744149"/>
                    <a:pt x="1613907" y="737898"/>
                    <a:pt x="1613741" y="735715"/>
                  </a:cubicBezTo>
                  <a:cubicBezTo>
                    <a:pt x="1613609" y="733731"/>
                    <a:pt x="1609872" y="730456"/>
                    <a:pt x="1606201" y="728373"/>
                  </a:cubicBezTo>
                  <a:cubicBezTo>
                    <a:pt x="1603059" y="730126"/>
                    <a:pt x="1599950" y="731879"/>
                    <a:pt x="1596841" y="733565"/>
                  </a:cubicBezTo>
                  <a:cubicBezTo>
                    <a:pt x="1597106" y="740511"/>
                    <a:pt x="1599487" y="743322"/>
                    <a:pt x="1605241" y="743917"/>
                  </a:cubicBezTo>
                  <a:close/>
                  <a:moveTo>
                    <a:pt x="1038471" y="1045608"/>
                  </a:moveTo>
                  <a:cubicBezTo>
                    <a:pt x="1037082" y="1046600"/>
                    <a:pt x="1032452" y="1047890"/>
                    <a:pt x="1036288" y="1051528"/>
                  </a:cubicBezTo>
                  <a:cubicBezTo>
                    <a:pt x="1039232" y="1054273"/>
                    <a:pt x="1042043" y="1057118"/>
                    <a:pt x="1044821" y="1060028"/>
                  </a:cubicBezTo>
                  <a:cubicBezTo>
                    <a:pt x="1046607" y="1061913"/>
                    <a:pt x="1048790" y="1062608"/>
                    <a:pt x="1050642" y="1060954"/>
                  </a:cubicBezTo>
                  <a:cubicBezTo>
                    <a:pt x="1052593" y="1059168"/>
                    <a:pt x="1055537" y="1057779"/>
                    <a:pt x="1055371" y="1055100"/>
                  </a:cubicBezTo>
                  <a:cubicBezTo>
                    <a:pt x="1054710" y="1049643"/>
                    <a:pt x="1042241" y="1042863"/>
                    <a:pt x="1038471" y="1045608"/>
                  </a:cubicBezTo>
                  <a:close/>
                  <a:moveTo>
                    <a:pt x="1388349" y="1278111"/>
                  </a:moveTo>
                  <a:cubicBezTo>
                    <a:pt x="1391690" y="1276027"/>
                    <a:pt x="1395162" y="1273679"/>
                    <a:pt x="1394170" y="1269049"/>
                  </a:cubicBezTo>
                  <a:cubicBezTo>
                    <a:pt x="1393707" y="1263426"/>
                    <a:pt x="1388945" y="1260020"/>
                    <a:pt x="1383421" y="1260748"/>
                  </a:cubicBezTo>
                  <a:cubicBezTo>
                    <a:pt x="1380114" y="1261178"/>
                    <a:pt x="1379155" y="1264286"/>
                    <a:pt x="1376840" y="1265841"/>
                  </a:cubicBezTo>
                  <a:cubicBezTo>
                    <a:pt x="1380743" y="1268454"/>
                    <a:pt x="1379717" y="1274109"/>
                    <a:pt x="1383785" y="1276788"/>
                  </a:cubicBezTo>
                  <a:cubicBezTo>
                    <a:pt x="1385340" y="1277813"/>
                    <a:pt x="1387093" y="1278905"/>
                    <a:pt x="1388349" y="1278111"/>
                  </a:cubicBezTo>
                  <a:close/>
                  <a:moveTo>
                    <a:pt x="356772" y="2278534"/>
                  </a:moveTo>
                  <a:cubicBezTo>
                    <a:pt x="355978" y="2275326"/>
                    <a:pt x="355813" y="2273010"/>
                    <a:pt x="352042" y="2273506"/>
                  </a:cubicBezTo>
                  <a:cubicBezTo>
                    <a:pt x="346420" y="2272977"/>
                    <a:pt x="341591" y="2276318"/>
                    <a:pt x="339508" y="2279757"/>
                  </a:cubicBezTo>
                  <a:cubicBezTo>
                    <a:pt x="337193" y="2283528"/>
                    <a:pt x="343609" y="2285710"/>
                    <a:pt x="345759" y="2288918"/>
                  </a:cubicBezTo>
                  <a:cubicBezTo>
                    <a:pt x="346089" y="2289381"/>
                    <a:pt x="346519" y="2289811"/>
                    <a:pt x="346982" y="2290142"/>
                  </a:cubicBezTo>
                  <a:cubicBezTo>
                    <a:pt x="349198" y="2291630"/>
                    <a:pt x="352969" y="2290936"/>
                    <a:pt x="352605" y="2289381"/>
                  </a:cubicBezTo>
                  <a:cubicBezTo>
                    <a:pt x="351546" y="2284553"/>
                    <a:pt x="357996" y="2283461"/>
                    <a:pt x="356772" y="2278534"/>
                  </a:cubicBezTo>
                  <a:close/>
                  <a:moveTo>
                    <a:pt x="321582" y="1267726"/>
                  </a:moveTo>
                  <a:cubicBezTo>
                    <a:pt x="318242" y="1267561"/>
                    <a:pt x="306799" y="1274605"/>
                    <a:pt x="307989" y="1276193"/>
                  </a:cubicBezTo>
                  <a:cubicBezTo>
                    <a:pt x="310602" y="1279665"/>
                    <a:pt x="314009" y="1282973"/>
                    <a:pt x="317812" y="1284990"/>
                  </a:cubicBezTo>
                  <a:cubicBezTo>
                    <a:pt x="320954" y="1286677"/>
                    <a:pt x="324956" y="1280393"/>
                    <a:pt x="325088" y="1273679"/>
                  </a:cubicBezTo>
                  <a:cubicBezTo>
                    <a:pt x="324691" y="1271430"/>
                    <a:pt x="326345" y="1267924"/>
                    <a:pt x="321582" y="1267726"/>
                  </a:cubicBezTo>
                  <a:close/>
                  <a:moveTo>
                    <a:pt x="1404290" y="2580721"/>
                  </a:moveTo>
                  <a:cubicBezTo>
                    <a:pt x="1404257" y="2579233"/>
                    <a:pt x="1403728" y="2577711"/>
                    <a:pt x="1403001" y="2576256"/>
                  </a:cubicBezTo>
                  <a:cubicBezTo>
                    <a:pt x="1403431" y="2577843"/>
                    <a:pt x="1403860" y="2579398"/>
                    <a:pt x="1404290" y="2580985"/>
                  </a:cubicBezTo>
                  <a:cubicBezTo>
                    <a:pt x="1404290" y="2580886"/>
                    <a:pt x="1404290" y="2580820"/>
                    <a:pt x="1404290" y="2580721"/>
                  </a:cubicBezTo>
                  <a:close/>
                  <a:moveTo>
                    <a:pt x="1162097" y="1243318"/>
                  </a:moveTo>
                  <a:cubicBezTo>
                    <a:pt x="1171490" y="1244211"/>
                    <a:pt x="1164380" y="1234951"/>
                    <a:pt x="1168910" y="1231941"/>
                  </a:cubicBezTo>
                  <a:cubicBezTo>
                    <a:pt x="1170465" y="1230883"/>
                    <a:pt x="1167025" y="1225591"/>
                    <a:pt x="1162296" y="1225856"/>
                  </a:cubicBezTo>
                  <a:cubicBezTo>
                    <a:pt x="1159253" y="1225525"/>
                    <a:pt x="1153730" y="1231147"/>
                    <a:pt x="1153102" y="1235315"/>
                  </a:cubicBezTo>
                  <a:cubicBezTo>
                    <a:pt x="1152506" y="1239019"/>
                    <a:pt x="1156905" y="1242855"/>
                    <a:pt x="1162097" y="1243318"/>
                  </a:cubicBezTo>
                  <a:close/>
                  <a:moveTo>
                    <a:pt x="1561916" y="1568028"/>
                  </a:moveTo>
                  <a:cubicBezTo>
                    <a:pt x="1564992" y="1568094"/>
                    <a:pt x="1569159" y="1569549"/>
                    <a:pt x="1568861" y="1563729"/>
                  </a:cubicBezTo>
                  <a:cubicBezTo>
                    <a:pt x="1568531" y="1557279"/>
                    <a:pt x="1565554" y="1554435"/>
                    <a:pt x="1558278" y="1554137"/>
                  </a:cubicBezTo>
                  <a:cubicBezTo>
                    <a:pt x="1555202" y="1554369"/>
                    <a:pt x="1551002" y="1552583"/>
                    <a:pt x="1551333" y="1558470"/>
                  </a:cubicBezTo>
                  <a:cubicBezTo>
                    <a:pt x="1551663" y="1564919"/>
                    <a:pt x="1554640" y="1567863"/>
                    <a:pt x="1561916" y="1568028"/>
                  </a:cubicBezTo>
                  <a:close/>
                  <a:moveTo>
                    <a:pt x="972193" y="1427071"/>
                  </a:moveTo>
                  <a:cubicBezTo>
                    <a:pt x="975368" y="1429783"/>
                    <a:pt x="974772" y="1432991"/>
                    <a:pt x="974938" y="1436266"/>
                  </a:cubicBezTo>
                  <a:cubicBezTo>
                    <a:pt x="975103" y="1438779"/>
                    <a:pt x="973714" y="1442351"/>
                    <a:pt x="978344" y="1442351"/>
                  </a:cubicBezTo>
                  <a:cubicBezTo>
                    <a:pt x="981089" y="1442384"/>
                    <a:pt x="983735" y="1442781"/>
                    <a:pt x="986017" y="1440168"/>
                  </a:cubicBezTo>
                  <a:cubicBezTo>
                    <a:pt x="989258" y="1436431"/>
                    <a:pt x="990184" y="1428791"/>
                    <a:pt x="987142" y="1428758"/>
                  </a:cubicBezTo>
                  <a:cubicBezTo>
                    <a:pt x="982379" y="1428725"/>
                    <a:pt x="978708" y="1427104"/>
                    <a:pt x="975235" y="1424922"/>
                  </a:cubicBezTo>
                  <a:cubicBezTo>
                    <a:pt x="973251" y="1424789"/>
                    <a:pt x="971002" y="1426079"/>
                    <a:pt x="972193" y="1427071"/>
                  </a:cubicBezTo>
                  <a:close/>
                  <a:moveTo>
                    <a:pt x="1268328" y="824350"/>
                  </a:moveTo>
                  <a:cubicBezTo>
                    <a:pt x="1271470" y="821407"/>
                    <a:pt x="1276993" y="822068"/>
                    <a:pt x="1278713" y="817703"/>
                  </a:cubicBezTo>
                  <a:cubicBezTo>
                    <a:pt x="1279837" y="814825"/>
                    <a:pt x="1271701" y="807880"/>
                    <a:pt x="1267170" y="807318"/>
                  </a:cubicBezTo>
                  <a:cubicBezTo>
                    <a:pt x="1264723" y="807020"/>
                    <a:pt x="1261382" y="812444"/>
                    <a:pt x="1261349" y="816016"/>
                  </a:cubicBezTo>
                  <a:cubicBezTo>
                    <a:pt x="1261316" y="820977"/>
                    <a:pt x="1264458" y="822862"/>
                    <a:pt x="1268328" y="824350"/>
                  </a:cubicBezTo>
                  <a:close/>
                  <a:moveTo>
                    <a:pt x="11259" y="973079"/>
                  </a:moveTo>
                  <a:cubicBezTo>
                    <a:pt x="14136" y="976023"/>
                    <a:pt x="15691" y="971360"/>
                    <a:pt x="15856" y="970665"/>
                  </a:cubicBezTo>
                  <a:cubicBezTo>
                    <a:pt x="16882" y="966630"/>
                    <a:pt x="13376" y="963323"/>
                    <a:pt x="13740" y="958825"/>
                  </a:cubicBezTo>
                  <a:cubicBezTo>
                    <a:pt x="13971" y="955948"/>
                    <a:pt x="8977" y="957370"/>
                    <a:pt x="6563" y="956973"/>
                  </a:cubicBezTo>
                  <a:cubicBezTo>
                    <a:pt x="4082" y="957006"/>
                    <a:pt x="907" y="956278"/>
                    <a:pt x="411" y="958891"/>
                  </a:cubicBezTo>
                  <a:cubicBezTo>
                    <a:pt x="-52" y="961405"/>
                    <a:pt x="-515" y="964249"/>
                    <a:pt x="1370" y="967126"/>
                  </a:cubicBezTo>
                  <a:cubicBezTo>
                    <a:pt x="3851" y="970897"/>
                    <a:pt x="8415" y="970202"/>
                    <a:pt x="11259" y="973079"/>
                  </a:cubicBezTo>
                  <a:close/>
                  <a:moveTo>
                    <a:pt x="1925189" y="1451115"/>
                  </a:moveTo>
                  <a:cubicBezTo>
                    <a:pt x="1925652" y="1446254"/>
                    <a:pt x="1922510" y="1443641"/>
                    <a:pt x="1918640" y="1442516"/>
                  </a:cubicBezTo>
                  <a:cubicBezTo>
                    <a:pt x="1915168" y="1441524"/>
                    <a:pt x="1907098" y="1451512"/>
                    <a:pt x="1908652" y="1455216"/>
                  </a:cubicBezTo>
                  <a:cubicBezTo>
                    <a:pt x="1909512" y="1457201"/>
                    <a:pt x="1911497" y="1459780"/>
                    <a:pt x="1914606" y="1459747"/>
                  </a:cubicBezTo>
                  <a:cubicBezTo>
                    <a:pt x="1915565" y="1459582"/>
                    <a:pt x="1916557" y="1459384"/>
                    <a:pt x="1917549" y="1459218"/>
                  </a:cubicBezTo>
                  <a:cubicBezTo>
                    <a:pt x="1921716" y="1457730"/>
                    <a:pt x="1925387" y="1454026"/>
                    <a:pt x="1925189" y="1451115"/>
                  </a:cubicBezTo>
                  <a:close/>
                  <a:moveTo>
                    <a:pt x="2569714" y="1348126"/>
                  </a:moveTo>
                  <a:cubicBezTo>
                    <a:pt x="2572624" y="1347994"/>
                    <a:pt x="2574840" y="1346836"/>
                    <a:pt x="2576329" y="1344951"/>
                  </a:cubicBezTo>
                  <a:cubicBezTo>
                    <a:pt x="2571434" y="1343992"/>
                    <a:pt x="2566473" y="1343066"/>
                    <a:pt x="2561380" y="1342173"/>
                  </a:cubicBezTo>
                  <a:cubicBezTo>
                    <a:pt x="2562603" y="1345613"/>
                    <a:pt x="2565150" y="1348325"/>
                    <a:pt x="2569714" y="1348126"/>
                  </a:cubicBezTo>
                  <a:close/>
                  <a:moveTo>
                    <a:pt x="1462333" y="855472"/>
                  </a:moveTo>
                  <a:cubicBezTo>
                    <a:pt x="1464781" y="855968"/>
                    <a:pt x="1467790" y="856696"/>
                    <a:pt x="1470370" y="854645"/>
                  </a:cubicBezTo>
                  <a:cubicBezTo>
                    <a:pt x="1473777" y="851999"/>
                    <a:pt x="1475596" y="848560"/>
                    <a:pt x="1474372" y="844492"/>
                  </a:cubicBezTo>
                  <a:cubicBezTo>
                    <a:pt x="1473446" y="841416"/>
                    <a:pt x="1471098" y="838869"/>
                    <a:pt x="1466534" y="837976"/>
                  </a:cubicBezTo>
                  <a:cubicBezTo>
                    <a:pt x="1465343" y="837646"/>
                    <a:pt x="1464715" y="839762"/>
                    <a:pt x="1463359" y="840589"/>
                  </a:cubicBezTo>
                  <a:cubicBezTo>
                    <a:pt x="1459754" y="842805"/>
                    <a:pt x="1460547" y="846344"/>
                    <a:pt x="1460547" y="849618"/>
                  </a:cubicBezTo>
                  <a:cubicBezTo>
                    <a:pt x="1460514" y="851801"/>
                    <a:pt x="1459853" y="854943"/>
                    <a:pt x="1462333" y="855472"/>
                  </a:cubicBezTo>
                  <a:close/>
                  <a:moveTo>
                    <a:pt x="975269" y="1334070"/>
                  </a:moveTo>
                  <a:cubicBezTo>
                    <a:pt x="969282" y="1334335"/>
                    <a:pt x="972160" y="1338866"/>
                    <a:pt x="971366" y="1341842"/>
                  </a:cubicBezTo>
                  <a:cubicBezTo>
                    <a:pt x="971697" y="1343827"/>
                    <a:pt x="970506" y="1347266"/>
                    <a:pt x="973053" y="1347696"/>
                  </a:cubicBezTo>
                  <a:cubicBezTo>
                    <a:pt x="976162" y="1348192"/>
                    <a:pt x="979303" y="1351533"/>
                    <a:pt x="979998" y="1351202"/>
                  </a:cubicBezTo>
                  <a:cubicBezTo>
                    <a:pt x="983206" y="1349681"/>
                    <a:pt x="985720" y="1346903"/>
                    <a:pt x="985422" y="1342636"/>
                  </a:cubicBezTo>
                  <a:cubicBezTo>
                    <a:pt x="985058" y="1337179"/>
                    <a:pt x="981089" y="1333806"/>
                    <a:pt x="975269" y="1334070"/>
                  </a:cubicBezTo>
                  <a:close/>
                  <a:moveTo>
                    <a:pt x="905088" y="1679186"/>
                  </a:moveTo>
                  <a:cubicBezTo>
                    <a:pt x="904989" y="1673299"/>
                    <a:pt x="901880" y="1669661"/>
                    <a:pt x="896522" y="1669330"/>
                  </a:cubicBezTo>
                  <a:cubicBezTo>
                    <a:pt x="892090" y="1669066"/>
                    <a:pt x="889246" y="1671381"/>
                    <a:pt x="888287" y="1675184"/>
                  </a:cubicBezTo>
                  <a:cubicBezTo>
                    <a:pt x="887592" y="1677863"/>
                    <a:pt x="894604" y="1683287"/>
                    <a:pt x="897977" y="1683320"/>
                  </a:cubicBezTo>
                  <a:cubicBezTo>
                    <a:pt x="900888" y="1682890"/>
                    <a:pt x="905187" y="1685106"/>
                    <a:pt x="905088" y="1679186"/>
                  </a:cubicBezTo>
                  <a:close/>
                  <a:moveTo>
                    <a:pt x="2480649" y="1522685"/>
                  </a:moveTo>
                  <a:cubicBezTo>
                    <a:pt x="2474398" y="1521957"/>
                    <a:pt x="2470264" y="1525827"/>
                    <a:pt x="2470164" y="1532475"/>
                  </a:cubicBezTo>
                  <a:cubicBezTo>
                    <a:pt x="2470065" y="1538329"/>
                    <a:pt x="2474332" y="1536245"/>
                    <a:pt x="2477308" y="1536675"/>
                  </a:cubicBezTo>
                  <a:cubicBezTo>
                    <a:pt x="2482071" y="1537303"/>
                    <a:pt x="2485279" y="1536278"/>
                    <a:pt x="2484022" y="1529928"/>
                  </a:cubicBezTo>
                  <a:cubicBezTo>
                    <a:pt x="2483327" y="1527745"/>
                    <a:pt x="2486337" y="1523313"/>
                    <a:pt x="2480649" y="1522685"/>
                  </a:cubicBezTo>
                  <a:close/>
                  <a:moveTo>
                    <a:pt x="2310257" y="1382787"/>
                  </a:moveTo>
                  <a:cubicBezTo>
                    <a:pt x="2315846" y="1381298"/>
                    <a:pt x="2312407" y="1376139"/>
                    <a:pt x="2312870" y="1372666"/>
                  </a:cubicBezTo>
                  <a:cubicBezTo>
                    <a:pt x="2313465" y="1368168"/>
                    <a:pt x="2309662" y="1369194"/>
                    <a:pt x="2307049" y="1369028"/>
                  </a:cubicBezTo>
                  <a:cubicBezTo>
                    <a:pt x="2305924" y="1368962"/>
                    <a:pt x="2304767" y="1369028"/>
                    <a:pt x="2303378" y="1369028"/>
                  </a:cubicBezTo>
                  <a:cubicBezTo>
                    <a:pt x="2300996" y="1369524"/>
                    <a:pt x="2297193" y="1367573"/>
                    <a:pt x="2296102" y="1370682"/>
                  </a:cubicBezTo>
                  <a:cubicBezTo>
                    <a:pt x="2295672" y="1371906"/>
                    <a:pt x="2299475" y="1374585"/>
                    <a:pt x="2301360" y="1376602"/>
                  </a:cubicBezTo>
                  <a:cubicBezTo>
                    <a:pt x="2301724" y="1377032"/>
                    <a:pt x="2302485" y="1377462"/>
                    <a:pt x="2302452" y="1377826"/>
                  </a:cubicBezTo>
                  <a:cubicBezTo>
                    <a:pt x="2301592" y="1384936"/>
                    <a:pt x="2307115" y="1383613"/>
                    <a:pt x="2310257" y="1382787"/>
                  </a:cubicBezTo>
                  <a:close/>
                  <a:moveTo>
                    <a:pt x="962932" y="178106"/>
                  </a:moveTo>
                  <a:cubicBezTo>
                    <a:pt x="965744" y="177113"/>
                    <a:pt x="971333" y="181248"/>
                    <a:pt x="971399" y="173971"/>
                  </a:cubicBezTo>
                  <a:cubicBezTo>
                    <a:pt x="971465" y="169143"/>
                    <a:pt x="967926" y="164248"/>
                    <a:pt x="964487" y="164248"/>
                  </a:cubicBezTo>
                  <a:cubicBezTo>
                    <a:pt x="961014" y="164215"/>
                    <a:pt x="957641" y="169044"/>
                    <a:pt x="957409" y="173905"/>
                  </a:cubicBezTo>
                  <a:cubicBezTo>
                    <a:pt x="957244" y="177907"/>
                    <a:pt x="959394" y="178635"/>
                    <a:pt x="962932" y="178106"/>
                  </a:cubicBezTo>
                  <a:close/>
                  <a:moveTo>
                    <a:pt x="1248782" y="1047526"/>
                  </a:moveTo>
                  <a:cubicBezTo>
                    <a:pt x="1252387" y="1045707"/>
                    <a:pt x="1254999" y="1041937"/>
                    <a:pt x="1257414" y="1039622"/>
                  </a:cubicBezTo>
                  <a:cubicBezTo>
                    <a:pt x="1256355" y="1035719"/>
                    <a:pt x="1249807" y="1032941"/>
                    <a:pt x="1246665" y="1033801"/>
                  </a:cubicBezTo>
                  <a:cubicBezTo>
                    <a:pt x="1242994" y="1034760"/>
                    <a:pt x="1238959" y="1040283"/>
                    <a:pt x="1240745" y="1042566"/>
                  </a:cubicBezTo>
                  <a:cubicBezTo>
                    <a:pt x="1242696" y="1045046"/>
                    <a:pt x="1244945" y="1049478"/>
                    <a:pt x="1248782" y="1047526"/>
                  </a:cubicBezTo>
                  <a:close/>
                  <a:moveTo>
                    <a:pt x="256396" y="2391213"/>
                  </a:moveTo>
                  <a:cubicBezTo>
                    <a:pt x="257917" y="2393131"/>
                    <a:pt x="259637" y="2389361"/>
                    <a:pt x="260993" y="2388038"/>
                  </a:cubicBezTo>
                  <a:cubicBezTo>
                    <a:pt x="263870" y="2385293"/>
                    <a:pt x="261952" y="2383011"/>
                    <a:pt x="259637" y="2380927"/>
                  </a:cubicBezTo>
                  <a:cubicBezTo>
                    <a:pt x="259504" y="2380795"/>
                    <a:pt x="259339" y="2380663"/>
                    <a:pt x="259207" y="2380497"/>
                  </a:cubicBezTo>
                  <a:cubicBezTo>
                    <a:pt x="257090" y="2383540"/>
                    <a:pt x="255040" y="2386550"/>
                    <a:pt x="253121" y="2389460"/>
                  </a:cubicBezTo>
                  <a:cubicBezTo>
                    <a:pt x="254345" y="2389725"/>
                    <a:pt x="255536" y="2390122"/>
                    <a:pt x="256396" y="2391213"/>
                  </a:cubicBezTo>
                  <a:close/>
                  <a:moveTo>
                    <a:pt x="1719376" y="1328547"/>
                  </a:moveTo>
                  <a:cubicBezTo>
                    <a:pt x="1720897" y="1326926"/>
                    <a:pt x="1723080" y="1325703"/>
                    <a:pt x="1722551" y="1322991"/>
                  </a:cubicBezTo>
                  <a:cubicBezTo>
                    <a:pt x="1722485" y="1320676"/>
                    <a:pt x="1722617" y="1318658"/>
                    <a:pt x="1720931" y="1316542"/>
                  </a:cubicBezTo>
                  <a:cubicBezTo>
                    <a:pt x="1717888" y="1312837"/>
                    <a:pt x="1713522" y="1311680"/>
                    <a:pt x="1710281" y="1313631"/>
                  </a:cubicBezTo>
                  <a:cubicBezTo>
                    <a:pt x="1705949" y="1316277"/>
                    <a:pt x="1710744" y="1318989"/>
                    <a:pt x="1711637" y="1321899"/>
                  </a:cubicBezTo>
                  <a:cubicBezTo>
                    <a:pt x="1712530" y="1324777"/>
                    <a:pt x="1713688" y="1326860"/>
                    <a:pt x="1715606" y="1329010"/>
                  </a:cubicBezTo>
                  <a:cubicBezTo>
                    <a:pt x="1717359" y="1330994"/>
                    <a:pt x="1718285" y="1329738"/>
                    <a:pt x="1719376" y="1328547"/>
                  </a:cubicBezTo>
                  <a:close/>
                  <a:moveTo>
                    <a:pt x="1105675" y="268229"/>
                  </a:moveTo>
                  <a:cubicBezTo>
                    <a:pt x="1107726" y="268527"/>
                    <a:pt x="1111628" y="265352"/>
                    <a:pt x="1111165" y="261152"/>
                  </a:cubicBezTo>
                  <a:cubicBezTo>
                    <a:pt x="1111430" y="256422"/>
                    <a:pt x="1107064" y="250403"/>
                    <a:pt x="1103823" y="251693"/>
                  </a:cubicBezTo>
                  <a:cubicBezTo>
                    <a:pt x="1099590" y="253380"/>
                    <a:pt x="1098201" y="258407"/>
                    <a:pt x="1097705" y="262078"/>
                  </a:cubicBezTo>
                  <a:cubicBezTo>
                    <a:pt x="1097473" y="263930"/>
                    <a:pt x="1102599" y="267766"/>
                    <a:pt x="1105675" y="268229"/>
                  </a:cubicBezTo>
                  <a:close/>
                  <a:moveTo>
                    <a:pt x="224910" y="2116212"/>
                  </a:moveTo>
                  <a:cubicBezTo>
                    <a:pt x="227291" y="2115021"/>
                    <a:pt x="229110" y="2112673"/>
                    <a:pt x="230632" y="2111317"/>
                  </a:cubicBezTo>
                  <a:cubicBezTo>
                    <a:pt x="231062" y="2108208"/>
                    <a:pt x="223852" y="2099113"/>
                    <a:pt x="221702" y="2099345"/>
                  </a:cubicBezTo>
                  <a:cubicBezTo>
                    <a:pt x="220809" y="2099444"/>
                    <a:pt x="220048" y="2100833"/>
                    <a:pt x="219255" y="2101693"/>
                  </a:cubicBezTo>
                  <a:cubicBezTo>
                    <a:pt x="215484" y="2105628"/>
                    <a:pt x="215683" y="2109564"/>
                    <a:pt x="219189" y="2113533"/>
                  </a:cubicBezTo>
                  <a:cubicBezTo>
                    <a:pt x="220743" y="2115286"/>
                    <a:pt x="222595" y="2117369"/>
                    <a:pt x="224910" y="2116212"/>
                  </a:cubicBezTo>
                  <a:close/>
                  <a:moveTo>
                    <a:pt x="1315258" y="1369227"/>
                  </a:moveTo>
                  <a:cubicBezTo>
                    <a:pt x="1312149" y="1368698"/>
                    <a:pt x="1308181" y="1367738"/>
                    <a:pt x="1305998" y="1371641"/>
                  </a:cubicBezTo>
                  <a:cubicBezTo>
                    <a:pt x="1305369" y="1372799"/>
                    <a:pt x="1302294" y="1373162"/>
                    <a:pt x="1304377" y="1375279"/>
                  </a:cubicBezTo>
                  <a:cubicBezTo>
                    <a:pt x="1307519" y="1378454"/>
                    <a:pt x="1306858" y="1384209"/>
                    <a:pt x="1311719" y="1386094"/>
                  </a:cubicBezTo>
                  <a:cubicBezTo>
                    <a:pt x="1312712" y="1386491"/>
                    <a:pt x="1313935" y="1386392"/>
                    <a:pt x="1315093" y="1386524"/>
                  </a:cubicBezTo>
                  <a:cubicBezTo>
                    <a:pt x="1315820" y="1385763"/>
                    <a:pt x="1316912" y="1385135"/>
                    <a:pt x="1317209" y="1384209"/>
                  </a:cubicBezTo>
                  <a:cubicBezTo>
                    <a:pt x="1317507" y="1383250"/>
                    <a:pt x="1317507" y="1381530"/>
                    <a:pt x="1316879" y="1381001"/>
                  </a:cubicBezTo>
                  <a:cubicBezTo>
                    <a:pt x="1314266" y="1378851"/>
                    <a:pt x="1313770" y="1377297"/>
                    <a:pt x="1316647" y="1374651"/>
                  </a:cubicBezTo>
                  <a:cubicBezTo>
                    <a:pt x="1318301" y="1373129"/>
                    <a:pt x="1317739" y="1369690"/>
                    <a:pt x="1315258" y="1369227"/>
                  </a:cubicBezTo>
                  <a:close/>
                  <a:moveTo>
                    <a:pt x="1796601" y="790550"/>
                  </a:moveTo>
                  <a:cubicBezTo>
                    <a:pt x="1795312" y="791906"/>
                    <a:pt x="1791541" y="793626"/>
                    <a:pt x="1793459" y="795147"/>
                  </a:cubicBezTo>
                  <a:cubicBezTo>
                    <a:pt x="1796370" y="797462"/>
                    <a:pt x="1794319" y="802324"/>
                    <a:pt x="1798420" y="803250"/>
                  </a:cubicBezTo>
                  <a:cubicBezTo>
                    <a:pt x="1800074" y="803614"/>
                    <a:pt x="1801893" y="803316"/>
                    <a:pt x="1803646" y="803316"/>
                  </a:cubicBezTo>
                  <a:cubicBezTo>
                    <a:pt x="1805862" y="803217"/>
                    <a:pt x="1808673" y="804044"/>
                    <a:pt x="1809797" y="801497"/>
                  </a:cubicBezTo>
                  <a:cubicBezTo>
                    <a:pt x="1810790" y="799215"/>
                    <a:pt x="1809500" y="797131"/>
                    <a:pt x="1807449" y="795577"/>
                  </a:cubicBezTo>
                  <a:cubicBezTo>
                    <a:pt x="1806093" y="794519"/>
                    <a:pt x="1804903" y="793163"/>
                    <a:pt x="1803745" y="791873"/>
                  </a:cubicBezTo>
                  <a:cubicBezTo>
                    <a:pt x="1801662" y="789591"/>
                    <a:pt x="1799346" y="787673"/>
                    <a:pt x="1796601" y="790550"/>
                  </a:cubicBezTo>
                  <a:close/>
                  <a:moveTo>
                    <a:pt x="2197644" y="1359371"/>
                  </a:moveTo>
                  <a:cubicBezTo>
                    <a:pt x="2197974" y="1357354"/>
                    <a:pt x="2197313" y="1355799"/>
                    <a:pt x="2195593" y="1355138"/>
                  </a:cubicBezTo>
                  <a:cubicBezTo>
                    <a:pt x="2194634" y="1354774"/>
                    <a:pt x="2192980" y="1354741"/>
                    <a:pt x="2192319" y="1355336"/>
                  </a:cubicBezTo>
                  <a:cubicBezTo>
                    <a:pt x="2188516" y="1358842"/>
                    <a:pt x="2184977" y="1362645"/>
                    <a:pt x="2181239" y="1366217"/>
                  </a:cubicBezTo>
                  <a:cubicBezTo>
                    <a:pt x="2180181" y="1367242"/>
                    <a:pt x="2180214" y="1367705"/>
                    <a:pt x="2181570" y="1368731"/>
                  </a:cubicBezTo>
                  <a:cubicBezTo>
                    <a:pt x="2182959" y="1369756"/>
                    <a:pt x="2184613" y="1372369"/>
                    <a:pt x="2185175" y="1372137"/>
                  </a:cubicBezTo>
                  <a:cubicBezTo>
                    <a:pt x="2188549" y="1370649"/>
                    <a:pt x="2191691" y="1368598"/>
                    <a:pt x="2194832" y="1366614"/>
                  </a:cubicBezTo>
                  <a:cubicBezTo>
                    <a:pt x="2197544" y="1364894"/>
                    <a:pt x="2198173" y="1362215"/>
                    <a:pt x="2197644" y="1359371"/>
                  </a:cubicBezTo>
                  <a:close/>
                  <a:moveTo>
                    <a:pt x="824721" y="1814620"/>
                  </a:moveTo>
                  <a:cubicBezTo>
                    <a:pt x="824125" y="1809493"/>
                    <a:pt x="820620" y="1805128"/>
                    <a:pt x="817048" y="1805558"/>
                  </a:cubicBezTo>
                  <a:cubicBezTo>
                    <a:pt x="813575" y="1805988"/>
                    <a:pt x="810301" y="1811478"/>
                    <a:pt x="810698" y="1815910"/>
                  </a:cubicBezTo>
                  <a:cubicBezTo>
                    <a:pt x="811194" y="1821598"/>
                    <a:pt x="815592" y="1818754"/>
                    <a:pt x="818172" y="1819481"/>
                  </a:cubicBezTo>
                  <a:cubicBezTo>
                    <a:pt x="821843" y="1819680"/>
                    <a:pt x="825382" y="1820110"/>
                    <a:pt x="824721" y="1814620"/>
                  </a:cubicBezTo>
                  <a:close/>
                  <a:moveTo>
                    <a:pt x="2324875" y="1441557"/>
                  </a:moveTo>
                  <a:cubicBezTo>
                    <a:pt x="2327918" y="1441491"/>
                    <a:pt x="2331324" y="1438647"/>
                    <a:pt x="2333772" y="1436199"/>
                  </a:cubicBezTo>
                  <a:cubicBezTo>
                    <a:pt x="2335062" y="1434943"/>
                    <a:pt x="2327091" y="1425351"/>
                    <a:pt x="2324842" y="1425285"/>
                  </a:cubicBezTo>
                  <a:cubicBezTo>
                    <a:pt x="2322725" y="1427766"/>
                    <a:pt x="2319881" y="1429419"/>
                    <a:pt x="2319749" y="1433653"/>
                  </a:cubicBezTo>
                  <a:cubicBezTo>
                    <a:pt x="2319617" y="1438085"/>
                    <a:pt x="2322924" y="1441557"/>
                    <a:pt x="2324875" y="1441557"/>
                  </a:cubicBezTo>
                  <a:close/>
                  <a:moveTo>
                    <a:pt x="262150" y="1271265"/>
                  </a:moveTo>
                  <a:cubicBezTo>
                    <a:pt x="264995" y="1271728"/>
                    <a:pt x="266053" y="1267660"/>
                    <a:pt x="267508" y="1268255"/>
                  </a:cubicBezTo>
                  <a:cubicBezTo>
                    <a:pt x="268864" y="1268784"/>
                    <a:pt x="269129" y="1271926"/>
                    <a:pt x="270088" y="1273811"/>
                  </a:cubicBezTo>
                  <a:cubicBezTo>
                    <a:pt x="270650" y="1274936"/>
                    <a:pt x="272304" y="1274671"/>
                    <a:pt x="272370" y="1273216"/>
                  </a:cubicBezTo>
                  <a:cubicBezTo>
                    <a:pt x="272568" y="1269016"/>
                    <a:pt x="277893" y="1265047"/>
                    <a:pt x="272800" y="1260516"/>
                  </a:cubicBezTo>
                  <a:cubicBezTo>
                    <a:pt x="271940" y="1259788"/>
                    <a:pt x="272072" y="1256613"/>
                    <a:pt x="270286" y="1258201"/>
                  </a:cubicBezTo>
                  <a:cubicBezTo>
                    <a:pt x="266648" y="1261442"/>
                    <a:pt x="260298" y="1261211"/>
                    <a:pt x="258810" y="1266866"/>
                  </a:cubicBezTo>
                  <a:cubicBezTo>
                    <a:pt x="258215" y="1269115"/>
                    <a:pt x="258909" y="1271496"/>
                    <a:pt x="262150" y="1271265"/>
                  </a:cubicBezTo>
                  <a:close/>
                  <a:moveTo>
                    <a:pt x="1078258" y="376907"/>
                  </a:moveTo>
                  <a:cubicBezTo>
                    <a:pt x="1075248" y="375055"/>
                    <a:pt x="1072801" y="373533"/>
                    <a:pt x="1069196" y="373699"/>
                  </a:cubicBezTo>
                  <a:cubicBezTo>
                    <a:pt x="1068435" y="373732"/>
                    <a:pt x="1067939" y="373864"/>
                    <a:pt x="1067476" y="374063"/>
                  </a:cubicBezTo>
                  <a:cubicBezTo>
                    <a:pt x="1070485" y="377568"/>
                    <a:pt x="1073462" y="380975"/>
                    <a:pt x="1076306" y="384249"/>
                  </a:cubicBezTo>
                  <a:cubicBezTo>
                    <a:pt x="1076835" y="384249"/>
                    <a:pt x="1077365" y="384249"/>
                    <a:pt x="1077894" y="384249"/>
                  </a:cubicBezTo>
                  <a:cubicBezTo>
                    <a:pt x="1080110" y="384315"/>
                    <a:pt x="1082689" y="384745"/>
                    <a:pt x="1083185" y="381669"/>
                  </a:cubicBezTo>
                  <a:cubicBezTo>
                    <a:pt x="1083781" y="377734"/>
                    <a:pt x="1080507" y="378263"/>
                    <a:pt x="1078258" y="376907"/>
                  </a:cubicBezTo>
                  <a:close/>
                  <a:moveTo>
                    <a:pt x="1710116" y="1047725"/>
                  </a:moveTo>
                  <a:cubicBezTo>
                    <a:pt x="1715242" y="1047295"/>
                    <a:pt x="1719442" y="1043657"/>
                    <a:pt x="1719045" y="1039986"/>
                  </a:cubicBezTo>
                  <a:cubicBezTo>
                    <a:pt x="1717491" y="1037175"/>
                    <a:pt x="1715738" y="1034165"/>
                    <a:pt x="1712133" y="1033867"/>
                  </a:cubicBezTo>
                  <a:cubicBezTo>
                    <a:pt x="1708065" y="1033537"/>
                    <a:pt x="1704096" y="1040184"/>
                    <a:pt x="1705056" y="1045013"/>
                  </a:cubicBezTo>
                  <a:cubicBezTo>
                    <a:pt x="1705684" y="1048089"/>
                    <a:pt x="1707900" y="1047923"/>
                    <a:pt x="1710116" y="1047725"/>
                  </a:cubicBezTo>
                  <a:close/>
                  <a:moveTo>
                    <a:pt x="958699" y="1843327"/>
                  </a:moveTo>
                  <a:cubicBezTo>
                    <a:pt x="958666" y="1843327"/>
                    <a:pt x="958666" y="1843294"/>
                    <a:pt x="958633" y="1843294"/>
                  </a:cubicBezTo>
                  <a:cubicBezTo>
                    <a:pt x="956847" y="1842037"/>
                    <a:pt x="955590" y="1839920"/>
                    <a:pt x="953010" y="1840483"/>
                  </a:cubicBezTo>
                  <a:cubicBezTo>
                    <a:pt x="950034" y="1841144"/>
                    <a:pt x="950332" y="1843492"/>
                    <a:pt x="950464" y="1845278"/>
                  </a:cubicBezTo>
                  <a:cubicBezTo>
                    <a:pt x="950464" y="1845675"/>
                    <a:pt x="950431" y="1846072"/>
                    <a:pt x="950398" y="1846436"/>
                  </a:cubicBezTo>
                  <a:cubicBezTo>
                    <a:pt x="953176" y="1845378"/>
                    <a:pt x="955954" y="1844319"/>
                    <a:pt x="958699" y="1843327"/>
                  </a:cubicBezTo>
                  <a:close/>
                  <a:moveTo>
                    <a:pt x="1541278" y="1159511"/>
                  </a:moveTo>
                  <a:cubicBezTo>
                    <a:pt x="1540419" y="1159511"/>
                    <a:pt x="1539823" y="1159412"/>
                    <a:pt x="1539261" y="1159511"/>
                  </a:cubicBezTo>
                  <a:cubicBezTo>
                    <a:pt x="1537674" y="1159842"/>
                    <a:pt x="1536119" y="1160239"/>
                    <a:pt x="1534565" y="1160603"/>
                  </a:cubicBezTo>
                  <a:cubicBezTo>
                    <a:pt x="1535325" y="1161793"/>
                    <a:pt x="1535954" y="1163182"/>
                    <a:pt x="1536913" y="1164208"/>
                  </a:cubicBezTo>
                  <a:cubicBezTo>
                    <a:pt x="1538897" y="1166225"/>
                    <a:pt x="1540882" y="1169400"/>
                    <a:pt x="1543164" y="1169665"/>
                  </a:cubicBezTo>
                  <a:cubicBezTo>
                    <a:pt x="1546802" y="1170128"/>
                    <a:pt x="1551068" y="1171583"/>
                    <a:pt x="1554574" y="1168540"/>
                  </a:cubicBezTo>
                  <a:cubicBezTo>
                    <a:pt x="1552325" y="1166093"/>
                    <a:pt x="1549481" y="1163976"/>
                    <a:pt x="1548025" y="1161132"/>
                  </a:cubicBezTo>
                  <a:cubicBezTo>
                    <a:pt x="1546041" y="1157262"/>
                    <a:pt x="1543064" y="1160934"/>
                    <a:pt x="1541278" y="1159511"/>
                  </a:cubicBezTo>
                  <a:close/>
                  <a:moveTo>
                    <a:pt x="1340261" y="1152831"/>
                  </a:moveTo>
                  <a:cubicBezTo>
                    <a:pt x="1339798" y="1152566"/>
                    <a:pt x="1339203" y="1152599"/>
                    <a:pt x="1338674" y="1152533"/>
                  </a:cubicBezTo>
                  <a:cubicBezTo>
                    <a:pt x="1335863" y="1152037"/>
                    <a:pt x="1334870" y="1154517"/>
                    <a:pt x="1333151" y="1155840"/>
                  </a:cubicBezTo>
                  <a:cubicBezTo>
                    <a:pt x="1330042" y="1158255"/>
                    <a:pt x="1333018" y="1159412"/>
                    <a:pt x="1334275" y="1160702"/>
                  </a:cubicBezTo>
                  <a:cubicBezTo>
                    <a:pt x="1336524" y="1163017"/>
                    <a:pt x="1339897" y="1165035"/>
                    <a:pt x="1335003" y="1168011"/>
                  </a:cubicBezTo>
                  <a:cubicBezTo>
                    <a:pt x="1336458" y="1169632"/>
                    <a:pt x="1337781" y="1171484"/>
                    <a:pt x="1339501" y="1172707"/>
                  </a:cubicBezTo>
                  <a:cubicBezTo>
                    <a:pt x="1339964" y="1173005"/>
                    <a:pt x="1341882" y="1171285"/>
                    <a:pt x="1343006" y="1170392"/>
                  </a:cubicBezTo>
                  <a:cubicBezTo>
                    <a:pt x="1343502" y="1170029"/>
                    <a:pt x="1340857" y="1153194"/>
                    <a:pt x="1340261" y="1152831"/>
                  </a:cubicBezTo>
                  <a:close/>
                  <a:moveTo>
                    <a:pt x="1327297" y="2369153"/>
                  </a:moveTo>
                  <a:cubicBezTo>
                    <a:pt x="1326635" y="2367367"/>
                    <a:pt x="1314068" y="2363035"/>
                    <a:pt x="1312348" y="2364424"/>
                  </a:cubicBezTo>
                  <a:cubicBezTo>
                    <a:pt x="1309867" y="2366375"/>
                    <a:pt x="1306031" y="2368128"/>
                    <a:pt x="1306924" y="2372097"/>
                  </a:cubicBezTo>
                  <a:cubicBezTo>
                    <a:pt x="1308048" y="2377091"/>
                    <a:pt x="1313968" y="2375503"/>
                    <a:pt x="1315093" y="2374478"/>
                  </a:cubicBezTo>
                  <a:cubicBezTo>
                    <a:pt x="1318433" y="2371435"/>
                    <a:pt x="1321807" y="2371039"/>
                    <a:pt x="1325808" y="2371204"/>
                  </a:cubicBezTo>
                  <a:cubicBezTo>
                    <a:pt x="1326305" y="2371204"/>
                    <a:pt x="1326834" y="2369815"/>
                    <a:pt x="1327297" y="2369153"/>
                  </a:cubicBezTo>
                  <a:close/>
                  <a:moveTo>
                    <a:pt x="1180982" y="502187"/>
                  </a:moveTo>
                  <a:cubicBezTo>
                    <a:pt x="1181114" y="503973"/>
                    <a:pt x="1181280" y="505858"/>
                    <a:pt x="1183033" y="506354"/>
                  </a:cubicBezTo>
                  <a:cubicBezTo>
                    <a:pt x="1184521" y="506784"/>
                    <a:pt x="1186340" y="506817"/>
                    <a:pt x="1187696" y="505131"/>
                  </a:cubicBezTo>
                  <a:cubicBezTo>
                    <a:pt x="1189416" y="502981"/>
                    <a:pt x="1191565" y="501493"/>
                    <a:pt x="1191764" y="498020"/>
                  </a:cubicBezTo>
                  <a:cubicBezTo>
                    <a:pt x="1191929" y="495473"/>
                    <a:pt x="1200396" y="491207"/>
                    <a:pt x="1190143" y="492497"/>
                  </a:cubicBezTo>
                  <a:cubicBezTo>
                    <a:pt x="1180519" y="492596"/>
                    <a:pt x="1180321" y="492827"/>
                    <a:pt x="1180982" y="502187"/>
                  </a:cubicBezTo>
                  <a:close/>
                  <a:moveTo>
                    <a:pt x="709197" y="1252314"/>
                  </a:moveTo>
                  <a:cubicBezTo>
                    <a:pt x="705427" y="1250197"/>
                    <a:pt x="707510" y="1244608"/>
                    <a:pt x="703541" y="1243384"/>
                  </a:cubicBezTo>
                  <a:cubicBezTo>
                    <a:pt x="699672" y="1242789"/>
                    <a:pt x="695935" y="1247022"/>
                    <a:pt x="695439" y="1252149"/>
                  </a:cubicBezTo>
                  <a:cubicBezTo>
                    <a:pt x="695240" y="1254365"/>
                    <a:pt x="695009" y="1256647"/>
                    <a:pt x="698084" y="1257308"/>
                  </a:cubicBezTo>
                  <a:cubicBezTo>
                    <a:pt x="701491" y="1258036"/>
                    <a:pt x="710024" y="1252777"/>
                    <a:pt x="709197" y="1252314"/>
                  </a:cubicBezTo>
                  <a:close/>
                  <a:moveTo>
                    <a:pt x="1338277" y="1472050"/>
                  </a:moveTo>
                  <a:cubicBezTo>
                    <a:pt x="1338244" y="1470364"/>
                    <a:pt x="1338112" y="1468644"/>
                    <a:pt x="1338277" y="1466957"/>
                  </a:cubicBezTo>
                  <a:cubicBezTo>
                    <a:pt x="1338508" y="1464874"/>
                    <a:pt x="1337450" y="1463518"/>
                    <a:pt x="1335730" y="1463451"/>
                  </a:cubicBezTo>
                  <a:cubicBezTo>
                    <a:pt x="1334308" y="1463385"/>
                    <a:pt x="1332489" y="1464080"/>
                    <a:pt x="1331398" y="1465072"/>
                  </a:cubicBezTo>
                  <a:cubicBezTo>
                    <a:pt x="1329016" y="1467189"/>
                    <a:pt x="1325048" y="1469934"/>
                    <a:pt x="1329149" y="1473043"/>
                  </a:cubicBezTo>
                  <a:cubicBezTo>
                    <a:pt x="1332059" y="1475292"/>
                    <a:pt x="1329413" y="1482270"/>
                    <a:pt x="1335730" y="1480682"/>
                  </a:cubicBezTo>
                  <a:cubicBezTo>
                    <a:pt x="1340824" y="1479426"/>
                    <a:pt x="1337119" y="1474862"/>
                    <a:pt x="1338277" y="1472050"/>
                  </a:cubicBezTo>
                  <a:close/>
                  <a:moveTo>
                    <a:pt x="424538" y="1264187"/>
                  </a:moveTo>
                  <a:cubicBezTo>
                    <a:pt x="425332" y="1263956"/>
                    <a:pt x="426324" y="1262567"/>
                    <a:pt x="426324" y="1261707"/>
                  </a:cubicBezTo>
                  <a:cubicBezTo>
                    <a:pt x="426357" y="1258135"/>
                    <a:pt x="419644" y="1251090"/>
                    <a:pt x="415774" y="1250297"/>
                  </a:cubicBezTo>
                  <a:cubicBezTo>
                    <a:pt x="413922" y="1249933"/>
                    <a:pt x="412930" y="1250726"/>
                    <a:pt x="412434" y="1253042"/>
                  </a:cubicBezTo>
                  <a:cubicBezTo>
                    <a:pt x="411342" y="1258003"/>
                    <a:pt x="419445" y="1265543"/>
                    <a:pt x="424538" y="1264187"/>
                  </a:cubicBezTo>
                  <a:close/>
                  <a:moveTo>
                    <a:pt x="1567009" y="1257341"/>
                  </a:moveTo>
                  <a:cubicBezTo>
                    <a:pt x="1570184" y="1257242"/>
                    <a:pt x="1572301" y="1257110"/>
                    <a:pt x="1572433" y="1253042"/>
                  </a:cubicBezTo>
                  <a:cubicBezTo>
                    <a:pt x="1572565" y="1247717"/>
                    <a:pt x="1570151" y="1244740"/>
                    <a:pt x="1565554" y="1243318"/>
                  </a:cubicBezTo>
                  <a:cubicBezTo>
                    <a:pt x="1561982" y="1243120"/>
                    <a:pt x="1561453" y="1245501"/>
                    <a:pt x="1561949" y="1247717"/>
                  </a:cubicBezTo>
                  <a:cubicBezTo>
                    <a:pt x="1562743" y="1251289"/>
                    <a:pt x="1558543" y="1257639"/>
                    <a:pt x="1567009" y="1257341"/>
                  </a:cubicBezTo>
                  <a:close/>
                  <a:moveTo>
                    <a:pt x="1400222" y="1931301"/>
                  </a:moveTo>
                  <a:cubicBezTo>
                    <a:pt x="1396155" y="1930805"/>
                    <a:pt x="1393145" y="1931599"/>
                    <a:pt x="1394203" y="1936593"/>
                  </a:cubicBezTo>
                  <a:cubicBezTo>
                    <a:pt x="1394799" y="1939503"/>
                    <a:pt x="1391888" y="1943803"/>
                    <a:pt x="1396816" y="1945159"/>
                  </a:cubicBezTo>
                  <a:cubicBezTo>
                    <a:pt x="1400322" y="1946118"/>
                    <a:pt x="1404092" y="1941554"/>
                    <a:pt x="1404654" y="1936361"/>
                  </a:cubicBezTo>
                  <a:cubicBezTo>
                    <a:pt x="1405018" y="1932922"/>
                    <a:pt x="1404026" y="1930838"/>
                    <a:pt x="1400222" y="1931301"/>
                  </a:cubicBezTo>
                  <a:close/>
                  <a:moveTo>
                    <a:pt x="1310297" y="1467090"/>
                  </a:moveTo>
                  <a:cubicBezTo>
                    <a:pt x="1310330" y="1461500"/>
                    <a:pt x="1309834" y="1460177"/>
                    <a:pt x="1307718" y="1459847"/>
                  </a:cubicBezTo>
                  <a:cubicBezTo>
                    <a:pt x="1304146" y="1459218"/>
                    <a:pt x="1300408" y="1463485"/>
                    <a:pt x="1299813" y="1468677"/>
                  </a:cubicBezTo>
                  <a:cubicBezTo>
                    <a:pt x="1299449" y="1472050"/>
                    <a:pt x="1300408" y="1473638"/>
                    <a:pt x="1304278" y="1473936"/>
                  </a:cubicBezTo>
                  <a:cubicBezTo>
                    <a:pt x="1310165" y="1474399"/>
                    <a:pt x="1310959" y="1471455"/>
                    <a:pt x="1310297" y="1467090"/>
                  </a:cubicBezTo>
                  <a:close/>
                  <a:moveTo>
                    <a:pt x="1537442" y="2481998"/>
                  </a:moveTo>
                  <a:cubicBezTo>
                    <a:pt x="1536450" y="2485339"/>
                    <a:pt x="1541080" y="2489340"/>
                    <a:pt x="1546107" y="2490068"/>
                  </a:cubicBezTo>
                  <a:cubicBezTo>
                    <a:pt x="1551266" y="2490796"/>
                    <a:pt x="1551333" y="2487786"/>
                    <a:pt x="1551465" y="2483983"/>
                  </a:cubicBezTo>
                  <a:cubicBezTo>
                    <a:pt x="1551663" y="2478096"/>
                    <a:pt x="1547628" y="2479716"/>
                    <a:pt x="1544288" y="2479551"/>
                  </a:cubicBezTo>
                  <a:cubicBezTo>
                    <a:pt x="1542039" y="2480047"/>
                    <a:pt x="1538566" y="2478029"/>
                    <a:pt x="1537442" y="2481998"/>
                  </a:cubicBezTo>
                  <a:close/>
                  <a:moveTo>
                    <a:pt x="1493951" y="1616645"/>
                  </a:moveTo>
                  <a:cubicBezTo>
                    <a:pt x="1494315" y="1616910"/>
                    <a:pt x="1497655" y="1613040"/>
                    <a:pt x="1498945" y="1611717"/>
                  </a:cubicBezTo>
                  <a:cubicBezTo>
                    <a:pt x="1498945" y="1607153"/>
                    <a:pt x="1494216" y="1602159"/>
                    <a:pt x="1491272" y="1603218"/>
                  </a:cubicBezTo>
                  <a:cubicBezTo>
                    <a:pt x="1488924" y="1604044"/>
                    <a:pt x="1487171" y="1606624"/>
                    <a:pt x="1485154" y="1608410"/>
                  </a:cubicBezTo>
                  <a:cubicBezTo>
                    <a:pt x="1488031" y="1611287"/>
                    <a:pt x="1490743" y="1614330"/>
                    <a:pt x="1493951" y="1616645"/>
                  </a:cubicBezTo>
                  <a:close/>
                  <a:moveTo>
                    <a:pt x="1100516" y="4208"/>
                  </a:moveTo>
                  <a:cubicBezTo>
                    <a:pt x="1100020" y="9037"/>
                    <a:pt x="1103195" y="11187"/>
                    <a:pt x="1106039" y="14163"/>
                  </a:cubicBezTo>
                  <a:cubicBezTo>
                    <a:pt x="1108156" y="11120"/>
                    <a:pt x="1111992" y="9500"/>
                    <a:pt x="1111331" y="4506"/>
                  </a:cubicBezTo>
                  <a:cubicBezTo>
                    <a:pt x="1110868" y="702"/>
                    <a:pt x="1109445" y="-91"/>
                    <a:pt x="1106072" y="8"/>
                  </a:cubicBezTo>
                  <a:cubicBezTo>
                    <a:pt x="1103062" y="140"/>
                    <a:pt x="1100979" y="140"/>
                    <a:pt x="1100516" y="4208"/>
                  </a:cubicBezTo>
                  <a:close/>
                  <a:moveTo>
                    <a:pt x="1604845" y="1528737"/>
                  </a:moveTo>
                  <a:cubicBezTo>
                    <a:pt x="1605142" y="1529862"/>
                    <a:pt x="1610864" y="1525132"/>
                    <a:pt x="1610665" y="1520601"/>
                  </a:cubicBezTo>
                  <a:cubicBezTo>
                    <a:pt x="1609607" y="1518088"/>
                    <a:pt x="1605043" y="1520535"/>
                    <a:pt x="1602959" y="1518981"/>
                  </a:cubicBezTo>
                  <a:cubicBezTo>
                    <a:pt x="1597899" y="1515144"/>
                    <a:pt x="1595386" y="1517460"/>
                    <a:pt x="1593434" y="1521759"/>
                  </a:cubicBezTo>
                  <a:cubicBezTo>
                    <a:pt x="1592971" y="1522784"/>
                    <a:pt x="1594460" y="1524703"/>
                    <a:pt x="1595055" y="1526191"/>
                  </a:cubicBezTo>
                  <a:cubicBezTo>
                    <a:pt x="1600115" y="1520205"/>
                    <a:pt x="1602959" y="1521627"/>
                    <a:pt x="1604845" y="1528737"/>
                  </a:cubicBezTo>
                  <a:close/>
                  <a:moveTo>
                    <a:pt x="1403629" y="1195164"/>
                  </a:moveTo>
                  <a:cubicBezTo>
                    <a:pt x="1401446" y="1197678"/>
                    <a:pt x="1399263" y="1200489"/>
                    <a:pt x="1398337" y="1203565"/>
                  </a:cubicBezTo>
                  <a:cubicBezTo>
                    <a:pt x="1398106" y="1204358"/>
                    <a:pt x="1401182" y="1208393"/>
                    <a:pt x="1403662" y="1208459"/>
                  </a:cubicBezTo>
                  <a:cubicBezTo>
                    <a:pt x="1406969" y="1208228"/>
                    <a:pt x="1411401" y="1204061"/>
                    <a:pt x="1411633" y="1201845"/>
                  </a:cubicBezTo>
                  <a:cubicBezTo>
                    <a:pt x="1411732" y="1200819"/>
                    <a:pt x="1404191" y="1194503"/>
                    <a:pt x="1403629" y="1195164"/>
                  </a:cubicBezTo>
                  <a:close/>
                  <a:moveTo>
                    <a:pt x="1467460" y="1333310"/>
                  </a:moveTo>
                  <a:cubicBezTo>
                    <a:pt x="1467294" y="1331557"/>
                    <a:pt x="1466236" y="1330201"/>
                    <a:pt x="1464086" y="1330631"/>
                  </a:cubicBezTo>
                  <a:cubicBezTo>
                    <a:pt x="1458828" y="1329638"/>
                    <a:pt x="1455553" y="1332384"/>
                    <a:pt x="1453701" y="1336782"/>
                  </a:cubicBezTo>
                  <a:cubicBezTo>
                    <a:pt x="1453271" y="1337807"/>
                    <a:pt x="1454330" y="1340486"/>
                    <a:pt x="1455355" y="1340949"/>
                  </a:cubicBezTo>
                  <a:cubicBezTo>
                    <a:pt x="1460151" y="1343165"/>
                    <a:pt x="1467956" y="1338105"/>
                    <a:pt x="1467460" y="1333310"/>
                  </a:cubicBezTo>
                  <a:close/>
                  <a:moveTo>
                    <a:pt x="1462366" y="1854572"/>
                  </a:moveTo>
                  <a:cubicBezTo>
                    <a:pt x="1459191" y="1853547"/>
                    <a:pt x="1452015" y="1859434"/>
                    <a:pt x="1450063" y="1864659"/>
                  </a:cubicBezTo>
                  <a:cubicBezTo>
                    <a:pt x="1449898" y="1865155"/>
                    <a:pt x="1449799" y="1865982"/>
                    <a:pt x="1450096" y="1866346"/>
                  </a:cubicBezTo>
                  <a:cubicBezTo>
                    <a:pt x="1450791" y="1867140"/>
                    <a:pt x="1451684" y="1867735"/>
                    <a:pt x="1452544" y="1868396"/>
                  </a:cubicBezTo>
                  <a:cubicBezTo>
                    <a:pt x="1453106" y="1868396"/>
                    <a:pt x="1453768" y="1868595"/>
                    <a:pt x="1454264" y="1868396"/>
                  </a:cubicBezTo>
                  <a:cubicBezTo>
                    <a:pt x="1458199" y="1866577"/>
                    <a:pt x="1461903" y="1862542"/>
                    <a:pt x="1463259" y="1859235"/>
                  </a:cubicBezTo>
                  <a:cubicBezTo>
                    <a:pt x="1463392" y="1858243"/>
                    <a:pt x="1463524" y="1857218"/>
                    <a:pt x="1463656" y="1856225"/>
                  </a:cubicBezTo>
                  <a:cubicBezTo>
                    <a:pt x="1463623" y="1856093"/>
                    <a:pt x="1463656" y="1855928"/>
                    <a:pt x="1463590" y="1855795"/>
                  </a:cubicBezTo>
                  <a:cubicBezTo>
                    <a:pt x="1463359" y="1855299"/>
                    <a:pt x="1462863" y="1854737"/>
                    <a:pt x="1462366" y="1854572"/>
                  </a:cubicBezTo>
                  <a:close/>
                  <a:moveTo>
                    <a:pt x="313744" y="2357313"/>
                  </a:moveTo>
                  <a:cubicBezTo>
                    <a:pt x="311264" y="2357313"/>
                    <a:pt x="308585" y="2356586"/>
                    <a:pt x="306700" y="2357512"/>
                  </a:cubicBezTo>
                  <a:cubicBezTo>
                    <a:pt x="304451" y="2358570"/>
                    <a:pt x="302764" y="2360984"/>
                    <a:pt x="301209" y="2363101"/>
                  </a:cubicBezTo>
                  <a:cubicBezTo>
                    <a:pt x="301077" y="2363299"/>
                    <a:pt x="303458" y="2365449"/>
                    <a:pt x="304748" y="2366640"/>
                  </a:cubicBezTo>
                  <a:cubicBezTo>
                    <a:pt x="306766" y="2368525"/>
                    <a:pt x="308783" y="2368426"/>
                    <a:pt x="310701" y="2366474"/>
                  </a:cubicBezTo>
                  <a:cubicBezTo>
                    <a:pt x="312322" y="2364821"/>
                    <a:pt x="313976" y="2363167"/>
                    <a:pt x="315629" y="2361547"/>
                  </a:cubicBezTo>
                  <a:cubicBezTo>
                    <a:pt x="316456" y="2360720"/>
                    <a:pt x="318110" y="2359496"/>
                    <a:pt x="317944" y="2359132"/>
                  </a:cubicBezTo>
                  <a:cubicBezTo>
                    <a:pt x="317151" y="2357412"/>
                    <a:pt x="315398" y="2357148"/>
                    <a:pt x="313744" y="2357313"/>
                  </a:cubicBezTo>
                  <a:close/>
                  <a:moveTo>
                    <a:pt x="1554772" y="1341545"/>
                  </a:moveTo>
                  <a:cubicBezTo>
                    <a:pt x="1552722" y="1344819"/>
                    <a:pt x="1550109" y="1347696"/>
                    <a:pt x="1547959" y="1350904"/>
                  </a:cubicBezTo>
                  <a:cubicBezTo>
                    <a:pt x="1547562" y="1351533"/>
                    <a:pt x="1548158" y="1353054"/>
                    <a:pt x="1548621" y="1354013"/>
                  </a:cubicBezTo>
                  <a:cubicBezTo>
                    <a:pt x="1549282" y="1355336"/>
                    <a:pt x="1549944" y="1354906"/>
                    <a:pt x="1551101" y="1353716"/>
                  </a:cubicBezTo>
                  <a:cubicBezTo>
                    <a:pt x="1553780" y="1350970"/>
                    <a:pt x="1556029" y="1347432"/>
                    <a:pt x="1560626" y="1347399"/>
                  </a:cubicBezTo>
                  <a:cubicBezTo>
                    <a:pt x="1561056" y="1347399"/>
                    <a:pt x="1561453" y="1345580"/>
                    <a:pt x="1561883" y="1344521"/>
                  </a:cubicBezTo>
                  <a:cubicBezTo>
                    <a:pt x="1562247" y="1341677"/>
                    <a:pt x="1559700" y="1340586"/>
                    <a:pt x="1558113" y="1339263"/>
                  </a:cubicBezTo>
                  <a:cubicBezTo>
                    <a:pt x="1554673" y="1336319"/>
                    <a:pt x="1555698" y="1340123"/>
                    <a:pt x="1554772" y="1341545"/>
                  </a:cubicBezTo>
                  <a:close/>
                  <a:moveTo>
                    <a:pt x="1177410" y="1355038"/>
                  </a:moveTo>
                  <a:cubicBezTo>
                    <a:pt x="1177774" y="1356990"/>
                    <a:pt x="1178435" y="1357982"/>
                    <a:pt x="1179461" y="1358313"/>
                  </a:cubicBezTo>
                  <a:cubicBezTo>
                    <a:pt x="1181908" y="1358842"/>
                    <a:pt x="1184356" y="1358247"/>
                    <a:pt x="1184289" y="1356857"/>
                  </a:cubicBezTo>
                  <a:cubicBezTo>
                    <a:pt x="1184157" y="1353517"/>
                    <a:pt x="1186241" y="1351930"/>
                    <a:pt x="1187861" y="1349714"/>
                  </a:cubicBezTo>
                  <a:cubicBezTo>
                    <a:pt x="1188457" y="1348887"/>
                    <a:pt x="1187729" y="1346208"/>
                    <a:pt x="1186770" y="1345348"/>
                  </a:cubicBezTo>
                  <a:cubicBezTo>
                    <a:pt x="1185844" y="1344587"/>
                    <a:pt x="1183363" y="1344488"/>
                    <a:pt x="1182338" y="1345216"/>
                  </a:cubicBezTo>
                  <a:cubicBezTo>
                    <a:pt x="1179064" y="1347498"/>
                    <a:pt x="1176616" y="1350375"/>
                    <a:pt x="1177410" y="1355038"/>
                  </a:cubicBezTo>
                  <a:close/>
                  <a:moveTo>
                    <a:pt x="1773715" y="664178"/>
                  </a:moveTo>
                  <a:cubicBezTo>
                    <a:pt x="1773913" y="663881"/>
                    <a:pt x="1771631" y="661268"/>
                    <a:pt x="1770176" y="660772"/>
                  </a:cubicBezTo>
                  <a:cubicBezTo>
                    <a:pt x="1768225" y="660077"/>
                    <a:pt x="1760916" y="665931"/>
                    <a:pt x="1761015" y="668875"/>
                  </a:cubicBezTo>
                  <a:cubicBezTo>
                    <a:pt x="1762305" y="670164"/>
                    <a:pt x="1764256" y="672116"/>
                    <a:pt x="1766240" y="674100"/>
                  </a:cubicBezTo>
                  <a:cubicBezTo>
                    <a:pt x="1768787" y="670826"/>
                    <a:pt x="1771433" y="667618"/>
                    <a:pt x="1773715" y="664178"/>
                  </a:cubicBezTo>
                  <a:close/>
                  <a:moveTo>
                    <a:pt x="219288" y="2063956"/>
                  </a:moveTo>
                  <a:cubicBezTo>
                    <a:pt x="222066" y="2064552"/>
                    <a:pt x="227027" y="2060219"/>
                    <a:pt x="227391" y="2055820"/>
                  </a:cubicBezTo>
                  <a:cubicBezTo>
                    <a:pt x="227325" y="2055258"/>
                    <a:pt x="226961" y="2054564"/>
                    <a:pt x="226498" y="2053902"/>
                  </a:cubicBezTo>
                  <a:cubicBezTo>
                    <a:pt x="223323" y="2054531"/>
                    <a:pt x="220148" y="2055159"/>
                    <a:pt x="217039" y="2055787"/>
                  </a:cubicBezTo>
                  <a:cubicBezTo>
                    <a:pt x="216807" y="2056680"/>
                    <a:pt x="216708" y="2057640"/>
                    <a:pt x="216741" y="2058731"/>
                  </a:cubicBezTo>
                  <a:cubicBezTo>
                    <a:pt x="216873" y="2060881"/>
                    <a:pt x="216344" y="2063295"/>
                    <a:pt x="219288" y="2063956"/>
                  </a:cubicBezTo>
                  <a:close/>
                  <a:moveTo>
                    <a:pt x="1578849" y="1514582"/>
                  </a:moveTo>
                  <a:cubicBezTo>
                    <a:pt x="1577526" y="1511573"/>
                    <a:pt x="1575674" y="1508993"/>
                    <a:pt x="1572301" y="1508828"/>
                  </a:cubicBezTo>
                  <a:cubicBezTo>
                    <a:pt x="1569853" y="1508695"/>
                    <a:pt x="1566414" y="1507240"/>
                    <a:pt x="1565389" y="1511209"/>
                  </a:cubicBezTo>
                  <a:cubicBezTo>
                    <a:pt x="1564661" y="1513954"/>
                    <a:pt x="1569093" y="1518948"/>
                    <a:pt x="1572202" y="1519179"/>
                  </a:cubicBezTo>
                  <a:cubicBezTo>
                    <a:pt x="1575608" y="1519444"/>
                    <a:pt x="1576435" y="1516004"/>
                    <a:pt x="1578849" y="1514582"/>
                  </a:cubicBezTo>
                  <a:close/>
                  <a:moveTo>
                    <a:pt x="1333713" y="2063063"/>
                  </a:moveTo>
                  <a:cubicBezTo>
                    <a:pt x="1334705" y="2062137"/>
                    <a:pt x="1334639" y="2060120"/>
                    <a:pt x="1334639" y="2060087"/>
                  </a:cubicBezTo>
                  <a:cubicBezTo>
                    <a:pt x="1334639" y="2057375"/>
                    <a:pt x="1335069" y="2056019"/>
                    <a:pt x="1334573" y="2055192"/>
                  </a:cubicBezTo>
                  <a:cubicBezTo>
                    <a:pt x="1333481" y="2053406"/>
                    <a:pt x="1323758" y="2052811"/>
                    <a:pt x="1321972" y="2054001"/>
                  </a:cubicBezTo>
                  <a:cubicBezTo>
                    <a:pt x="1320484" y="2054994"/>
                    <a:pt x="1320583" y="2055391"/>
                    <a:pt x="1321939" y="2056515"/>
                  </a:cubicBezTo>
                  <a:cubicBezTo>
                    <a:pt x="1324122" y="2058301"/>
                    <a:pt x="1326040" y="2060385"/>
                    <a:pt x="1327958" y="2062468"/>
                  </a:cubicBezTo>
                  <a:cubicBezTo>
                    <a:pt x="1329744" y="2064353"/>
                    <a:pt x="1331927" y="2064783"/>
                    <a:pt x="1333713" y="2063063"/>
                  </a:cubicBezTo>
                  <a:close/>
                  <a:moveTo>
                    <a:pt x="1454330" y="1523975"/>
                  </a:moveTo>
                  <a:cubicBezTo>
                    <a:pt x="1452180" y="1524471"/>
                    <a:pt x="1449600" y="1527150"/>
                    <a:pt x="1449997" y="1530689"/>
                  </a:cubicBezTo>
                  <a:cubicBezTo>
                    <a:pt x="1450229" y="1532838"/>
                    <a:pt x="1454627" y="1533632"/>
                    <a:pt x="1452478" y="1535716"/>
                  </a:cubicBezTo>
                  <a:cubicBezTo>
                    <a:pt x="1447583" y="1540445"/>
                    <a:pt x="1454098" y="1542826"/>
                    <a:pt x="1454892" y="1542860"/>
                  </a:cubicBezTo>
                  <a:cubicBezTo>
                    <a:pt x="1458034" y="1542992"/>
                    <a:pt x="1456810" y="1539916"/>
                    <a:pt x="1457009" y="1537965"/>
                  </a:cubicBezTo>
                  <a:cubicBezTo>
                    <a:pt x="1457108" y="1536807"/>
                    <a:pt x="1457042" y="1535617"/>
                    <a:pt x="1457042" y="1534459"/>
                  </a:cubicBezTo>
                  <a:cubicBezTo>
                    <a:pt x="1457042" y="1532739"/>
                    <a:pt x="1457439" y="1530854"/>
                    <a:pt x="1456943" y="1529267"/>
                  </a:cubicBezTo>
                  <a:cubicBezTo>
                    <a:pt x="1456347" y="1527348"/>
                    <a:pt x="1459291" y="1522850"/>
                    <a:pt x="1454330" y="1523975"/>
                  </a:cubicBezTo>
                  <a:close/>
                  <a:moveTo>
                    <a:pt x="1730952" y="1072133"/>
                  </a:moveTo>
                  <a:cubicBezTo>
                    <a:pt x="1733697" y="1072000"/>
                    <a:pt x="1737103" y="1064956"/>
                    <a:pt x="1736508" y="1061020"/>
                  </a:cubicBezTo>
                  <a:cubicBezTo>
                    <a:pt x="1736243" y="1059234"/>
                    <a:pt x="1735284" y="1057878"/>
                    <a:pt x="1733267" y="1058275"/>
                  </a:cubicBezTo>
                  <a:cubicBezTo>
                    <a:pt x="1729066" y="1059036"/>
                    <a:pt x="1725891" y="1061549"/>
                    <a:pt x="1726288" y="1065849"/>
                  </a:cubicBezTo>
                  <a:cubicBezTo>
                    <a:pt x="1726520" y="1068098"/>
                    <a:pt x="1729364" y="1070115"/>
                    <a:pt x="1730952" y="1072133"/>
                  </a:cubicBezTo>
                  <a:close/>
                  <a:moveTo>
                    <a:pt x="1167918" y="1206045"/>
                  </a:moveTo>
                  <a:cubicBezTo>
                    <a:pt x="1168811" y="1209749"/>
                    <a:pt x="1171523" y="1212230"/>
                    <a:pt x="1175955" y="1211932"/>
                  </a:cubicBezTo>
                  <a:cubicBezTo>
                    <a:pt x="1178138" y="1211767"/>
                    <a:pt x="1180519" y="1212362"/>
                    <a:pt x="1181081" y="1208691"/>
                  </a:cubicBezTo>
                  <a:cubicBezTo>
                    <a:pt x="1181280" y="1206243"/>
                    <a:pt x="1177113" y="1201580"/>
                    <a:pt x="1174004" y="1201415"/>
                  </a:cubicBezTo>
                  <a:cubicBezTo>
                    <a:pt x="1170597" y="1201249"/>
                    <a:pt x="1167720" y="1205185"/>
                    <a:pt x="1167918" y="1206045"/>
                  </a:cubicBezTo>
                  <a:close/>
                  <a:moveTo>
                    <a:pt x="1402075" y="1229262"/>
                  </a:moveTo>
                  <a:cubicBezTo>
                    <a:pt x="1398106" y="1229229"/>
                    <a:pt x="1397775" y="1231213"/>
                    <a:pt x="1397510" y="1234521"/>
                  </a:cubicBezTo>
                  <a:cubicBezTo>
                    <a:pt x="1397081" y="1239680"/>
                    <a:pt x="1399759" y="1240242"/>
                    <a:pt x="1404158" y="1239779"/>
                  </a:cubicBezTo>
                  <a:cubicBezTo>
                    <a:pt x="1407895" y="1240441"/>
                    <a:pt x="1407962" y="1237894"/>
                    <a:pt x="1408259" y="1234653"/>
                  </a:cubicBezTo>
                  <a:cubicBezTo>
                    <a:pt x="1408689" y="1229527"/>
                    <a:pt x="1405977" y="1229295"/>
                    <a:pt x="1402075" y="1229262"/>
                  </a:cubicBezTo>
                  <a:close/>
                  <a:moveTo>
                    <a:pt x="2096540" y="550242"/>
                  </a:moveTo>
                  <a:cubicBezTo>
                    <a:pt x="2095944" y="551069"/>
                    <a:pt x="2096672" y="553748"/>
                    <a:pt x="2097631" y="554575"/>
                  </a:cubicBezTo>
                  <a:cubicBezTo>
                    <a:pt x="2098524" y="555368"/>
                    <a:pt x="2101038" y="555435"/>
                    <a:pt x="2102063" y="554740"/>
                  </a:cubicBezTo>
                  <a:cubicBezTo>
                    <a:pt x="2105271" y="552425"/>
                    <a:pt x="2108214" y="549614"/>
                    <a:pt x="2106858" y="544950"/>
                  </a:cubicBezTo>
                  <a:cubicBezTo>
                    <a:pt x="2107255" y="542834"/>
                    <a:pt x="2105966" y="541544"/>
                    <a:pt x="2104279" y="541511"/>
                  </a:cubicBezTo>
                  <a:cubicBezTo>
                    <a:pt x="2102857" y="541478"/>
                    <a:pt x="2100079" y="542668"/>
                    <a:pt x="2100112" y="543065"/>
                  </a:cubicBezTo>
                  <a:cubicBezTo>
                    <a:pt x="2100508" y="546439"/>
                    <a:pt x="2098160" y="547993"/>
                    <a:pt x="2096540" y="550242"/>
                  </a:cubicBezTo>
                  <a:close/>
                  <a:moveTo>
                    <a:pt x="1367116" y="1449329"/>
                  </a:moveTo>
                  <a:cubicBezTo>
                    <a:pt x="1370126" y="1448767"/>
                    <a:pt x="1369597" y="1446353"/>
                    <a:pt x="1369729" y="1444170"/>
                  </a:cubicBezTo>
                  <a:cubicBezTo>
                    <a:pt x="1370027" y="1439738"/>
                    <a:pt x="1367315" y="1437622"/>
                    <a:pt x="1363677" y="1435604"/>
                  </a:cubicBezTo>
                  <a:cubicBezTo>
                    <a:pt x="1362122" y="1437985"/>
                    <a:pt x="1359907" y="1440036"/>
                    <a:pt x="1359410" y="1442483"/>
                  </a:cubicBezTo>
                  <a:cubicBezTo>
                    <a:pt x="1358815" y="1445394"/>
                    <a:pt x="1364272" y="1449859"/>
                    <a:pt x="1367116" y="1449329"/>
                  </a:cubicBezTo>
                  <a:close/>
                  <a:moveTo>
                    <a:pt x="226134" y="1174394"/>
                  </a:moveTo>
                  <a:cubicBezTo>
                    <a:pt x="224546" y="1174659"/>
                    <a:pt x="223290" y="1175386"/>
                    <a:pt x="222297" y="1176412"/>
                  </a:cubicBezTo>
                  <a:cubicBezTo>
                    <a:pt x="224513" y="1177900"/>
                    <a:pt x="226762" y="1179421"/>
                    <a:pt x="228912" y="1180876"/>
                  </a:cubicBezTo>
                  <a:cubicBezTo>
                    <a:pt x="229375" y="1181174"/>
                    <a:pt x="229739" y="1181538"/>
                    <a:pt x="230136" y="1181869"/>
                  </a:cubicBezTo>
                  <a:cubicBezTo>
                    <a:pt x="230500" y="1181075"/>
                    <a:pt x="230764" y="1180248"/>
                    <a:pt x="230830" y="1179421"/>
                  </a:cubicBezTo>
                  <a:cubicBezTo>
                    <a:pt x="230830" y="1177172"/>
                    <a:pt x="227258" y="1174229"/>
                    <a:pt x="226134" y="1174394"/>
                  </a:cubicBezTo>
                  <a:close/>
                  <a:moveTo>
                    <a:pt x="793268" y="1438018"/>
                  </a:moveTo>
                  <a:cubicBezTo>
                    <a:pt x="792574" y="1441756"/>
                    <a:pt x="796245" y="1449792"/>
                    <a:pt x="798395" y="1449131"/>
                  </a:cubicBezTo>
                  <a:cubicBezTo>
                    <a:pt x="800908" y="1448370"/>
                    <a:pt x="803058" y="1446320"/>
                    <a:pt x="803918" y="1445724"/>
                  </a:cubicBezTo>
                  <a:cubicBezTo>
                    <a:pt x="803455" y="1438680"/>
                    <a:pt x="800743" y="1436398"/>
                    <a:pt x="796675" y="1435406"/>
                  </a:cubicBezTo>
                  <a:cubicBezTo>
                    <a:pt x="794558" y="1434876"/>
                    <a:pt x="793599" y="1436332"/>
                    <a:pt x="793268" y="1438018"/>
                  </a:cubicBezTo>
                  <a:close/>
                  <a:moveTo>
                    <a:pt x="1879780" y="1465998"/>
                  </a:moveTo>
                  <a:cubicBezTo>
                    <a:pt x="1879945" y="1462393"/>
                    <a:pt x="1880110" y="1458854"/>
                    <a:pt x="1874620" y="1459847"/>
                  </a:cubicBezTo>
                  <a:cubicBezTo>
                    <a:pt x="1872504" y="1459714"/>
                    <a:pt x="1870023" y="1459350"/>
                    <a:pt x="1869329" y="1462261"/>
                  </a:cubicBezTo>
                  <a:cubicBezTo>
                    <a:pt x="1868932" y="1463915"/>
                    <a:pt x="1870189" y="1466197"/>
                    <a:pt x="1871941" y="1467916"/>
                  </a:cubicBezTo>
                  <a:cubicBezTo>
                    <a:pt x="1874554" y="1467387"/>
                    <a:pt x="1877167" y="1466858"/>
                    <a:pt x="1879780" y="1466362"/>
                  </a:cubicBezTo>
                  <a:cubicBezTo>
                    <a:pt x="1879780" y="1466230"/>
                    <a:pt x="1879780" y="1466130"/>
                    <a:pt x="1879780" y="1465998"/>
                  </a:cubicBezTo>
                  <a:close/>
                  <a:moveTo>
                    <a:pt x="2173236" y="1420787"/>
                  </a:moveTo>
                  <a:cubicBezTo>
                    <a:pt x="2172508" y="1416918"/>
                    <a:pt x="2170855" y="1418241"/>
                    <a:pt x="2169234" y="1420192"/>
                  </a:cubicBezTo>
                  <a:cubicBezTo>
                    <a:pt x="2167117" y="1422739"/>
                    <a:pt x="2166588" y="1419729"/>
                    <a:pt x="2165695" y="1419001"/>
                  </a:cubicBezTo>
                  <a:cubicBezTo>
                    <a:pt x="2161627" y="1415826"/>
                    <a:pt x="2159841" y="1419398"/>
                    <a:pt x="2157427" y="1421449"/>
                  </a:cubicBezTo>
                  <a:cubicBezTo>
                    <a:pt x="2156137" y="1422540"/>
                    <a:pt x="2156005" y="1423632"/>
                    <a:pt x="2156732" y="1424293"/>
                  </a:cubicBezTo>
                  <a:cubicBezTo>
                    <a:pt x="2162421" y="1423632"/>
                    <a:pt x="2167911" y="1423003"/>
                    <a:pt x="2173203" y="1422408"/>
                  </a:cubicBezTo>
                  <a:cubicBezTo>
                    <a:pt x="2173302" y="1421879"/>
                    <a:pt x="2173335" y="1421350"/>
                    <a:pt x="2173236" y="1420787"/>
                  </a:cubicBezTo>
                  <a:close/>
                  <a:moveTo>
                    <a:pt x="544229" y="2329433"/>
                  </a:moveTo>
                  <a:cubicBezTo>
                    <a:pt x="541220" y="2330028"/>
                    <a:pt x="541947" y="2332542"/>
                    <a:pt x="541650" y="2334691"/>
                  </a:cubicBezTo>
                  <a:cubicBezTo>
                    <a:pt x="540889" y="2339950"/>
                    <a:pt x="544031" y="2340181"/>
                    <a:pt x="547801" y="2339851"/>
                  </a:cubicBezTo>
                  <a:cubicBezTo>
                    <a:pt x="551571" y="2339652"/>
                    <a:pt x="552497" y="2338925"/>
                    <a:pt x="552167" y="2336411"/>
                  </a:cubicBezTo>
                  <a:cubicBezTo>
                    <a:pt x="551770" y="2333038"/>
                    <a:pt x="547173" y="2328837"/>
                    <a:pt x="544229" y="2329433"/>
                  </a:cubicBezTo>
                  <a:close/>
                  <a:moveTo>
                    <a:pt x="1579279" y="2426105"/>
                  </a:moveTo>
                  <a:cubicBezTo>
                    <a:pt x="1579478" y="2428387"/>
                    <a:pt x="1579345" y="2431033"/>
                    <a:pt x="1582587" y="2430570"/>
                  </a:cubicBezTo>
                  <a:cubicBezTo>
                    <a:pt x="1585762" y="2430140"/>
                    <a:pt x="1588010" y="2428585"/>
                    <a:pt x="1589102" y="2426072"/>
                  </a:cubicBezTo>
                  <a:cubicBezTo>
                    <a:pt x="1587316" y="2424087"/>
                    <a:pt x="1585530" y="2422070"/>
                    <a:pt x="1583777" y="2420086"/>
                  </a:cubicBezTo>
                  <a:cubicBezTo>
                    <a:pt x="1579643" y="2419854"/>
                    <a:pt x="1578982" y="2422401"/>
                    <a:pt x="1579279" y="2426105"/>
                  </a:cubicBezTo>
                  <a:close/>
                  <a:moveTo>
                    <a:pt x="2319154" y="1343463"/>
                  </a:moveTo>
                  <a:cubicBezTo>
                    <a:pt x="2318327" y="1339693"/>
                    <a:pt x="2315549" y="1337311"/>
                    <a:pt x="2311150" y="1337576"/>
                  </a:cubicBezTo>
                  <a:cubicBezTo>
                    <a:pt x="2308967" y="1337675"/>
                    <a:pt x="2306652" y="1337212"/>
                    <a:pt x="2305991" y="1340189"/>
                  </a:cubicBezTo>
                  <a:cubicBezTo>
                    <a:pt x="2305693" y="1341611"/>
                    <a:pt x="2312671" y="1347928"/>
                    <a:pt x="2315185" y="1348027"/>
                  </a:cubicBezTo>
                  <a:cubicBezTo>
                    <a:pt x="2316442" y="1346671"/>
                    <a:pt x="2319385" y="1344720"/>
                    <a:pt x="2319154" y="1343463"/>
                  </a:cubicBezTo>
                  <a:close/>
                  <a:moveTo>
                    <a:pt x="1352333" y="1479856"/>
                  </a:moveTo>
                  <a:cubicBezTo>
                    <a:pt x="1352333" y="1477607"/>
                    <a:pt x="1350249" y="1477342"/>
                    <a:pt x="1347835" y="1477276"/>
                  </a:cubicBezTo>
                  <a:cubicBezTo>
                    <a:pt x="1344131" y="1477111"/>
                    <a:pt x="1340956" y="1477210"/>
                    <a:pt x="1341683" y="1482468"/>
                  </a:cubicBezTo>
                  <a:cubicBezTo>
                    <a:pt x="1341981" y="1484618"/>
                    <a:pt x="1341253" y="1487132"/>
                    <a:pt x="1344263" y="1487727"/>
                  </a:cubicBezTo>
                  <a:cubicBezTo>
                    <a:pt x="1347207" y="1488322"/>
                    <a:pt x="1351804" y="1484122"/>
                    <a:pt x="1352333" y="1479856"/>
                  </a:cubicBezTo>
                  <a:close/>
                  <a:moveTo>
                    <a:pt x="96290" y="1543753"/>
                  </a:moveTo>
                  <a:cubicBezTo>
                    <a:pt x="95562" y="1543885"/>
                    <a:pt x="94570" y="1545406"/>
                    <a:pt x="94603" y="1546266"/>
                  </a:cubicBezTo>
                  <a:cubicBezTo>
                    <a:pt x="94669" y="1550731"/>
                    <a:pt x="97414" y="1553278"/>
                    <a:pt x="101515" y="1554038"/>
                  </a:cubicBezTo>
                  <a:cubicBezTo>
                    <a:pt x="104855" y="1554667"/>
                    <a:pt x="105649" y="1550797"/>
                    <a:pt x="107964" y="1549507"/>
                  </a:cubicBezTo>
                  <a:cubicBezTo>
                    <a:pt x="107898" y="1549011"/>
                    <a:pt x="107898" y="1548284"/>
                    <a:pt x="107832" y="1548284"/>
                  </a:cubicBezTo>
                  <a:cubicBezTo>
                    <a:pt x="103466" y="1548019"/>
                    <a:pt x="100986" y="1542893"/>
                    <a:pt x="96290" y="1543753"/>
                  </a:cubicBezTo>
                  <a:close/>
                  <a:moveTo>
                    <a:pt x="893446" y="1778736"/>
                  </a:moveTo>
                  <a:cubicBezTo>
                    <a:pt x="885509" y="1780092"/>
                    <a:pt x="896357" y="1784523"/>
                    <a:pt x="893248" y="1787665"/>
                  </a:cubicBezTo>
                  <a:cubicBezTo>
                    <a:pt x="892090" y="1788823"/>
                    <a:pt x="890833" y="1789815"/>
                    <a:pt x="890999" y="1791832"/>
                  </a:cubicBezTo>
                  <a:cubicBezTo>
                    <a:pt x="891164" y="1793883"/>
                    <a:pt x="892090" y="1794809"/>
                    <a:pt x="893909" y="1795074"/>
                  </a:cubicBezTo>
                  <a:cubicBezTo>
                    <a:pt x="895728" y="1795338"/>
                    <a:pt x="897283" y="1794743"/>
                    <a:pt x="897977" y="1793089"/>
                  </a:cubicBezTo>
                  <a:cubicBezTo>
                    <a:pt x="898374" y="1792130"/>
                    <a:pt x="898043" y="1790873"/>
                    <a:pt x="898043" y="1788426"/>
                  </a:cubicBezTo>
                  <a:cubicBezTo>
                    <a:pt x="899962" y="1784457"/>
                    <a:pt x="896555" y="1778206"/>
                    <a:pt x="893446" y="1778736"/>
                  </a:cubicBezTo>
                  <a:close/>
                  <a:moveTo>
                    <a:pt x="1547827" y="1157825"/>
                  </a:moveTo>
                  <a:cubicBezTo>
                    <a:pt x="1547695" y="1161198"/>
                    <a:pt x="1550109" y="1159115"/>
                    <a:pt x="1551266" y="1159379"/>
                  </a:cubicBezTo>
                  <a:cubicBezTo>
                    <a:pt x="1552126" y="1159611"/>
                    <a:pt x="1553879" y="1158982"/>
                    <a:pt x="1554078" y="1158387"/>
                  </a:cubicBezTo>
                  <a:cubicBezTo>
                    <a:pt x="1554673" y="1156336"/>
                    <a:pt x="1554805" y="1154120"/>
                    <a:pt x="1555004" y="1152632"/>
                  </a:cubicBezTo>
                  <a:cubicBezTo>
                    <a:pt x="1554838" y="1150317"/>
                    <a:pt x="1554971" y="1148564"/>
                    <a:pt x="1554475" y="1147043"/>
                  </a:cubicBezTo>
                  <a:cubicBezTo>
                    <a:pt x="1554210" y="1146315"/>
                    <a:pt x="1552788" y="1145819"/>
                    <a:pt x="1551796" y="1145588"/>
                  </a:cubicBezTo>
                  <a:cubicBezTo>
                    <a:pt x="1549977" y="1145125"/>
                    <a:pt x="1548158" y="1146051"/>
                    <a:pt x="1547992" y="1147704"/>
                  </a:cubicBezTo>
                  <a:cubicBezTo>
                    <a:pt x="1547595" y="1151045"/>
                    <a:pt x="1547992" y="1154451"/>
                    <a:pt x="1547827" y="1157825"/>
                  </a:cubicBezTo>
                  <a:close/>
                  <a:moveTo>
                    <a:pt x="1499044" y="1401010"/>
                  </a:moveTo>
                  <a:cubicBezTo>
                    <a:pt x="1498978" y="1401903"/>
                    <a:pt x="1500003" y="1402862"/>
                    <a:pt x="1500533" y="1403788"/>
                  </a:cubicBezTo>
                  <a:cubicBezTo>
                    <a:pt x="1503641" y="1399720"/>
                    <a:pt x="1510355" y="1400844"/>
                    <a:pt x="1512472" y="1395520"/>
                  </a:cubicBezTo>
                  <a:cubicBezTo>
                    <a:pt x="1512670" y="1395024"/>
                    <a:pt x="1511513" y="1393800"/>
                    <a:pt x="1510785" y="1393138"/>
                  </a:cubicBezTo>
                  <a:cubicBezTo>
                    <a:pt x="1509661" y="1392146"/>
                    <a:pt x="1508371" y="1391386"/>
                    <a:pt x="1507147" y="1390526"/>
                  </a:cubicBezTo>
                  <a:cubicBezTo>
                    <a:pt x="1504667" y="1394197"/>
                    <a:pt x="1499441" y="1395784"/>
                    <a:pt x="1499044" y="1401010"/>
                  </a:cubicBezTo>
                  <a:close/>
                  <a:moveTo>
                    <a:pt x="1142783" y="1572328"/>
                  </a:moveTo>
                  <a:cubicBezTo>
                    <a:pt x="1144040" y="1574610"/>
                    <a:pt x="1146123" y="1576495"/>
                    <a:pt x="1147909" y="1578512"/>
                  </a:cubicBezTo>
                  <a:cubicBezTo>
                    <a:pt x="1149100" y="1577322"/>
                    <a:pt x="1150191" y="1575999"/>
                    <a:pt x="1151481" y="1574973"/>
                  </a:cubicBezTo>
                  <a:cubicBezTo>
                    <a:pt x="1153664" y="1573287"/>
                    <a:pt x="1152969" y="1571005"/>
                    <a:pt x="1153102" y="1568888"/>
                  </a:cubicBezTo>
                  <a:cubicBezTo>
                    <a:pt x="1152903" y="1567863"/>
                    <a:pt x="1153035" y="1566573"/>
                    <a:pt x="1152473" y="1565812"/>
                  </a:cubicBezTo>
                  <a:cubicBezTo>
                    <a:pt x="1150423" y="1563166"/>
                    <a:pt x="1150191" y="1566738"/>
                    <a:pt x="1148934" y="1567003"/>
                  </a:cubicBezTo>
                  <a:cubicBezTo>
                    <a:pt x="1147413" y="1567334"/>
                    <a:pt x="1145528" y="1567300"/>
                    <a:pt x="1144470" y="1568193"/>
                  </a:cubicBezTo>
                  <a:cubicBezTo>
                    <a:pt x="1143411" y="1569086"/>
                    <a:pt x="1142320" y="1571435"/>
                    <a:pt x="1142783" y="1572328"/>
                  </a:cubicBezTo>
                  <a:close/>
                  <a:moveTo>
                    <a:pt x="1275405" y="729993"/>
                  </a:moveTo>
                  <a:cubicBezTo>
                    <a:pt x="1272032" y="730324"/>
                    <a:pt x="1267832" y="734987"/>
                    <a:pt x="1268427" y="737931"/>
                  </a:cubicBezTo>
                  <a:cubicBezTo>
                    <a:pt x="1269022" y="740907"/>
                    <a:pt x="1271470" y="740544"/>
                    <a:pt x="1273619" y="740411"/>
                  </a:cubicBezTo>
                  <a:cubicBezTo>
                    <a:pt x="1278977" y="741404"/>
                    <a:pt x="1279109" y="738096"/>
                    <a:pt x="1278878" y="734359"/>
                  </a:cubicBezTo>
                  <a:cubicBezTo>
                    <a:pt x="1278746" y="732011"/>
                    <a:pt x="1278746" y="729663"/>
                    <a:pt x="1275405" y="729993"/>
                  </a:cubicBezTo>
                  <a:close/>
                  <a:moveTo>
                    <a:pt x="139450" y="1118435"/>
                  </a:moveTo>
                  <a:cubicBezTo>
                    <a:pt x="139020" y="1118005"/>
                    <a:pt x="138689" y="1117773"/>
                    <a:pt x="138458" y="1117740"/>
                  </a:cubicBezTo>
                  <a:cubicBezTo>
                    <a:pt x="138788" y="1117972"/>
                    <a:pt x="139119" y="1118203"/>
                    <a:pt x="139450" y="1118435"/>
                  </a:cubicBezTo>
                  <a:close/>
                  <a:moveTo>
                    <a:pt x="1049153" y="1040581"/>
                  </a:moveTo>
                  <a:cubicBezTo>
                    <a:pt x="1051502" y="1039655"/>
                    <a:pt x="1053288" y="1037340"/>
                    <a:pt x="1055007" y="1035885"/>
                  </a:cubicBezTo>
                  <a:cubicBezTo>
                    <a:pt x="1054677" y="1033338"/>
                    <a:pt x="1048525" y="1029667"/>
                    <a:pt x="1046541" y="1030329"/>
                  </a:cubicBezTo>
                  <a:cubicBezTo>
                    <a:pt x="1042373" y="1031651"/>
                    <a:pt x="1045482" y="1034959"/>
                    <a:pt x="1044920" y="1037274"/>
                  </a:cubicBezTo>
                  <a:cubicBezTo>
                    <a:pt x="1044126" y="1040548"/>
                    <a:pt x="1047103" y="1041408"/>
                    <a:pt x="1049153" y="1040581"/>
                  </a:cubicBezTo>
                  <a:close/>
                  <a:moveTo>
                    <a:pt x="1551366" y="1397802"/>
                  </a:moveTo>
                  <a:cubicBezTo>
                    <a:pt x="1551630" y="1396214"/>
                    <a:pt x="1546868" y="1389500"/>
                    <a:pt x="1546140" y="1390162"/>
                  </a:cubicBezTo>
                  <a:cubicBezTo>
                    <a:pt x="1544123" y="1391948"/>
                    <a:pt x="1541708" y="1394031"/>
                    <a:pt x="1541080" y="1396413"/>
                  </a:cubicBezTo>
                  <a:cubicBezTo>
                    <a:pt x="1540055" y="1400315"/>
                    <a:pt x="1543197" y="1400745"/>
                    <a:pt x="1546239" y="1400415"/>
                  </a:cubicBezTo>
                  <a:cubicBezTo>
                    <a:pt x="1548488" y="1400613"/>
                    <a:pt x="1550803" y="1400878"/>
                    <a:pt x="1551366" y="1397802"/>
                  </a:cubicBezTo>
                  <a:close/>
                  <a:moveTo>
                    <a:pt x="828028" y="1360264"/>
                  </a:moveTo>
                  <a:cubicBezTo>
                    <a:pt x="826870" y="1357717"/>
                    <a:pt x="825316" y="1355336"/>
                    <a:pt x="825184" y="1355105"/>
                  </a:cubicBezTo>
                  <a:cubicBezTo>
                    <a:pt x="819264" y="1355005"/>
                    <a:pt x="817378" y="1355733"/>
                    <a:pt x="817742" y="1358743"/>
                  </a:cubicBezTo>
                  <a:cubicBezTo>
                    <a:pt x="818040" y="1361190"/>
                    <a:pt x="816155" y="1364597"/>
                    <a:pt x="820355" y="1365523"/>
                  </a:cubicBezTo>
                  <a:cubicBezTo>
                    <a:pt x="821942" y="1365886"/>
                    <a:pt x="828524" y="1361355"/>
                    <a:pt x="828028" y="1360264"/>
                  </a:cubicBezTo>
                  <a:close/>
                  <a:moveTo>
                    <a:pt x="1097208" y="397478"/>
                  </a:moveTo>
                  <a:cubicBezTo>
                    <a:pt x="1097010" y="399926"/>
                    <a:pt x="1097638" y="401910"/>
                    <a:pt x="1098862" y="401844"/>
                  </a:cubicBezTo>
                  <a:cubicBezTo>
                    <a:pt x="1104088" y="401712"/>
                    <a:pt x="1106932" y="398239"/>
                    <a:pt x="1106800" y="396982"/>
                  </a:cubicBezTo>
                  <a:cubicBezTo>
                    <a:pt x="1106535" y="394039"/>
                    <a:pt x="1104021" y="391227"/>
                    <a:pt x="1100383" y="391294"/>
                  </a:cubicBezTo>
                  <a:cubicBezTo>
                    <a:pt x="1095885" y="391360"/>
                    <a:pt x="1097440" y="395031"/>
                    <a:pt x="1097208" y="397478"/>
                  </a:cubicBezTo>
                  <a:close/>
                  <a:moveTo>
                    <a:pt x="1304906" y="1847626"/>
                  </a:moveTo>
                  <a:cubicBezTo>
                    <a:pt x="1307387" y="1845146"/>
                    <a:pt x="1309636" y="1842732"/>
                    <a:pt x="1312083" y="1840483"/>
                  </a:cubicBezTo>
                  <a:cubicBezTo>
                    <a:pt x="1315159" y="1837705"/>
                    <a:pt x="1311521" y="1837010"/>
                    <a:pt x="1310562" y="1835555"/>
                  </a:cubicBezTo>
                  <a:cubicBezTo>
                    <a:pt x="1308478" y="1832347"/>
                    <a:pt x="1307288" y="1835191"/>
                    <a:pt x="1305634" y="1836316"/>
                  </a:cubicBezTo>
                  <a:cubicBezTo>
                    <a:pt x="1302657" y="1838366"/>
                    <a:pt x="1303220" y="1841310"/>
                    <a:pt x="1303385" y="1844121"/>
                  </a:cubicBezTo>
                  <a:cubicBezTo>
                    <a:pt x="1303451" y="1845113"/>
                    <a:pt x="1304212" y="1846072"/>
                    <a:pt x="1304906" y="1847626"/>
                  </a:cubicBezTo>
                  <a:close/>
                  <a:moveTo>
                    <a:pt x="1187233" y="1822822"/>
                  </a:moveTo>
                  <a:cubicBezTo>
                    <a:pt x="1190243" y="1823417"/>
                    <a:pt x="1191433" y="1822028"/>
                    <a:pt x="1191433" y="1820374"/>
                  </a:cubicBezTo>
                  <a:cubicBezTo>
                    <a:pt x="1191400" y="1815910"/>
                    <a:pt x="1188556" y="1813528"/>
                    <a:pt x="1184455" y="1812569"/>
                  </a:cubicBezTo>
                  <a:cubicBezTo>
                    <a:pt x="1182338" y="1812040"/>
                    <a:pt x="1181147" y="1813495"/>
                    <a:pt x="1181114" y="1815182"/>
                  </a:cubicBezTo>
                  <a:cubicBezTo>
                    <a:pt x="1180982" y="1819812"/>
                    <a:pt x="1184124" y="1821830"/>
                    <a:pt x="1187233" y="1822822"/>
                  </a:cubicBezTo>
                  <a:close/>
                  <a:moveTo>
                    <a:pt x="469484" y="2202664"/>
                  </a:moveTo>
                  <a:cubicBezTo>
                    <a:pt x="472527" y="2202896"/>
                    <a:pt x="474644" y="2199952"/>
                    <a:pt x="475338" y="2196777"/>
                  </a:cubicBezTo>
                  <a:cubicBezTo>
                    <a:pt x="475537" y="2193404"/>
                    <a:pt x="473321" y="2193073"/>
                    <a:pt x="470973" y="2193239"/>
                  </a:cubicBezTo>
                  <a:cubicBezTo>
                    <a:pt x="468525" y="2193404"/>
                    <a:pt x="465053" y="2191982"/>
                    <a:pt x="464821" y="2196513"/>
                  </a:cubicBezTo>
                  <a:cubicBezTo>
                    <a:pt x="464656" y="2199919"/>
                    <a:pt x="467798" y="2202499"/>
                    <a:pt x="469484" y="2202664"/>
                  </a:cubicBezTo>
                  <a:close/>
                  <a:moveTo>
                    <a:pt x="801867" y="1337510"/>
                  </a:moveTo>
                  <a:cubicBezTo>
                    <a:pt x="803885" y="1335724"/>
                    <a:pt x="806034" y="1333673"/>
                    <a:pt x="807060" y="1331259"/>
                  </a:cubicBezTo>
                  <a:cubicBezTo>
                    <a:pt x="807920" y="1329175"/>
                    <a:pt x="806795" y="1326794"/>
                    <a:pt x="803653" y="1327158"/>
                  </a:cubicBezTo>
                  <a:cubicBezTo>
                    <a:pt x="801206" y="1327456"/>
                    <a:pt x="797898" y="1325670"/>
                    <a:pt x="796741" y="1329638"/>
                  </a:cubicBezTo>
                  <a:cubicBezTo>
                    <a:pt x="796443" y="1331160"/>
                    <a:pt x="801173" y="1338138"/>
                    <a:pt x="801867" y="1337510"/>
                  </a:cubicBezTo>
                  <a:close/>
                  <a:moveTo>
                    <a:pt x="2204655" y="1323818"/>
                  </a:moveTo>
                  <a:cubicBezTo>
                    <a:pt x="2205019" y="1320808"/>
                    <a:pt x="2203101" y="1320080"/>
                    <a:pt x="2197181" y="1320180"/>
                  </a:cubicBezTo>
                  <a:cubicBezTo>
                    <a:pt x="2197048" y="1320411"/>
                    <a:pt x="2195494" y="1322792"/>
                    <a:pt x="2194369" y="1325339"/>
                  </a:cubicBezTo>
                  <a:cubicBezTo>
                    <a:pt x="2193873" y="1326463"/>
                    <a:pt x="2200422" y="1330961"/>
                    <a:pt x="2202042" y="1330598"/>
                  </a:cubicBezTo>
                  <a:cubicBezTo>
                    <a:pt x="2206243" y="1329672"/>
                    <a:pt x="2204357" y="1326265"/>
                    <a:pt x="2204655" y="1323818"/>
                  </a:cubicBezTo>
                  <a:close/>
                  <a:moveTo>
                    <a:pt x="1423870" y="2605360"/>
                  </a:moveTo>
                  <a:cubicBezTo>
                    <a:pt x="1425986" y="2604963"/>
                    <a:pt x="1428698" y="2605724"/>
                    <a:pt x="1428963" y="2602648"/>
                  </a:cubicBezTo>
                  <a:cubicBezTo>
                    <a:pt x="1429095" y="2601259"/>
                    <a:pt x="1428301" y="2599076"/>
                    <a:pt x="1427243" y="2598448"/>
                  </a:cubicBezTo>
                  <a:cubicBezTo>
                    <a:pt x="1425953" y="2597720"/>
                    <a:pt x="1423936" y="2598283"/>
                    <a:pt x="1422216" y="2598283"/>
                  </a:cubicBezTo>
                  <a:cubicBezTo>
                    <a:pt x="1420529" y="2598283"/>
                    <a:pt x="1418776" y="2598084"/>
                    <a:pt x="1417123" y="2598382"/>
                  </a:cubicBezTo>
                  <a:cubicBezTo>
                    <a:pt x="1416494" y="2598481"/>
                    <a:pt x="1415601" y="2600366"/>
                    <a:pt x="1415668" y="2600432"/>
                  </a:cubicBezTo>
                  <a:cubicBezTo>
                    <a:pt x="1418082" y="2602516"/>
                    <a:pt x="1419504" y="2606154"/>
                    <a:pt x="1423870" y="2605360"/>
                  </a:cubicBezTo>
                  <a:close/>
                  <a:moveTo>
                    <a:pt x="1942850" y="1260218"/>
                  </a:moveTo>
                  <a:cubicBezTo>
                    <a:pt x="1941825" y="1264121"/>
                    <a:pt x="1944966" y="1264551"/>
                    <a:pt x="1947712" y="1264286"/>
                  </a:cubicBezTo>
                  <a:cubicBezTo>
                    <a:pt x="1951614" y="1264286"/>
                    <a:pt x="1952838" y="1263625"/>
                    <a:pt x="1953135" y="1261607"/>
                  </a:cubicBezTo>
                  <a:cubicBezTo>
                    <a:pt x="1953367" y="1260020"/>
                    <a:pt x="1948638" y="1253306"/>
                    <a:pt x="1947910" y="1253968"/>
                  </a:cubicBezTo>
                  <a:cubicBezTo>
                    <a:pt x="1945926" y="1255787"/>
                    <a:pt x="1943478" y="1257837"/>
                    <a:pt x="1942850" y="1260218"/>
                  </a:cubicBezTo>
                  <a:close/>
                  <a:moveTo>
                    <a:pt x="1128595" y="881765"/>
                  </a:moveTo>
                  <a:cubicBezTo>
                    <a:pt x="1128495" y="884775"/>
                    <a:pt x="1128760" y="887950"/>
                    <a:pt x="1132696" y="886924"/>
                  </a:cubicBezTo>
                  <a:cubicBezTo>
                    <a:pt x="1135110" y="886296"/>
                    <a:pt x="1137028" y="883816"/>
                    <a:pt x="1139013" y="882261"/>
                  </a:cubicBezTo>
                  <a:cubicBezTo>
                    <a:pt x="1139046" y="880641"/>
                    <a:pt x="1132894" y="876374"/>
                    <a:pt x="1131274" y="876639"/>
                  </a:cubicBezTo>
                  <a:cubicBezTo>
                    <a:pt x="1128198" y="877201"/>
                    <a:pt x="1128661" y="879549"/>
                    <a:pt x="1128595" y="881765"/>
                  </a:cubicBezTo>
                  <a:close/>
                  <a:moveTo>
                    <a:pt x="1606465" y="1424922"/>
                  </a:moveTo>
                  <a:cubicBezTo>
                    <a:pt x="1603952" y="1425153"/>
                    <a:pt x="1600512" y="1423665"/>
                    <a:pt x="1600247" y="1428262"/>
                  </a:cubicBezTo>
                  <a:cubicBezTo>
                    <a:pt x="1599950" y="1434314"/>
                    <a:pt x="1607358" y="1430279"/>
                    <a:pt x="1608681" y="1434711"/>
                  </a:cubicBezTo>
                  <a:cubicBezTo>
                    <a:pt x="1608913" y="1435439"/>
                    <a:pt x="1610864" y="1433554"/>
                    <a:pt x="1610765" y="1431867"/>
                  </a:cubicBezTo>
                  <a:cubicBezTo>
                    <a:pt x="1610467" y="1428824"/>
                    <a:pt x="1612352" y="1424392"/>
                    <a:pt x="1606465" y="1424922"/>
                  </a:cubicBezTo>
                  <a:close/>
                  <a:moveTo>
                    <a:pt x="1370556" y="1206144"/>
                  </a:moveTo>
                  <a:cubicBezTo>
                    <a:pt x="1370887" y="1209088"/>
                    <a:pt x="1373334" y="1211734"/>
                    <a:pt x="1377005" y="1211866"/>
                  </a:cubicBezTo>
                  <a:cubicBezTo>
                    <a:pt x="1380213" y="1211998"/>
                    <a:pt x="1380180" y="1209584"/>
                    <a:pt x="1380180" y="1207136"/>
                  </a:cubicBezTo>
                  <a:cubicBezTo>
                    <a:pt x="1379916" y="1204788"/>
                    <a:pt x="1381139" y="1201415"/>
                    <a:pt x="1376608" y="1201382"/>
                  </a:cubicBezTo>
                  <a:cubicBezTo>
                    <a:pt x="1373202" y="1201382"/>
                    <a:pt x="1370424" y="1204954"/>
                    <a:pt x="1370556" y="1206144"/>
                  </a:cubicBezTo>
                  <a:close/>
                  <a:moveTo>
                    <a:pt x="2457068" y="1159511"/>
                  </a:moveTo>
                  <a:cubicBezTo>
                    <a:pt x="2455447" y="1159214"/>
                    <a:pt x="2448766" y="1163976"/>
                    <a:pt x="2449428" y="1164737"/>
                  </a:cubicBezTo>
                  <a:cubicBezTo>
                    <a:pt x="2451214" y="1166721"/>
                    <a:pt x="2453297" y="1169136"/>
                    <a:pt x="2455679" y="1169764"/>
                  </a:cubicBezTo>
                  <a:cubicBezTo>
                    <a:pt x="2459581" y="1170822"/>
                    <a:pt x="2460011" y="1167680"/>
                    <a:pt x="2459680" y="1164605"/>
                  </a:cubicBezTo>
                  <a:cubicBezTo>
                    <a:pt x="2459879" y="1162389"/>
                    <a:pt x="2460110" y="1160074"/>
                    <a:pt x="2457068" y="1159511"/>
                  </a:cubicBezTo>
                  <a:close/>
                  <a:moveTo>
                    <a:pt x="946892" y="1452835"/>
                  </a:moveTo>
                  <a:cubicBezTo>
                    <a:pt x="941270" y="1453430"/>
                    <a:pt x="943948" y="1457796"/>
                    <a:pt x="943585" y="1460574"/>
                  </a:cubicBezTo>
                  <a:cubicBezTo>
                    <a:pt x="943353" y="1462261"/>
                    <a:pt x="944709" y="1463551"/>
                    <a:pt x="946793" y="1463319"/>
                  </a:cubicBezTo>
                  <a:cubicBezTo>
                    <a:pt x="950332" y="1462922"/>
                    <a:pt x="952018" y="1460409"/>
                    <a:pt x="953672" y="1457234"/>
                  </a:cubicBezTo>
                  <a:cubicBezTo>
                    <a:pt x="950861" y="1456473"/>
                    <a:pt x="950464" y="1452471"/>
                    <a:pt x="946892" y="1452835"/>
                  </a:cubicBezTo>
                  <a:close/>
                  <a:moveTo>
                    <a:pt x="1170663" y="987433"/>
                  </a:moveTo>
                  <a:cubicBezTo>
                    <a:pt x="1170564" y="991931"/>
                    <a:pt x="1173508" y="994246"/>
                    <a:pt x="1177509" y="995337"/>
                  </a:cubicBezTo>
                  <a:cubicBezTo>
                    <a:pt x="1179527" y="995900"/>
                    <a:pt x="1180850" y="994511"/>
                    <a:pt x="1180949" y="992824"/>
                  </a:cubicBezTo>
                  <a:cubicBezTo>
                    <a:pt x="1181214" y="988161"/>
                    <a:pt x="1177939" y="986242"/>
                    <a:pt x="1174831" y="985052"/>
                  </a:cubicBezTo>
                  <a:cubicBezTo>
                    <a:pt x="1172019" y="984489"/>
                    <a:pt x="1170696" y="985779"/>
                    <a:pt x="1170663" y="987433"/>
                  </a:cubicBezTo>
                  <a:close/>
                  <a:moveTo>
                    <a:pt x="1372540" y="1764746"/>
                  </a:moveTo>
                  <a:cubicBezTo>
                    <a:pt x="1370358" y="1763257"/>
                    <a:pt x="1369432" y="1759983"/>
                    <a:pt x="1366025" y="1760149"/>
                  </a:cubicBezTo>
                  <a:cubicBezTo>
                    <a:pt x="1361494" y="1760380"/>
                    <a:pt x="1362916" y="1763820"/>
                    <a:pt x="1362751" y="1766300"/>
                  </a:cubicBezTo>
                  <a:cubicBezTo>
                    <a:pt x="1362585" y="1768648"/>
                    <a:pt x="1362916" y="1770831"/>
                    <a:pt x="1367943" y="1770567"/>
                  </a:cubicBezTo>
                  <a:cubicBezTo>
                    <a:pt x="1368869" y="1769376"/>
                    <a:pt x="1370721" y="1767061"/>
                    <a:pt x="1372540" y="1764746"/>
                  </a:cubicBezTo>
                  <a:close/>
                  <a:moveTo>
                    <a:pt x="1682500" y="1487694"/>
                  </a:moveTo>
                  <a:cubicBezTo>
                    <a:pt x="1685113" y="1488686"/>
                    <a:pt x="1683790" y="1485544"/>
                    <a:pt x="1685212" y="1484817"/>
                  </a:cubicBezTo>
                  <a:cubicBezTo>
                    <a:pt x="1689114" y="1482799"/>
                    <a:pt x="1687560" y="1478930"/>
                    <a:pt x="1687461" y="1475854"/>
                  </a:cubicBezTo>
                  <a:cubicBezTo>
                    <a:pt x="1687428" y="1474299"/>
                    <a:pt x="1685410" y="1473406"/>
                    <a:pt x="1683624" y="1473836"/>
                  </a:cubicBezTo>
                  <a:cubicBezTo>
                    <a:pt x="1682665" y="1474101"/>
                    <a:pt x="1681243" y="1474630"/>
                    <a:pt x="1681012" y="1475325"/>
                  </a:cubicBezTo>
                  <a:cubicBezTo>
                    <a:pt x="1680515" y="1476846"/>
                    <a:pt x="1680681" y="1478566"/>
                    <a:pt x="1680648" y="1478996"/>
                  </a:cubicBezTo>
                  <a:cubicBezTo>
                    <a:pt x="1680648" y="1481873"/>
                    <a:pt x="1680416" y="1483593"/>
                    <a:pt x="1680714" y="1485213"/>
                  </a:cubicBezTo>
                  <a:cubicBezTo>
                    <a:pt x="1680879" y="1486140"/>
                    <a:pt x="1681673" y="1487363"/>
                    <a:pt x="1682500" y="1487694"/>
                  </a:cubicBezTo>
                  <a:close/>
                  <a:moveTo>
                    <a:pt x="1979428" y="55802"/>
                  </a:moveTo>
                  <a:cubicBezTo>
                    <a:pt x="1983430" y="55736"/>
                    <a:pt x="1979792" y="52395"/>
                    <a:pt x="1981082" y="51139"/>
                  </a:cubicBezTo>
                  <a:cubicBezTo>
                    <a:pt x="1981082" y="49287"/>
                    <a:pt x="1981049" y="47633"/>
                    <a:pt x="1981115" y="45946"/>
                  </a:cubicBezTo>
                  <a:cubicBezTo>
                    <a:pt x="1981181" y="43300"/>
                    <a:pt x="1980123" y="41911"/>
                    <a:pt x="1977312" y="41977"/>
                  </a:cubicBezTo>
                  <a:cubicBezTo>
                    <a:pt x="1974104" y="42077"/>
                    <a:pt x="1974104" y="44260"/>
                    <a:pt x="1974104" y="46508"/>
                  </a:cubicBezTo>
                  <a:cubicBezTo>
                    <a:pt x="1974137" y="48658"/>
                    <a:pt x="1973707" y="50874"/>
                    <a:pt x="1975824" y="52495"/>
                  </a:cubicBezTo>
                  <a:cubicBezTo>
                    <a:pt x="1977146" y="53520"/>
                    <a:pt x="1978238" y="55802"/>
                    <a:pt x="1979428" y="55802"/>
                  </a:cubicBezTo>
                  <a:close/>
                  <a:moveTo>
                    <a:pt x="544328" y="2524894"/>
                  </a:moveTo>
                  <a:cubicBezTo>
                    <a:pt x="546743" y="2525092"/>
                    <a:pt x="548926" y="2524662"/>
                    <a:pt x="548859" y="2523802"/>
                  </a:cubicBezTo>
                  <a:cubicBezTo>
                    <a:pt x="548562" y="2516857"/>
                    <a:pt x="545089" y="2518147"/>
                    <a:pt x="542542" y="2517981"/>
                  </a:cubicBezTo>
                  <a:cubicBezTo>
                    <a:pt x="540161" y="2517849"/>
                    <a:pt x="538078" y="2518213"/>
                    <a:pt x="538177" y="2521487"/>
                  </a:cubicBezTo>
                  <a:cubicBezTo>
                    <a:pt x="538342" y="2526184"/>
                    <a:pt x="541848" y="2524728"/>
                    <a:pt x="544328" y="2524894"/>
                  </a:cubicBezTo>
                  <a:close/>
                  <a:moveTo>
                    <a:pt x="1006291" y="1273911"/>
                  </a:moveTo>
                  <a:cubicBezTo>
                    <a:pt x="1006225" y="1272985"/>
                    <a:pt x="1005200" y="1272125"/>
                    <a:pt x="1004604" y="1271265"/>
                  </a:cubicBezTo>
                  <a:cubicBezTo>
                    <a:pt x="1003810" y="1272059"/>
                    <a:pt x="1003149" y="1273018"/>
                    <a:pt x="1002190" y="1273613"/>
                  </a:cubicBezTo>
                  <a:cubicBezTo>
                    <a:pt x="998618" y="1275796"/>
                    <a:pt x="999279" y="1279301"/>
                    <a:pt x="999445" y="1282576"/>
                  </a:cubicBezTo>
                  <a:cubicBezTo>
                    <a:pt x="999511" y="1283469"/>
                    <a:pt x="1000536" y="1284329"/>
                    <a:pt x="1001132" y="1285222"/>
                  </a:cubicBezTo>
                  <a:cubicBezTo>
                    <a:pt x="1001925" y="1284428"/>
                    <a:pt x="1002587" y="1283436"/>
                    <a:pt x="1003513" y="1282873"/>
                  </a:cubicBezTo>
                  <a:cubicBezTo>
                    <a:pt x="1007118" y="1280657"/>
                    <a:pt x="1006423" y="1277152"/>
                    <a:pt x="1006291" y="1273911"/>
                  </a:cubicBezTo>
                  <a:close/>
                  <a:moveTo>
                    <a:pt x="1766240" y="894068"/>
                  </a:moveTo>
                  <a:cubicBezTo>
                    <a:pt x="1768556" y="894233"/>
                    <a:pt x="1771036" y="894564"/>
                    <a:pt x="1771433" y="891389"/>
                  </a:cubicBezTo>
                  <a:cubicBezTo>
                    <a:pt x="1771929" y="887321"/>
                    <a:pt x="1769349" y="886891"/>
                    <a:pt x="1766174" y="887057"/>
                  </a:cubicBezTo>
                  <a:cubicBezTo>
                    <a:pt x="1763925" y="887189"/>
                    <a:pt x="1761412" y="886627"/>
                    <a:pt x="1761015" y="889835"/>
                  </a:cubicBezTo>
                  <a:cubicBezTo>
                    <a:pt x="1760552" y="893837"/>
                    <a:pt x="1763032" y="894498"/>
                    <a:pt x="1766240" y="894068"/>
                  </a:cubicBezTo>
                  <a:close/>
                  <a:moveTo>
                    <a:pt x="1140732" y="77134"/>
                  </a:moveTo>
                  <a:cubicBezTo>
                    <a:pt x="1137822" y="77365"/>
                    <a:pt x="1133622" y="74620"/>
                    <a:pt x="1132166" y="79648"/>
                  </a:cubicBezTo>
                  <a:cubicBezTo>
                    <a:pt x="1131670" y="81367"/>
                    <a:pt x="1132663" y="83947"/>
                    <a:pt x="1133952" y="83715"/>
                  </a:cubicBezTo>
                  <a:cubicBezTo>
                    <a:pt x="1136863" y="83153"/>
                    <a:pt x="1141162" y="86626"/>
                    <a:pt x="1142551" y="81268"/>
                  </a:cubicBezTo>
                  <a:cubicBezTo>
                    <a:pt x="1142981" y="79350"/>
                    <a:pt x="1142121" y="77002"/>
                    <a:pt x="1140732" y="77134"/>
                  </a:cubicBezTo>
                  <a:close/>
                  <a:moveTo>
                    <a:pt x="1041249" y="1015479"/>
                  </a:moveTo>
                  <a:cubicBezTo>
                    <a:pt x="1040984" y="1013792"/>
                    <a:pt x="1040025" y="1012535"/>
                    <a:pt x="1037909" y="1012833"/>
                  </a:cubicBezTo>
                  <a:cubicBezTo>
                    <a:pt x="1034436" y="1013329"/>
                    <a:pt x="1032749" y="1015776"/>
                    <a:pt x="1031261" y="1018522"/>
                  </a:cubicBezTo>
                  <a:cubicBezTo>
                    <a:pt x="1032915" y="1020175"/>
                    <a:pt x="1034469" y="1021730"/>
                    <a:pt x="1036057" y="1023317"/>
                  </a:cubicBezTo>
                  <a:cubicBezTo>
                    <a:pt x="1037909" y="1020770"/>
                    <a:pt x="1041844" y="1019547"/>
                    <a:pt x="1041249" y="1015479"/>
                  </a:cubicBezTo>
                  <a:close/>
                  <a:moveTo>
                    <a:pt x="1925255" y="510025"/>
                  </a:moveTo>
                  <a:cubicBezTo>
                    <a:pt x="1924527" y="512076"/>
                    <a:pt x="1926115" y="513068"/>
                    <a:pt x="1927868" y="513399"/>
                  </a:cubicBezTo>
                  <a:cubicBezTo>
                    <a:pt x="1929621" y="513763"/>
                    <a:pt x="1931506" y="513267"/>
                    <a:pt x="1932068" y="511580"/>
                  </a:cubicBezTo>
                  <a:cubicBezTo>
                    <a:pt x="1932564" y="510058"/>
                    <a:pt x="1932167" y="508206"/>
                    <a:pt x="1932167" y="506520"/>
                  </a:cubicBezTo>
                  <a:cubicBezTo>
                    <a:pt x="1932167" y="505362"/>
                    <a:pt x="1932300" y="504205"/>
                    <a:pt x="1932134" y="503113"/>
                  </a:cubicBezTo>
                  <a:cubicBezTo>
                    <a:pt x="1931969" y="502088"/>
                    <a:pt x="1931671" y="500467"/>
                    <a:pt x="1931043" y="500269"/>
                  </a:cubicBezTo>
                  <a:cubicBezTo>
                    <a:pt x="1928860" y="499607"/>
                    <a:pt x="1929058" y="501360"/>
                    <a:pt x="1928562" y="502882"/>
                  </a:cubicBezTo>
                  <a:cubicBezTo>
                    <a:pt x="1927802" y="505362"/>
                    <a:pt x="1926148" y="507578"/>
                    <a:pt x="1925255" y="510025"/>
                  </a:cubicBezTo>
                  <a:close/>
                  <a:moveTo>
                    <a:pt x="859679" y="1768880"/>
                  </a:moveTo>
                  <a:cubicBezTo>
                    <a:pt x="859745" y="1769343"/>
                    <a:pt x="860638" y="1770104"/>
                    <a:pt x="860770" y="1770004"/>
                  </a:cubicBezTo>
                  <a:cubicBezTo>
                    <a:pt x="864144" y="1768318"/>
                    <a:pt x="867418" y="1766499"/>
                    <a:pt x="870593" y="1764779"/>
                  </a:cubicBezTo>
                  <a:cubicBezTo>
                    <a:pt x="869700" y="1762629"/>
                    <a:pt x="869567" y="1761207"/>
                    <a:pt x="868873" y="1760777"/>
                  </a:cubicBezTo>
                  <a:cubicBezTo>
                    <a:pt x="865797" y="1758925"/>
                    <a:pt x="863978" y="1761174"/>
                    <a:pt x="861895" y="1763026"/>
                  </a:cubicBezTo>
                  <a:cubicBezTo>
                    <a:pt x="860009" y="1764713"/>
                    <a:pt x="859183" y="1766499"/>
                    <a:pt x="859679" y="1768880"/>
                  </a:cubicBezTo>
                  <a:close/>
                  <a:moveTo>
                    <a:pt x="1504138" y="1026856"/>
                  </a:moveTo>
                  <a:cubicBezTo>
                    <a:pt x="1507346" y="1027021"/>
                    <a:pt x="1509925" y="1026591"/>
                    <a:pt x="1509396" y="1022523"/>
                  </a:cubicBezTo>
                  <a:cubicBezTo>
                    <a:pt x="1508999" y="1019348"/>
                    <a:pt x="1506552" y="1019679"/>
                    <a:pt x="1504204" y="1019844"/>
                  </a:cubicBezTo>
                  <a:cubicBezTo>
                    <a:pt x="1501029" y="1019414"/>
                    <a:pt x="1498515" y="1020076"/>
                    <a:pt x="1499011" y="1024078"/>
                  </a:cubicBezTo>
                  <a:cubicBezTo>
                    <a:pt x="1499375" y="1027286"/>
                    <a:pt x="1501889" y="1026724"/>
                    <a:pt x="1504138" y="1026856"/>
                  </a:cubicBezTo>
                  <a:close/>
                  <a:moveTo>
                    <a:pt x="1683327" y="1459780"/>
                  </a:moveTo>
                  <a:cubicBezTo>
                    <a:pt x="1687362" y="1460276"/>
                    <a:pt x="1688023" y="1457763"/>
                    <a:pt x="1687593" y="1454588"/>
                  </a:cubicBezTo>
                  <a:cubicBezTo>
                    <a:pt x="1687758" y="1452240"/>
                    <a:pt x="1688056" y="1449792"/>
                    <a:pt x="1684914" y="1449395"/>
                  </a:cubicBezTo>
                  <a:cubicBezTo>
                    <a:pt x="1680846" y="1448866"/>
                    <a:pt x="1680416" y="1451446"/>
                    <a:pt x="1680582" y="1454654"/>
                  </a:cubicBezTo>
                  <a:cubicBezTo>
                    <a:pt x="1680714" y="1456903"/>
                    <a:pt x="1680152" y="1459417"/>
                    <a:pt x="1683327" y="1459780"/>
                  </a:cubicBezTo>
                  <a:close/>
                  <a:moveTo>
                    <a:pt x="1418611" y="1541900"/>
                  </a:moveTo>
                  <a:cubicBezTo>
                    <a:pt x="1420165" y="1543455"/>
                    <a:pt x="1421951" y="1546498"/>
                    <a:pt x="1423274" y="1546299"/>
                  </a:cubicBezTo>
                  <a:cubicBezTo>
                    <a:pt x="1426317" y="1545902"/>
                    <a:pt x="1428566" y="1543455"/>
                    <a:pt x="1429492" y="1537766"/>
                  </a:cubicBezTo>
                  <a:cubicBezTo>
                    <a:pt x="1429459" y="1537932"/>
                    <a:pt x="1428136" y="1536940"/>
                    <a:pt x="1426449" y="1536708"/>
                  </a:cubicBezTo>
                  <a:cubicBezTo>
                    <a:pt x="1422381" y="1536113"/>
                    <a:pt x="1421158" y="1540048"/>
                    <a:pt x="1418611" y="1541900"/>
                  </a:cubicBezTo>
                  <a:close/>
                  <a:moveTo>
                    <a:pt x="1070122" y="1543719"/>
                  </a:moveTo>
                  <a:cubicBezTo>
                    <a:pt x="1069130" y="1543521"/>
                    <a:pt x="1067906" y="1543786"/>
                    <a:pt x="1066980" y="1544216"/>
                  </a:cubicBezTo>
                  <a:cubicBezTo>
                    <a:pt x="1064995" y="1545208"/>
                    <a:pt x="1065227" y="1547655"/>
                    <a:pt x="1065888" y="1548713"/>
                  </a:cubicBezTo>
                  <a:cubicBezTo>
                    <a:pt x="1067377" y="1550995"/>
                    <a:pt x="1070089" y="1552484"/>
                    <a:pt x="1069361" y="1555890"/>
                  </a:cubicBezTo>
                  <a:cubicBezTo>
                    <a:pt x="1069328" y="1556056"/>
                    <a:pt x="1070816" y="1556717"/>
                    <a:pt x="1071676" y="1556882"/>
                  </a:cubicBezTo>
                  <a:cubicBezTo>
                    <a:pt x="1071941" y="1556916"/>
                    <a:pt x="1072668" y="1556122"/>
                    <a:pt x="1072701" y="1555692"/>
                  </a:cubicBezTo>
                  <a:cubicBezTo>
                    <a:pt x="1072801" y="1554005"/>
                    <a:pt x="1072734" y="1552285"/>
                    <a:pt x="1072734" y="1550599"/>
                  </a:cubicBezTo>
                  <a:cubicBezTo>
                    <a:pt x="1072734" y="1549441"/>
                    <a:pt x="1072602" y="1548284"/>
                    <a:pt x="1072768" y="1547192"/>
                  </a:cubicBezTo>
                  <a:cubicBezTo>
                    <a:pt x="1073065" y="1545075"/>
                    <a:pt x="1071875" y="1544050"/>
                    <a:pt x="1070122" y="1543719"/>
                  </a:cubicBezTo>
                  <a:close/>
                  <a:moveTo>
                    <a:pt x="1443184" y="1444203"/>
                  </a:moveTo>
                  <a:cubicBezTo>
                    <a:pt x="1443184" y="1444567"/>
                    <a:pt x="1443879" y="1445063"/>
                    <a:pt x="1444342" y="1445361"/>
                  </a:cubicBezTo>
                  <a:cubicBezTo>
                    <a:pt x="1446855" y="1446981"/>
                    <a:pt x="1455752" y="1442417"/>
                    <a:pt x="1457042" y="1438878"/>
                  </a:cubicBezTo>
                  <a:cubicBezTo>
                    <a:pt x="1456645" y="1437919"/>
                    <a:pt x="1456446" y="1436266"/>
                    <a:pt x="1455851" y="1436133"/>
                  </a:cubicBezTo>
                  <a:cubicBezTo>
                    <a:pt x="1453966" y="1435670"/>
                    <a:pt x="1443283" y="1442649"/>
                    <a:pt x="1443184" y="1444203"/>
                  </a:cubicBezTo>
                  <a:close/>
                  <a:moveTo>
                    <a:pt x="1300276" y="739088"/>
                  </a:moveTo>
                  <a:cubicBezTo>
                    <a:pt x="1302724" y="740941"/>
                    <a:pt x="1306626" y="734789"/>
                    <a:pt x="1308577" y="740444"/>
                  </a:cubicBezTo>
                  <a:cubicBezTo>
                    <a:pt x="1309140" y="739551"/>
                    <a:pt x="1310033" y="738758"/>
                    <a:pt x="1310231" y="737799"/>
                  </a:cubicBezTo>
                  <a:cubicBezTo>
                    <a:pt x="1310430" y="736839"/>
                    <a:pt x="1310231" y="735517"/>
                    <a:pt x="1309702" y="734690"/>
                  </a:cubicBezTo>
                  <a:cubicBezTo>
                    <a:pt x="1308147" y="732275"/>
                    <a:pt x="1305601" y="733962"/>
                    <a:pt x="1303716" y="733466"/>
                  </a:cubicBezTo>
                  <a:cubicBezTo>
                    <a:pt x="1302426" y="733466"/>
                    <a:pt x="1301301" y="733532"/>
                    <a:pt x="1300177" y="733433"/>
                  </a:cubicBezTo>
                  <a:cubicBezTo>
                    <a:pt x="1298457" y="733301"/>
                    <a:pt x="1296572" y="733863"/>
                    <a:pt x="1296870" y="735517"/>
                  </a:cubicBezTo>
                  <a:cubicBezTo>
                    <a:pt x="1297101" y="736873"/>
                    <a:pt x="1298920" y="738063"/>
                    <a:pt x="1300276" y="739088"/>
                  </a:cubicBezTo>
                  <a:close/>
                  <a:moveTo>
                    <a:pt x="1744313" y="1044219"/>
                  </a:moveTo>
                  <a:cubicBezTo>
                    <a:pt x="1747455" y="1043822"/>
                    <a:pt x="1747157" y="1041375"/>
                    <a:pt x="1746959" y="1039027"/>
                  </a:cubicBezTo>
                  <a:cubicBezTo>
                    <a:pt x="1747422" y="1035852"/>
                    <a:pt x="1746760" y="1033338"/>
                    <a:pt x="1742726" y="1033834"/>
                  </a:cubicBezTo>
                  <a:cubicBezTo>
                    <a:pt x="1739551" y="1034198"/>
                    <a:pt x="1740113" y="1036712"/>
                    <a:pt x="1739981" y="1038961"/>
                  </a:cubicBezTo>
                  <a:cubicBezTo>
                    <a:pt x="1739815" y="1042169"/>
                    <a:pt x="1740245" y="1044748"/>
                    <a:pt x="1744313" y="1044219"/>
                  </a:cubicBezTo>
                  <a:close/>
                  <a:moveTo>
                    <a:pt x="1048327" y="317045"/>
                  </a:moveTo>
                  <a:cubicBezTo>
                    <a:pt x="1048128" y="319426"/>
                    <a:pt x="1048558" y="321609"/>
                    <a:pt x="1049418" y="321543"/>
                  </a:cubicBezTo>
                  <a:cubicBezTo>
                    <a:pt x="1056363" y="321245"/>
                    <a:pt x="1055074" y="317806"/>
                    <a:pt x="1055239" y="315259"/>
                  </a:cubicBezTo>
                  <a:cubicBezTo>
                    <a:pt x="1055371" y="312845"/>
                    <a:pt x="1055007" y="310761"/>
                    <a:pt x="1051733" y="310893"/>
                  </a:cubicBezTo>
                  <a:cubicBezTo>
                    <a:pt x="1047037" y="311026"/>
                    <a:pt x="1048492" y="314531"/>
                    <a:pt x="1048327" y="317045"/>
                  </a:cubicBezTo>
                  <a:close/>
                  <a:moveTo>
                    <a:pt x="1069229" y="310993"/>
                  </a:moveTo>
                  <a:cubicBezTo>
                    <a:pt x="1069659" y="308975"/>
                    <a:pt x="1068435" y="307785"/>
                    <a:pt x="1066781" y="307454"/>
                  </a:cubicBezTo>
                  <a:cubicBezTo>
                    <a:pt x="1062680" y="306693"/>
                    <a:pt x="1061424" y="310662"/>
                    <a:pt x="1058877" y="312514"/>
                  </a:cubicBezTo>
                  <a:cubicBezTo>
                    <a:pt x="1060365" y="314101"/>
                    <a:pt x="1061820" y="315689"/>
                    <a:pt x="1063408" y="317376"/>
                  </a:cubicBezTo>
                  <a:cubicBezTo>
                    <a:pt x="1066384" y="316152"/>
                    <a:pt x="1068534" y="314234"/>
                    <a:pt x="1069229" y="310993"/>
                  </a:cubicBezTo>
                  <a:close/>
                  <a:moveTo>
                    <a:pt x="1206316" y="283013"/>
                  </a:moveTo>
                  <a:cubicBezTo>
                    <a:pt x="1204431" y="282616"/>
                    <a:pt x="1202083" y="283443"/>
                    <a:pt x="1202215" y="284832"/>
                  </a:cubicBezTo>
                  <a:cubicBezTo>
                    <a:pt x="1202446" y="287742"/>
                    <a:pt x="1199701" y="291943"/>
                    <a:pt x="1204728" y="293398"/>
                  </a:cubicBezTo>
                  <a:cubicBezTo>
                    <a:pt x="1206415" y="293894"/>
                    <a:pt x="1209028" y="292902"/>
                    <a:pt x="1208763" y="291612"/>
                  </a:cubicBezTo>
                  <a:cubicBezTo>
                    <a:pt x="1208234" y="288701"/>
                    <a:pt x="1211707" y="284402"/>
                    <a:pt x="1206316" y="283013"/>
                  </a:cubicBezTo>
                  <a:close/>
                  <a:moveTo>
                    <a:pt x="283218" y="2054266"/>
                  </a:moveTo>
                  <a:cubicBezTo>
                    <a:pt x="283416" y="2056019"/>
                    <a:pt x="284408" y="2057243"/>
                    <a:pt x="286492" y="2057011"/>
                  </a:cubicBezTo>
                  <a:cubicBezTo>
                    <a:pt x="290031" y="2056614"/>
                    <a:pt x="291651" y="2054001"/>
                    <a:pt x="293239" y="2051323"/>
                  </a:cubicBezTo>
                  <a:cubicBezTo>
                    <a:pt x="291585" y="2049702"/>
                    <a:pt x="290031" y="2048148"/>
                    <a:pt x="288443" y="2046560"/>
                  </a:cubicBezTo>
                  <a:cubicBezTo>
                    <a:pt x="286525" y="2049007"/>
                    <a:pt x="282722" y="2050264"/>
                    <a:pt x="283218" y="2054266"/>
                  </a:cubicBezTo>
                  <a:close/>
                  <a:moveTo>
                    <a:pt x="632501" y="1309695"/>
                  </a:moveTo>
                  <a:cubicBezTo>
                    <a:pt x="635775" y="1309795"/>
                    <a:pt x="636139" y="1307711"/>
                    <a:pt x="636007" y="1305330"/>
                  </a:cubicBezTo>
                  <a:cubicBezTo>
                    <a:pt x="635841" y="1302783"/>
                    <a:pt x="637131" y="1299311"/>
                    <a:pt x="631674" y="1299079"/>
                  </a:cubicBezTo>
                  <a:cubicBezTo>
                    <a:pt x="629491" y="1299079"/>
                    <a:pt x="628863" y="1301063"/>
                    <a:pt x="629061" y="1303544"/>
                  </a:cubicBezTo>
                  <a:cubicBezTo>
                    <a:pt x="629293" y="1306057"/>
                    <a:pt x="627804" y="1309530"/>
                    <a:pt x="632501" y="1309695"/>
                  </a:cubicBezTo>
                  <a:close/>
                  <a:moveTo>
                    <a:pt x="1019487" y="1044351"/>
                  </a:moveTo>
                  <a:cubicBezTo>
                    <a:pt x="1018594" y="1044351"/>
                    <a:pt x="1017172" y="1045244"/>
                    <a:pt x="1016907" y="1046038"/>
                  </a:cubicBezTo>
                  <a:cubicBezTo>
                    <a:pt x="1014824" y="1052520"/>
                    <a:pt x="1022034" y="1050007"/>
                    <a:pt x="1023753" y="1052884"/>
                  </a:cubicBezTo>
                  <a:cubicBezTo>
                    <a:pt x="1024018" y="1053347"/>
                    <a:pt x="1024481" y="1053976"/>
                    <a:pt x="1024944" y="1054042"/>
                  </a:cubicBezTo>
                  <a:cubicBezTo>
                    <a:pt x="1027160" y="1054439"/>
                    <a:pt x="1027425" y="1053017"/>
                    <a:pt x="1027292" y="1050966"/>
                  </a:cubicBezTo>
                  <a:cubicBezTo>
                    <a:pt x="1026135" y="1047361"/>
                    <a:pt x="1024117" y="1044285"/>
                    <a:pt x="1019487" y="1044351"/>
                  </a:cubicBezTo>
                  <a:close/>
                  <a:moveTo>
                    <a:pt x="1133721" y="398074"/>
                  </a:moveTo>
                  <a:cubicBezTo>
                    <a:pt x="1135308" y="396618"/>
                    <a:pt x="1136896" y="395130"/>
                    <a:pt x="1138616" y="393576"/>
                  </a:cubicBezTo>
                  <a:cubicBezTo>
                    <a:pt x="1137392" y="390599"/>
                    <a:pt x="1135474" y="388416"/>
                    <a:pt x="1132200" y="387755"/>
                  </a:cubicBezTo>
                  <a:cubicBezTo>
                    <a:pt x="1130215" y="387325"/>
                    <a:pt x="1128991" y="388549"/>
                    <a:pt x="1128694" y="390202"/>
                  </a:cubicBezTo>
                  <a:cubicBezTo>
                    <a:pt x="1127900" y="394303"/>
                    <a:pt x="1131869" y="395560"/>
                    <a:pt x="1133721" y="398074"/>
                  </a:cubicBezTo>
                  <a:close/>
                  <a:moveTo>
                    <a:pt x="1273553" y="1899882"/>
                  </a:moveTo>
                  <a:cubicBezTo>
                    <a:pt x="1276761" y="1900047"/>
                    <a:pt x="1279341" y="1899617"/>
                    <a:pt x="1278812" y="1895582"/>
                  </a:cubicBezTo>
                  <a:cubicBezTo>
                    <a:pt x="1278448" y="1892407"/>
                    <a:pt x="1275968" y="1892705"/>
                    <a:pt x="1273222" y="1892936"/>
                  </a:cubicBezTo>
                  <a:cubicBezTo>
                    <a:pt x="1270246" y="1892209"/>
                    <a:pt x="1267997" y="1893234"/>
                    <a:pt x="1268427" y="1897137"/>
                  </a:cubicBezTo>
                  <a:cubicBezTo>
                    <a:pt x="1268758" y="1900312"/>
                    <a:pt x="1271304" y="1899749"/>
                    <a:pt x="1273553" y="1899882"/>
                  </a:cubicBezTo>
                  <a:close/>
                  <a:moveTo>
                    <a:pt x="780436" y="1937419"/>
                  </a:moveTo>
                  <a:cubicBezTo>
                    <a:pt x="783479" y="1937089"/>
                    <a:pt x="785695" y="1934575"/>
                    <a:pt x="786720" y="1928920"/>
                  </a:cubicBezTo>
                  <a:cubicBezTo>
                    <a:pt x="786687" y="1929052"/>
                    <a:pt x="785331" y="1928093"/>
                    <a:pt x="783644" y="1927828"/>
                  </a:cubicBezTo>
                  <a:cubicBezTo>
                    <a:pt x="779576" y="1927200"/>
                    <a:pt x="778352" y="1931136"/>
                    <a:pt x="775806" y="1932988"/>
                  </a:cubicBezTo>
                  <a:cubicBezTo>
                    <a:pt x="777360" y="1934575"/>
                    <a:pt x="779080" y="1937585"/>
                    <a:pt x="780436" y="1937419"/>
                  </a:cubicBezTo>
                  <a:close/>
                  <a:moveTo>
                    <a:pt x="1443019" y="1951376"/>
                  </a:moveTo>
                  <a:cubicBezTo>
                    <a:pt x="1442787" y="1949690"/>
                    <a:pt x="1441795" y="1948433"/>
                    <a:pt x="1439678" y="1948730"/>
                  </a:cubicBezTo>
                  <a:cubicBezTo>
                    <a:pt x="1436206" y="1949226"/>
                    <a:pt x="1434519" y="1951674"/>
                    <a:pt x="1433031" y="1954419"/>
                  </a:cubicBezTo>
                  <a:cubicBezTo>
                    <a:pt x="1434684" y="1956073"/>
                    <a:pt x="1436239" y="1957627"/>
                    <a:pt x="1437826" y="1959215"/>
                  </a:cubicBezTo>
                  <a:cubicBezTo>
                    <a:pt x="1439678" y="1956668"/>
                    <a:pt x="1443614" y="1955444"/>
                    <a:pt x="1443019" y="1951376"/>
                  </a:cubicBezTo>
                  <a:close/>
                  <a:moveTo>
                    <a:pt x="1709785" y="924694"/>
                  </a:moveTo>
                  <a:cubicBezTo>
                    <a:pt x="1711769" y="925950"/>
                    <a:pt x="1712662" y="922379"/>
                    <a:pt x="1715275" y="921089"/>
                  </a:cubicBezTo>
                  <a:cubicBezTo>
                    <a:pt x="1714316" y="918112"/>
                    <a:pt x="1712067" y="916194"/>
                    <a:pt x="1709355" y="915202"/>
                  </a:cubicBezTo>
                  <a:cubicBezTo>
                    <a:pt x="1708264" y="914838"/>
                    <a:pt x="1705618" y="915863"/>
                    <a:pt x="1705287" y="916822"/>
                  </a:cubicBezTo>
                  <a:cubicBezTo>
                    <a:pt x="1703766" y="920890"/>
                    <a:pt x="1707271" y="923040"/>
                    <a:pt x="1709785" y="924694"/>
                  </a:cubicBezTo>
                  <a:close/>
                  <a:moveTo>
                    <a:pt x="1061357" y="1093134"/>
                  </a:moveTo>
                  <a:cubicBezTo>
                    <a:pt x="1064797" y="1093729"/>
                    <a:pt x="1066054" y="1090753"/>
                    <a:pt x="1068071" y="1089099"/>
                  </a:cubicBezTo>
                  <a:cubicBezTo>
                    <a:pt x="1070651" y="1086949"/>
                    <a:pt x="1067476" y="1086486"/>
                    <a:pt x="1066781" y="1085626"/>
                  </a:cubicBezTo>
                  <a:cubicBezTo>
                    <a:pt x="1065723" y="1084337"/>
                    <a:pt x="1064632" y="1081592"/>
                    <a:pt x="1062118" y="1084469"/>
                  </a:cubicBezTo>
                  <a:cubicBezTo>
                    <a:pt x="1060299" y="1086519"/>
                    <a:pt x="1057819" y="1088206"/>
                    <a:pt x="1058877" y="1091381"/>
                  </a:cubicBezTo>
                  <a:cubicBezTo>
                    <a:pt x="1059141" y="1092175"/>
                    <a:pt x="1060531" y="1092572"/>
                    <a:pt x="1061357" y="1093134"/>
                  </a:cubicBezTo>
                  <a:close/>
                  <a:moveTo>
                    <a:pt x="428176" y="2214339"/>
                  </a:moveTo>
                  <a:cubicBezTo>
                    <a:pt x="427217" y="2214670"/>
                    <a:pt x="426291" y="2217183"/>
                    <a:pt x="426523" y="2218506"/>
                  </a:cubicBezTo>
                  <a:cubicBezTo>
                    <a:pt x="427283" y="2222673"/>
                    <a:pt x="430855" y="2220722"/>
                    <a:pt x="433303" y="2221119"/>
                  </a:cubicBezTo>
                  <a:cubicBezTo>
                    <a:pt x="434989" y="2221351"/>
                    <a:pt x="436345" y="2220921"/>
                    <a:pt x="436345" y="2218837"/>
                  </a:cubicBezTo>
                  <a:cubicBezTo>
                    <a:pt x="433898" y="2216753"/>
                    <a:pt x="432211" y="2212983"/>
                    <a:pt x="428176" y="2214339"/>
                  </a:cubicBezTo>
                  <a:close/>
                  <a:moveTo>
                    <a:pt x="1542535" y="1264187"/>
                  </a:moveTo>
                  <a:cubicBezTo>
                    <a:pt x="1543461" y="1263030"/>
                    <a:pt x="1544255" y="1261376"/>
                    <a:pt x="1544288" y="1259921"/>
                  </a:cubicBezTo>
                  <a:cubicBezTo>
                    <a:pt x="1544321" y="1257440"/>
                    <a:pt x="1545578" y="1254034"/>
                    <a:pt x="1541014" y="1253736"/>
                  </a:cubicBezTo>
                  <a:cubicBezTo>
                    <a:pt x="1538963" y="1253637"/>
                    <a:pt x="1538037" y="1254629"/>
                    <a:pt x="1537409" y="1256283"/>
                  </a:cubicBezTo>
                  <a:cubicBezTo>
                    <a:pt x="1537277" y="1257903"/>
                    <a:pt x="1542039" y="1264782"/>
                    <a:pt x="1542535" y="1264187"/>
                  </a:cubicBezTo>
                  <a:close/>
                  <a:moveTo>
                    <a:pt x="1999008" y="572897"/>
                  </a:moveTo>
                  <a:cubicBezTo>
                    <a:pt x="2000760" y="573228"/>
                    <a:pt x="2001786" y="571872"/>
                    <a:pt x="2001984" y="570152"/>
                  </a:cubicBezTo>
                  <a:cubicBezTo>
                    <a:pt x="2002513" y="566117"/>
                    <a:pt x="1998809" y="564794"/>
                    <a:pt x="1996693" y="562479"/>
                  </a:cubicBezTo>
                  <a:cubicBezTo>
                    <a:pt x="1996130" y="563934"/>
                    <a:pt x="1995204" y="565389"/>
                    <a:pt x="1995171" y="566878"/>
                  </a:cubicBezTo>
                  <a:cubicBezTo>
                    <a:pt x="1995039" y="569424"/>
                    <a:pt x="1994179" y="572765"/>
                    <a:pt x="1999008" y="572897"/>
                  </a:cubicBezTo>
                  <a:close/>
                  <a:moveTo>
                    <a:pt x="1296440" y="1282576"/>
                  </a:moveTo>
                  <a:cubicBezTo>
                    <a:pt x="1296307" y="1283336"/>
                    <a:pt x="1297300" y="1284659"/>
                    <a:pt x="1298126" y="1285122"/>
                  </a:cubicBezTo>
                  <a:cubicBezTo>
                    <a:pt x="1298986" y="1285651"/>
                    <a:pt x="1303616" y="1278805"/>
                    <a:pt x="1303253" y="1277251"/>
                  </a:cubicBezTo>
                  <a:cubicBezTo>
                    <a:pt x="1302856" y="1275531"/>
                    <a:pt x="1301731" y="1274341"/>
                    <a:pt x="1301533" y="1274374"/>
                  </a:cubicBezTo>
                  <a:cubicBezTo>
                    <a:pt x="1294257" y="1275498"/>
                    <a:pt x="1296969" y="1279798"/>
                    <a:pt x="1296440" y="1282576"/>
                  </a:cubicBezTo>
                  <a:close/>
                  <a:moveTo>
                    <a:pt x="1114671" y="1264584"/>
                  </a:moveTo>
                  <a:cubicBezTo>
                    <a:pt x="1115134" y="1258697"/>
                    <a:pt x="1108982" y="1262302"/>
                    <a:pt x="1107593" y="1259061"/>
                  </a:cubicBezTo>
                  <a:cubicBezTo>
                    <a:pt x="1106800" y="1257176"/>
                    <a:pt x="1104881" y="1257374"/>
                    <a:pt x="1104319" y="1259193"/>
                  </a:cubicBezTo>
                  <a:cubicBezTo>
                    <a:pt x="1103856" y="1260549"/>
                    <a:pt x="1103360" y="1262864"/>
                    <a:pt x="1105410" y="1263625"/>
                  </a:cubicBezTo>
                  <a:cubicBezTo>
                    <a:pt x="1107891" y="1264551"/>
                    <a:pt x="1110768" y="1264551"/>
                    <a:pt x="1112455" y="1267131"/>
                  </a:cubicBezTo>
                  <a:cubicBezTo>
                    <a:pt x="1112488" y="1267197"/>
                    <a:pt x="1114009" y="1266436"/>
                    <a:pt x="1114605" y="1265841"/>
                  </a:cubicBezTo>
                  <a:cubicBezTo>
                    <a:pt x="1114902" y="1265576"/>
                    <a:pt x="1114671" y="1264782"/>
                    <a:pt x="1114671" y="1264584"/>
                  </a:cubicBezTo>
                  <a:close/>
                  <a:moveTo>
                    <a:pt x="1447318" y="2322421"/>
                  </a:moveTo>
                  <a:cubicBezTo>
                    <a:pt x="1445565" y="2322091"/>
                    <a:pt x="1443283" y="2322719"/>
                    <a:pt x="1443250" y="2324240"/>
                  </a:cubicBezTo>
                  <a:cubicBezTo>
                    <a:pt x="1443151" y="2326886"/>
                    <a:pt x="1441828" y="2329863"/>
                    <a:pt x="1444209" y="2332211"/>
                  </a:cubicBezTo>
                  <a:cubicBezTo>
                    <a:pt x="1444408" y="2332442"/>
                    <a:pt x="1445202" y="2332442"/>
                    <a:pt x="1445334" y="2332277"/>
                  </a:cubicBezTo>
                  <a:cubicBezTo>
                    <a:pt x="1446921" y="2330094"/>
                    <a:pt x="1450163" y="2329135"/>
                    <a:pt x="1450096" y="2325332"/>
                  </a:cubicBezTo>
                  <a:cubicBezTo>
                    <a:pt x="1450361" y="2323645"/>
                    <a:pt x="1449071" y="2322752"/>
                    <a:pt x="1447318" y="2322421"/>
                  </a:cubicBezTo>
                  <a:close/>
                  <a:moveTo>
                    <a:pt x="1554706" y="1075705"/>
                  </a:moveTo>
                  <a:cubicBezTo>
                    <a:pt x="1552259" y="1076101"/>
                    <a:pt x="1548654" y="1074117"/>
                    <a:pt x="1547992" y="1078384"/>
                  </a:cubicBezTo>
                  <a:cubicBezTo>
                    <a:pt x="1547794" y="1079706"/>
                    <a:pt x="1548654" y="1081790"/>
                    <a:pt x="1549745" y="1082551"/>
                  </a:cubicBezTo>
                  <a:cubicBezTo>
                    <a:pt x="1551266" y="1083642"/>
                    <a:pt x="1557451" y="1079872"/>
                    <a:pt x="1557881" y="1077854"/>
                  </a:cubicBezTo>
                  <a:cubicBezTo>
                    <a:pt x="1557683" y="1075936"/>
                    <a:pt x="1556393" y="1075440"/>
                    <a:pt x="1554706" y="1075705"/>
                  </a:cubicBezTo>
                  <a:close/>
                  <a:moveTo>
                    <a:pt x="1450130" y="2380894"/>
                  </a:moveTo>
                  <a:cubicBezTo>
                    <a:pt x="1450163" y="2385326"/>
                    <a:pt x="1453007" y="2387641"/>
                    <a:pt x="1456943" y="2388666"/>
                  </a:cubicBezTo>
                  <a:cubicBezTo>
                    <a:pt x="1457769" y="2388865"/>
                    <a:pt x="1458861" y="2388038"/>
                    <a:pt x="1460878" y="2387343"/>
                  </a:cubicBezTo>
                  <a:cubicBezTo>
                    <a:pt x="1457670" y="2384135"/>
                    <a:pt x="1454727" y="2381192"/>
                    <a:pt x="1451816" y="2378281"/>
                  </a:cubicBezTo>
                  <a:cubicBezTo>
                    <a:pt x="1451221" y="2379141"/>
                    <a:pt x="1450130" y="2380001"/>
                    <a:pt x="1450130" y="2380894"/>
                  </a:cubicBezTo>
                  <a:close/>
                  <a:moveTo>
                    <a:pt x="2443045" y="1217852"/>
                  </a:moveTo>
                  <a:cubicBezTo>
                    <a:pt x="2444764" y="1219869"/>
                    <a:pt x="2447245" y="1218646"/>
                    <a:pt x="2449362" y="1218844"/>
                  </a:cubicBezTo>
                  <a:cubicBezTo>
                    <a:pt x="2452636" y="1219142"/>
                    <a:pt x="2452669" y="1216728"/>
                    <a:pt x="2452768" y="1214512"/>
                  </a:cubicBezTo>
                  <a:cubicBezTo>
                    <a:pt x="2452140" y="1212759"/>
                    <a:pt x="2451280" y="1211535"/>
                    <a:pt x="2449196" y="1211866"/>
                  </a:cubicBezTo>
                  <a:cubicBezTo>
                    <a:pt x="2446583" y="1212296"/>
                    <a:pt x="2442019" y="1216661"/>
                    <a:pt x="2443045" y="1217852"/>
                  </a:cubicBezTo>
                  <a:close/>
                  <a:moveTo>
                    <a:pt x="562089" y="2387575"/>
                  </a:moveTo>
                  <a:cubicBezTo>
                    <a:pt x="562155" y="2385458"/>
                    <a:pt x="560799" y="2385028"/>
                    <a:pt x="559112" y="2385260"/>
                  </a:cubicBezTo>
                  <a:cubicBezTo>
                    <a:pt x="556632" y="2385657"/>
                    <a:pt x="553093" y="2383705"/>
                    <a:pt x="552299" y="2387840"/>
                  </a:cubicBezTo>
                  <a:cubicBezTo>
                    <a:pt x="552067" y="2389129"/>
                    <a:pt x="552960" y="2391676"/>
                    <a:pt x="553920" y="2392007"/>
                  </a:cubicBezTo>
                  <a:cubicBezTo>
                    <a:pt x="557954" y="2393429"/>
                    <a:pt x="559674" y="2389659"/>
                    <a:pt x="562089" y="2387575"/>
                  </a:cubicBezTo>
                  <a:close/>
                  <a:moveTo>
                    <a:pt x="609780" y="2273209"/>
                  </a:moveTo>
                  <a:cubicBezTo>
                    <a:pt x="613881" y="2274929"/>
                    <a:pt x="615468" y="2270927"/>
                    <a:pt x="618015" y="2268843"/>
                  </a:cubicBezTo>
                  <a:cubicBezTo>
                    <a:pt x="617618" y="2268083"/>
                    <a:pt x="617056" y="2266594"/>
                    <a:pt x="616824" y="2266627"/>
                  </a:cubicBezTo>
                  <a:cubicBezTo>
                    <a:pt x="613881" y="2267223"/>
                    <a:pt x="609780" y="2264478"/>
                    <a:pt x="608225" y="2269009"/>
                  </a:cubicBezTo>
                  <a:cubicBezTo>
                    <a:pt x="607828" y="2270166"/>
                    <a:pt x="608788" y="2272812"/>
                    <a:pt x="609780" y="2273209"/>
                  </a:cubicBezTo>
                  <a:close/>
                  <a:moveTo>
                    <a:pt x="1428268" y="2317791"/>
                  </a:moveTo>
                  <a:cubicBezTo>
                    <a:pt x="1428202" y="2316137"/>
                    <a:pt x="1426350" y="2314517"/>
                    <a:pt x="1424498" y="2311640"/>
                  </a:cubicBezTo>
                  <a:cubicBezTo>
                    <a:pt x="1422414" y="2314980"/>
                    <a:pt x="1420728" y="2317460"/>
                    <a:pt x="1419306" y="2320073"/>
                  </a:cubicBezTo>
                  <a:cubicBezTo>
                    <a:pt x="1419074" y="2320536"/>
                    <a:pt x="1419769" y="2321859"/>
                    <a:pt x="1420397" y="2322355"/>
                  </a:cubicBezTo>
                  <a:cubicBezTo>
                    <a:pt x="1421753" y="2323380"/>
                    <a:pt x="1428334" y="2319908"/>
                    <a:pt x="1428268" y="2317791"/>
                  </a:cubicBezTo>
                  <a:close/>
                  <a:moveTo>
                    <a:pt x="1360204" y="976817"/>
                  </a:moveTo>
                  <a:cubicBezTo>
                    <a:pt x="1360403" y="979032"/>
                    <a:pt x="1364107" y="977643"/>
                    <a:pt x="1366224" y="977875"/>
                  </a:cubicBezTo>
                  <a:cubicBezTo>
                    <a:pt x="1369498" y="978239"/>
                    <a:pt x="1369663" y="975924"/>
                    <a:pt x="1369729" y="973675"/>
                  </a:cubicBezTo>
                  <a:cubicBezTo>
                    <a:pt x="1369167" y="971889"/>
                    <a:pt x="1368406" y="970533"/>
                    <a:pt x="1366257" y="970930"/>
                  </a:cubicBezTo>
                  <a:cubicBezTo>
                    <a:pt x="1362850" y="971525"/>
                    <a:pt x="1359907" y="973708"/>
                    <a:pt x="1360204" y="976817"/>
                  </a:cubicBezTo>
                  <a:close/>
                  <a:moveTo>
                    <a:pt x="647284" y="1934840"/>
                  </a:moveTo>
                  <a:cubicBezTo>
                    <a:pt x="642886" y="1934972"/>
                    <a:pt x="640604" y="1937750"/>
                    <a:pt x="639545" y="1941752"/>
                  </a:cubicBezTo>
                  <a:cubicBezTo>
                    <a:pt x="639413" y="1942248"/>
                    <a:pt x="639281" y="1943075"/>
                    <a:pt x="639578" y="1943340"/>
                  </a:cubicBezTo>
                  <a:cubicBezTo>
                    <a:pt x="640174" y="1943935"/>
                    <a:pt x="641530" y="1944795"/>
                    <a:pt x="641728" y="1944629"/>
                  </a:cubicBezTo>
                  <a:cubicBezTo>
                    <a:pt x="644639" y="1942083"/>
                    <a:pt x="647384" y="1939371"/>
                    <a:pt x="650228" y="1936626"/>
                  </a:cubicBezTo>
                  <a:cubicBezTo>
                    <a:pt x="649070" y="1935898"/>
                    <a:pt x="648144" y="1934840"/>
                    <a:pt x="647284" y="1934840"/>
                  </a:cubicBezTo>
                  <a:close/>
                  <a:moveTo>
                    <a:pt x="1899293" y="1347762"/>
                  </a:moveTo>
                  <a:cubicBezTo>
                    <a:pt x="1897242" y="1349813"/>
                    <a:pt x="1894563" y="1351334"/>
                    <a:pt x="1894299" y="1353153"/>
                  </a:cubicBezTo>
                  <a:cubicBezTo>
                    <a:pt x="1894100" y="1354575"/>
                    <a:pt x="1896845" y="1357618"/>
                    <a:pt x="1898499" y="1357750"/>
                  </a:cubicBezTo>
                  <a:cubicBezTo>
                    <a:pt x="1901046" y="1358015"/>
                    <a:pt x="1903526" y="1355237"/>
                    <a:pt x="1903526" y="1352922"/>
                  </a:cubicBezTo>
                  <a:cubicBezTo>
                    <a:pt x="1903526" y="1351202"/>
                    <a:pt x="1900814" y="1349482"/>
                    <a:pt x="1899293" y="1347762"/>
                  </a:cubicBezTo>
                  <a:close/>
                  <a:moveTo>
                    <a:pt x="1935640" y="1339395"/>
                  </a:moveTo>
                  <a:cubicBezTo>
                    <a:pt x="1932134" y="1335955"/>
                    <a:pt x="1930910" y="1343000"/>
                    <a:pt x="1927570" y="1341181"/>
                  </a:cubicBezTo>
                  <a:cubicBezTo>
                    <a:pt x="1926710" y="1340685"/>
                    <a:pt x="1925255" y="1340850"/>
                    <a:pt x="1924230" y="1341181"/>
                  </a:cubicBezTo>
                  <a:cubicBezTo>
                    <a:pt x="1923337" y="1341445"/>
                    <a:pt x="1922609" y="1342338"/>
                    <a:pt x="1921815" y="1342967"/>
                  </a:cubicBezTo>
                  <a:cubicBezTo>
                    <a:pt x="1922708" y="1343496"/>
                    <a:pt x="1923568" y="1344290"/>
                    <a:pt x="1924560" y="1344521"/>
                  </a:cubicBezTo>
                  <a:cubicBezTo>
                    <a:pt x="1925619" y="1344786"/>
                    <a:pt x="1926809" y="1344587"/>
                    <a:pt x="1927967" y="1344587"/>
                  </a:cubicBezTo>
                  <a:cubicBezTo>
                    <a:pt x="1930679" y="1343761"/>
                    <a:pt x="1935144" y="1346704"/>
                    <a:pt x="1935673" y="1341049"/>
                  </a:cubicBezTo>
                  <a:cubicBezTo>
                    <a:pt x="1935706" y="1340486"/>
                    <a:pt x="1935905" y="1339660"/>
                    <a:pt x="1935640" y="1339395"/>
                  </a:cubicBezTo>
                  <a:close/>
                  <a:moveTo>
                    <a:pt x="669179" y="1864857"/>
                  </a:moveTo>
                  <a:cubicBezTo>
                    <a:pt x="671130" y="1862377"/>
                    <a:pt x="675000" y="1861153"/>
                    <a:pt x="674503" y="1857118"/>
                  </a:cubicBezTo>
                  <a:cubicBezTo>
                    <a:pt x="674272" y="1856523"/>
                    <a:pt x="674007" y="1856027"/>
                    <a:pt x="673710" y="1855630"/>
                  </a:cubicBezTo>
                  <a:cubicBezTo>
                    <a:pt x="671990" y="1858276"/>
                    <a:pt x="670270" y="1860922"/>
                    <a:pt x="668583" y="1863568"/>
                  </a:cubicBezTo>
                  <a:cubicBezTo>
                    <a:pt x="668782" y="1863998"/>
                    <a:pt x="669013" y="1864428"/>
                    <a:pt x="669179" y="1864857"/>
                  </a:cubicBezTo>
                  <a:close/>
                  <a:moveTo>
                    <a:pt x="1358385" y="1895053"/>
                  </a:moveTo>
                  <a:cubicBezTo>
                    <a:pt x="1358319" y="1891051"/>
                    <a:pt x="1354383" y="1893267"/>
                    <a:pt x="1352101" y="1892936"/>
                  </a:cubicBezTo>
                  <a:cubicBezTo>
                    <a:pt x="1348860" y="1892473"/>
                    <a:pt x="1348530" y="1895020"/>
                    <a:pt x="1348827" y="1897269"/>
                  </a:cubicBezTo>
                  <a:cubicBezTo>
                    <a:pt x="1349026" y="1898989"/>
                    <a:pt x="1350183" y="1900245"/>
                    <a:pt x="1351705" y="1899948"/>
                  </a:cubicBezTo>
                  <a:cubicBezTo>
                    <a:pt x="1355640" y="1899849"/>
                    <a:pt x="1358451" y="1896508"/>
                    <a:pt x="1358385" y="1895053"/>
                  </a:cubicBezTo>
                  <a:close/>
                  <a:moveTo>
                    <a:pt x="1211608" y="262078"/>
                  </a:moveTo>
                  <a:cubicBezTo>
                    <a:pt x="1209888" y="262309"/>
                    <a:pt x="1208863" y="263368"/>
                    <a:pt x="1208929" y="265484"/>
                  </a:cubicBezTo>
                  <a:cubicBezTo>
                    <a:pt x="1208995" y="268924"/>
                    <a:pt x="1211905" y="271140"/>
                    <a:pt x="1213824" y="271669"/>
                  </a:cubicBezTo>
                  <a:cubicBezTo>
                    <a:pt x="1216866" y="272496"/>
                    <a:pt x="1215643" y="268957"/>
                    <a:pt x="1215609" y="269023"/>
                  </a:cubicBezTo>
                  <a:cubicBezTo>
                    <a:pt x="1216502" y="263764"/>
                    <a:pt x="1215477" y="261549"/>
                    <a:pt x="1211608" y="262078"/>
                  </a:cubicBezTo>
                  <a:close/>
                  <a:moveTo>
                    <a:pt x="1794187" y="1302684"/>
                  </a:moveTo>
                  <a:cubicBezTo>
                    <a:pt x="1792335" y="1305231"/>
                    <a:pt x="1788399" y="1306454"/>
                    <a:pt x="1788995" y="1310522"/>
                  </a:cubicBezTo>
                  <a:cubicBezTo>
                    <a:pt x="1789127" y="1311448"/>
                    <a:pt x="1790086" y="1312275"/>
                    <a:pt x="1790648" y="1313135"/>
                  </a:cubicBezTo>
                  <a:cubicBezTo>
                    <a:pt x="1793459" y="1311283"/>
                    <a:pt x="1796238" y="1309431"/>
                    <a:pt x="1799049" y="1307546"/>
                  </a:cubicBezTo>
                  <a:cubicBezTo>
                    <a:pt x="1797329" y="1305826"/>
                    <a:pt x="1795741" y="1304238"/>
                    <a:pt x="1794187" y="1302684"/>
                  </a:cubicBezTo>
                  <a:close/>
                  <a:moveTo>
                    <a:pt x="1345355" y="1400944"/>
                  </a:moveTo>
                  <a:cubicBezTo>
                    <a:pt x="1344991" y="1399158"/>
                    <a:pt x="1345189" y="1396578"/>
                    <a:pt x="1341816" y="1397008"/>
                  </a:cubicBezTo>
                  <a:cubicBezTo>
                    <a:pt x="1339699" y="1397273"/>
                    <a:pt x="1335995" y="1395850"/>
                    <a:pt x="1335763" y="1398066"/>
                  </a:cubicBezTo>
                  <a:cubicBezTo>
                    <a:pt x="1335433" y="1401208"/>
                    <a:pt x="1338376" y="1403325"/>
                    <a:pt x="1341783" y="1403953"/>
                  </a:cubicBezTo>
                  <a:cubicBezTo>
                    <a:pt x="1343866" y="1404350"/>
                    <a:pt x="1344693" y="1403027"/>
                    <a:pt x="1345355" y="1400944"/>
                  </a:cubicBezTo>
                  <a:close/>
                  <a:moveTo>
                    <a:pt x="2416189" y="1330796"/>
                  </a:moveTo>
                  <a:cubicBezTo>
                    <a:pt x="2419034" y="1330697"/>
                    <a:pt x="2417777" y="1328382"/>
                    <a:pt x="2417711" y="1327323"/>
                  </a:cubicBezTo>
                  <a:cubicBezTo>
                    <a:pt x="2417579" y="1325868"/>
                    <a:pt x="2418075" y="1324082"/>
                    <a:pt x="2417810" y="1322627"/>
                  </a:cubicBezTo>
                  <a:cubicBezTo>
                    <a:pt x="2416917" y="1322528"/>
                    <a:pt x="2415958" y="1322429"/>
                    <a:pt x="2415065" y="1322329"/>
                  </a:cubicBezTo>
                  <a:cubicBezTo>
                    <a:pt x="2413742" y="1322197"/>
                    <a:pt x="2412452" y="1321932"/>
                    <a:pt x="2411229" y="1321602"/>
                  </a:cubicBezTo>
                  <a:cubicBezTo>
                    <a:pt x="2411030" y="1321966"/>
                    <a:pt x="2410898" y="1322429"/>
                    <a:pt x="2410832" y="1322925"/>
                  </a:cubicBezTo>
                  <a:cubicBezTo>
                    <a:pt x="2410336" y="1327026"/>
                    <a:pt x="2414337" y="1328084"/>
                    <a:pt x="2416189" y="1330796"/>
                  </a:cubicBezTo>
                  <a:close/>
                  <a:moveTo>
                    <a:pt x="1663185" y="1194932"/>
                  </a:moveTo>
                  <a:cubicBezTo>
                    <a:pt x="1663218" y="1192584"/>
                    <a:pt x="1662557" y="1190600"/>
                    <a:pt x="1659514" y="1190964"/>
                  </a:cubicBezTo>
                  <a:cubicBezTo>
                    <a:pt x="1657397" y="1191228"/>
                    <a:pt x="1653627" y="1189773"/>
                    <a:pt x="1653561" y="1192154"/>
                  </a:cubicBezTo>
                  <a:cubicBezTo>
                    <a:pt x="1653462" y="1195065"/>
                    <a:pt x="1656339" y="1197545"/>
                    <a:pt x="1659911" y="1197909"/>
                  </a:cubicBezTo>
                  <a:cubicBezTo>
                    <a:pt x="1661962" y="1198107"/>
                    <a:pt x="1662821" y="1196884"/>
                    <a:pt x="1663185" y="1194932"/>
                  </a:cubicBezTo>
                  <a:close/>
                  <a:moveTo>
                    <a:pt x="1188390" y="2551121"/>
                  </a:moveTo>
                  <a:cubicBezTo>
                    <a:pt x="1188390" y="2552774"/>
                    <a:pt x="1191400" y="2555817"/>
                    <a:pt x="1192955" y="2555718"/>
                  </a:cubicBezTo>
                  <a:cubicBezTo>
                    <a:pt x="1195104" y="2555585"/>
                    <a:pt x="1197982" y="2553336"/>
                    <a:pt x="1197684" y="2550525"/>
                  </a:cubicBezTo>
                  <a:cubicBezTo>
                    <a:pt x="1197485" y="2548574"/>
                    <a:pt x="1195402" y="2546854"/>
                    <a:pt x="1194178" y="2545002"/>
                  </a:cubicBezTo>
                  <a:cubicBezTo>
                    <a:pt x="1191301" y="2547846"/>
                    <a:pt x="1188390" y="2549500"/>
                    <a:pt x="1188390" y="2551121"/>
                  </a:cubicBezTo>
                  <a:close/>
                  <a:moveTo>
                    <a:pt x="1542668" y="2430570"/>
                  </a:moveTo>
                  <a:cubicBezTo>
                    <a:pt x="1543527" y="2431066"/>
                    <a:pt x="1548191" y="2424220"/>
                    <a:pt x="1547827" y="2422665"/>
                  </a:cubicBezTo>
                  <a:cubicBezTo>
                    <a:pt x="1547430" y="2420979"/>
                    <a:pt x="1546306" y="2419788"/>
                    <a:pt x="1546107" y="2419821"/>
                  </a:cubicBezTo>
                  <a:cubicBezTo>
                    <a:pt x="1538831" y="2420912"/>
                    <a:pt x="1541543" y="2425212"/>
                    <a:pt x="1540981" y="2428023"/>
                  </a:cubicBezTo>
                  <a:cubicBezTo>
                    <a:pt x="1540849" y="2428751"/>
                    <a:pt x="1541874" y="2430074"/>
                    <a:pt x="1542668" y="2430570"/>
                  </a:cubicBezTo>
                  <a:close/>
                  <a:moveTo>
                    <a:pt x="1599123" y="2504918"/>
                  </a:moveTo>
                  <a:cubicBezTo>
                    <a:pt x="1596080" y="2504719"/>
                    <a:pt x="1593798" y="2507630"/>
                    <a:pt x="1593302" y="2511102"/>
                  </a:cubicBezTo>
                  <a:cubicBezTo>
                    <a:pt x="1592971" y="2513219"/>
                    <a:pt x="1594261" y="2514013"/>
                    <a:pt x="1596146" y="2514476"/>
                  </a:cubicBezTo>
                  <a:cubicBezTo>
                    <a:pt x="1598428" y="2514443"/>
                    <a:pt x="1600611" y="2514079"/>
                    <a:pt x="1600247" y="2510904"/>
                  </a:cubicBezTo>
                  <a:cubicBezTo>
                    <a:pt x="1599983" y="2508820"/>
                    <a:pt x="1601405" y="2505083"/>
                    <a:pt x="1599123" y="2504918"/>
                  </a:cubicBezTo>
                  <a:close/>
                  <a:moveTo>
                    <a:pt x="336498" y="1186499"/>
                  </a:moveTo>
                  <a:cubicBezTo>
                    <a:pt x="336928" y="1188549"/>
                    <a:pt x="338383" y="1190435"/>
                    <a:pt x="339508" y="1192617"/>
                  </a:cubicBezTo>
                  <a:cubicBezTo>
                    <a:pt x="340434" y="1191592"/>
                    <a:pt x="341294" y="1190699"/>
                    <a:pt x="342088" y="1189938"/>
                  </a:cubicBezTo>
                  <a:cubicBezTo>
                    <a:pt x="340169" y="1188450"/>
                    <a:pt x="338317" y="1186863"/>
                    <a:pt x="336465" y="1185308"/>
                  </a:cubicBezTo>
                  <a:cubicBezTo>
                    <a:pt x="336399" y="1185672"/>
                    <a:pt x="336399" y="1186069"/>
                    <a:pt x="336498" y="1186499"/>
                  </a:cubicBezTo>
                  <a:close/>
                  <a:moveTo>
                    <a:pt x="2515541" y="1176279"/>
                  </a:moveTo>
                  <a:cubicBezTo>
                    <a:pt x="2516433" y="1175386"/>
                    <a:pt x="2517360" y="1174493"/>
                    <a:pt x="2518252" y="1173634"/>
                  </a:cubicBezTo>
                  <a:cubicBezTo>
                    <a:pt x="2516301" y="1173964"/>
                    <a:pt x="2515673" y="1174990"/>
                    <a:pt x="2515541" y="1176279"/>
                  </a:cubicBezTo>
                  <a:close/>
                  <a:moveTo>
                    <a:pt x="1839497" y="883683"/>
                  </a:moveTo>
                  <a:cubicBezTo>
                    <a:pt x="1842440" y="883617"/>
                    <a:pt x="1845086" y="883716"/>
                    <a:pt x="1844822" y="879648"/>
                  </a:cubicBezTo>
                  <a:cubicBezTo>
                    <a:pt x="1844722" y="877763"/>
                    <a:pt x="1843730" y="876738"/>
                    <a:pt x="1840787" y="876606"/>
                  </a:cubicBezTo>
                  <a:cubicBezTo>
                    <a:pt x="1839299" y="876573"/>
                    <a:pt x="1837446" y="877432"/>
                    <a:pt x="1837943" y="880310"/>
                  </a:cubicBezTo>
                  <a:cubicBezTo>
                    <a:pt x="1838108" y="881401"/>
                    <a:pt x="1836157" y="883716"/>
                    <a:pt x="1839497" y="883683"/>
                  </a:cubicBezTo>
                  <a:close/>
                  <a:moveTo>
                    <a:pt x="498985" y="2042955"/>
                  </a:moveTo>
                  <a:cubicBezTo>
                    <a:pt x="501367" y="2043220"/>
                    <a:pt x="503483" y="2042657"/>
                    <a:pt x="503285" y="2039350"/>
                  </a:cubicBezTo>
                  <a:cubicBezTo>
                    <a:pt x="503682" y="2037333"/>
                    <a:pt x="502326" y="2036307"/>
                    <a:pt x="500573" y="2036109"/>
                  </a:cubicBezTo>
                  <a:cubicBezTo>
                    <a:pt x="498192" y="2035844"/>
                    <a:pt x="496240" y="2036341"/>
                    <a:pt x="496207" y="2039582"/>
                  </a:cubicBezTo>
                  <a:cubicBezTo>
                    <a:pt x="496174" y="2041731"/>
                    <a:pt x="497233" y="2042757"/>
                    <a:pt x="498985" y="2042955"/>
                  </a:cubicBezTo>
                  <a:close/>
                  <a:moveTo>
                    <a:pt x="1045582" y="1075738"/>
                  </a:moveTo>
                  <a:cubicBezTo>
                    <a:pt x="1043200" y="1075473"/>
                    <a:pt x="1041249" y="1076002"/>
                    <a:pt x="1041216" y="1079210"/>
                  </a:cubicBezTo>
                  <a:cubicBezTo>
                    <a:pt x="1041216" y="1081393"/>
                    <a:pt x="1042241" y="1082418"/>
                    <a:pt x="1043994" y="1082617"/>
                  </a:cubicBezTo>
                  <a:cubicBezTo>
                    <a:pt x="1046375" y="1082881"/>
                    <a:pt x="1048492" y="1082319"/>
                    <a:pt x="1048294" y="1079012"/>
                  </a:cubicBezTo>
                  <a:cubicBezTo>
                    <a:pt x="1048690" y="1076961"/>
                    <a:pt x="1047334" y="1075936"/>
                    <a:pt x="1045582" y="1075738"/>
                  </a:cubicBezTo>
                  <a:close/>
                  <a:moveTo>
                    <a:pt x="1010657" y="1313234"/>
                  </a:moveTo>
                  <a:cubicBezTo>
                    <a:pt x="1008275" y="1312970"/>
                    <a:pt x="1006324" y="1313466"/>
                    <a:pt x="1006291" y="1316707"/>
                  </a:cubicBezTo>
                  <a:cubicBezTo>
                    <a:pt x="1006258" y="1318857"/>
                    <a:pt x="1007283" y="1319882"/>
                    <a:pt x="1009036" y="1320080"/>
                  </a:cubicBezTo>
                  <a:cubicBezTo>
                    <a:pt x="1011450" y="1320345"/>
                    <a:pt x="1013567" y="1319783"/>
                    <a:pt x="1013369" y="1316475"/>
                  </a:cubicBezTo>
                  <a:cubicBezTo>
                    <a:pt x="1013765" y="1314425"/>
                    <a:pt x="1012409" y="1313400"/>
                    <a:pt x="1010657" y="1313234"/>
                  </a:cubicBezTo>
                  <a:close/>
                  <a:moveTo>
                    <a:pt x="1675918" y="1418505"/>
                  </a:moveTo>
                  <a:cubicBezTo>
                    <a:pt x="1675819" y="1418373"/>
                    <a:pt x="1674959" y="1418373"/>
                    <a:pt x="1674794" y="1418572"/>
                  </a:cubicBezTo>
                  <a:cubicBezTo>
                    <a:pt x="1673306" y="1420754"/>
                    <a:pt x="1669899" y="1421614"/>
                    <a:pt x="1670197" y="1424988"/>
                  </a:cubicBezTo>
                  <a:cubicBezTo>
                    <a:pt x="1670296" y="1425947"/>
                    <a:pt x="1670891" y="1426906"/>
                    <a:pt x="1671387" y="1427799"/>
                  </a:cubicBezTo>
                  <a:cubicBezTo>
                    <a:pt x="1671453" y="1427964"/>
                    <a:pt x="1672346" y="1427964"/>
                    <a:pt x="1672479" y="1427766"/>
                  </a:cubicBezTo>
                  <a:cubicBezTo>
                    <a:pt x="1674033" y="1425616"/>
                    <a:pt x="1677241" y="1424657"/>
                    <a:pt x="1677208" y="1421482"/>
                  </a:cubicBezTo>
                  <a:cubicBezTo>
                    <a:pt x="1676745" y="1420391"/>
                    <a:pt x="1676414" y="1419398"/>
                    <a:pt x="1675918" y="1418505"/>
                  </a:cubicBezTo>
                  <a:close/>
                  <a:moveTo>
                    <a:pt x="1635933" y="1403986"/>
                  </a:moveTo>
                  <a:cubicBezTo>
                    <a:pt x="1637752" y="1403457"/>
                    <a:pt x="1638810" y="1402663"/>
                    <a:pt x="1638777" y="1400514"/>
                  </a:cubicBezTo>
                  <a:cubicBezTo>
                    <a:pt x="1638744" y="1397273"/>
                    <a:pt x="1636793" y="1396776"/>
                    <a:pt x="1634412" y="1397041"/>
                  </a:cubicBezTo>
                  <a:cubicBezTo>
                    <a:pt x="1632659" y="1397240"/>
                    <a:pt x="1631634" y="1398265"/>
                    <a:pt x="1631634" y="1400415"/>
                  </a:cubicBezTo>
                  <a:cubicBezTo>
                    <a:pt x="1631667" y="1403656"/>
                    <a:pt x="1633651" y="1403920"/>
                    <a:pt x="1635933" y="1403986"/>
                  </a:cubicBezTo>
                  <a:close/>
                  <a:moveTo>
                    <a:pt x="1048294" y="1671182"/>
                  </a:moveTo>
                  <a:cubicBezTo>
                    <a:pt x="1047599" y="1668239"/>
                    <a:pt x="1049980" y="1664469"/>
                    <a:pt x="1046111" y="1662451"/>
                  </a:cubicBezTo>
                  <a:cubicBezTo>
                    <a:pt x="1045284" y="1662021"/>
                    <a:pt x="1043961" y="1662385"/>
                    <a:pt x="1042903" y="1662584"/>
                  </a:cubicBezTo>
                  <a:cubicBezTo>
                    <a:pt x="1042440" y="1662650"/>
                    <a:pt x="1041712" y="1663510"/>
                    <a:pt x="1041778" y="1663675"/>
                  </a:cubicBezTo>
                  <a:cubicBezTo>
                    <a:pt x="1043333" y="1666751"/>
                    <a:pt x="1044986" y="1669793"/>
                    <a:pt x="1046607" y="1672869"/>
                  </a:cubicBezTo>
                  <a:cubicBezTo>
                    <a:pt x="1048294" y="1673398"/>
                    <a:pt x="1048724" y="1672869"/>
                    <a:pt x="1048294" y="1671182"/>
                  </a:cubicBezTo>
                  <a:close/>
                  <a:moveTo>
                    <a:pt x="1694605" y="1323156"/>
                  </a:moveTo>
                  <a:cubicBezTo>
                    <a:pt x="1694472" y="1325703"/>
                    <a:pt x="1695431" y="1327290"/>
                    <a:pt x="1698375" y="1327158"/>
                  </a:cubicBezTo>
                  <a:cubicBezTo>
                    <a:pt x="1699268" y="1326298"/>
                    <a:pt x="1701814" y="1328845"/>
                    <a:pt x="1701649" y="1325471"/>
                  </a:cubicBezTo>
                  <a:cubicBezTo>
                    <a:pt x="1701517" y="1323322"/>
                    <a:pt x="1702046" y="1320808"/>
                    <a:pt x="1699268" y="1320213"/>
                  </a:cubicBezTo>
                  <a:cubicBezTo>
                    <a:pt x="1697118" y="1319783"/>
                    <a:pt x="1694770" y="1320047"/>
                    <a:pt x="1694605" y="1323156"/>
                  </a:cubicBezTo>
                  <a:close/>
                  <a:moveTo>
                    <a:pt x="1572400" y="1422210"/>
                  </a:moveTo>
                  <a:cubicBezTo>
                    <a:pt x="1572599" y="1423962"/>
                    <a:pt x="1573624" y="1424988"/>
                    <a:pt x="1575774" y="1424988"/>
                  </a:cubicBezTo>
                  <a:cubicBezTo>
                    <a:pt x="1579015" y="1424955"/>
                    <a:pt x="1579312" y="1423003"/>
                    <a:pt x="1579345" y="1420688"/>
                  </a:cubicBezTo>
                  <a:cubicBezTo>
                    <a:pt x="1578816" y="1418902"/>
                    <a:pt x="1578022" y="1417844"/>
                    <a:pt x="1575873" y="1417844"/>
                  </a:cubicBezTo>
                  <a:cubicBezTo>
                    <a:pt x="1572632" y="1417877"/>
                    <a:pt x="1572135" y="1419828"/>
                    <a:pt x="1572400" y="1422210"/>
                  </a:cubicBezTo>
                  <a:close/>
                  <a:moveTo>
                    <a:pt x="1387952" y="2140752"/>
                  </a:moveTo>
                  <a:cubicBezTo>
                    <a:pt x="1389705" y="2140553"/>
                    <a:pt x="1391061" y="2139528"/>
                    <a:pt x="1390664" y="2137478"/>
                  </a:cubicBezTo>
                  <a:cubicBezTo>
                    <a:pt x="1390863" y="2134170"/>
                    <a:pt x="1388746" y="2133608"/>
                    <a:pt x="1386365" y="2133873"/>
                  </a:cubicBezTo>
                  <a:cubicBezTo>
                    <a:pt x="1384612" y="2134071"/>
                    <a:pt x="1383587" y="2135096"/>
                    <a:pt x="1383587" y="2137279"/>
                  </a:cubicBezTo>
                  <a:cubicBezTo>
                    <a:pt x="1383620" y="2140487"/>
                    <a:pt x="1385571" y="2141016"/>
                    <a:pt x="1387952" y="2140752"/>
                  </a:cubicBezTo>
                  <a:close/>
                  <a:moveTo>
                    <a:pt x="1247359" y="2025526"/>
                  </a:moveTo>
                  <a:cubicBezTo>
                    <a:pt x="1247359" y="2028767"/>
                    <a:pt x="1249344" y="2029031"/>
                    <a:pt x="1251626" y="2029065"/>
                  </a:cubicBezTo>
                  <a:cubicBezTo>
                    <a:pt x="1253445" y="2028535"/>
                    <a:pt x="1254503" y="2027775"/>
                    <a:pt x="1254470" y="2025592"/>
                  </a:cubicBezTo>
                  <a:cubicBezTo>
                    <a:pt x="1254437" y="2022384"/>
                    <a:pt x="1252486" y="2021855"/>
                    <a:pt x="1250105" y="2022119"/>
                  </a:cubicBezTo>
                  <a:cubicBezTo>
                    <a:pt x="1248352" y="2022318"/>
                    <a:pt x="1247326" y="2023376"/>
                    <a:pt x="1247359" y="2025526"/>
                  </a:cubicBezTo>
                  <a:close/>
                  <a:moveTo>
                    <a:pt x="1873860" y="751656"/>
                  </a:moveTo>
                  <a:cubicBezTo>
                    <a:pt x="1873794" y="751623"/>
                    <a:pt x="1872768" y="753508"/>
                    <a:pt x="1872868" y="754401"/>
                  </a:cubicBezTo>
                  <a:cubicBezTo>
                    <a:pt x="1873231" y="757808"/>
                    <a:pt x="1875546" y="759726"/>
                    <a:pt x="1878688" y="760652"/>
                  </a:cubicBezTo>
                  <a:cubicBezTo>
                    <a:pt x="1878755" y="760685"/>
                    <a:pt x="1879383" y="758866"/>
                    <a:pt x="1879813" y="757841"/>
                  </a:cubicBezTo>
                  <a:cubicBezTo>
                    <a:pt x="1879085" y="754633"/>
                    <a:pt x="1877035" y="752582"/>
                    <a:pt x="1873860" y="751656"/>
                  </a:cubicBezTo>
                  <a:close/>
                  <a:moveTo>
                    <a:pt x="1918210" y="532647"/>
                  </a:moveTo>
                  <a:cubicBezTo>
                    <a:pt x="1919566" y="533375"/>
                    <a:pt x="1920922" y="534069"/>
                    <a:pt x="1921683" y="534466"/>
                  </a:cubicBezTo>
                  <a:cubicBezTo>
                    <a:pt x="1924594" y="534268"/>
                    <a:pt x="1927636" y="535194"/>
                    <a:pt x="1928232" y="532747"/>
                  </a:cubicBezTo>
                  <a:cubicBezTo>
                    <a:pt x="1928496" y="531589"/>
                    <a:pt x="1925255" y="528182"/>
                    <a:pt x="1924164" y="528414"/>
                  </a:cubicBezTo>
                  <a:cubicBezTo>
                    <a:pt x="1921981" y="528877"/>
                    <a:pt x="1920162" y="531126"/>
                    <a:pt x="1918210" y="532647"/>
                  </a:cubicBezTo>
                  <a:close/>
                  <a:moveTo>
                    <a:pt x="377442" y="2075267"/>
                  </a:moveTo>
                  <a:cubicBezTo>
                    <a:pt x="377707" y="2072853"/>
                    <a:pt x="377178" y="2070902"/>
                    <a:pt x="373970" y="2070902"/>
                  </a:cubicBezTo>
                  <a:cubicBezTo>
                    <a:pt x="371787" y="2070869"/>
                    <a:pt x="370762" y="2071894"/>
                    <a:pt x="370563" y="2073647"/>
                  </a:cubicBezTo>
                  <a:cubicBezTo>
                    <a:pt x="370299" y="2076061"/>
                    <a:pt x="370861" y="2078145"/>
                    <a:pt x="374168" y="2077946"/>
                  </a:cubicBezTo>
                  <a:cubicBezTo>
                    <a:pt x="376219" y="2078376"/>
                    <a:pt x="377244" y="2076987"/>
                    <a:pt x="377442" y="2075267"/>
                  </a:cubicBezTo>
                  <a:close/>
                  <a:moveTo>
                    <a:pt x="1353821" y="827658"/>
                  </a:moveTo>
                  <a:cubicBezTo>
                    <a:pt x="1354450" y="827426"/>
                    <a:pt x="1354714" y="826202"/>
                    <a:pt x="1355144" y="825442"/>
                  </a:cubicBezTo>
                  <a:cubicBezTo>
                    <a:pt x="1351076" y="824185"/>
                    <a:pt x="1353656" y="819059"/>
                    <a:pt x="1350448" y="817306"/>
                  </a:cubicBezTo>
                  <a:cubicBezTo>
                    <a:pt x="1349852" y="818199"/>
                    <a:pt x="1348794" y="819125"/>
                    <a:pt x="1348827" y="820018"/>
                  </a:cubicBezTo>
                  <a:cubicBezTo>
                    <a:pt x="1348893" y="822664"/>
                    <a:pt x="1347637" y="825773"/>
                    <a:pt x="1350547" y="827658"/>
                  </a:cubicBezTo>
                  <a:cubicBezTo>
                    <a:pt x="1351308" y="828187"/>
                    <a:pt x="1352829" y="828022"/>
                    <a:pt x="1353821" y="827658"/>
                  </a:cubicBezTo>
                  <a:close/>
                  <a:moveTo>
                    <a:pt x="1672876" y="1296929"/>
                  </a:moveTo>
                  <a:cubicBezTo>
                    <a:pt x="1672942" y="1295408"/>
                    <a:pt x="1669965" y="1292564"/>
                    <a:pt x="1668411" y="1292564"/>
                  </a:cubicBezTo>
                  <a:cubicBezTo>
                    <a:pt x="1666823" y="1292564"/>
                    <a:pt x="1664674" y="1295110"/>
                    <a:pt x="1663847" y="1296995"/>
                  </a:cubicBezTo>
                  <a:cubicBezTo>
                    <a:pt x="1663119" y="1298649"/>
                    <a:pt x="1665037" y="1299377"/>
                    <a:pt x="1667055" y="1299145"/>
                  </a:cubicBezTo>
                  <a:cubicBezTo>
                    <a:pt x="1668808" y="1298285"/>
                    <a:pt x="1672710" y="1301196"/>
                    <a:pt x="1672876" y="1296929"/>
                  </a:cubicBezTo>
                  <a:close/>
                  <a:moveTo>
                    <a:pt x="2207367" y="1414371"/>
                  </a:moveTo>
                  <a:cubicBezTo>
                    <a:pt x="2209781" y="1414636"/>
                    <a:pt x="2211898" y="1414074"/>
                    <a:pt x="2211667" y="1410766"/>
                  </a:cubicBezTo>
                  <a:cubicBezTo>
                    <a:pt x="2212096" y="1408716"/>
                    <a:pt x="2210707" y="1407691"/>
                    <a:pt x="2208988" y="1407492"/>
                  </a:cubicBezTo>
                  <a:cubicBezTo>
                    <a:pt x="2206573" y="1407261"/>
                    <a:pt x="2204622" y="1407757"/>
                    <a:pt x="2204622" y="1410965"/>
                  </a:cubicBezTo>
                  <a:cubicBezTo>
                    <a:pt x="2204589" y="1413148"/>
                    <a:pt x="2205614" y="1414173"/>
                    <a:pt x="2207367" y="1414371"/>
                  </a:cubicBezTo>
                  <a:close/>
                  <a:moveTo>
                    <a:pt x="1413882" y="1146051"/>
                  </a:moveTo>
                  <a:cubicBezTo>
                    <a:pt x="1415006" y="1146878"/>
                    <a:pt x="1416064" y="1147870"/>
                    <a:pt x="1417255" y="1148895"/>
                  </a:cubicBezTo>
                  <a:cubicBezTo>
                    <a:pt x="1417817" y="1147506"/>
                    <a:pt x="1418479" y="1146580"/>
                    <a:pt x="1418545" y="1145621"/>
                  </a:cubicBezTo>
                  <a:cubicBezTo>
                    <a:pt x="1418876" y="1142247"/>
                    <a:pt x="1415469" y="1141354"/>
                    <a:pt x="1413882" y="1139238"/>
                  </a:cubicBezTo>
                  <a:cubicBezTo>
                    <a:pt x="1413782" y="1139105"/>
                    <a:pt x="1411864" y="1139767"/>
                    <a:pt x="1411699" y="1140329"/>
                  </a:cubicBezTo>
                  <a:cubicBezTo>
                    <a:pt x="1411103" y="1142611"/>
                    <a:pt x="1411831" y="1144595"/>
                    <a:pt x="1413882" y="1146051"/>
                  </a:cubicBezTo>
                  <a:close/>
                  <a:moveTo>
                    <a:pt x="1259200" y="1669793"/>
                  </a:moveTo>
                  <a:cubicBezTo>
                    <a:pt x="1257612" y="1671381"/>
                    <a:pt x="1254867" y="1672902"/>
                    <a:pt x="1254801" y="1674556"/>
                  </a:cubicBezTo>
                  <a:cubicBezTo>
                    <a:pt x="1254735" y="1676044"/>
                    <a:pt x="1257347" y="1678723"/>
                    <a:pt x="1259100" y="1679054"/>
                  </a:cubicBezTo>
                  <a:cubicBezTo>
                    <a:pt x="1262540" y="1679682"/>
                    <a:pt x="1261250" y="1676408"/>
                    <a:pt x="1261316" y="1674688"/>
                  </a:cubicBezTo>
                  <a:cubicBezTo>
                    <a:pt x="1261382" y="1672836"/>
                    <a:pt x="1262375" y="1670323"/>
                    <a:pt x="1259200" y="1669793"/>
                  </a:cubicBezTo>
                  <a:close/>
                  <a:moveTo>
                    <a:pt x="1162759" y="523883"/>
                  </a:moveTo>
                  <a:cubicBezTo>
                    <a:pt x="1165173" y="524148"/>
                    <a:pt x="1167290" y="523585"/>
                    <a:pt x="1167091" y="520278"/>
                  </a:cubicBezTo>
                  <a:cubicBezTo>
                    <a:pt x="1167488" y="518227"/>
                    <a:pt x="1166132" y="517202"/>
                    <a:pt x="1164380" y="517004"/>
                  </a:cubicBezTo>
                  <a:cubicBezTo>
                    <a:pt x="1161998" y="516739"/>
                    <a:pt x="1160047" y="517268"/>
                    <a:pt x="1160014" y="520476"/>
                  </a:cubicBezTo>
                  <a:cubicBezTo>
                    <a:pt x="1159981" y="522626"/>
                    <a:pt x="1161006" y="523651"/>
                    <a:pt x="1162759" y="523883"/>
                  </a:cubicBezTo>
                  <a:close/>
                  <a:moveTo>
                    <a:pt x="2096440" y="1354245"/>
                  </a:moveTo>
                  <a:cubicBezTo>
                    <a:pt x="2096209" y="1356593"/>
                    <a:pt x="2096606" y="1358875"/>
                    <a:pt x="2099847" y="1358511"/>
                  </a:cubicBezTo>
                  <a:cubicBezTo>
                    <a:pt x="2101964" y="1358280"/>
                    <a:pt x="2104378" y="1359569"/>
                    <a:pt x="2106164" y="1357453"/>
                  </a:cubicBezTo>
                  <a:cubicBezTo>
                    <a:pt x="2106362" y="1357221"/>
                    <a:pt x="2106296" y="1356692"/>
                    <a:pt x="2106329" y="1356262"/>
                  </a:cubicBezTo>
                  <a:cubicBezTo>
                    <a:pt x="2103650" y="1354609"/>
                    <a:pt x="2099847" y="1354939"/>
                    <a:pt x="2098127" y="1351566"/>
                  </a:cubicBezTo>
                  <a:cubicBezTo>
                    <a:pt x="2097532" y="1352459"/>
                    <a:pt x="2096540" y="1353319"/>
                    <a:pt x="2096440" y="1354245"/>
                  </a:cubicBezTo>
                  <a:close/>
                  <a:moveTo>
                    <a:pt x="1306891" y="698574"/>
                  </a:moveTo>
                  <a:cubicBezTo>
                    <a:pt x="1305204" y="698376"/>
                    <a:pt x="1303451" y="698343"/>
                    <a:pt x="1301797" y="698640"/>
                  </a:cubicBezTo>
                  <a:cubicBezTo>
                    <a:pt x="1301202" y="698739"/>
                    <a:pt x="1300706" y="700029"/>
                    <a:pt x="1300441" y="700856"/>
                  </a:cubicBezTo>
                  <a:cubicBezTo>
                    <a:pt x="1300342" y="701088"/>
                    <a:pt x="1301136" y="701948"/>
                    <a:pt x="1301566" y="701981"/>
                  </a:cubicBezTo>
                  <a:cubicBezTo>
                    <a:pt x="1303286" y="702113"/>
                    <a:pt x="1305006" y="702014"/>
                    <a:pt x="1306957" y="702014"/>
                  </a:cubicBezTo>
                  <a:cubicBezTo>
                    <a:pt x="1308809" y="701055"/>
                    <a:pt x="1313075" y="704064"/>
                    <a:pt x="1312976" y="699765"/>
                  </a:cubicBezTo>
                  <a:cubicBezTo>
                    <a:pt x="1312877" y="697383"/>
                    <a:pt x="1309040" y="698872"/>
                    <a:pt x="1306891" y="698574"/>
                  </a:cubicBezTo>
                  <a:close/>
                  <a:moveTo>
                    <a:pt x="1595849" y="1369061"/>
                  </a:moveTo>
                  <a:cubicBezTo>
                    <a:pt x="1592839" y="1369690"/>
                    <a:pt x="1592740" y="1372203"/>
                    <a:pt x="1593401" y="1374221"/>
                  </a:cubicBezTo>
                  <a:cubicBezTo>
                    <a:pt x="1594096" y="1376238"/>
                    <a:pt x="1595650" y="1375577"/>
                    <a:pt x="1596907" y="1374221"/>
                  </a:cubicBezTo>
                  <a:cubicBezTo>
                    <a:pt x="1597635" y="1373460"/>
                    <a:pt x="1598660" y="1372666"/>
                    <a:pt x="1599586" y="1372600"/>
                  </a:cubicBezTo>
                  <a:cubicBezTo>
                    <a:pt x="1601306" y="1372501"/>
                    <a:pt x="1602728" y="1372236"/>
                    <a:pt x="1603654" y="1370649"/>
                  </a:cubicBezTo>
                  <a:cubicBezTo>
                    <a:pt x="1602232" y="1369987"/>
                    <a:pt x="1600843" y="1369326"/>
                    <a:pt x="1600247" y="1369028"/>
                  </a:cubicBezTo>
                  <a:cubicBezTo>
                    <a:pt x="1598098" y="1369028"/>
                    <a:pt x="1596940" y="1368863"/>
                    <a:pt x="1595849" y="1369061"/>
                  </a:cubicBezTo>
                  <a:close/>
                  <a:moveTo>
                    <a:pt x="1371978" y="1827287"/>
                  </a:moveTo>
                  <a:cubicBezTo>
                    <a:pt x="1367745" y="1827452"/>
                    <a:pt x="1370325" y="1831255"/>
                    <a:pt x="1369729" y="1833438"/>
                  </a:cubicBezTo>
                  <a:cubicBezTo>
                    <a:pt x="1369299" y="1835059"/>
                    <a:pt x="1369928" y="1836382"/>
                    <a:pt x="1371945" y="1836481"/>
                  </a:cubicBezTo>
                  <a:cubicBezTo>
                    <a:pt x="1373533" y="1834893"/>
                    <a:pt x="1375087" y="1833306"/>
                    <a:pt x="1376675" y="1831751"/>
                  </a:cubicBezTo>
                  <a:cubicBezTo>
                    <a:pt x="1375120" y="1830164"/>
                    <a:pt x="1373466" y="1827220"/>
                    <a:pt x="1371978" y="1827287"/>
                  </a:cubicBezTo>
                  <a:close/>
                  <a:moveTo>
                    <a:pt x="2012964" y="443615"/>
                  </a:moveTo>
                  <a:cubicBezTo>
                    <a:pt x="2014883" y="444177"/>
                    <a:pt x="2015743" y="442590"/>
                    <a:pt x="2015941" y="440903"/>
                  </a:cubicBezTo>
                  <a:cubicBezTo>
                    <a:pt x="2016239" y="438555"/>
                    <a:pt x="2015709" y="436570"/>
                    <a:pt x="2012468" y="436537"/>
                  </a:cubicBezTo>
                  <a:cubicBezTo>
                    <a:pt x="2010319" y="436537"/>
                    <a:pt x="2009293" y="437563"/>
                    <a:pt x="2009095" y="439316"/>
                  </a:cubicBezTo>
                  <a:cubicBezTo>
                    <a:pt x="2008830" y="441730"/>
                    <a:pt x="2009393" y="443813"/>
                    <a:pt x="2012964" y="443615"/>
                  </a:cubicBezTo>
                  <a:close/>
                  <a:moveTo>
                    <a:pt x="1080540" y="1358511"/>
                  </a:moveTo>
                  <a:cubicBezTo>
                    <a:pt x="1082259" y="1358313"/>
                    <a:pt x="1083649" y="1357287"/>
                    <a:pt x="1083219" y="1355237"/>
                  </a:cubicBezTo>
                  <a:cubicBezTo>
                    <a:pt x="1083417" y="1351930"/>
                    <a:pt x="1081333" y="1351367"/>
                    <a:pt x="1078919" y="1351632"/>
                  </a:cubicBezTo>
                  <a:cubicBezTo>
                    <a:pt x="1077166" y="1351830"/>
                    <a:pt x="1076141" y="1352856"/>
                    <a:pt x="1076174" y="1355038"/>
                  </a:cubicBezTo>
                  <a:cubicBezTo>
                    <a:pt x="1076174" y="1358247"/>
                    <a:pt x="1078125" y="1358743"/>
                    <a:pt x="1080540" y="1358511"/>
                  </a:cubicBezTo>
                  <a:close/>
                  <a:moveTo>
                    <a:pt x="2345149" y="1365556"/>
                  </a:moveTo>
                  <a:cubicBezTo>
                    <a:pt x="2346968" y="1365026"/>
                    <a:pt x="2347993" y="1364266"/>
                    <a:pt x="2347993" y="1362083"/>
                  </a:cubicBezTo>
                  <a:cubicBezTo>
                    <a:pt x="2347960" y="1358875"/>
                    <a:pt x="2346009" y="1358346"/>
                    <a:pt x="2343627" y="1358610"/>
                  </a:cubicBezTo>
                  <a:cubicBezTo>
                    <a:pt x="2341875" y="1358809"/>
                    <a:pt x="2340849" y="1359834"/>
                    <a:pt x="2340849" y="1362017"/>
                  </a:cubicBezTo>
                  <a:cubicBezTo>
                    <a:pt x="2340882" y="1365258"/>
                    <a:pt x="2342834" y="1365523"/>
                    <a:pt x="2345149" y="1365556"/>
                  </a:cubicBezTo>
                  <a:close/>
                  <a:moveTo>
                    <a:pt x="1227251" y="1854506"/>
                  </a:moveTo>
                  <a:cubicBezTo>
                    <a:pt x="1224870" y="1854241"/>
                    <a:pt x="1222919" y="1854770"/>
                    <a:pt x="1222885" y="1857978"/>
                  </a:cubicBezTo>
                  <a:cubicBezTo>
                    <a:pt x="1222885" y="1860128"/>
                    <a:pt x="1223911" y="1861186"/>
                    <a:pt x="1225664" y="1861352"/>
                  </a:cubicBezTo>
                  <a:cubicBezTo>
                    <a:pt x="1228045" y="1861649"/>
                    <a:pt x="1230162" y="1861087"/>
                    <a:pt x="1229963" y="1857780"/>
                  </a:cubicBezTo>
                  <a:cubicBezTo>
                    <a:pt x="1230360" y="1855729"/>
                    <a:pt x="1229004" y="1854704"/>
                    <a:pt x="1227251" y="1854506"/>
                  </a:cubicBezTo>
                  <a:close/>
                  <a:moveTo>
                    <a:pt x="1187233" y="1885826"/>
                  </a:moveTo>
                  <a:cubicBezTo>
                    <a:pt x="1189614" y="1886090"/>
                    <a:pt x="1191565" y="1885561"/>
                    <a:pt x="1191599" y="1882353"/>
                  </a:cubicBezTo>
                  <a:cubicBezTo>
                    <a:pt x="1191599" y="1880170"/>
                    <a:pt x="1190540" y="1879410"/>
                    <a:pt x="1188754" y="1878880"/>
                  </a:cubicBezTo>
                  <a:cubicBezTo>
                    <a:pt x="1186439" y="1878913"/>
                    <a:pt x="1184488" y="1879178"/>
                    <a:pt x="1184455" y="1882419"/>
                  </a:cubicBezTo>
                  <a:cubicBezTo>
                    <a:pt x="1184455" y="1884569"/>
                    <a:pt x="1185480" y="1885627"/>
                    <a:pt x="1187233" y="1885826"/>
                  </a:cubicBezTo>
                  <a:close/>
                  <a:moveTo>
                    <a:pt x="1748613" y="1030097"/>
                  </a:moveTo>
                  <a:cubicBezTo>
                    <a:pt x="1750465" y="1029006"/>
                    <a:pt x="1753375" y="1026823"/>
                    <a:pt x="1753110" y="1025698"/>
                  </a:cubicBezTo>
                  <a:cubicBezTo>
                    <a:pt x="1752647" y="1023549"/>
                    <a:pt x="1750233" y="1021829"/>
                    <a:pt x="1748646" y="1019911"/>
                  </a:cubicBezTo>
                  <a:cubicBezTo>
                    <a:pt x="1747984" y="1021300"/>
                    <a:pt x="1747290" y="1022689"/>
                    <a:pt x="1747058" y="1023218"/>
                  </a:cubicBezTo>
                  <a:cubicBezTo>
                    <a:pt x="1746893" y="1027914"/>
                    <a:pt x="1747852" y="1030560"/>
                    <a:pt x="1748613" y="1030097"/>
                  </a:cubicBezTo>
                  <a:close/>
                  <a:moveTo>
                    <a:pt x="1408292" y="799810"/>
                  </a:moveTo>
                  <a:cubicBezTo>
                    <a:pt x="1404985" y="799612"/>
                    <a:pt x="1404423" y="801695"/>
                    <a:pt x="1404687" y="804110"/>
                  </a:cubicBezTo>
                  <a:cubicBezTo>
                    <a:pt x="1404886" y="805863"/>
                    <a:pt x="1405911" y="806888"/>
                    <a:pt x="1408094" y="806855"/>
                  </a:cubicBezTo>
                  <a:cubicBezTo>
                    <a:pt x="1411302" y="806822"/>
                    <a:pt x="1411831" y="804870"/>
                    <a:pt x="1411566" y="802489"/>
                  </a:cubicBezTo>
                  <a:cubicBezTo>
                    <a:pt x="1411368" y="800769"/>
                    <a:pt x="1410343" y="799380"/>
                    <a:pt x="1408292" y="799810"/>
                  </a:cubicBezTo>
                  <a:close/>
                  <a:moveTo>
                    <a:pt x="1677109" y="712432"/>
                  </a:moveTo>
                  <a:cubicBezTo>
                    <a:pt x="1674926" y="712432"/>
                    <a:pt x="1673901" y="713457"/>
                    <a:pt x="1673702" y="715210"/>
                  </a:cubicBezTo>
                  <a:cubicBezTo>
                    <a:pt x="1673438" y="717591"/>
                    <a:pt x="1673967" y="719542"/>
                    <a:pt x="1677175" y="719575"/>
                  </a:cubicBezTo>
                  <a:cubicBezTo>
                    <a:pt x="1679325" y="719575"/>
                    <a:pt x="1680119" y="718517"/>
                    <a:pt x="1680648" y="716731"/>
                  </a:cubicBezTo>
                  <a:cubicBezTo>
                    <a:pt x="1680615" y="714416"/>
                    <a:pt x="1680350" y="712465"/>
                    <a:pt x="1677109" y="712432"/>
                  </a:cubicBezTo>
                  <a:close/>
                  <a:moveTo>
                    <a:pt x="1261449" y="764092"/>
                  </a:moveTo>
                  <a:cubicBezTo>
                    <a:pt x="1261184" y="766473"/>
                    <a:pt x="1261746" y="768589"/>
                    <a:pt x="1265053" y="768391"/>
                  </a:cubicBezTo>
                  <a:cubicBezTo>
                    <a:pt x="1267104" y="768788"/>
                    <a:pt x="1268129" y="767432"/>
                    <a:pt x="1268328" y="765679"/>
                  </a:cubicBezTo>
                  <a:cubicBezTo>
                    <a:pt x="1268592" y="763298"/>
                    <a:pt x="1268063" y="761347"/>
                    <a:pt x="1264855" y="761313"/>
                  </a:cubicBezTo>
                  <a:cubicBezTo>
                    <a:pt x="1262672" y="761313"/>
                    <a:pt x="1261647" y="762339"/>
                    <a:pt x="1261449" y="764092"/>
                  </a:cubicBezTo>
                  <a:close/>
                  <a:moveTo>
                    <a:pt x="1128595" y="708926"/>
                  </a:moveTo>
                  <a:cubicBezTo>
                    <a:pt x="1126445" y="708926"/>
                    <a:pt x="1125387" y="709951"/>
                    <a:pt x="1125188" y="711704"/>
                  </a:cubicBezTo>
                  <a:cubicBezTo>
                    <a:pt x="1124924" y="714085"/>
                    <a:pt x="1125486" y="716202"/>
                    <a:pt x="1128793" y="716004"/>
                  </a:cubicBezTo>
                  <a:cubicBezTo>
                    <a:pt x="1130844" y="716400"/>
                    <a:pt x="1131869" y="715044"/>
                    <a:pt x="1132067" y="713292"/>
                  </a:cubicBezTo>
                  <a:cubicBezTo>
                    <a:pt x="1132332" y="710910"/>
                    <a:pt x="1131803" y="708959"/>
                    <a:pt x="1128595" y="708926"/>
                  </a:cubicBezTo>
                  <a:close/>
                  <a:moveTo>
                    <a:pt x="1621315" y="1343794"/>
                  </a:moveTo>
                  <a:cubicBezTo>
                    <a:pt x="1621050" y="1346175"/>
                    <a:pt x="1621546" y="1348126"/>
                    <a:pt x="1624788" y="1348159"/>
                  </a:cubicBezTo>
                  <a:cubicBezTo>
                    <a:pt x="1626937" y="1348159"/>
                    <a:pt x="1627731" y="1347101"/>
                    <a:pt x="1628260" y="1345315"/>
                  </a:cubicBezTo>
                  <a:cubicBezTo>
                    <a:pt x="1628194" y="1343000"/>
                    <a:pt x="1627930" y="1341049"/>
                    <a:pt x="1624688" y="1341016"/>
                  </a:cubicBezTo>
                  <a:cubicBezTo>
                    <a:pt x="1622539" y="1341016"/>
                    <a:pt x="1621480" y="1342041"/>
                    <a:pt x="1621315" y="1343794"/>
                  </a:cubicBezTo>
                  <a:close/>
                  <a:moveTo>
                    <a:pt x="1373202" y="1969500"/>
                  </a:moveTo>
                  <a:cubicBezTo>
                    <a:pt x="1373599" y="1967483"/>
                    <a:pt x="1372243" y="1966457"/>
                    <a:pt x="1370490" y="1966259"/>
                  </a:cubicBezTo>
                  <a:cubicBezTo>
                    <a:pt x="1368109" y="1965994"/>
                    <a:pt x="1366157" y="1966524"/>
                    <a:pt x="1366124" y="1969732"/>
                  </a:cubicBezTo>
                  <a:cubicBezTo>
                    <a:pt x="1366124" y="1971881"/>
                    <a:pt x="1367150" y="1972907"/>
                    <a:pt x="1368902" y="1973105"/>
                  </a:cubicBezTo>
                  <a:cubicBezTo>
                    <a:pt x="1371284" y="1973403"/>
                    <a:pt x="1373400" y="1972841"/>
                    <a:pt x="1373202" y="1969500"/>
                  </a:cubicBezTo>
                  <a:close/>
                  <a:moveTo>
                    <a:pt x="946991" y="1348259"/>
                  </a:moveTo>
                  <a:cubicBezTo>
                    <a:pt x="947190" y="1344951"/>
                    <a:pt x="945073" y="1344389"/>
                    <a:pt x="942659" y="1344654"/>
                  </a:cubicBezTo>
                  <a:cubicBezTo>
                    <a:pt x="940906" y="1344852"/>
                    <a:pt x="939881" y="1345877"/>
                    <a:pt x="939914" y="1348027"/>
                  </a:cubicBezTo>
                  <a:cubicBezTo>
                    <a:pt x="939947" y="1351268"/>
                    <a:pt x="941898" y="1351764"/>
                    <a:pt x="944279" y="1351500"/>
                  </a:cubicBezTo>
                  <a:cubicBezTo>
                    <a:pt x="946032" y="1351301"/>
                    <a:pt x="947388" y="1350309"/>
                    <a:pt x="946991" y="1348259"/>
                  </a:cubicBezTo>
                  <a:close/>
                  <a:moveTo>
                    <a:pt x="2439572" y="1204821"/>
                  </a:moveTo>
                  <a:cubicBezTo>
                    <a:pt x="2441292" y="1204656"/>
                    <a:pt x="2442681" y="1203631"/>
                    <a:pt x="2442251" y="1201580"/>
                  </a:cubicBezTo>
                  <a:cubicBezTo>
                    <a:pt x="2442449" y="1198273"/>
                    <a:pt x="2440366" y="1197711"/>
                    <a:pt x="2437951" y="1197975"/>
                  </a:cubicBezTo>
                  <a:cubicBezTo>
                    <a:pt x="2436199" y="1198174"/>
                    <a:pt x="2435173" y="1199199"/>
                    <a:pt x="2435206" y="1201382"/>
                  </a:cubicBezTo>
                  <a:cubicBezTo>
                    <a:pt x="2435206" y="1204590"/>
                    <a:pt x="2437158" y="1205119"/>
                    <a:pt x="2439572" y="1204821"/>
                  </a:cubicBezTo>
                  <a:close/>
                  <a:moveTo>
                    <a:pt x="1057984" y="1555262"/>
                  </a:moveTo>
                  <a:cubicBezTo>
                    <a:pt x="1057587" y="1554567"/>
                    <a:pt x="1056099" y="1554071"/>
                    <a:pt x="1055206" y="1554204"/>
                  </a:cubicBezTo>
                  <a:cubicBezTo>
                    <a:pt x="1051832" y="1554667"/>
                    <a:pt x="1049848" y="1556849"/>
                    <a:pt x="1049087" y="1560057"/>
                  </a:cubicBezTo>
                  <a:cubicBezTo>
                    <a:pt x="1049054" y="1560157"/>
                    <a:pt x="1050873" y="1560752"/>
                    <a:pt x="1051832" y="1561116"/>
                  </a:cubicBezTo>
                  <a:cubicBezTo>
                    <a:pt x="1054677" y="1560388"/>
                    <a:pt x="1058811" y="1556585"/>
                    <a:pt x="1057984" y="1555262"/>
                  </a:cubicBezTo>
                  <a:close/>
                  <a:moveTo>
                    <a:pt x="1817636" y="924429"/>
                  </a:moveTo>
                  <a:cubicBezTo>
                    <a:pt x="1817603" y="924528"/>
                    <a:pt x="1819422" y="925157"/>
                    <a:pt x="1820447" y="925554"/>
                  </a:cubicBezTo>
                  <a:cubicBezTo>
                    <a:pt x="1823655" y="924826"/>
                    <a:pt x="1825706" y="922775"/>
                    <a:pt x="1826632" y="919633"/>
                  </a:cubicBezTo>
                  <a:cubicBezTo>
                    <a:pt x="1826665" y="919534"/>
                    <a:pt x="1824780" y="918509"/>
                    <a:pt x="1823887" y="918608"/>
                  </a:cubicBezTo>
                  <a:cubicBezTo>
                    <a:pt x="1820447" y="919005"/>
                    <a:pt x="1818562" y="921320"/>
                    <a:pt x="1817636" y="924429"/>
                  </a:cubicBezTo>
                  <a:close/>
                  <a:moveTo>
                    <a:pt x="1835495" y="618703"/>
                  </a:moveTo>
                  <a:cubicBezTo>
                    <a:pt x="1835065" y="619861"/>
                    <a:pt x="1834305" y="620886"/>
                    <a:pt x="1834437" y="621779"/>
                  </a:cubicBezTo>
                  <a:cubicBezTo>
                    <a:pt x="1834900" y="625119"/>
                    <a:pt x="1837083" y="627104"/>
                    <a:pt x="1840291" y="627897"/>
                  </a:cubicBezTo>
                  <a:cubicBezTo>
                    <a:pt x="1840423" y="627930"/>
                    <a:pt x="1841415" y="626012"/>
                    <a:pt x="1841283" y="625152"/>
                  </a:cubicBezTo>
                  <a:cubicBezTo>
                    <a:pt x="1840721" y="621845"/>
                    <a:pt x="1838505" y="619927"/>
                    <a:pt x="1835495" y="618703"/>
                  </a:cubicBezTo>
                  <a:close/>
                  <a:moveTo>
                    <a:pt x="231922" y="1432528"/>
                  </a:moveTo>
                  <a:cubicBezTo>
                    <a:pt x="230433" y="1434711"/>
                    <a:pt x="226994" y="1435571"/>
                    <a:pt x="227325" y="1438944"/>
                  </a:cubicBezTo>
                  <a:cubicBezTo>
                    <a:pt x="227391" y="1439937"/>
                    <a:pt x="228019" y="1440863"/>
                    <a:pt x="228482" y="1441789"/>
                  </a:cubicBezTo>
                  <a:cubicBezTo>
                    <a:pt x="228581" y="1441921"/>
                    <a:pt x="229441" y="1441921"/>
                    <a:pt x="229607" y="1441723"/>
                  </a:cubicBezTo>
                  <a:cubicBezTo>
                    <a:pt x="231161" y="1439573"/>
                    <a:pt x="234369" y="1438614"/>
                    <a:pt x="234336" y="1435439"/>
                  </a:cubicBezTo>
                  <a:cubicBezTo>
                    <a:pt x="233873" y="1434347"/>
                    <a:pt x="233509" y="1433388"/>
                    <a:pt x="233046" y="1432462"/>
                  </a:cubicBezTo>
                  <a:cubicBezTo>
                    <a:pt x="232947" y="1432330"/>
                    <a:pt x="232054" y="1432330"/>
                    <a:pt x="231922" y="1432528"/>
                  </a:cubicBezTo>
                  <a:close/>
                  <a:moveTo>
                    <a:pt x="1551300" y="1212693"/>
                  </a:moveTo>
                  <a:cubicBezTo>
                    <a:pt x="1551564" y="1210311"/>
                    <a:pt x="1551035" y="1208360"/>
                    <a:pt x="1547827" y="1208327"/>
                  </a:cubicBezTo>
                  <a:cubicBezTo>
                    <a:pt x="1545677" y="1208294"/>
                    <a:pt x="1544619" y="1209319"/>
                    <a:pt x="1544453" y="1211072"/>
                  </a:cubicBezTo>
                  <a:cubicBezTo>
                    <a:pt x="1544156" y="1213486"/>
                    <a:pt x="1544718" y="1215603"/>
                    <a:pt x="1548058" y="1215405"/>
                  </a:cubicBezTo>
                  <a:cubicBezTo>
                    <a:pt x="1550076" y="1215801"/>
                    <a:pt x="1551101" y="1214412"/>
                    <a:pt x="1551300" y="1212693"/>
                  </a:cubicBezTo>
                  <a:close/>
                  <a:moveTo>
                    <a:pt x="350356" y="2360885"/>
                  </a:moveTo>
                  <a:cubicBezTo>
                    <a:pt x="347975" y="2360621"/>
                    <a:pt x="346023" y="2361117"/>
                    <a:pt x="345990" y="2364358"/>
                  </a:cubicBezTo>
                  <a:cubicBezTo>
                    <a:pt x="345957" y="2366508"/>
                    <a:pt x="346982" y="2367533"/>
                    <a:pt x="348735" y="2367731"/>
                  </a:cubicBezTo>
                  <a:cubicBezTo>
                    <a:pt x="351150" y="2367996"/>
                    <a:pt x="353266" y="2367434"/>
                    <a:pt x="353068" y="2364126"/>
                  </a:cubicBezTo>
                  <a:cubicBezTo>
                    <a:pt x="353465" y="2362076"/>
                    <a:pt x="352076" y="2361084"/>
                    <a:pt x="350356" y="2360885"/>
                  </a:cubicBezTo>
                  <a:close/>
                  <a:moveTo>
                    <a:pt x="1531224" y="1449296"/>
                  </a:moveTo>
                  <a:cubicBezTo>
                    <a:pt x="1532944" y="1449098"/>
                    <a:pt x="1534333" y="1448073"/>
                    <a:pt x="1533903" y="1446022"/>
                  </a:cubicBezTo>
                  <a:cubicBezTo>
                    <a:pt x="1534102" y="1442715"/>
                    <a:pt x="1532018" y="1442153"/>
                    <a:pt x="1529604" y="1442417"/>
                  </a:cubicBezTo>
                  <a:cubicBezTo>
                    <a:pt x="1527851" y="1442649"/>
                    <a:pt x="1526826" y="1443674"/>
                    <a:pt x="1526826" y="1445824"/>
                  </a:cubicBezTo>
                  <a:cubicBezTo>
                    <a:pt x="1526859" y="1449032"/>
                    <a:pt x="1528810" y="1449561"/>
                    <a:pt x="1531224" y="1449296"/>
                  </a:cubicBezTo>
                  <a:close/>
                  <a:moveTo>
                    <a:pt x="1509462" y="1435571"/>
                  </a:moveTo>
                  <a:cubicBezTo>
                    <a:pt x="1509661" y="1432231"/>
                    <a:pt x="1507544" y="1431668"/>
                    <a:pt x="1505163" y="1431966"/>
                  </a:cubicBezTo>
                  <a:cubicBezTo>
                    <a:pt x="1503410" y="1432165"/>
                    <a:pt x="1502352" y="1433190"/>
                    <a:pt x="1502385" y="1435340"/>
                  </a:cubicBezTo>
                  <a:cubicBezTo>
                    <a:pt x="1502418" y="1438581"/>
                    <a:pt x="1504369" y="1439077"/>
                    <a:pt x="1506750" y="1438812"/>
                  </a:cubicBezTo>
                  <a:cubicBezTo>
                    <a:pt x="1508503" y="1438614"/>
                    <a:pt x="1509859" y="1437588"/>
                    <a:pt x="1509462" y="1435571"/>
                  </a:cubicBezTo>
                  <a:close/>
                  <a:moveTo>
                    <a:pt x="1565356" y="2408973"/>
                  </a:moveTo>
                  <a:cubicBezTo>
                    <a:pt x="1564826" y="2407187"/>
                    <a:pt x="1564066" y="2406129"/>
                    <a:pt x="1561883" y="2406129"/>
                  </a:cubicBezTo>
                  <a:cubicBezTo>
                    <a:pt x="1558675" y="2406162"/>
                    <a:pt x="1558146" y="2408113"/>
                    <a:pt x="1558410" y="2410495"/>
                  </a:cubicBezTo>
                  <a:cubicBezTo>
                    <a:pt x="1558609" y="2412247"/>
                    <a:pt x="1559634" y="2413273"/>
                    <a:pt x="1561817" y="2413273"/>
                  </a:cubicBezTo>
                  <a:cubicBezTo>
                    <a:pt x="1565058" y="2413240"/>
                    <a:pt x="1565322" y="2411288"/>
                    <a:pt x="1565356" y="2408973"/>
                  </a:cubicBezTo>
                  <a:close/>
                  <a:moveTo>
                    <a:pt x="1123931" y="35793"/>
                  </a:moveTo>
                  <a:cubicBezTo>
                    <a:pt x="1120492" y="35198"/>
                    <a:pt x="1121749" y="38472"/>
                    <a:pt x="1121715" y="40192"/>
                  </a:cubicBezTo>
                  <a:cubicBezTo>
                    <a:pt x="1121682" y="42011"/>
                    <a:pt x="1120690" y="45186"/>
                    <a:pt x="1123832" y="44789"/>
                  </a:cubicBezTo>
                  <a:cubicBezTo>
                    <a:pt x="1125552" y="44590"/>
                    <a:pt x="1127007" y="41878"/>
                    <a:pt x="1128793" y="40092"/>
                  </a:cubicBezTo>
                  <a:cubicBezTo>
                    <a:pt x="1127172" y="38604"/>
                    <a:pt x="1125750" y="36124"/>
                    <a:pt x="1123931" y="35793"/>
                  </a:cubicBezTo>
                  <a:close/>
                  <a:moveTo>
                    <a:pt x="1456976" y="2566036"/>
                  </a:moveTo>
                  <a:cubicBezTo>
                    <a:pt x="1456777" y="2564317"/>
                    <a:pt x="1455752" y="2562928"/>
                    <a:pt x="1453701" y="2563358"/>
                  </a:cubicBezTo>
                  <a:cubicBezTo>
                    <a:pt x="1450394" y="2563126"/>
                    <a:pt x="1449832" y="2565243"/>
                    <a:pt x="1450096" y="2567657"/>
                  </a:cubicBezTo>
                  <a:cubicBezTo>
                    <a:pt x="1450295" y="2569410"/>
                    <a:pt x="1451353" y="2570435"/>
                    <a:pt x="1453503" y="2570402"/>
                  </a:cubicBezTo>
                  <a:cubicBezTo>
                    <a:pt x="1456711" y="2570369"/>
                    <a:pt x="1457240" y="2568418"/>
                    <a:pt x="1456976" y="2566036"/>
                  </a:cubicBezTo>
                  <a:close/>
                  <a:moveTo>
                    <a:pt x="1380908" y="1578545"/>
                  </a:moveTo>
                  <a:cubicBezTo>
                    <a:pt x="1378593" y="1578578"/>
                    <a:pt x="1376641" y="1578843"/>
                    <a:pt x="1376608" y="1582084"/>
                  </a:cubicBezTo>
                  <a:cubicBezTo>
                    <a:pt x="1376608" y="1584267"/>
                    <a:pt x="1377634" y="1585292"/>
                    <a:pt x="1379387" y="1585491"/>
                  </a:cubicBezTo>
                  <a:cubicBezTo>
                    <a:pt x="1381768" y="1585755"/>
                    <a:pt x="1383719" y="1585226"/>
                    <a:pt x="1383752" y="1582018"/>
                  </a:cubicBezTo>
                  <a:cubicBezTo>
                    <a:pt x="1383752" y="1579868"/>
                    <a:pt x="1382694" y="1579074"/>
                    <a:pt x="1380908" y="1578545"/>
                  </a:cubicBezTo>
                  <a:close/>
                  <a:moveTo>
                    <a:pt x="2380074" y="1452868"/>
                  </a:moveTo>
                  <a:cubicBezTo>
                    <a:pt x="2381893" y="1452339"/>
                    <a:pt x="2382951" y="1451545"/>
                    <a:pt x="2382918" y="1449395"/>
                  </a:cubicBezTo>
                  <a:cubicBezTo>
                    <a:pt x="2382885" y="1446187"/>
                    <a:pt x="2380934" y="1445658"/>
                    <a:pt x="2378552" y="1445923"/>
                  </a:cubicBezTo>
                  <a:cubicBezTo>
                    <a:pt x="2376800" y="1446121"/>
                    <a:pt x="2375774" y="1447147"/>
                    <a:pt x="2375807" y="1449329"/>
                  </a:cubicBezTo>
                  <a:cubicBezTo>
                    <a:pt x="2375807" y="1452537"/>
                    <a:pt x="2377792" y="1452835"/>
                    <a:pt x="2380074" y="1452868"/>
                  </a:cubicBezTo>
                  <a:close/>
                  <a:moveTo>
                    <a:pt x="821116" y="1425715"/>
                  </a:moveTo>
                  <a:cubicBezTo>
                    <a:pt x="821380" y="1423334"/>
                    <a:pt x="820884" y="1421383"/>
                    <a:pt x="817643" y="1421350"/>
                  </a:cubicBezTo>
                  <a:cubicBezTo>
                    <a:pt x="815493" y="1421317"/>
                    <a:pt x="814468" y="1422375"/>
                    <a:pt x="814270" y="1424095"/>
                  </a:cubicBezTo>
                  <a:cubicBezTo>
                    <a:pt x="814005" y="1426509"/>
                    <a:pt x="814567" y="1428626"/>
                    <a:pt x="817875" y="1428427"/>
                  </a:cubicBezTo>
                  <a:cubicBezTo>
                    <a:pt x="819925" y="1428824"/>
                    <a:pt x="820950" y="1427468"/>
                    <a:pt x="821116" y="1425715"/>
                  </a:cubicBezTo>
                  <a:close/>
                  <a:moveTo>
                    <a:pt x="1237107" y="1271265"/>
                  </a:moveTo>
                  <a:cubicBezTo>
                    <a:pt x="1239157" y="1271662"/>
                    <a:pt x="1240183" y="1270306"/>
                    <a:pt x="1240381" y="1268553"/>
                  </a:cubicBezTo>
                  <a:cubicBezTo>
                    <a:pt x="1240646" y="1266172"/>
                    <a:pt x="1240116" y="1264220"/>
                    <a:pt x="1236908" y="1264187"/>
                  </a:cubicBezTo>
                  <a:cubicBezTo>
                    <a:pt x="1234726" y="1264187"/>
                    <a:pt x="1233700" y="1265212"/>
                    <a:pt x="1233502" y="1266965"/>
                  </a:cubicBezTo>
                  <a:cubicBezTo>
                    <a:pt x="1233237" y="1269347"/>
                    <a:pt x="1233800" y="1271463"/>
                    <a:pt x="1237107" y="1271265"/>
                  </a:cubicBezTo>
                  <a:close/>
                  <a:moveTo>
                    <a:pt x="1066980" y="1668570"/>
                  </a:moveTo>
                  <a:cubicBezTo>
                    <a:pt x="1070386" y="1669198"/>
                    <a:pt x="1069130" y="1665924"/>
                    <a:pt x="1069163" y="1664204"/>
                  </a:cubicBezTo>
                  <a:cubicBezTo>
                    <a:pt x="1069229" y="1662385"/>
                    <a:pt x="1070221" y="1659838"/>
                    <a:pt x="1067046" y="1659342"/>
                  </a:cubicBezTo>
                  <a:cubicBezTo>
                    <a:pt x="1065458" y="1660930"/>
                    <a:pt x="1062713" y="1662451"/>
                    <a:pt x="1062647" y="1664105"/>
                  </a:cubicBezTo>
                  <a:cubicBezTo>
                    <a:pt x="1062581" y="1665593"/>
                    <a:pt x="1065194" y="1668239"/>
                    <a:pt x="1066980" y="1668570"/>
                  </a:cubicBezTo>
                  <a:close/>
                  <a:moveTo>
                    <a:pt x="1809831" y="649593"/>
                  </a:moveTo>
                  <a:cubicBezTo>
                    <a:pt x="1809864" y="652834"/>
                    <a:pt x="1811815" y="653330"/>
                    <a:pt x="1814196" y="653066"/>
                  </a:cubicBezTo>
                  <a:cubicBezTo>
                    <a:pt x="1815949" y="652900"/>
                    <a:pt x="1817305" y="651875"/>
                    <a:pt x="1816908" y="649825"/>
                  </a:cubicBezTo>
                  <a:cubicBezTo>
                    <a:pt x="1817107" y="646517"/>
                    <a:pt x="1814990" y="645955"/>
                    <a:pt x="1812576" y="646220"/>
                  </a:cubicBezTo>
                  <a:cubicBezTo>
                    <a:pt x="1810823" y="646418"/>
                    <a:pt x="1809797" y="647443"/>
                    <a:pt x="1809831" y="649593"/>
                  </a:cubicBezTo>
                  <a:close/>
                  <a:moveTo>
                    <a:pt x="139979" y="1533103"/>
                  </a:moveTo>
                  <a:cubicBezTo>
                    <a:pt x="136738" y="1533136"/>
                    <a:pt x="136242" y="1535087"/>
                    <a:pt x="136506" y="1537469"/>
                  </a:cubicBezTo>
                  <a:cubicBezTo>
                    <a:pt x="136572" y="1538031"/>
                    <a:pt x="136738" y="1538461"/>
                    <a:pt x="137002" y="1538891"/>
                  </a:cubicBezTo>
                  <a:cubicBezTo>
                    <a:pt x="138921" y="1537436"/>
                    <a:pt x="140839" y="1535947"/>
                    <a:pt x="142790" y="1534459"/>
                  </a:cubicBezTo>
                  <a:cubicBezTo>
                    <a:pt x="142228" y="1533599"/>
                    <a:pt x="141434" y="1533070"/>
                    <a:pt x="139979" y="1533103"/>
                  </a:cubicBezTo>
                  <a:close/>
                  <a:moveTo>
                    <a:pt x="1491173" y="1540081"/>
                  </a:moveTo>
                  <a:cubicBezTo>
                    <a:pt x="1493554" y="1540346"/>
                    <a:pt x="1495506" y="1539850"/>
                    <a:pt x="1495539" y="1536609"/>
                  </a:cubicBezTo>
                  <a:cubicBezTo>
                    <a:pt x="1495572" y="1534459"/>
                    <a:pt x="1494513" y="1533665"/>
                    <a:pt x="1492694" y="1533136"/>
                  </a:cubicBezTo>
                  <a:cubicBezTo>
                    <a:pt x="1490412" y="1533202"/>
                    <a:pt x="1488428" y="1533467"/>
                    <a:pt x="1488395" y="1536708"/>
                  </a:cubicBezTo>
                  <a:cubicBezTo>
                    <a:pt x="1488395" y="1538858"/>
                    <a:pt x="1489420" y="1539883"/>
                    <a:pt x="1491173" y="1540081"/>
                  </a:cubicBezTo>
                  <a:close/>
                  <a:moveTo>
                    <a:pt x="1079779" y="1275564"/>
                  </a:moveTo>
                  <a:cubicBezTo>
                    <a:pt x="1079977" y="1277284"/>
                    <a:pt x="1081003" y="1278342"/>
                    <a:pt x="1083185" y="1278309"/>
                  </a:cubicBezTo>
                  <a:cubicBezTo>
                    <a:pt x="1086427" y="1278309"/>
                    <a:pt x="1086691" y="1276325"/>
                    <a:pt x="1086724" y="1274043"/>
                  </a:cubicBezTo>
                  <a:cubicBezTo>
                    <a:pt x="1086195" y="1272224"/>
                    <a:pt x="1085434" y="1271166"/>
                    <a:pt x="1083252" y="1271199"/>
                  </a:cubicBezTo>
                  <a:cubicBezTo>
                    <a:pt x="1080044" y="1271199"/>
                    <a:pt x="1079514" y="1273150"/>
                    <a:pt x="1079779" y="1275564"/>
                  </a:cubicBezTo>
                  <a:close/>
                  <a:moveTo>
                    <a:pt x="1505295" y="2382912"/>
                  </a:moveTo>
                  <a:cubicBezTo>
                    <a:pt x="1503145" y="2381423"/>
                    <a:pt x="1502285" y="2378017"/>
                    <a:pt x="1498879" y="2378315"/>
                  </a:cubicBezTo>
                  <a:cubicBezTo>
                    <a:pt x="1497920" y="2378414"/>
                    <a:pt x="1496961" y="2379009"/>
                    <a:pt x="1496068" y="2379505"/>
                  </a:cubicBezTo>
                  <a:cubicBezTo>
                    <a:pt x="1495902" y="2379571"/>
                    <a:pt x="1495902" y="2380464"/>
                    <a:pt x="1496101" y="2380597"/>
                  </a:cubicBezTo>
                  <a:cubicBezTo>
                    <a:pt x="1498251" y="2382151"/>
                    <a:pt x="1499210" y="2385359"/>
                    <a:pt x="1502385" y="2385326"/>
                  </a:cubicBezTo>
                  <a:cubicBezTo>
                    <a:pt x="1503476" y="2384863"/>
                    <a:pt x="1504468" y="2384499"/>
                    <a:pt x="1505361" y="2384036"/>
                  </a:cubicBezTo>
                  <a:cubicBezTo>
                    <a:pt x="1505527" y="2383937"/>
                    <a:pt x="1505494" y="2383077"/>
                    <a:pt x="1505295" y="2382912"/>
                  </a:cubicBezTo>
                  <a:close/>
                  <a:moveTo>
                    <a:pt x="1227185" y="2455110"/>
                  </a:moveTo>
                  <a:cubicBezTo>
                    <a:pt x="1228971" y="2454581"/>
                    <a:pt x="1230029" y="2453820"/>
                    <a:pt x="1230029" y="2451637"/>
                  </a:cubicBezTo>
                  <a:cubicBezTo>
                    <a:pt x="1229996" y="2449091"/>
                    <a:pt x="1228739" y="2448264"/>
                    <a:pt x="1227053" y="2448165"/>
                  </a:cubicBezTo>
                  <a:cubicBezTo>
                    <a:pt x="1225796" y="2449917"/>
                    <a:pt x="1224506" y="2451703"/>
                    <a:pt x="1223249" y="2453489"/>
                  </a:cubicBezTo>
                  <a:cubicBezTo>
                    <a:pt x="1223911" y="2454911"/>
                    <a:pt x="1225465" y="2455077"/>
                    <a:pt x="1227185" y="2455110"/>
                  </a:cubicBezTo>
                  <a:close/>
                  <a:moveTo>
                    <a:pt x="1267567" y="2395810"/>
                  </a:moveTo>
                  <a:cubicBezTo>
                    <a:pt x="1265814" y="2395976"/>
                    <a:pt x="1264789" y="2397034"/>
                    <a:pt x="1264822" y="2399184"/>
                  </a:cubicBezTo>
                  <a:cubicBezTo>
                    <a:pt x="1264855" y="2402425"/>
                    <a:pt x="1266806" y="2402921"/>
                    <a:pt x="1269188" y="2402656"/>
                  </a:cubicBezTo>
                  <a:cubicBezTo>
                    <a:pt x="1270940" y="2402458"/>
                    <a:pt x="1272296" y="2401433"/>
                    <a:pt x="1271900" y="2399382"/>
                  </a:cubicBezTo>
                  <a:cubicBezTo>
                    <a:pt x="1272098" y="2396075"/>
                    <a:pt x="1269981" y="2395512"/>
                    <a:pt x="1267567" y="2395810"/>
                  </a:cubicBezTo>
                  <a:close/>
                  <a:moveTo>
                    <a:pt x="1109412" y="1543719"/>
                  </a:moveTo>
                  <a:cubicBezTo>
                    <a:pt x="1107858" y="1543587"/>
                    <a:pt x="1105212" y="1542860"/>
                    <a:pt x="1104947" y="1544811"/>
                  </a:cubicBezTo>
                  <a:cubicBezTo>
                    <a:pt x="1104451" y="1548449"/>
                    <a:pt x="1107726" y="1546663"/>
                    <a:pt x="1110008" y="1547357"/>
                  </a:cubicBezTo>
                  <a:cubicBezTo>
                    <a:pt x="1111033" y="1546994"/>
                    <a:pt x="1113778" y="1546597"/>
                    <a:pt x="1113844" y="1545968"/>
                  </a:cubicBezTo>
                  <a:cubicBezTo>
                    <a:pt x="1114208" y="1542330"/>
                    <a:pt x="1111165" y="1543852"/>
                    <a:pt x="1109412" y="1543719"/>
                  </a:cubicBezTo>
                  <a:close/>
                  <a:moveTo>
                    <a:pt x="1076207" y="1540181"/>
                  </a:moveTo>
                  <a:cubicBezTo>
                    <a:pt x="1076075" y="1543356"/>
                    <a:pt x="1078158" y="1543786"/>
                    <a:pt x="1080474" y="1543554"/>
                  </a:cubicBezTo>
                  <a:cubicBezTo>
                    <a:pt x="1081400" y="1543488"/>
                    <a:pt x="1082259" y="1542529"/>
                    <a:pt x="1083483" y="1541768"/>
                  </a:cubicBezTo>
                  <a:cubicBezTo>
                    <a:pt x="1081796" y="1540214"/>
                    <a:pt x="1080374" y="1538196"/>
                    <a:pt x="1078489" y="1537369"/>
                  </a:cubicBezTo>
                  <a:cubicBezTo>
                    <a:pt x="1076670" y="1536609"/>
                    <a:pt x="1076240" y="1538494"/>
                    <a:pt x="1076207" y="1540181"/>
                  </a:cubicBezTo>
                  <a:close/>
                  <a:moveTo>
                    <a:pt x="770547" y="1470298"/>
                  </a:moveTo>
                  <a:cubicBezTo>
                    <a:pt x="770481" y="1470364"/>
                    <a:pt x="770448" y="1470430"/>
                    <a:pt x="770382" y="1470496"/>
                  </a:cubicBezTo>
                  <a:cubicBezTo>
                    <a:pt x="770580" y="1470661"/>
                    <a:pt x="770779" y="1470827"/>
                    <a:pt x="770977" y="1470959"/>
                  </a:cubicBezTo>
                  <a:cubicBezTo>
                    <a:pt x="770845" y="1470761"/>
                    <a:pt x="770679" y="1470529"/>
                    <a:pt x="770547" y="1470298"/>
                  </a:cubicBezTo>
                  <a:close/>
                  <a:moveTo>
                    <a:pt x="2380901" y="1389897"/>
                  </a:moveTo>
                  <a:cubicBezTo>
                    <a:pt x="2381529" y="1389798"/>
                    <a:pt x="2381926" y="1388508"/>
                    <a:pt x="2382422" y="1387814"/>
                  </a:cubicBezTo>
                  <a:cubicBezTo>
                    <a:pt x="2380768" y="1386160"/>
                    <a:pt x="2379214" y="1384573"/>
                    <a:pt x="2377626" y="1382985"/>
                  </a:cubicBezTo>
                  <a:cubicBezTo>
                    <a:pt x="2377031" y="1384440"/>
                    <a:pt x="2375907" y="1385895"/>
                    <a:pt x="2375973" y="1387285"/>
                  </a:cubicBezTo>
                  <a:cubicBezTo>
                    <a:pt x="2376171" y="1390360"/>
                    <a:pt x="2378718" y="1390261"/>
                    <a:pt x="2380901" y="1389897"/>
                  </a:cubicBezTo>
                  <a:close/>
                  <a:moveTo>
                    <a:pt x="1409714" y="1547225"/>
                  </a:moveTo>
                  <a:cubicBezTo>
                    <a:pt x="1407532" y="1546861"/>
                    <a:pt x="1404985" y="1546729"/>
                    <a:pt x="1404753" y="1549772"/>
                  </a:cubicBezTo>
                  <a:cubicBezTo>
                    <a:pt x="1404654" y="1551161"/>
                    <a:pt x="1405779" y="1552649"/>
                    <a:pt x="1406341" y="1554071"/>
                  </a:cubicBezTo>
                  <a:cubicBezTo>
                    <a:pt x="1407895" y="1552484"/>
                    <a:pt x="1409417" y="1550863"/>
                    <a:pt x="1411070" y="1549176"/>
                  </a:cubicBezTo>
                  <a:cubicBezTo>
                    <a:pt x="1410707" y="1548614"/>
                    <a:pt x="1410310" y="1547324"/>
                    <a:pt x="1409714" y="1547225"/>
                  </a:cubicBezTo>
                  <a:close/>
                  <a:moveTo>
                    <a:pt x="877174" y="1453596"/>
                  </a:moveTo>
                  <a:cubicBezTo>
                    <a:pt x="877240" y="1454555"/>
                    <a:pt x="878200" y="1455382"/>
                    <a:pt x="878960" y="1456605"/>
                  </a:cubicBezTo>
                  <a:cubicBezTo>
                    <a:pt x="880515" y="1454919"/>
                    <a:pt x="882565" y="1453497"/>
                    <a:pt x="883359" y="1451578"/>
                  </a:cubicBezTo>
                  <a:cubicBezTo>
                    <a:pt x="884120" y="1449792"/>
                    <a:pt x="882234" y="1449362"/>
                    <a:pt x="880581" y="1449329"/>
                  </a:cubicBezTo>
                  <a:cubicBezTo>
                    <a:pt x="877373" y="1449197"/>
                    <a:pt x="876943" y="1451281"/>
                    <a:pt x="877174" y="1453596"/>
                  </a:cubicBezTo>
                  <a:close/>
                  <a:moveTo>
                    <a:pt x="993922" y="1574973"/>
                  </a:moveTo>
                  <a:cubicBezTo>
                    <a:pt x="994550" y="1574874"/>
                    <a:pt x="994947" y="1573617"/>
                    <a:pt x="995443" y="1572890"/>
                  </a:cubicBezTo>
                  <a:cubicBezTo>
                    <a:pt x="993789" y="1571236"/>
                    <a:pt x="992202" y="1569682"/>
                    <a:pt x="990647" y="1568094"/>
                  </a:cubicBezTo>
                  <a:cubicBezTo>
                    <a:pt x="990052" y="1569516"/>
                    <a:pt x="988928" y="1571005"/>
                    <a:pt x="988994" y="1572394"/>
                  </a:cubicBezTo>
                  <a:cubicBezTo>
                    <a:pt x="989192" y="1575469"/>
                    <a:pt x="991739" y="1575337"/>
                    <a:pt x="993922" y="1574973"/>
                  </a:cubicBezTo>
                  <a:close/>
                  <a:moveTo>
                    <a:pt x="1182669" y="1477177"/>
                  </a:moveTo>
                  <a:cubicBezTo>
                    <a:pt x="1183231" y="1477078"/>
                    <a:pt x="1183595" y="1475788"/>
                    <a:pt x="1183793" y="1475457"/>
                  </a:cubicBezTo>
                  <a:cubicBezTo>
                    <a:pt x="1182173" y="1473638"/>
                    <a:pt x="1180718" y="1472017"/>
                    <a:pt x="1179229" y="1470364"/>
                  </a:cubicBezTo>
                  <a:cubicBezTo>
                    <a:pt x="1178667" y="1471819"/>
                    <a:pt x="1177543" y="1473307"/>
                    <a:pt x="1177675" y="1474696"/>
                  </a:cubicBezTo>
                  <a:cubicBezTo>
                    <a:pt x="1177939" y="1477706"/>
                    <a:pt x="1180519" y="1477541"/>
                    <a:pt x="1182669" y="1477177"/>
                  </a:cubicBezTo>
                  <a:close/>
                  <a:moveTo>
                    <a:pt x="2106892" y="440771"/>
                  </a:moveTo>
                  <a:cubicBezTo>
                    <a:pt x="2106858" y="438389"/>
                    <a:pt x="2106395" y="436306"/>
                    <a:pt x="2103287" y="436670"/>
                  </a:cubicBezTo>
                  <a:cubicBezTo>
                    <a:pt x="2102294" y="436769"/>
                    <a:pt x="2101368" y="437430"/>
                    <a:pt x="2100442" y="437794"/>
                  </a:cubicBezTo>
                  <a:cubicBezTo>
                    <a:pt x="2102030" y="439712"/>
                    <a:pt x="2103650" y="441598"/>
                    <a:pt x="2105238" y="443483"/>
                  </a:cubicBezTo>
                  <a:cubicBezTo>
                    <a:pt x="2105767" y="442590"/>
                    <a:pt x="2106329" y="441697"/>
                    <a:pt x="2106892" y="440771"/>
                  </a:cubicBezTo>
                  <a:close/>
                  <a:moveTo>
                    <a:pt x="1059968" y="1837705"/>
                  </a:moveTo>
                  <a:cubicBezTo>
                    <a:pt x="1059704" y="1837738"/>
                    <a:pt x="1059571" y="1837903"/>
                    <a:pt x="1059373" y="1838002"/>
                  </a:cubicBezTo>
                  <a:cubicBezTo>
                    <a:pt x="1060332" y="1838432"/>
                    <a:pt x="1061291" y="1838961"/>
                    <a:pt x="1062250" y="1839424"/>
                  </a:cubicBezTo>
                  <a:cubicBezTo>
                    <a:pt x="1062217" y="1838366"/>
                    <a:pt x="1061853" y="1837506"/>
                    <a:pt x="1059968" y="1837705"/>
                  </a:cubicBezTo>
                  <a:close/>
                  <a:moveTo>
                    <a:pt x="965082" y="1442351"/>
                  </a:moveTo>
                  <a:cubicBezTo>
                    <a:pt x="962701" y="1442351"/>
                    <a:pt x="960617" y="1442847"/>
                    <a:pt x="960981" y="1445923"/>
                  </a:cubicBezTo>
                  <a:cubicBezTo>
                    <a:pt x="961113" y="1446915"/>
                    <a:pt x="961709" y="1447841"/>
                    <a:pt x="962139" y="1448800"/>
                  </a:cubicBezTo>
                  <a:cubicBezTo>
                    <a:pt x="964024" y="1447180"/>
                    <a:pt x="965909" y="1445592"/>
                    <a:pt x="967794" y="1443972"/>
                  </a:cubicBezTo>
                  <a:cubicBezTo>
                    <a:pt x="966901" y="1443442"/>
                    <a:pt x="966008" y="1442913"/>
                    <a:pt x="965082" y="1442351"/>
                  </a:cubicBezTo>
                  <a:close/>
                  <a:moveTo>
                    <a:pt x="2323486" y="1371674"/>
                  </a:moveTo>
                  <a:cubicBezTo>
                    <a:pt x="2322891" y="1370781"/>
                    <a:pt x="2322295" y="1369921"/>
                    <a:pt x="2321700" y="1369028"/>
                  </a:cubicBezTo>
                  <a:cubicBezTo>
                    <a:pt x="2320212" y="1371013"/>
                    <a:pt x="2318691" y="1372997"/>
                    <a:pt x="2317169" y="1374948"/>
                  </a:cubicBezTo>
                  <a:cubicBezTo>
                    <a:pt x="2318128" y="1375312"/>
                    <a:pt x="2319087" y="1375874"/>
                    <a:pt x="2320080" y="1375974"/>
                  </a:cubicBezTo>
                  <a:cubicBezTo>
                    <a:pt x="2323354" y="1376271"/>
                    <a:pt x="2323420" y="1373956"/>
                    <a:pt x="2323486" y="1371674"/>
                  </a:cubicBezTo>
                  <a:close/>
                  <a:moveTo>
                    <a:pt x="1644598" y="1473010"/>
                  </a:moveTo>
                  <a:cubicBezTo>
                    <a:pt x="1644995" y="1473010"/>
                    <a:pt x="1645326" y="1471224"/>
                    <a:pt x="1645723" y="1470165"/>
                  </a:cubicBezTo>
                  <a:cubicBezTo>
                    <a:pt x="1645888" y="1467023"/>
                    <a:pt x="1643705" y="1466660"/>
                    <a:pt x="1641390" y="1466891"/>
                  </a:cubicBezTo>
                  <a:cubicBezTo>
                    <a:pt x="1640464" y="1466990"/>
                    <a:pt x="1639637" y="1467949"/>
                    <a:pt x="1638744" y="1468512"/>
                  </a:cubicBezTo>
                  <a:cubicBezTo>
                    <a:pt x="1640795" y="1469934"/>
                    <a:pt x="1641556" y="1473109"/>
                    <a:pt x="1644598" y="1473010"/>
                  </a:cubicBezTo>
                  <a:close/>
                  <a:moveTo>
                    <a:pt x="1769614" y="1480682"/>
                  </a:moveTo>
                  <a:cubicBezTo>
                    <a:pt x="1770176" y="1480583"/>
                    <a:pt x="1770540" y="1479293"/>
                    <a:pt x="1770771" y="1478897"/>
                  </a:cubicBezTo>
                  <a:cubicBezTo>
                    <a:pt x="1769151" y="1477111"/>
                    <a:pt x="1767663" y="1475490"/>
                    <a:pt x="1766174" y="1473869"/>
                  </a:cubicBezTo>
                  <a:cubicBezTo>
                    <a:pt x="1765612" y="1475325"/>
                    <a:pt x="1764488" y="1476813"/>
                    <a:pt x="1764587" y="1478202"/>
                  </a:cubicBezTo>
                  <a:cubicBezTo>
                    <a:pt x="1764851" y="1481212"/>
                    <a:pt x="1767464" y="1481046"/>
                    <a:pt x="1769614" y="1480682"/>
                  </a:cubicBezTo>
                  <a:close/>
                  <a:moveTo>
                    <a:pt x="1476819" y="1380273"/>
                  </a:moveTo>
                  <a:cubicBezTo>
                    <a:pt x="1473214" y="1379777"/>
                    <a:pt x="1474703" y="1383018"/>
                    <a:pt x="1474570" y="1384738"/>
                  </a:cubicBezTo>
                  <a:cubicBezTo>
                    <a:pt x="1474438" y="1386325"/>
                    <a:pt x="1473710" y="1388938"/>
                    <a:pt x="1475662" y="1389236"/>
                  </a:cubicBezTo>
                  <a:cubicBezTo>
                    <a:pt x="1479300" y="1389732"/>
                    <a:pt x="1477514" y="1386458"/>
                    <a:pt x="1478010" y="1384804"/>
                  </a:cubicBezTo>
                  <a:cubicBezTo>
                    <a:pt x="1477778" y="1383150"/>
                    <a:pt x="1478804" y="1380538"/>
                    <a:pt x="1476819" y="1380273"/>
                  </a:cubicBezTo>
                  <a:close/>
                  <a:moveTo>
                    <a:pt x="1167191" y="1637878"/>
                  </a:moveTo>
                  <a:cubicBezTo>
                    <a:pt x="1170432" y="1638209"/>
                    <a:pt x="1170498" y="1635861"/>
                    <a:pt x="1170597" y="1633612"/>
                  </a:cubicBezTo>
                  <a:cubicBezTo>
                    <a:pt x="1169969" y="1632686"/>
                    <a:pt x="1169407" y="1631826"/>
                    <a:pt x="1168811" y="1630933"/>
                  </a:cubicBezTo>
                  <a:cubicBezTo>
                    <a:pt x="1167290" y="1632917"/>
                    <a:pt x="1165769" y="1634901"/>
                    <a:pt x="1164247" y="1636886"/>
                  </a:cubicBezTo>
                  <a:cubicBezTo>
                    <a:pt x="1165239" y="1637217"/>
                    <a:pt x="1166199" y="1637812"/>
                    <a:pt x="1167191" y="1637878"/>
                  </a:cubicBezTo>
                  <a:close/>
                  <a:moveTo>
                    <a:pt x="931149" y="1641318"/>
                  </a:moveTo>
                  <a:cubicBezTo>
                    <a:pt x="931712" y="1641218"/>
                    <a:pt x="932075" y="1639929"/>
                    <a:pt x="932307" y="1639532"/>
                  </a:cubicBezTo>
                  <a:cubicBezTo>
                    <a:pt x="930686" y="1637746"/>
                    <a:pt x="929198" y="1636125"/>
                    <a:pt x="927677" y="1634505"/>
                  </a:cubicBezTo>
                  <a:cubicBezTo>
                    <a:pt x="927114" y="1635927"/>
                    <a:pt x="925990" y="1637448"/>
                    <a:pt x="926122" y="1638837"/>
                  </a:cubicBezTo>
                  <a:cubicBezTo>
                    <a:pt x="926387" y="1641847"/>
                    <a:pt x="928966" y="1641681"/>
                    <a:pt x="931149" y="1641318"/>
                  </a:cubicBezTo>
                  <a:close/>
                  <a:moveTo>
                    <a:pt x="1313836" y="1637878"/>
                  </a:moveTo>
                  <a:cubicBezTo>
                    <a:pt x="1313505" y="1640954"/>
                    <a:pt x="1315556" y="1641615"/>
                    <a:pt x="1317970" y="1641351"/>
                  </a:cubicBezTo>
                  <a:cubicBezTo>
                    <a:pt x="1318896" y="1641251"/>
                    <a:pt x="1319756" y="1640359"/>
                    <a:pt x="1321013" y="1639598"/>
                  </a:cubicBezTo>
                  <a:cubicBezTo>
                    <a:pt x="1318929" y="1638010"/>
                    <a:pt x="1316945" y="1636489"/>
                    <a:pt x="1314994" y="1635001"/>
                  </a:cubicBezTo>
                  <a:cubicBezTo>
                    <a:pt x="1314597" y="1635960"/>
                    <a:pt x="1313968" y="1636886"/>
                    <a:pt x="1313836" y="1637878"/>
                  </a:cubicBezTo>
                  <a:close/>
                  <a:moveTo>
                    <a:pt x="1865823" y="1414603"/>
                  </a:moveTo>
                  <a:cubicBezTo>
                    <a:pt x="1865459" y="1413578"/>
                    <a:pt x="1865095" y="1412618"/>
                    <a:pt x="1864732" y="1411626"/>
                  </a:cubicBezTo>
                  <a:cubicBezTo>
                    <a:pt x="1862780" y="1413148"/>
                    <a:pt x="1860796" y="1414669"/>
                    <a:pt x="1858812" y="1416190"/>
                  </a:cubicBezTo>
                  <a:cubicBezTo>
                    <a:pt x="1859671" y="1416753"/>
                    <a:pt x="1860531" y="1417745"/>
                    <a:pt x="1861457" y="1417844"/>
                  </a:cubicBezTo>
                  <a:cubicBezTo>
                    <a:pt x="1863739" y="1418075"/>
                    <a:pt x="1865955" y="1417745"/>
                    <a:pt x="1865823" y="1414603"/>
                  </a:cubicBezTo>
                  <a:close/>
                  <a:moveTo>
                    <a:pt x="2299111" y="1413578"/>
                  </a:moveTo>
                  <a:cubicBezTo>
                    <a:pt x="2299012" y="1414967"/>
                    <a:pt x="2300137" y="1416455"/>
                    <a:pt x="2300732" y="1417877"/>
                  </a:cubicBezTo>
                  <a:cubicBezTo>
                    <a:pt x="2302253" y="1416290"/>
                    <a:pt x="2303808" y="1414669"/>
                    <a:pt x="2305428" y="1412982"/>
                  </a:cubicBezTo>
                  <a:cubicBezTo>
                    <a:pt x="2305064" y="1412420"/>
                    <a:pt x="2304668" y="1411130"/>
                    <a:pt x="2304105" y="1411031"/>
                  </a:cubicBezTo>
                  <a:cubicBezTo>
                    <a:pt x="2301923" y="1410667"/>
                    <a:pt x="2299343" y="1410535"/>
                    <a:pt x="2299111" y="1413578"/>
                  </a:cubicBezTo>
                  <a:close/>
                  <a:moveTo>
                    <a:pt x="1259497" y="1452934"/>
                  </a:moveTo>
                  <a:cubicBezTo>
                    <a:pt x="1257314" y="1452570"/>
                    <a:pt x="1254735" y="1452438"/>
                    <a:pt x="1254536" y="1455481"/>
                  </a:cubicBezTo>
                  <a:cubicBezTo>
                    <a:pt x="1254404" y="1456870"/>
                    <a:pt x="1255562" y="1458358"/>
                    <a:pt x="1256124" y="1459780"/>
                  </a:cubicBezTo>
                  <a:cubicBezTo>
                    <a:pt x="1257645" y="1458193"/>
                    <a:pt x="1259200" y="1456572"/>
                    <a:pt x="1260820" y="1454886"/>
                  </a:cubicBezTo>
                  <a:cubicBezTo>
                    <a:pt x="1260456" y="1454323"/>
                    <a:pt x="1260093" y="1453034"/>
                    <a:pt x="1259497" y="1452934"/>
                  </a:cubicBezTo>
                  <a:close/>
                  <a:moveTo>
                    <a:pt x="2486966" y="1413181"/>
                  </a:moveTo>
                  <a:cubicBezTo>
                    <a:pt x="2487726" y="1411395"/>
                    <a:pt x="2485841" y="1410965"/>
                    <a:pt x="2484154" y="1410899"/>
                  </a:cubicBezTo>
                  <a:cubicBezTo>
                    <a:pt x="2480946" y="1410799"/>
                    <a:pt x="2480516" y="1412850"/>
                    <a:pt x="2480748" y="1415198"/>
                  </a:cubicBezTo>
                  <a:cubicBezTo>
                    <a:pt x="2480814" y="1415595"/>
                    <a:pt x="2481045" y="1415959"/>
                    <a:pt x="2481310" y="1416356"/>
                  </a:cubicBezTo>
                  <a:cubicBezTo>
                    <a:pt x="2482401" y="1416290"/>
                    <a:pt x="2483526" y="1416223"/>
                    <a:pt x="2484650" y="1416157"/>
                  </a:cubicBezTo>
                  <a:cubicBezTo>
                    <a:pt x="2485610" y="1415231"/>
                    <a:pt x="2486469" y="1414305"/>
                    <a:pt x="2486966" y="1413181"/>
                  </a:cubicBezTo>
                  <a:close/>
                  <a:moveTo>
                    <a:pt x="1621249" y="1407426"/>
                  </a:moveTo>
                  <a:cubicBezTo>
                    <a:pt x="1620852" y="1406434"/>
                    <a:pt x="1620455" y="1405475"/>
                    <a:pt x="1620058" y="1404516"/>
                  </a:cubicBezTo>
                  <a:cubicBezTo>
                    <a:pt x="1618173" y="1406103"/>
                    <a:pt x="1616255" y="1407724"/>
                    <a:pt x="1614370" y="1409311"/>
                  </a:cubicBezTo>
                  <a:cubicBezTo>
                    <a:pt x="1615263" y="1409873"/>
                    <a:pt x="1616122" y="1410766"/>
                    <a:pt x="1617082" y="1410866"/>
                  </a:cubicBezTo>
                  <a:cubicBezTo>
                    <a:pt x="1619496" y="1411130"/>
                    <a:pt x="1621447" y="1410436"/>
                    <a:pt x="1621249" y="1407426"/>
                  </a:cubicBezTo>
                  <a:close/>
                  <a:moveTo>
                    <a:pt x="943552" y="1673531"/>
                  </a:moveTo>
                  <a:cubicBezTo>
                    <a:pt x="943717" y="1674655"/>
                    <a:pt x="943618" y="1677136"/>
                    <a:pt x="946297" y="1675350"/>
                  </a:cubicBezTo>
                  <a:cubicBezTo>
                    <a:pt x="948050" y="1674192"/>
                    <a:pt x="950100" y="1673531"/>
                    <a:pt x="953407" y="1671976"/>
                  </a:cubicBezTo>
                  <a:cubicBezTo>
                    <a:pt x="948942" y="1670157"/>
                    <a:pt x="948016" y="1669529"/>
                    <a:pt x="947024" y="1669397"/>
                  </a:cubicBezTo>
                  <a:cubicBezTo>
                    <a:pt x="943948" y="1669066"/>
                    <a:pt x="943221" y="1671116"/>
                    <a:pt x="943552" y="1673531"/>
                  </a:cubicBezTo>
                  <a:close/>
                  <a:moveTo>
                    <a:pt x="1174169" y="1104544"/>
                  </a:moveTo>
                  <a:cubicBezTo>
                    <a:pt x="1174434" y="1107554"/>
                    <a:pt x="1177013" y="1107388"/>
                    <a:pt x="1179196" y="1107025"/>
                  </a:cubicBezTo>
                  <a:cubicBezTo>
                    <a:pt x="1179758" y="1106925"/>
                    <a:pt x="1180122" y="1105636"/>
                    <a:pt x="1180321" y="1105272"/>
                  </a:cubicBezTo>
                  <a:cubicBezTo>
                    <a:pt x="1178700" y="1103486"/>
                    <a:pt x="1177212" y="1101832"/>
                    <a:pt x="1175724" y="1100212"/>
                  </a:cubicBezTo>
                  <a:cubicBezTo>
                    <a:pt x="1175161" y="1101634"/>
                    <a:pt x="1174037" y="1103155"/>
                    <a:pt x="1174169" y="1104544"/>
                  </a:cubicBezTo>
                  <a:close/>
                  <a:moveTo>
                    <a:pt x="1675422" y="1459780"/>
                  </a:moveTo>
                  <a:cubicBezTo>
                    <a:pt x="1675984" y="1458920"/>
                    <a:pt x="1676580" y="1458028"/>
                    <a:pt x="1677175" y="1457101"/>
                  </a:cubicBezTo>
                  <a:cubicBezTo>
                    <a:pt x="1677076" y="1454853"/>
                    <a:pt x="1676977" y="1452537"/>
                    <a:pt x="1673735" y="1452868"/>
                  </a:cubicBezTo>
                  <a:cubicBezTo>
                    <a:pt x="1672710" y="1453000"/>
                    <a:pt x="1670957" y="1453530"/>
                    <a:pt x="1670924" y="1453926"/>
                  </a:cubicBezTo>
                  <a:cubicBezTo>
                    <a:pt x="1670825" y="1457002"/>
                    <a:pt x="1674033" y="1457730"/>
                    <a:pt x="1675422" y="1459780"/>
                  </a:cubicBezTo>
                  <a:close/>
                  <a:moveTo>
                    <a:pt x="2661657" y="1645981"/>
                  </a:moveTo>
                  <a:cubicBezTo>
                    <a:pt x="2660698" y="1645617"/>
                    <a:pt x="2659738" y="1645055"/>
                    <a:pt x="2658746" y="1644956"/>
                  </a:cubicBezTo>
                  <a:cubicBezTo>
                    <a:pt x="2655505" y="1644658"/>
                    <a:pt x="2655406" y="1646973"/>
                    <a:pt x="2655340" y="1649222"/>
                  </a:cubicBezTo>
                  <a:cubicBezTo>
                    <a:pt x="2655935" y="1650148"/>
                    <a:pt x="2656530" y="1651008"/>
                    <a:pt x="2657126" y="1651901"/>
                  </a:cubicBezTo>
                  <a:cubicBezTo>
                    <a:pt x="2658614" y="1649917"/>
                    <a:pt x="2660135" y="1647932"/>
                    <a:pt x="2661657" y="1645981"/>
                  </a:cubicBezTo>
                  <a:close/>
                  <a:moveTo>
                    <a:pt x="906642" y="1578678"/>
                  </a:moveTo>
                  <a:cubicBezTo>
                    <a:pt x="904459" y="1578314"/>
                    <a:pt x="901880" y="1578148"/>
                    <a:pt x="901648" y="1581191"/>
                  </a:cubicBezTo>
                  <a:cubicBezTo>
                    <a:pt x="901549" y="1582580"/>
                    <a:pt x="902673" y="1584068"/>
                    <a:pt x="903269" y="1585524"/>
                  </a:cubicBezTo>
                  <a:cubicBezTo>
                    <a:pt x="904790" y="1583903"/>
                    <a:pt x="906345" y="1582316"/>
                    <a:pt x="907965" y="1580596"/>
                  </a:cubicBezTo>
                  <a:cubicBezTo>
                    <a:pt x="907601" y="1580034"/>
                    <a:pt x="907204" y="1578777"/>
                    <a:pt x="906642" y="1578678"/>
                  </a:cubicBezTo>
                  <a:close/>
                  <a:moveTo>
                    <a:pt x="1292967" y="768325"/>
                  </a:moveTo>
                  <a:cubicBezTo>
                    <a:pt x="1296208" y="768656"/>
                    <a:pt x="1296274" y="766307"/>
                    <a:pt x="1296340" y="764058"/>
                  </a:cubicBezTo>
                  <a:cubicBezTo>
                    <a:pt x="1295745" y="763132"/>
                    <a:pt x="1295150" y="762273"/>
                    <a:pt x="1294588" y="761380"/>
                  </a:cubicBezTo>
                  <a:cubicBezTo>
                    <a:pt x="1293066" y="763364"/>
                    <a:pt x="1291545" y="765348"/>
                    <a:pt x="1290024" y="767333"/>
                  </a:cubicBezTo>
                  <a:cubicBezTo>
                    <a:pt x="1291016" y="767663"/>
                    <a:pt x="1291942" y="768259"/>
                    <a:pt x="1292967" y="768325"/>
                  </a:cubicBezTo>
                  <a:close/>
                  <a:moveTo>
                    <a:pt x="1027325" y="1589691"/>
                  </a:moveTo>
                  <a:cubicBezTo>
                    <a:pt x="1027325" y="1587310"/>
                    <a:pt x="1026829" y="1585226"/>
                    <a:pt x="1023753" y="1585590"/>
                  </a:cubicBezTo>
                  <a:cubicBezTo>
                    <a:pt x="1022761" y="1585722"/>
                    <a:pt x="1021835" y="1586350"/>
                    <a:pt x="1020876" y="1586747"/>
                  </a:cubicBezTo>
                  <a:cubicBezTo>
                    <a:pt x="1022497" y="1588632"/>
                    <a:pt x="1024084" y="1590518"/>
                    <a:pt x="1025705" y="1592403"/>
                  </a:cubicBezTo>
                  <a:cubicBezTo>
                    <a:pt x="1026234" y="1591510"/>
                    <a:pt x="1026763" y="1590617"/>
                    <a:pt x="1027325" y="1589691"/>
                  </a:cubicBezTo>
                  <a:close/>
                  <a:moveTo>
                    <a:pt x="1407399" y="1435373"/>
                  </a:moveTo>
                  <a:cubicBezTo>
                    <a:pt x="1406473" y="1435935"/>
                    <a:pt x="1405580" y="1436497"/>
                    <a:pt x="1404687" y="1437059"/>
                  </a:cubicBezTo>
                  <a:cubicBezTo>
                    <a:pt x="1406672" y="1438581"/>
                    <a:pt x="1407499" y="1441590"/>
                    <a:pt x="1410508" y="1441623"/>
                  </a:cubicBezTo>
                  <a:cubicBezTo>
                    <a:pt x="1410872" y="1441623"/>
                    <a:pt x="1411467" y="1439837"/>
                    <a:pt x="1411566" y="1438845"/>
                  </a:cubicBezTo>
                  <a:cubicBezTo>
                    <a:pt x="1411930" y="1435637"/>
                    <a:pt x="1409681" y="1435439"/>
                    <a:pt x="1407399" y="1435373"/>
                  </a:cubicBezTo>
                  <a:close/>
                  <a:moveTo>
                    <a:pt x="1806325" y="600811"/>
                  </a:moveTo>
                  <a:cubicBezTo>
                    <a:pt x="1805333" y="600910"/>
                    <a:pt x="1804407" y="601538"/>
                    <a:pt x="1803481" y="601935"/>
                  </a:cubicBezTo>
                  <a:cubicBezTo>
                    <a:pt x="1805068" y="603820"/>
                    <a:pt x="1806656" y="605738"/>
                    <a:pt x="1808276" y="607624"/>
                  </a:cubicBezTo>
                  <a:cubicBezTo>
                    <a:pt x="1808805" y="606698"/>
                    <a:pt x="1809368" y="605805"/>
                    <a:pt x="1809930" y="604879"/>
                  </a:cubicBezTo>
                  <a:cubicBezTo>
                    <a:pt x="1809897" y="602530"/>
                    <a:pt x="1809434" y="600447"/>
                    <a:pt x="1806325" y="600811"/>
                  </a:cubicBezTo>
                  <a:close/>
                  <a:moveTo>
                    <a:pt x="1708660" y="1019150"/>
                  </a:moveTo>
                  <a:cubicBezTo>
                    <a:pt x="1708363" y="1021597"/>
                    <a:pt x="1709090" y="1023516"/>
                    <a:pt x="1712100" y="1023350"/>
                  </a:cubicBezTo>
                  <a:cubicBezTo>
                    <a:pt x="1713092" y="1022920"/>
                    <a:pt x="1714051" y="1022523"/>
                    <a:pt x="1715010" y="1022126"/>
                  </a:cubicBezTo>
                  <a:cubicBezTo>
                    <a:pt x="1713390" y="1020241"/>
                    <a:pt x="1711802" y="1018356"/>
                    <a:pt x="1710182" y="1016471"/>
                  </a:cubicBezTo>
                  <a:cubicBezTo>
                    <a:pt x="1709653" y="1017331"/>
                    <a:pt x="1708760" y="1018191"/>
                    <a:pt x="1708660" y="1019150"/>
                  </a:cubicBezTo>
                  <a:close/>
                  <a:moveTo>
                    <a:pt x="1749373" y="722221"/>
                  </a:moveTo>
                  <a:cubicBezTo>
                    <a:pt x="1749770" y="722221"/>
                    <a:pt x="1750365" y="720435"/>
                    <a:pt x="1750465" y="719476"/>
                  </a:cubicBezTo>
                  <a:cubicBezTo>
                    <a:pt x="1750828" y="716268"/>
                    <a:pt x="1748580" y="716037"/>
                    <a:pt x="1746264" y="715970"/>
                  </a:cubicBezTo>
                  <a:cubicBezTo>
                    <a:pt x="1745338" y="716566"/>
                    <a:pt x="1744478" y="717128"/>
                    <a:pt x="1743585" y="717690"/>
                  </a:cubicBezTo>
                  <a:cubicBezTo>
                    <a:pt x="1745570" y="719179"/>
                    <a:pt x="1746397" y="722221"/>
                    <a:pt x="1749373" y="722221"/>
                  </a:cubicBezTo>
                  <a:close/>
                  <a:moveTo>
                    <a:pt x="1069295" y="1610031"/>
                  </a:moveTo>
                  <a:cubicBezTo>
                    <a:pt x="1066219" y="1609700"/>
                    <a:pt x="1065525" y="1611750"/>
                    <a:pt x="1065822" y="1614165"/>
                  </a:cubicBezTo>
                  <a:cubicBezTo>
                    <a:pt x="1065988" y="1615289"/>
                    <a:pt x="1065921" y="1617770"/>
                    <a:pt x="1068567" y="1615984"/>
                  </a:cubicBezTo>
                  <a:cubicBezTo>
                    <a:pt x="1070320" y="1614826"/>
                    <a:pt x="1072371" y="1614165"/>
                    <a:pt x="1075711" y="1612610"/>
                  </a:cubicBezTo>
                  <a:cubicBezTo>
                    <a:pt x="1071213" y="1610791"/>
                    <a:pt x="1070287" y="1610163"/>
                    <a:pt x="1069295" y="1610031"/>
                  </a:cubicBezTo>
                  <a:close/>
                  <a:moveTo>
                    <a:pt x="1988127" y="494183"/>
                  </a:moveTo>
                  <a:cubicBezTo>
                    <a:pt x="1990111" y="495672"/>
                    <a:pt x="1990938" y="498714"/>
                    <a:pt x="1993947" y="498714"/>
                  </a:cubicBezTo>
                  <a:cubicBezTo>
                    <a:pt x="1994311" y="498714"/>
                    <a:pt x="1994907" y="496962"/>
                    <a:pt x="1995006" y="495969"/>
                  </a:cubicBezTo>
                  <a:cubicBezTo>
                    <a:pt x="1995370" y="492761"/>
                    <a:pt x="1993121" y="492530"/>
                    <a:pt x="1990839" y="492464"/>
                  </a:cubicBezTo>
                  <a:cubicBezTo>
                    <a:pt x="1989913" y="493059"/>
                    <a:pt x="1989020" y="493621"/>
                    <a:pt x="1988127" y="494183"/>
                  </a:cubicBezTo>
                  <a:close/>
                  <a:moveTo>
                    <a:pt x="1559998" y="1522586"/>
                  </a:moveTo>
                  <a:cubicBezTo>
                    <a:pt x="1560560" y="1522487"/>
                    <a:pt x="1560924" y="1521197"/>
                    <a:pt x="1561155" y="1520800"/>
                  </a:cubicBezTo>
                  <a:cubicBezTo>
                    <a:pt x="1559535" y="1519014"/>
                    <a:pt x="1558046" y="1517393"/>
                    <a:pt x="1556558" y="1515773"/>
                  </a:cubicBezTo>
                  <a:cubicBezTo>
                    <a:pt x="1555996" y="1517228"/>
                    <a:pt x="1554871" y="1518716"/>
                    <a:pt x="1554971" y="1520105"/>
                  </a:cubicBezTo>
                  <a:cubicBezTo>
                    <a:pt x="1555235" y="1523115"/>
                    <a:pt x="1557815" y="1522950"/>
                    <a:pt x="1559998" y="1522586"/>
                  </a:cubicBezTo>
                  <a:close/>
                  <a:moveTo>
                    <a:pt x="847177" y="1753071"/>
                  </a:moveTo>
                  <a:cubicBezTo>
                    <a:pt x="847806" y="1752972"/>
                    <a:pt x="848202" y="1751715"/>
                    <a:pt x="848698" y="1750987"/>
                  </a:cubicBezTo>
                  <a:cubicBezTo>
                    <a:pt x="847078" y="1749334"/>
                    <a:pt x="845490" y="1747779"/>
                    <a:pt x="843903" y="1746192"/>
                  </a:cubicBezTo>
                  <a:cubicBezTo>
                    <a:pt x="843308" y="1747614"/>
                    <a:pt x="842183" y="1749102"/>
                    <a:pt x="842249" y="1750491"/>
                  </a:cubicBezTo>
                  <a:cubicBezTo>
                    <a:pt x="842448" y="1753567"/>
                    <a:pt x="845027" y="1753435"/>
                    <a:pt x="847177" y="1753071"/>
                  </a:cubicBezTo>
                  <a:close/>
                  <a:moveTo>
                    <a:pt x="1377501" y="1603085"/>
                  </a:moveTo>
                  <a:cubicBezTo>
                    <a:pt x="1375186" y="1602887"/>
                    <a:pt x="1373037" y="1603185"/>
                    <a:pt x="1373136" y="1606426"/>
                  </a:cubicBezTo>
                  <a:cubicBezTo>
                    <a:pt x="1373202" y="1608112"/>
                    <a:pt x="1373665" y="1610031"/>
                    <a:pt x="1375385" y="1609303"/>
                  </a:cubicBezTo>
                  <a:cubicBezTo>
                    <a:pt x="1377303" y="1608476"/>
                    <a:pt x="1378659" y="1606393"/>
                    <a:pt x="1380313" y="1604838"/>
                  </a:cubicBezTo>
                  <a:cubicBezTo>
                    <a:pt x="1379254" y="1604144"/>
                    <a:pt x="1378427" y="1603185"/>
                    <a:pt x="1377501" y="1603085"/>
                  </a:cubicBezTo>
                  <a:close/>
                  <a:moveTo>
                    <a:pt x="1684120" y="1487760"/>
                  </a:moveTo>
                  <a:cubicBezTo>
                    <a:pt x="1683062" y="1493482"/>
                    <a:pt x="1685410" y="1495797"/>
                    <a:pt x="1691099" y="1494738"/>
                  </a:cubicBezTo>
                  <a:cubicBezTo>
                    <a:pt x="1690272" y="1490935"/>
                    <a:pt x="1687924" y="1488620"/>
                    <a:pt x="1684120" y="1487760"/>
                  </a:cubicBezTo>
                  <a:close/>
                  <a:moveTo>
                    <a:pt x="1761643" y="1281650"/>
                  </a:moveTo>
                  <a:cubicBezTo>
                    <a:pt x="1762602" y="1281550"/>
                    <a:pt x="1763462" y="1280657"/>
                    <a:pt x="1764719" y="1279897"/>
                  </a:cubicBezTo>
                  <a:cubicBezTo>
                    <a:pt x="1762602" y="1278309"/>
                    <a:pt x="1760651" y="1276821"/>
                    <a:pt x="1758667" y="1275300"/>
                  </a:cubicBezTo>
                  <a:cubicBezTo>
                    <a:pt x="1758270" y="1276259"/>
                    <a:pt x="1757641" y="1277185"/>
                    <a:pt x="1757542" y="1278177"/>
                  </a:cubicBezTo>
                  <a:cubicBezTo>
                    <a:pt x="1757178" y="1281253"/>
                    <a:pt x="1759229" y="1281914"/>
                    <a:pt x="1761643" y="1281650"/>
                  </a:cubicBezTo>
                  <a:close/>
                  <a:moveTo>
                    <a:pt x="1863508" y="1278938"/>
                  </a:moveTo>
                  <a:cubicBezTo>
                    <a:pt x="1861490" y="1279169"/>
                    <a:pt x="1862284" y="1281815"/>
                    <a:pt x="1862350" y="1283369"/>
                  </a:cubicBezTo>
                  <a:cubicBezTo>
                    <a:pt x="1862450" y="1285188"/>
                    <a:pt x="1861127" y="1288330"/>
                    <a:pt x="1864566" y="1288000"/>
                  </a:cubicBezTo>
                  <a:cubicBezTo>
                    <a:pt x="1866584" y="1287801"/>
                    <a:pt x="1865558" y="1285155"/>
                    <a:pt x="1865856" y="1283138"/>
                  </a:cubicBezTo>
                  <a:cubicBezTo>
                    <a:pt x="1865128" y="1281914"/>
                    <a:pt x="1867113" y="1278574"/>
                    <a:pt x="1863508" y="1278938"/>
                  </a:cubicBezTo>
                  <a:close/>
                  <a:moveTo>
                    <a:pt x="988895" y="230658"/>
                  </a:moveTo>
                  <a:cubicBezTo>
                    <a:pt x="988531" y="229633"/>
                    <a:pt x="988134" y="227847"/>
                    <a:pt x="987770" y="227847"/>
                  </a:cubicBezTo>
                  <a:cubicBezTo>
                    <a:pt x="984760" y="227880"/>
                    <a:pt x="983934" y="230890"/>
                    <a:pt x="981949" y="232378"/>
                  </a:cubicBezTo>
                  <a:cubicBezTo>
                    <a:pt x="982842" y="232940"/>
                    <a:pt x="983702" y="233900"/>
                    <a:pt x="984628" y="233999"/>
                  </a:cubicBezTo>
                  <a:cubicBezTo>
                    <a:pt x="986976" y="234263"/>
                    <a:pt x="989093" y="233767"/>
                    <a:pt x="988895" y="230658"/>
                  </a:cubicBezTo>
                  <a:close/>
                  <a:moveTo>
                    <a:pt x="1324254" y="869726"/>
                  </a:moveTo>
                  <a:cubicBezTo>
                    <a:pt x="1324122" y="868734"/>
                    <a:pt x="1323593" y="866948"/>
                    <a:pt x="1323196" y="866948"/>
                  </a:cubicBezTo>
                  <a:cubicBezTo>
                    <a:pt x="1320120" y="866849"/>
                    <a:pt x="1319392" y="870024"/>
                    <a:pt x="1317342" y="871413"/>
                  </a:cubicBezTo>
                  <a:cubicBezTo>
                    <a:pt x="1318202" y="872008"/>
                    <a:pt x="1319095" y="872571"/>
                    <a:pt x="1320219" y="873298"/>
                  </a:cubicBezTo>
                  <a:cubicBezTo>
                    <a:pt x="1322104" y="872901"/>
                    <a:pt x="1324651" y="873067"/>
                    <a:pt x="1324254" y="869726"/>
                  </a:cubicBezTo>
                  <a:close/>
                  <a:moveTo>
                    <a:pt x="576575" y="2189733"/>
                  </a:moveTo>
                  <a:cubicBezTo>
                    <a:pt x="575582" y="2189865"/>
                    <a:pt x="574656" y="2190493"/>
                    <a:pt x="573697" y="2190890"/>
                  </a:cubicBezTo>
                  <a:cubicBezTo>
                    <a:pt x="575318" y="2192776"/>
                    <a:pt x="576905" y="2194661"/>
                    <a:pt x="578493" y="2196546"/>
                  </a:cubicBezTo>
                  <a:cubicBezTo>
                    <a:pt x="579055" y="2195653"/>
                    <a:pt x="579584" y="2194760"/>
                    <a:pt x="580146" y="2193834"/>
                  </a:cubicBezTo>
                  <a:cubicBezTo>
                    <a:pt x="580146" y="2191453"/>
                    <a:pt x="579650" y="2189369"/>
                    <a:pt x="576575" y="2189733"/>
                  </a:cubicBezTo>
                  <a:close/>
                  <a:moveTo>
                    <a:pt x="1392318" y="2336147"/>
                  </a:moveTo>
                  <a:cubicBezTo>
                    <a:pt x="1390731" y="2338230"/>
                    <a:pt x="1389242" y="2340181"/>
                    <a:pt x="1387721" y="2342166"/>
                  </a:cubicBezTo>
                  <a:cubicBezTo>
                    <a:pt x="1388680" y="2342563"/>
                    <a:pt x="1389606" y="2343191"/>
                    <a:pt x="1390598" y="2343290"/>
                  </a:cubicBezTo>
                  <a:cubicBezTo>
                    <a:pt x="1393674" y="2343654"/>
                    <a:pt x="1394335" y="2341604"/>
                    <a:pt x="1394071" y="2339189"/>
                  </a:cubicBezTo>
                  <a:cubicBezTo>
                    <a:pt x="1393972" y="2338230"/>
                    <a:pt x="1393079" y="2337403"/>
                    <a:pt x="1392318" y="2336147"/>
                  </a:cubicBezTo>
                  <a:close/>
                  <a:moveTo>
                    <a:pt x="915671" y="1201382"/>
                  </a:moveTo>
                  <a:cubicBezTo>
                    <a:pt x="914679" y="1201745"/>
                    <a:pt x="913687" y="1202109"/>
                    <a:pt x="912728" y="1202473"/>
                  </a:cubicBezTo>
                  <a:cubicBezTo>
                    <a:pt x="914249" y="1204457"/>
                    <a:pt x="915737" y="1206409"/>
                    <a:pt x="917259" y="1208393"/>
                  </a:cubicBezTo>
                  <a:cubicBezTo>
                    <a:pt x="917854" y="1207500"/>
                    <a:pt x="918846" y="1206673"/>
                    <a:pt x="918945" y="1205747"/>
                  </a:cubicBezTo>
                  <a:cubicBezTo>
                    <a:pt x="919177" y="1203465"/>
                    <a:pt x="918846" y="1201249"/>
                    <a:pt x="915671" y="1201382"/>
                  </a:cubicBezTo>
                  <a:close/>
                  <a:moveTo>
                    <a:pt x="428143" y="1239812"/>
                  </a:moveTo>
                  <a:cubicBezTo>
                    <a:pt x="428871" y="1238423"/>
                    <a:pt x="429598" y="1237034"/>
                    <a:pt x="429797" y="1236637"/>
                  </a:cubicBezTo>
                  <a:cubicBezTo>
                    <a:pt x="429830" y="1235943"/>
                    <a:pt x="429863" y="1235315"/>
                    <a:pt x="429896" y="1234719"/>
                  </a:cubicBezTo>
                  <a:cubicBezTo>
                    <a:pt x="428739" y="1234388"/>
                    <a:pt x="427614" y="1234091"/>
                    <a:pt x="426490" y="1233760"/>
                  </a:cubicBezTo>
                  <a:cubicBezTo>
                    <a:pt x="426225" y="1235910"/>
                    <a:pt x="425927" y="1238291"/>
                    <a:pt x="428143" y="1239812"/>
                  </a:cubicBezTo>
                  <a:close/>
                  <a:moveTo>
                    <a:pt x="1594824" y="1278144"/>
                  </a:moveTo>
                  <a:cubicBezTo>
                    <a:pt x="1595452" y="1278045"/>
                    <a:pt x="1595849" y="1276788"/>
                    <a:pt x="1596345" y="1276060"/>
                  </a:cubicBezTo>
                  <a:cubicBezTo>
                    <a:pt x="1594691" y="1274407"/>
                    <a:pt x="1593137" y="1272819"/>
                    <a:pt x="1591549" y="1271265"/>
                  </a:cubicBezTo>
                  <a:cubicBezTo>
                    <a:pt x="1590954" y="1272687"/>
                    <a:pt x="1589830" y="1274142"/>
                    <a:pt x="1589896" y="1275564"/>
                  </a:cubicBezTo>
                  <a:cubicBezTo>
                    <a:pt x="1590094" y="1278607"/>
                    <a:pt x="1592674" y="1278508"/>
                    <a:pt x="1594824" y="1278144"/>
                  </a:cubicBezTo>
                  <a:close/>
                  <a:moveTo>
                    <a:pt x="279580" y="1232040"/>
                  </a:moveTo>
                  <a:cubicBezTo>
                    <a:pt x="279514" y="1231114"/>
                    <a:pt x="278521" y="1230254"/>
                    <a:pt x="277959" y="1229361"/>
                  </a:cubicBezTo>
                  <a:cubicBezTo>
                    <a:pt x="276570" y="1231445"/>
                    <a:pt x="273362" y="1232173"/>
                    <a:pt x="273494" y="1235248"/>
                  </a:cubicBezTo>
                  <a:cubicBezTo>
                    <a:pt x="273494" y="1235645"/>
                    <a:pt x="275280" y="1235976"/>
                    <a:pt x="276305" y="1236340"/>
                  </a:cubicBezTo>
                  <a:cubicBezTo>
                    <a:pt x="279447" y="1236538"/>
                    <a:pt x="279811" y="1234355"/>
                    <a:pt x="279580" y="1232040"/>
                  </a:cubicBezTo>
                  <a:close/>
                  <a:moveTo>
                    <a:pt x="2276853" y="1306719"/>
                  </a:moveTo>
                  <a:cubicBezTo>
                    <a:pt x="2274968" y="1308340"/>
                    <a:pt x="2273083" y="1309927"/>
                    <a:pt x="2271198" y="1311548"/>
                  </a:cubicBezTo>
                  <a:cubicBezTo>
                    <a:pt x="2272091" y="1312077"/>
                    <a:pt x="2272951" y="1312970"/>
                    <a:pt x="2273877" y="1313102"/>
                  </a:cubicBezTo>
                  <a:cubicBezTo>
                    <a:pt x="2276324" y="1313367"/>
                    <a:pt x="2278242" y="1312639"/>
                    <a:pt x="2278077" y="1309629"/>
                  </a:cubicBezTo>
                  <a:cubicBezTo>
                    <a:pt x="2277647" y="1308637"/>
                    <a:pt x="2277250" y="1307678"/>
                    <a:pt x="2276853" y="1306719"/>
                  </a:cubicBezTo>
                  <a:close/>
                  <a:moveTo>
                    <a:pt x="1949795" y="230559"/>
                  </a:moveTo>
                  <a:cubicBezTo>
                    <a:pt x="1948803" y="230923"/>
                    <a:pt x="1947811" y="231287"/>
                    <a:pt x="1946852" y="231651"/>
                  </a:cubicBezTo>
                  <a:cubicBezTo>
                    <a:pt x="1948373" y="233602"/>
                    <a:pt x="1949861" y="235586"/>
                    <a:pt x="1951383" y="237571"/>
                  </a:cubicBezTo>
                  <a:cubicBezTo>
                    <a:pt x="1951978" y="236711"/>
                    <a:pt x="1952970" y="235851"/>
                    <a:pt x="1953069" y="234925"/>
                  </a:cubicBezTo>
                  <a:cubicBezTo>
                    <a:pt x="1953301" y="232643"/>
                    <a:pt x="1952970" y="230427"/>
                    <a:pt x="1949795" y="230559"/>
                  </a:cubicBezTo>
                  <a:close/>
                  <a:moveTo>
                    <a:pt x="1269155" y="240977"/>
                  </a:moveTo>
                  <a:cubicBezTo>
                    <a:pt x="1270081" y="240878"/>
                    <a:pt x="1270907" y="239952"/>
                    <a:pt x="1272131" y="239191"/>
                  </a:cubicBezTo>
                  <a:cubicBezTo>
                    <a:pt x="1270444" y="237637"/>
                    <a:pt x="1269055" y="235619"/>
                    <a:pt x="1267137" y="234793"/>
                  </a:cubicBezTo>
                  <a:cubicBezTo>
                    <a:pt x="1265351" y="234032"/>
                    <a:pt x="1264921" y="235917"/>
                    <a:pt x="1264855" y="237604"/>
                  </a:cubicBezTo>
                  <a:cubicBezTo>
                    <a:pt x="1264723" y="240779"/>
                    <a:pt x="1266806" y="241209"/>
                    <a:pt x="1269155" y="240977"/>
                  </a:cubicBezTo>
                  <a:close/>
                  <a:moveTo>
                    <a:pt x="1577559" y="1246791"/>
                  </a:moveTo>
                  <a:cubicBezTo>
                    <a:pt x="1576997" y="1248246"/>
                    <a:pt x="1575840" y="1249701"/>
                    <a:pt x="1575939" y="1251090"/>
                  </a:cubicBezTo>
                  <a:cubicBezTo>
                    <a:pt x="1576104" y="1254166"/>
                    <a:pt x="1578684" y="1254067"/>
                    <a:pt x="1580867" y="1253703"/>
                  </a:cubicBezTo>
                  <a:cubicBezTo>
                    <a:pt x="1581462" y="1253604"/>
                    <a:pt x="1581892" y="1252314"/>
                    <a:pt x="1582388" y="1251619"/>
                  </a:cubicBezTo>
                  <a:cubicBezTo>
                    <a:pt x="1580734" y="1249966"/>
                    <a:pt x="1579147" y="1248378"/>
                    <a:pt x="1577559" y="1246791"/>
                  </a:cubicBezTo>
                  <a:close/>
                  <a:moveTo>
                    <a:pt x="1432502" y="2573147"/>
                  </a:moveTo>
                  <a:cubicBezTo>
                    <a:pt x="1432402" y="2572221"/>
                    <a:pt x="1431509" y="2571361"/>
                    <a:pt x="1430749" y="2570104"/>
                  </a:cubicBezTo>
                  <a:cubicBezTo>
                    <a:pt x="1429161" y="2572188"/>
                    <a:pt x="1427673" y="2574172"/>
                    <a:pt x="1426152" y="2576124"/>
                  </a:cubicBezTo>
                  <a:cubicBezTo>
                    <a:pt x="1427111" y="2576521"/>
                    <a:pt x="1428037" y="2577182"/>
                    <a:pt x="1429029" y="2577281"/>
                  </a:cubicBezTo>
                  <a:cubicBezTo>
                    <a:pt x="1432105" y="2577645"/>
                    <a:pt x="1432766" y="2575595"/>
                    <a:pt x="1432502" y="2573147"/>
                  </a:cubicBezTo>
                  <a:close/>
                  <a:moveTo>
                    <a:pt x="1179858" y="1062277"/>
                  </a:moveTo>
                  <a:cubicBezTo>
                    <a:pt x="1177972" y="1063898"/>
                    <a:pt x="1176087" y="1065485"/>
                    <a:pt x="1174169" y="1067106"/>
                  </a:cubicBezTo>
                  <a:cubicBezTo>
                    <a:pt x="1175095" y="1067635"/>
                    <a:pt x="1175922" y="1068528"/>
                    <a:pt x="1176881" y="1068627"/>
                  </a:cubicBezTo>
                  <a:cubicBezTo>
                    <a:pt x="1179295" y="1068925"/>
                    <a:pt x="1181247" y="1068197"/>
                    <a:pt x="1181048" y="1065187"/>
                  </a:cubicBezTo>
                  <a:cubicBezTo>
                    <a:pt x="1180651" y="1064195"/>
                    <a:pt x="1180255" y="1063236"/>
                    <a:pt x="1179858" y="1062277"/>
                  </a:cubicBezTo>
                  <a:close/>
                  <a:moveTo>
                    <a:pt x="1093041" y="1238820"/>
                  </a:moveTo>
                  <a:cubicBezTo>
                    <a:pt x="1094761" y="1237663"/>
                    <a:pt x="1096845" y="1237001"/>
                    <a:pt x="1100152" y="1235480"/>
                  </a:cubicBezTo>
                  <a:cubicBezTo>
                    <a:pt x="1095687" y="1233628"/>
                    <a:pt x="1094761" y="1232999"/>
                    <a:pt x="1093769" y="1232867"/>
                  </a:cubicBezTo>
                  <a:cubicBezTo>
                    <a:pt x="1090693" y="1232536"/>
                    <a:pt x="1089965" y="1234587"/>
                    <a:pt x="1090296" y="1237001"/>
                  </a:cubicBezTo>
                  <a:cubicBezTo>
                    <a:pt x="1090428" y="1238126"/>
                    <a:pt x="1090362" y="1240606"/>
                    <a:pt x="1093041" y="1238820"/>
                  </a:cubicBezTo>
                  <a:close/>
                  <a:moveTo>
                    <a:pt x="1121682" y="1238986"/>
                  </a:moveTo>
                  <a:cubicBezTo>
                    <a:pt x="1121054" y="1238093"/>
                    <a:pt x="1120492" y="1237200"/>
                    <a:pt x="1119896" y="1236340"/>
                  </a:cubicBezTo>
                  <a:cubicBezTo>
                    <a:pt x="1118375" y="1238324"/>
                    <a:pt x="1116854" y="1240275"/>
                    <a:pt x="1115365" y="1242260"/>
                  </a:cubicBezTo>
                  <a:cubicBezTo>
                    <a:pt x="1116325" y="1242624"/>
                    <a:pt x="1117284" y="1243186"/>
                    <a:pt x="1118276" y="1243285"/>
                  </a:cubicBezTo>
                  <a:cubicBezTo>
                    <a:pt x="1121517" y="1243583"/>
                    <a:pt x="1121583" y="1241235"/>
                    <a:pt x="1121682" y="1238986"/>
                  </a:cubicBezTo>
                  <a:close/>
                  <a:moveTo>
                    <a:pt x="1974170" y="171888"/>
                  </a:moveTo>
                  <a:cubicBezTo>
                    <a:pt x="1974335" y="173012"/>
                    <a:pt x="1974269" y="175493"/>
                    <a:pt x="1976948" y="173707"/>
                  </a:cubicBezTo>
                  <a:cubicBezTo>
                    <a:pt x="1978668" y="172549"/>
                    <a:pt x="1980718" y="171888"/>
                    <a:pt x="1984059" y="170367"/>
                  </a:cubicBezTo>
                  <a:cubicBezTo>
                    <a:pt x="1979561" y="168514"/>
                    <a:pt x="1978635" y="167886"/>
                    <a:pt x="1977643" y="167754"/>
                  </a:cubicBezTo>
                  <a:cubicBezTo>
                    <a:pt x="1974600" y="167423"/>
                    <a:pt x="1973872" y="169474"/>
                    <a:pt x="1974170" y="171888"/>
                  </a:cubicBezTo>
                  <a:close/>
                  <a:moveTo>
                    <a:pt x="1337152" y="2237788"/>
                  </a:moveTo>
                  <a:cubicBezTo>
                    <a:pt x="1337549" y="2237788"/>
                    <a:pt x="1337913" y="2236002"/>
                    <a:pt x="1338277" y="2234977"/>
                  </a:cubicBezTo>
                  <a:cubicBezTo>
                    <a:pt x="1338442" y="2231802"/>
                    <a:pt x="1336259" y="2231438"/>
                    <a:pt x="1333944" y="2231669"/>
                  </a:cubicBezTo>
                  <a:cubicBezTo>
                    <a:pt x="1333018" y="2231768"/>
                    <a:pt x="1332191" y="2232728"/>
                    <a:pt x="1331299" y="2233323"/>
                  </a:cubicBezTo>
                  <a:cubicBezTo>
                    <a:pt x="1333349" y="2234712"/>
                    <a:pt x="1334110" y="2237887"/>
                    <a:pt x="1337152" y="2237788"/>
                  </a:cubicBezTo>
                  <a:close/>
                  <a:moveTo>
                    <a:pt x="522368" y="2238482"/>
                  </a:moveTo>
                  <a:cubicBezTo>
                    <a:pt x="522930" y="2238383"/>
                    <a:pt x="523294" y="2237093"/>
                    <a:pt x="523559" y="2236696"/>
                  </a:cubicBezTo>
                  <a:cubicBezTo>
                    <a:pt x="521905" y="2234910"/>
                    <a:pt x="520417" y="2233290"/>
                    <a:pt x="518928" y="2231669"/>
                  </a:cubicBezTo>
                  <a:cubicBezTo>
                    <a:pt x="518366" y="2233091"/>
                    <a:pt x="517242" y="2234613"/>
                    <a:pt x="517374" y="2236002"/>
                  </a:cubicBezTo>
                  <a:cubicBezTo>
                    <a:pt x="517639" y="2239011"/>
                    <a:pt x="520218" y="2238846"/>
                    <a:pt x="522368" y="2238482"/>
                  </a:cubicBezTo>
                  <a:close/>
                  <a:moveTo>
                    <a:pt x="1051799" y="1253968"/>
                  </a:moveTo>
                  <a:cubicBezTo>
                    <a:pt x="1051435" y="1252942"/>
                    <a:pt x="1051072" y="1251950"/>
                    <a:pt x="1050708" y="1250991"/>
                  </a:cubicBezTo>
                  <a:cubicBezTo>
                    <a:pt x="1048724" y="1252512"/>
                    <a:pt x="1046772" y="1254034"/>
                    <a:pt x="1044788" y="1255522"/>
                  </a:cubicBezTo>
                  <a:cubicBezTo>
                    <a:pt x="1045648" y="1256117"/>
                    <a:pt x="1046508" y="1257110"/>
                    <a:pt x="1047434" y="1257209"/>
                  </a:cubicBezTo>
                  <a:cubicBezTo>
                    <a:pt x="1049716" y="1257440"/>
                    <a:pt x="1051932" y="1257110"/>
                    <a:pt x="1051799" y="1253968"/>
                  </a:cubicBezTo>
                  <a:close/>
                  <a:moveTo>
                    <a:pt x="1125155" y="865328"/>
                  </a:moveTo>
                  <a:cubicBezTo>
                    <a:pt x="1125155" y="864832"/>
                    <a:pt x="1125221" y="862814"/>
                    <a:pt x="1125122" y="862814"/>
                  </a:cubicBezTo>
                  <a:cubicBezTo>
                    <a:pt x="1121848" y="862450"/>
                    <a:pt x="1120525" y="865394"/>
                    <a:pt x="1119003" y="867312"/>
                  </a:cubicBezTo>
                  <a:cubicBezTo>
                    <a:pt x="1117681" y="869032"/>
                    <a:pt x="1119830" y="869528"/>
                    <a:pt x="1121319" y="869627"/>
                  </a:cubicBezTo>
                  <a:cubicBezTo>
                    <a:pt x="1123931" y="869826"/>
                    <a:pt x="1125254" y="868602"/>
                    <a:pt x="1125155" y="865328"/>
                  </a:cubicBezTo>
                  <a:close/>
                  <a:moveTo>
                    <a:pt x="985389" y="1353980"/>
                  </a:moveTo>
                  <a:cubicBezTo>
                    <a:pt x="984727" y="1352459"/>
                    <a:pt x="982214" y="1351070"/>
                    <a:pt x="982181" y="1351599"/>
                  </a:cubicBezTo>
                  <a:cubicBezTo>
                    <a:pt x="981982" y="1354278"/>
                    <a:pt x="979039" y="1354906"/>
                    <a:pt x="978741" y="1356725"/>
                  </a:cubicBezTo>
                  <a:cubicBezTo>
                    <a:pt x="978510" y="1358015"/>
                    <a:pt x="980692" y="1358710"/>
                    <a:pt x="982412" y="1358577"/>
                  </a:cubicBezTo>
                  <a:cubicBezTo>
                    <a:pt x="985422" y="1358313"/>
                    <a:pt x="985455" y="1356196"/>
                    <a:pt x="985389" y="1353980"/>
                  </a:cubicBezTo>
                  <a:close/>
                  <a:moveTo>
                    <a:pt x="1514688" y="1351566"/>
                  </a:moveTo>
                  <a:cubicBezTo>
                    <a:pt x="1513166" y="1353550"/>
                    <a:pt x="1511645" y="1355535"/>
                    <a:pt x="1510124" y="1357486"/>
                  </a:cubicBezTo>
                  <a:cubicBezTo>
                    <a:pt x="1511116" y="1357850"/>
                    <a:pt x="1512075" y="1358412"/>
                    <a:pt x="1513067" y="1358511"/>
                  </a:cubicBezTo>
                  <a:cubicBezTo>
                    <a:pt x="1516308" y="1358809"/>
                    <a:pt x="1516375" y="1356494"/>
                    <a:pt x="1516474" y="1354212"/>
                  </a:cubicBezTo>
                  <a:cubicBezTo>
                    <a:pt x="1515845" y="1353319"/>
                    <a:pt x="1515283" y="1352459"/>
                    <a:pt x="1514688" y="1351566"/>
                  </a:cubicBezTo>
                  <a:close/>
                  <a:moveTo>
                    <a:pt x="1611658" y="1225790"/>
                  </a:moveTo>
                  <a:cubicBezTo>
                    <a:pt x="1613807" y="1226021"/>
                    <a:pt x="1616189" y="1226352"/>
                    <a:pt x="1617743" y="1224103"/>
                  </a:cubicBezTo>
                  <a:cubicBezTo>
                    <a:pt x="1616354" y="1223408"/>
                    <a:pt x="1614965" y="1222681"/>
                    <a:pt x="1614337" y="1222350"/>
                  </a:cubicBezTo>
                  <a:cubicBezTo>
                    <a:pt x="1611162" y="1222383"/>
                    <a:pt x="1608813" y="1221854"/>
                    <a:pt x="1607259" y="1224103"/>
                  </a:cubicBezTo>
                  <a:cubicBezTo>
                    <a:pt x="1608714" y="1224698"/>
                    <a:pt x="1610136" y="1225591"/>
                    <a:pt x="1611658" y="1225790"/>
                  </a:cubicBezTo>
                  <a:close/>
                  <a:moveTo>
                    <a:pt x="1450030" y="904552"/>
                  </a:moveTo>
                  <a:cubicBezTo>
                    <a:pt x="1446822" y="904420"/>
                    <a:pt x="1446392" y="906504"/>
                    <a:pt x="1446624" y="908819"/>
                  </a:cubicBezTo>
                  <a:cubicBezTo>
                    <a:pt x="1446723" y="909745"/>
                    <a:pt x="1447682" y="910605"/>
                    <a:pt x="1448443" y="911828"/>
                  </a:cubicBezTo>
                  <a:cubicBezTo>
                    <a:pt x="1449997" y="910142"/>
                    <a:pt x="1452015" y="908719"/>
                    <a:pt x="1452841" y="906834"/>
                  </a:cubicBezTo>
                  <a:cubicBezTo>
                    <a:pt x="1453602" y="905015"/>
                    <a:pt x="1451717" y="904585"/>
                    <a:pt x="1450030" y="904552"/>
                  </a:cubicBezTo>
                  <a:close/>
                  <a:moveTo>
                    <a:pt x="1052626" y="1080335"/>
                  </a:moveTo>
                  <a:cubicBezTo>
                    <a:pt x="1051303" y="1082055"/>
                    <a:pt x="1053453" y="1082551"/>
                    <a:pt x="1054941" y="1082683"/>
                  </a:cubicBezTo>
                  <a:cubicBezTo>
                    <a:pt x="1057554" y="1082848"/>
                    <a:pt x="1058877" y="1081625"/>
                    <a:pt x="1058745" y="1078350"/>
                  </a:cubicBezTo>
                  <a:cubicBezTo>
                    <a:pt x="1058745" y="1077854"/>
                    <a:pt x="1058844" y="1075837"/>
                    <a:pt x="1058745" y="1075837"/>
                  </a:cubicBezTo>
                  <a:cubicBezTo>
                    <a:pt x="1055470" y="1075506"/>
                    <a:pt x="1054147" y="1078417"/>
                    <a:pt x="1052626" y="1080335"/>
                  </a:cubicBezTo>
                  <a:close/>
                  <a:moveTo>
                    <a:pt x="1125089" y="398239"/>
                  </a:moveTo>
                  <a:cubicBezTo>
                    <a:pt x="1124097" y="398371"/>
                    <a:pt x="1123171" y="399000"/>
                    <a:pt x="1122212" y="399396"/>
                  </a:cubicBezTo>
                  <a:cubicBezTo>
                    <a:pt x="1123799" y="401282"/>
                    <a:pt x="1125420" y="403167"/>
                    <a:pt x="1127007" y="405052"/>
                  </a:cubicBezTo>
                  <a:cubicBezTo>
                    <a:pt x="1127569" y="404159"/>
                    <a:pt x="1128099" y="403266"/>
                    <a:pt x="1128661" y="402340"/>
                  </a:cubicBezTo>
                  <a:cubicBezTo>
                    <a:pt x="1128661" y="399959"/>
                    <a:pt x="1128165" y="397908"/>
                    <a:pt x="1125089" y="398239"/>
                  </a:cubicBezTo>
                  <a:close/>
                  <a:moveTo>
                    <a:pt x="1195104" y="941032"/>
                  </a:moveTo>
                  <a:cubicBezTo>
                    <a:pt x="1195203" y="941660"/>
                    <a:pt x="1196493" y="942057"/>
                    <a:pt x="1197188" y="942553"/>
                  </a:cubicBezTo>
                  <a:cubicBezTo>
                    <a:pt x="1198841" y="940899"/>
                    <a:pt x="1200429" y="939312"/>
                    <a:pt x="1202016" y="937757"/>
                  </a:cubicBezTo>
                  <a:cubicBezTo>
                    <a:pt x="1200561" y="937162"/>
                    <a:pt x="1199106" y="936038"/>
                    <a:pt x="1197717" y="936104"/>
                  </a:cubicBezTo>
                  <a:cubicBezTo>
                    <a:pt x="1194641" y="936302"/>
                    <a:pt x="1194740" y="938882"/>
                    <a:pt x="1195104" y="941032"/>
                  </a:cubicBezTo>
                  <a:close/>
                  <a:moveTo>
                    <a:pt x="2174426" y="377800"/>
                  </a:moveTo>
                  <a:cubicBezTo>
                    <a:pt x="2174030" y="378759"/>
                    <a:pt x="2173401" y="379685"/>
                    <a:pt x="2173269" y="380677"/>
                  </a:cubicBezTo>
                  <a:cubicBezTo>
                    <a:pt x="2173269" y="380810"/>
                    <a:pt x="2173302" y="380876"/>
                    <a:pt x="2173302" y="380975"/>
                  </a:cubicBezTo>
                  <a:cubicBezTo>
                    <a:pt x="2173963" y="380148"/>
                    <a:pt x="2174625" y="379321"/>
                    <a:pt x="2175319" y="378494"/>
                  </a:cubicBezTo>
                  <a:cubicBezTo>
                    <a:pt x="2175022" y="378263"/>
                    <a:pt x="2174724" y="378031"/>
                    <a:pt x="2174426" y="377800"/>
                  </a:cubicBezTo>
                  <a:close/>
                  <a:moveTo>
                    <a:pt x="1457108" y="1904115"/>
                  </a:moveTo>
                  <a:cubicBezTo>
                    <a:pt x="1457141" y="1904380"/>
                    <a:pt x="1457372" y="1904677"/>
                    <a:pt x="1457505" y="1904975"/>
                  </a:cubicBezTo>
                  <a:cubicBezTo>
                    <a:pt x="1457670" y="1903520"/>
                    <a:pt x="1457835" y="1902065"/>
                    <a:pt x="1458001" y="1900609"/>
                  </a:cubicBezTo>
                  <a:cubicBezTo>
                    <a:pt x="1457174" y="1901403"/>
                    <a:pt x="1456976" y="1902660"/>
                    <a:pt x="1457108" y="1904115"/>
                  </a:cubicBezTo>
                  <a:close/>
                  <a:moveTo>
                    <a:pt x="726064" y="1899915"/>
                  </a:moveTo>
                  <a:cubicBezTo>
                    <a:pt x="725138" y="1900014"/>
                    <a:pt x="724278" y="1900973"/>
                    <a:pt x="723385" y="1901568"/>
                  </a:cubicBezTo>
                  <a:cubicBezTo>
                    <a:pt x="725469" y="1902957"/>
                    <a:pt x="726196" y="1906132"/>
                    <a:pt x="729272" y="1906033"/>
                  </a:cubicBezTo>
                  <a:cubicBezTo>
                    <a:pt x="729669" y="1906033"/>
                    <a:pt x="730000" y="1904247"/>
                    <a:pt x="730397" y="1903189"/>
                  </a:cubicBezTo>
                  <a:cubicBezTo>
                    <a:pt x="730562" y="1900080"/>
                    <a:pt x="728379" y="1899683"/>
                    <a:pt x="726064" y="1899915"/>
                  </a:cubicBezTo>
                  <a:close/>
                  <a:moveTo>
                    <a:pt x="1358121" y="90099"/>
                  </a:moveTo>
                  <a:cubicBezTo>
                    <a:pt x="1358518" y="90099"/>
                    <a:pt x="1358848" y="88313"/>
                    <a:pt x="1359344" y="87023"/>
                  </a:cubicBezTo>
                  <a:cubicBezTo>
                    <a:pt x="1359278" y="84311"/>
                    <a:pt x="1357294" y="83682"/>
                    <a:pt x="1354913" y="83980"/>
                  </a:cubicBezTo>
                  <a:cubicBezTo>
                    <a:pt x="1353987" y="84112"/>
                    <a:pt x="1353160" y="85071"/>
                    <a:pt x="1352267" y="85634"/>
                  </a:cubicBezTo>
                  <a:cubicBezTo>
                    <a:pt x="1354317" y="87023"/>
                    <a:pt x="1355078" y="90231"/>
                    <a:pt x="1358121" y="90099"/>
                  </a:cubicBezTo>
                  <a:close/>
                  <a:moveTo>
                    <a:pt x="1195005" y="858052"/>
                  </a:moveTo>
                  <a:cubicBezTo>
                    <a:pt x="1194410" y="857291"/>
                    <a:pt x="1193781" y="856563"/>
                    <a:pt x="1193153" y="855803"/>
                  </a:cubicBezTo>
                  <a:cubicBezTo>
                    <a:pt x="1191433" y="857456"/>
                    <a:pt x="1189713" y="859143"/>
                    <a:pt x="1188027" y="860797"/>
                  </a:cubicBezTo>
                  <a:cubicBezTo>
                    <a:pt x="1189383" y="861425"/>
                    <a:pt x="1190706" y="862517"/>
                    <a:pt x="1192095" y="862550"/>
                  </a:cubicBezTo>
                  <a:cubicBezTo>
                    <a:pt x="1195071" y="862649"/>
                    <a:pt x="1195071" y="860268"/>
                    <a:pt x="1195005" y="858052"/>
                  </a:cubicBezTo>
                  <a:close/>
                  <a:moveTo>
                    <a:pt x="1152242" y="1899749"/>
                  </a:moveTo>
                  <a:cubicBezTo>
                    <a:pt x="1154524" y="1900014"/>
                    <a:pt x="1156740" y="1899683"/>
                    <a:pt x="1156607" y="1896508"/>
                  </a:cubicBezTo>
                  <a:cubicBezTo>
                    <a:pt x="1156244" y="1895483"/>
                    <a:pt x="1155880" y="1894524"/>
                    <a:pt x="1155516" y="1893532"/>
                  </a:cubicBezTo>
                  <a:cubicBezTo>
                    <a:pt x="1153532" y="1895053"/>
                    <a:pt x="1151580" y="1896574"/>
                    <a:pt x="1149596" y="1898096"/>
                  </a:cubicBezTo>
                  <a:cubicBezTo>
                    <a:pt x="1150456" y="1898691"/>
                    <a:pt x="1151316" y="1899683"/>
                    <a:pt x="1152242" y="1899749"/>
                  </a:cubicBezTo>
                  <a:close/>
                  <a:moveTo>
                    <a:pt x="1705089" y="1329539"/>
                  </a:moveTo>
                  <a:cubicBezTo>
                    <a:pt x="1704427" y="1328018"/>
                    <a:pt x="1701914" y="1326629"/>
                    <a:pt x="1701881" y="1327158"/>
                  </a:cubicBezTo>
                  <a:cubicBezTo>
                    <a:pt x="1701682" y="1329804"/>
                    <a:pt x="1698739" y="1330465"/>
                    <a:pt x="1698441" y="1332284"/>
                  </a:cubicBezTo>
                  <a:cubicBezTo>
                    <a:pt x="1698209" y="1333541"/>
                    <a:pt x="1700392" y="1334269"/>
                    <a:pt x="1702112" y="1334136"/>
                  </a:cubicBezTo>
                  <a:cubicBezTo>
                    <a:pt x="1705122" y="1333872"/>
                    <a:pt x="1705155" y="1331755"/>
                    <a:pt x="1705089" y="1329539"/>
                  </a:cubicBezTo>
                  <a:close/>
                  <a:moveTo>
                    <a:pt x="2319914" y="1330697"/>
                  </a:moveTo>
                  <a:cubicBezTo>
                    <a:pt x="2320278" y="1327621"/>
                    <a:pt x="2318227" y="1326893"/>
                    <a:pt x="2315813" y="1327224"/>
                  </a:cubicBezTo>
                  <a:cubicBezTo>
                    <a:pt x="2314689" y="1327356"/>
                    <a:pt x="2312208" y="1327290"/>
                    <a:pt x="2313994" y="1329969"/>
                  </a:cubicBezTo>
                  <a:cubicBezTo>
                    <a:pt x="2315119" y="1331689"/>
                    <a:pt x="2315780" y="1333740"/>
                    <a:pt x="2317335" y="1337080"/>
                  </a:cubicBezTo>
                  <a:cubicBezTo>
                    <a:pt x="2319187" y="1332615"/>
                    <a:pt x="2319815" y="1331656"/>
                    <a:pt x="2319914" y="1330697"/>
                  </a:cubicBezTo>
                  <a:close/>
                  <a:moveTo>
                    <a:pt x="1365331" y="897508"/>
                  </a:moveTo>
                  <a:cubicBezTo>
                    <a:pt x="1367646" y="897739"/>
                    <a:pt x="1369862" y="897408"/>
                    <a:pt x="1369729" y="894267"/>
                  </a:cubicBezTo>
                  <a:cubicBezTo>
                    <a:pt x="1369332" y="893241"/>
                    <a:pt x="1369002" y="892249"/>
                    <a:pt x="1368638" y="891290"/>
                  </a:cubicBezTo>
                  <a:cubicBezTo>
                    <a:pt x="1366653" y="892811"/>
                    <a:pt x="1364669" y="894333"/>
                    <a:pt x="1362718" y="895854"/>
                  </a:cubicBezTo>
                  <a:cubicBezTo>
                    <a:pt x="1363578" y="896416"/>
                    <a:pt x="1364438" y="897408"/>
                    <a:pt x="1365331" y="897508"/>
                  </a:cubicBezTo>
                  <a:close/>
                  <a:moveTo>
                    <a:pt x="2356460" y="1334004"/>
                  </a:moveTo>
                  <a:cubicBezTo>
                    <a:pt x="2357055" y="1333905"/>
                    <a:pt x="2357485" y="1332648"/>
                    <a:pt x="2357981" y="1331920"/>
                  </a:cubicBezTo>
                  <a:cubicBezTo>
                    <a:pt x="2356327" y="1330300"/>
                    <a:pt x="2354740" y="1328712"/>
                    <a:pt x="2353152" y="1327125"/>
                  </a:cubicBezTo>
                  <a:cubicBezTo>
                    <a:pt x="2352590" y="1328580"/>
                    <a:pt x="2351433" y="1330035"/>
                    <a:pt x="2351532" y="1331424"/>
                  </a:cubicBezTo>
                  <a:cubicBezTo>
                    <a:pt x="2351697" y="1334500"/>
                    <a:pt x="2354277" y="1334368"/>
                    <a:pt x="2356460" y="1334004"/>
                  </a:cubicBezTo>
                  <a:close/>
                  <a:moveTo>
                    <a:pt x="673776" y="1335393"/>
                  </a:moveTo>
                  <a:cubicBezTo>
                    <a:pt x="672949" y="1333508"/>
                    <a:pt x="670865" y="1332119"/>
                    <a:pt x="669278" y="1330498"/>
                  </a:cubicBezTo>
                  <a:cubicBezTo>
                    <a:pt x="668616" y="1331524"/>
                    <a:pt x="667624" y="1332384"/>
                    <a:pt x="667558" y="1333310"/>
                  </a:cubicBezTo>
                  <a:cubicBezTo>
                    <a:pt x="667327" y="1335592"/>
                    <a:pt x="667624" y="1337741"/>
                    <a:pt x="670898" y="1337642"/>
                  </a:cubicBezTo>
                  <a:cubicBezTo>
                    <a:pt x="672585" y="1337576"/>
                    <a:pt x="674503" y="1337113"/>
                    <a:pt x="673776" y="1335393"/>
                  </a:cubicBezTo>
                  <a:close/>
                  <a:moveTo>
                    <a:pt x="1058778" y="303187"/>
                  </a:moveTo>
                  <a:cubicBezTo>
                    <a:pt x="1058215" y="302261"/>
                    <a:pt x="1057653" y="301368"/>
                    <a:pt x="1057091" y="300508"/>
                  </a:cubicBezTo>
                  <a:cubicBezTo>
                    <a:pt x="1055570" y="302460"/>
                    <a:pt x="1052560" y="303320"/>
                    <a:pt x="1052527" y="306296"/>
                  </a:cubicBezTo>
                  <a:cubicBezTo>
                    <a:pt x="1052527" y="306660"/>
                    <a:pt x="1054313" y="307255"/>
                    <a:pt x="1055305" y="307388"/>
                  </a:cubicBezTo>
                  <a:cubicBezTo>
                    <a:pt x="1058480" y="307718"/>
                    <a:pt x="1058712" y="305469"/>
                    <a:pt x="1058778" y="303187"/>
                  </a:cubicBezTo>
                  <a:close/>
                  <a:moveTo>
                    <a:pt x="1515614" y="2465660"/>
                  </a:moveTo>
                  <a:cubicBezTo>
                    <a:pt x="1514985" y="2465726"/>
                    <a:pt x="1514423" y="2466156"/>
                    <a:pt x="1513828" y="2466619"/>
                  </a:cubicBezTo>
                  <a:cubicBezTo>
                    <a:pt x="1515548" y="2468240"/>
                    <a:pt x="1517301" y="2469893"/>
                    <a:pt x="1519087" y="2471514"/>
                  </a:cubicBezTo>
                  <a:cubicBezTo>
                    <a:pt x="1519384" y="2471018"/>
                    <a:pt x="1519649" y="2469761"/>
                    <a:pt x="1519946" y="2468934"/>
                  </a:cubicBezTo>
                  <a:cubicBezTo>
                    <a:pt x="1520112" y="2465792"/>
                    <a:pt x="1517929" y="2465429"/>
                    <a:pt x="1515614" y="2465660"/>
                  </a:cubicBezTo>
                  <a:close/>
                  <a:moveTo>
                    <a:pt x="1468320" y="2635589"/>
                  </a:moveTo>
                  <a:cubicBezTo>
                    <a:pt x="1468320" y="2635986"/>
                    <a:pt x="1470106" y="2636349"/>
                    <a:pt x="1471131" y="2636713"/>
                  </a:cubicBezTo>
                  <a:cubicBezTo>
                    <a:pt x="1474273" y="2636912"/>
                    <a:pt x="1474670" y="2634696"/>
                    <a:pt x="1474438" y="2632381"/>
                  </a:cubicBezTo>
                  <a:cubicBezTo>
                    <a:pt x="1474339" y="2631455"/>
                    <a:pt x="1473380" y="2630628"/>
                    <a:pt x="1472784" y="2629735"/>
                  </a:cubicBezTo>
                  <a:cubicBezTo>
                    <a:pt x="1471395" y="2631818"/>
                    <a:pt x="1468187" y="2632546"/>
                    <a:pt x="1468320" y="2635589"/>
                  </a:cubicBezTo>
                  <a:close/>
                  <a:moveTo>
                    <a:pt x="1692918" y="1072166"/>
                  </a:moveTo>
                  <a:cubicBezTo>
                    <a:pt x="1691264" y="1072397"/>
                    <a:pt x="1688651" y="1071405"/>
                    <a:pt x="1688387" y="1073356"/>
                  </a:cubicBezTo>
                  <a:cubicBezTo>
                    <a:pt x="1687891" y="1076961"/>
                    <a:pt x="1691099" y="1075473"/>
                    <a:pt x="1692852" y="1075605"/>
                  </a:cubicBezTo>
                  <a:cubicBezTo>
                    <a:pt x="1694439" y="1075738"/>
                    <a:pt x="1697052" y="1076465"/>
                    <a:pt x="1697316" y="1074514"/>
                  </a:cubicBezTo>
                  <a:cubicBezTo>
                    <a:pt x="1697846" y="1070876"/>
                    <a:pt x="1694571" y="1072662"/>
                    <a:pt x="1692918" y="1072166"/>
                  </a:cubicBezTo>
                  <a:close/>
                  <a:moveTo>
                    <a:pt x="1720831" y="1341049"/>
                  </a:moveTo>
                  <a:cubicBezTo>
                    <a:pt x="1721427" y="1340189"/>
                    <a:pt x="1721989" y="1339296"/>
                    <a:pt x="1722584" y="1338370"/>
                  </a:cubicBezTo>
                  <a:cubicBezTo>
                    <a:pt x="1722485" y="1336121"/>
                    <a:pt x="1722386" y="1333806"/>
                    <a:pt x="1719145" y="1334136"/>
                  </a:cubicBezTo>
                  <a:cubicBezTo>
                    <a:pt x="1718152" y="1334269"/>
                    <a:pt x="1716366" y="1334798"/>
                    <a:pt x="1716366" y="1335195"/>
                  </a:cubicBezTo>
                  <a:cubicBezTo>
                    <a:pt x="1716234" y="1338270"/>
                    <a:pt x="1719442" y="1338998"/>
                    <a:pt x="1720831" y="1341049"/>
                  </a:cubicBezTo>
                  <a:close/>
                  <a:moveTo>
                    <a:pt x="706584" y="2001052"/>
                  </a:moveTo>
                  <a:cubicBezTo>
                    <a:pt x="707510" y="2000953"/>
                    <a:pt x="708370" y="2000060"/>
                    <a:pt x="709627" y="1999299"/>
                  </a:cubicBezTo>
                  <a:cubicBezTo>
                    <a:pt x="707543" y="1997711"/>
                    <a:pt x="705559" y="1996190"/>
                    <a:pt x="703608" y="1994702"/>
                  </a:cubicBezTo>
                  <a:cubicBezTo>
                    <a:pt x="703211" y="1995661"/>
                    <a:pt x="702549" y="1996587"/>
                    <a:pt x="702450" y="1997546"/>
                  </a:cubicBezTo>
                  <a:cubicBezTo>
                    <a:pt x="702086" y="2000622"/>
                    <a:pt x="704137" y="2001316"/>
                    <a:pt x="706584" y="2001052"/>
                  </a:cubicBezTo>
                  <a:close/>
                  <a:moveTo>
                    <a:pt x="872908" y="1217654"/>
                  </a:moveTo>
                  <a:cubicBezTo>
                    <a:pt x="873272" y="1215603"/>
                    <a:pt x="871717" y="1215140"/>
                    <a:pt x="870064" y="1215405"/>
                  </a:cubicBezTo>
                  <a:cubicBezTo>
                    <a:pt x="869038" y="1215603"/>
                    <a:pt x="867385" y="1216033"/>
                    <a:pt x="867285" y="1216595"/>
                  </a:cubicBezTo>
                  <a:cubicBezTo>
                    <a:pt x="866955" y="1218646"/>
                    <a:pt x="868476" y="1219010"/>
                    <a:pt x="870163" y="1218877"/>
                  </a:cubicBezTo>
                  <a:cubicBezTo>
                    <a:pt x="871122" y="1218480"/>
                    <a:pt x="872809" y="1218216"/>
                    <a:pt x="872908" y="1217654"/>
                  </a:cubicBezTo>
                  <a:close/>
                  <a:moveTo>
                    <a:pt x="1478638" y="1447080"/>
                  </a:moveTo>
                  <a:cubicBezTo>
                    <a:pt x="1478440" y="1447576"/>
                    <a:pt x="1479399" y="1449197"/>
                    <a:pt x="1479862" y="1449230"/>
                  </a:cubicBezTo>
                  <a:cubicBezTo>
                    <a:pt x="1481416" y="1449329"/>
                    <a:pt x="1483302" y="1450090"/>
                    <a:pt x="1484492" y="1448040"/>
                  </a:cubicBezTo>
                  <a:cubicBezTo>
                    <a:pt x="1484062" y="1447345"/>
                    <a:pt x="1483632" y="1446022"/>
                    <a:pt x="1483103" y="1445989"/>
                  </a:cubicBezTo>
                  <a:cubicBezTo>
                    <a:pt x="1481549" y="1445857"/>
                    <a:pt x="1479564" y="1445096"/>
                    <a:pt x="1478638" y="1447080"/>
                  </a:cubicBezTo>
                  <a:close/>
                  <a:moveTo>
                    <a:pt x="1267534" y="1183853"/>
                  </a:moveTo>
                  <a:cubicBezTo>
                    <a:pt x="1269022" y="1183787"/>
                    <a:pt x="1270510" y="1183059"/>
                    <a:pt x="1272363" y="1182530"/>
                  </a:cubicBezTo>
                  <a:cubicBezTo>
                    <a:pt x="1271007" y="1181637"/>
                    <a:pt x="1270047" y="1180480"/>
                    <a:pt x="1269254" y="1180579"/>
                  </a:cubicBezTo>
                  <a:cubicBezTo>
                    <a:pt x="1267732" y="1180744"/>
                    <a:pt x="1266343" y="1181637"/>
                    <a:pt x="1264888" y="1182199"/>
                  </a:cubicBezTo>
                  <a:cubicBezTo>
                    <a:pt x="1265781" y="1182795"/>
                    <a:pt x="1266674" y="1183853"/>
                    <a:pt x="1267534" y="1183853"/>
                  </a:cubicBezTo>
                  <a:close/>
                  <a:moveTo>
                    <a:pt x="945205" y="1159511"/>
                  </a:moveTo>
                  <a:cubicBezTo>
                    <a:pt x="944643" y="1160371"/>
                    <a:pt x="943485" y="1161330"/>
                    <a:pt x="943585" y="1162157"/>
                  </a:cubicBezTo>
                  <a:cubicBezTo>
                    <a:pt x="943750" y="1163645"/>
                    <a:pt x="944643" y="1165035"/>
                    <a:pt x="945205" y="1166490"/>
                  </a:cubicBezTo>
                  <a:cubicBezTo>
                    <a:pt x="945801" y="1165597"/>
                    <a:pt x="946396" y="1164737"/>
                    <a:pt x="946793" y="1164075"/>
                  </a:cubicBezTo>
                  <a:cubicBezTo>
                    <a:pt x="947289" y="1162025"/>
                    <a:pt x="946594" y="1160636"/>
                    <a:pt x="945205" y="1159511"/>
                  </a:cubicBezTo>
                  <a:close/>
                  <a:moveTo>
                    <a:pt x="1586258" y="1463352"/>
                  </a:moveTo>
                  <a:cubicBezTo>
                    <a:pt x="1585265" y="1463551"/>
                    <a:pt x="1583579" y="1463981"/>
                    <a:pt x="1583480" y="1464543"/>
                  </a:cubicBezTo>
                  <a:cubicBezTo>
                    <a:pt x="1583149" y="1466593"/>
                    <a:pt x="1584670" y="1466957"/>
                    <a:pt x="1586357" y="1466825"/>
                  </a:cubicBezTo>
                  <a:cubicBezTo>
                    <a:pt x="1587316" y="1466428"/>
                    <a:pt x="1589003" y="1466163"/>
                    <a:pt x="1589102" y="1465601"/>
                  </a:cubicBezTo>
                  <a:cubicBezTo>
                    <a:pt x="1589466" y="1463551"/>
                    <a:pt x="1587911" y="1463088"/>
                    <a:pt x="1586258" y="1463352"/>
                  </a:cubicBezTo>
                  <a:close/>
                  <a:moveTo>
                    <a:pt x="1787076" y="1169863"/>
                  </a:moveTo>
                  <a:cubicBezTo>
                    <a:pt x="1787572" y="1169830"/>
                    <a:pt x="1788002" y="1168474"/>
                    <a:pt x="1788432" y="1167780"/>
                  </a:cubicBezTo>
                  <a:cubicBezTo>
                    <a:pt x="1787275" y="1165762"/>
                    <a:pt x="1785390" y="1166523"/>
                    <a:pt x="1783835" y="1166589"/>
                  </a:cubicBezTo>
                  <a:cubicBezTo>
                    <a:pt x="1783339" y="1166622"/>
                    <a:pt x="1782380" y="1168276"/>
                    <a:pt x="1782612" y="1168739"/>
                  </a:cubicBezTo>
                  <a:cubicBezTo>
                    <a:pt x="1783505" y="1170756"/>
                    <a:pt x="1785522" y="1169962"/>
                    <a:pt x="1787076" y="1169863"/>
                  </a:cubicBezTo>
                  <a:close/>
                  <a:moveTo>
                    <a:pt x="1652701" y="993618"/>
                  </a:moveTo>
                  <a:cubicBezTo>
                    <a:pt x="1651808" y="993055"/>
                    <a:pt x="1650849" y="991898"/>
                    <a:pt x="1650055" y="991997"/>
                  </a:cubicBezTo>
                  <a:cubicBezTo>
                    <a:pt x="1648567" y="992162"/>
                    <a:pt x="1647145" y="993055"/>
                    <a:pt x="1645690" y="993618"/>
                  </a:cubicBezTo>
                  <a:cubicBezTo>
                    <a:pt x="1646583" y="994213"/>
                    <a:pt x="1647476" y="994808"/>
                    <a:pt x="1648104" y="995205"/>
                  </a:cubicBezTo>
                  <a:cubicBezTo>
                    <a:pt x="1650155" y="995701"/>
                    <a:pt x="1651577" y="995007"/>
                    <a:pt x="1652701" y="993618"/>
                  </a:cubicBezTo>
                  <a:close/>
                  <a:moveTo>
                    <a:pt x="1635900" y="994147"/>
                  </a:moveTo>
                  <a:cubicBezTo>
                    <a:pt x="1635999" y="994709"/>
                    <a:pt x="1637653" y="995139"/>
                    <a:pt x="1638645" y="995337"/>
                  </a:cubicBezTo>
                  <a:cubicBezTo>
                    <a:pt x="1640332" y="995635"/>
                    <a:pt x="1641886" y="995139"/>
                    <a:pt x="1641522" y="993088"/>
                  </a:cubicBezTo>
                  <a:cubicBezTo>
                    <a:pt x="1641423" y="992559"/>
                    <a:pt x="1639737" y="992262"/>
                    <a:pt x="1638777" y="991865"/>
                  </a:cubicBezTo>
                  <a:cubicBezTo>
                    <a:pt x="1637058" y="991732"/>
                    <a:pt x="1635536" y="992129"/>
                    <a:pt x="1635900" y="994147"/>
                  </a:cubicBezTo>
                  <a:close/>
                  <a:moveTo>
                    <a:pt x="1227152" y="1164208"/>
                  </a:moveTo>
                  <a:cubicBezTo>
                    <a:pt x="1226788" y="1166258"/>
                    <a:pt x="1228309" y="1166622"/>
                    <a:pt x="1230029" y="1166490"/>
                  </a:cubicBezTo>
                  <a:cubicBezTo>
                    <a:pt x="1230988" y="1166093"/>
                    <a:pt x="1232675" y="1165828"/>
                    <a:pt x="1232774" y="1165266"/>
                  </a:cubicBezTo>
                  <a:cubicBezTo>
                    <a:pt x="1233105" y="1163216"/>
                    <a:pt x="1231551" y="1162753"/>
                    <a:pt x="1229897" y="1163050"/>
                  </a:cubicBezTo>
                  <a:cubicBezTo>
                    <a:pt x="1228905" y="1163216"/>
                    <a:pt x="1227218" y="1163679"/>
                    <a:pt x="1227152" y="1164208"/>
                  </a:cubicBezTo>
                  <a:close/>
                  <a:moveTo>
                    <a:pt x="739095" y="1215372"/>
                  </a:moveTo>
                  <a:cubicBezTo>
                    <a:pt x="738500" y="1216827"/>
                    <a:pt x="737640" y="1218249"/>
                    <a:pt x="737474" y="1219737"/>
                  </a:cubicBezTo>
                  <a:cubicBezTo>
                    <a:pt x="737375" y="1220531"/>
                    <a:pt x="738500" y="1221490"/>
                    <a:pt x="739095" y="1222350"/>
                  </a:cubicBezTo>
                  <a:cubicBezTo>
                    <a:pt x="739789" y="1220994"/>
                    <a:pt x="740517" y="1219605"/>
                    <a:pt x="741112" y="1218447"/>
                  </a:cubicBezTo>
                  <a:cubicBezTo>
                    <a:pt x="740252" y="1217157"/>
                    <a:pt x="739690" y="1216265"/>
                    <a:pt x="739095" y="1215372"/>
                  </a:cubicBezTo>
                  <a:close/>
                  <a:moveTo>
                    <a:pt x="237709" y="1211932"/>
                  </a:moveTo>
                  <a:cubicBezTo>
                    <a:pt x="236949" y="1212064"/>
                    <a:pt x="235890" y="1212329"/>
                    <a:pt x="235328" y="1212693"/>
                  </a:cubicBezTo>
                  <a:cubicBezTo>
                    <a:pt x="235196" y="1212858"/>
                    <a:pt x="235064" y="1213023"/>
                    <a:pt x="234931" y="1213189"/>
                  </a:cubicBezTo>
                  <a:cubicBezTo>
                    <a:pt x="234667" y="1215140"/>
                    <a:pt x="236155" y="1215537"/>
                    <a:pt x="237809" y="1215372"/>
                  </a:cubicBezTo>
                  <a:cubicBezTo>
                    <a:pt x="238768" y="1214975"/>
                    <a:pt x="240454" y="1214710"/>
                    <a:pt x="240554" y="1214181"/>
                  </a:cubicBezTo>
                  <a:cubicBezTo>
                    <a:pt x="240917" y="1212130"/>
                    <a:pt x="239363" y="1211634"/>
                    <a:pt x="237709" y="1211932"/>
                  </a:cubicBezTo>
                  <a:close/>
                  <a:moveTo>
                    <a:pt x="1613576" y="1209617"/>
                  </a:moveTo>
                  <a:cubicBezTo>
                    <a:pt x="1613477" y="1209055"/>
                    <a:pt x="1611790" y="1208790"/>
                    <a:pt x="1610831" y="1208393"/>
                  </a:cubicBezTo>
                  <a:cubicBezTo>
                    <a:pt x="1609111" y="1208261"/>
                    <a:pt x="1607590" y="1208625"/>
                    <a:pt x="1607953" y="1210675"/>
                  </a:cubicBezTo>
                  <a:cubicBezTo>
                    <a:pt x="1608053" y="1211204"/>
                    <a:pt x="1609706" y="1211667"/>
                    <a:pt x="1610699" y="1211833"/>
                  </a:cubicBezTo>
                  <a:cubicBezTo>
                    <a:pt x="1612385" y="1212130"/>
                    <a:pt x="1613907" y="1211667"/>
                    <a:pt x="1613576" y="1209617"/>
                  </a:cubicBezTo>
                  <a:close/>
                  <a:moveTo>
                    <a:pt x="1799313" y="1154385"/>
                  </a:moveTo>
                  <a:cubicBezTo>
                    <a:pt x="1799280" y="1153922"/>
                    <a:pt x="1797627" y="1152963"/>
                    <a:pt x="1797164" y="1153161"/>
                  </a:cubicBezTo>
                  <a:cubicBezTo>
                    <a:pt x="1795146" y="1154087"/>
                    <a:pt x="1795940" y="1156072"/>
                    <a:pt x="1796039" y="1157626"/>
                  </a:cubicBezTo>
                  <a:cubicBezTo>
                    <a:pt x="1796072" y="1158155"/>
                    <a:pt x="1797428" y="1158585"/>
                    <a:pt x="1798123" y="1158982"/>
                  </a:cubicBezTo>
                  <a:cubicBezTo>
                    <a:pt x="1800140" y="1157825"/>
                    <a:pt x="1799413" y="1155940"/>
                    <a:pt x="1799313" y="1154385"/>
                  </a:cubicBezTo>
                  <a:close/>
                  <a:moveTo>
                    <a:pt x="1424167" y="1155543"/>
                  </a:moveTo>
                  <a:cubicBezTo>
                    <a:pt x="1423274" y="1156899"/>
                    <a:pt x="1422117" y="1157825"/>
                    <a:pt x="1422216" y="1158651"/>
                  </a:cubicBezTo>
                  <a:cubicBezTo>
                    <a:pt x="1422381" y="1160140"/>
                    <a:pt x="1423274" y="1161562"/>
                    <a:pt x="1423837" y="1162984"/>
                  </a:cubicBezTo>
                  <a:cubicBezTo>
                    <a:pt x="1424432" y="1162124"/>
                    <a:pt x="1425523" y="1161198"/>
                    <a:pt x="1425490" y="1160338"/>
                  </a:cubicBezTo>
                  <a:cubicBezTo>
                    <a:pt x="1425457" y="1158850"/>
                    <a:pt x="1424696" y="1157362"/>
                    <a:pt x="1424167" y="1155543"/>
                  </a:cubicBezTo>
                  <a:close/>
                  <a:moveTo>
                    <a:pt x="1152572" y="1202705"/>
                  </a:moveTo>
                  <a:cubicBezTo>
                    <a:pt x="1151415" y="1200687"/>
                    <a:pt x="1149530" y="1201448"/>
                    <a:pt x="1147975" y="1201514"/>
                  </a:cubicBezTo>
                  <a:cubicBezTo>
                    <a:pt x="1147479" y="1201547"/>
                    <a:pt x="1146553" y="1203201"/>
                    <a:pt x="1146752" y="1203664"/>
                  </a:cubicBezTo>
                  <a:cubicBezTo>
                    <a:pt x="1147645" y="1205681"/>
                    <a:pt x="1149662" y="1204887"/>
                    <a:pt x="1151216" y="1204788"/>
                  </a:cubicBezTo>
                  <a:cubicBezTo>
                    <a:pt x="1151713" y="1204755"/>
                    <a:pt x="1152143" y="1203399"/>
                    <a:pt x="1152572" y="1202705"/>
                  </a:cubicBezTo>
                  <a:close/>
                  <a:moveTo>
                    <a:pt x="1138417" y="1200191"/>
                  </a:moveTo>
                  <a:cubicBezTo>
                    <a:pt x="1138781" y="1198141"/>
                    <a:pt x="1137227" y="1197678"/>
                    <a:pt x="1135573" y="1197975"/>
                  </a:cubicBezTo>
                  <a:cubicBezTo>
                    <a:pt x="1134581" y="1198141"/>
                    <a:pt x="1132894" y="1198570"/>
                    <a:pt x="1132828" y="1199133"/>
                  </a:cubicBezTo>
                  <a:cubicBezTo>
                    <a:pt x="1132464" y="1201183"/>
                    <a:pt x="1133985" y="1201547"/>
                    <a:pt x="1135672" y="1201415"/>
                  </a:cubicBezTo>
                  <a:cubicBezTo>
                    <a:pt x="1136631" y="1201018"/>
                    <a:pt x="1138318" y="1200753"/>
                    <a:pt x="1138417" y="1200191"/>
                  </a:cubicBezTo>
                  <a:close/>
                  <a:moveTo>
                    <a:pt x="788142" y="1194304"/>
                  </a:moveTo>
                  <a:cubicBezTo>
                    <a:pt x="789696" y="1194403"/>
                    <a:pt x="791582" y="1195164"/>
                    <a:pt x="792739" y="1193113"/>
                  </a:cubicBezTo>
                  <a:cubicBezTo>
                    <a:pt x="792342" y="1192485"/>
                    <a:pt x="791945" y="1191328"/>
                    <a:pt x="791482" y="1191129"/>
                  </a:cubicBezTo>
                  <a:cubicBezTo>
                    <a:pt x="789961" y="1191658"/>
                    <a:pt x="788473" y="1192187"/>
                    <a:pt x="786951" y="1192684"/>
                  </a:cubicBezTo>
                  <a:cubicBezTo>
                    <a:pt x="787150" y="1193345"/>
                    <a:pt x="787778" y="1194304"/>
                    <a:pt x="788142" y="1194304"/>
                  </a:cubicBezTo>
                  <a:close/>
                  <a:moveTo>
                    <a:pt x="1871148" y="1452967"/>
                  </a:moveTo>
                  <a:cubicBezTo>
                    <a:pt x="1870685" y="1453000"/>
                    <a:pt x="1869726" y="1454621"/>
                    <a:pt x="1869924" y="1455117"/>
                  </a:cubicBezTo>
                  <a:cubicBezTo>
                    <a:pt x="1870850" y="1457101"/>
                    <a:pt x="1872834" y="1456341"/>
                    <a:pt x="1874389" y="1456209"/>
                  </a:cubicBezTo>
                  <a:cubicBezTo>
                    <a:pt x="1874918" y="1456175"/>
                    <a:pt x="1875348" y="1454853"/>
                    <a:pt x="1875778" y="1454158"/>
                  </a:cubicBezTo>
                  <a:cubicBezTo>
                    <a:pt x="1874587" y="1452107"/>
                    <a:pt x="1872702" y="1452868"/>
                    <a:pt x="1871148" y="1452967"/>
                  </a:cubicBezTo>
                  <a:close/>
                  <a:moveTo>
                    <a:pt x="1232609" y="1187326"/>
                  </a:moveTo>
                  <a:cubicBezTo>
                    <a:pt x="1234097" y="1187293"/>
                    <a:pt x="1235585" y="1186565"/>
                    <a:pt x="1237438" y="1186003"/>
                  </a:cubicBezTo>
                  <a:cubicBezTo>
                    <a:pt x="1236049" y="1185110"/>
                    <a:pt x="1235122" y="1183985"/>
                    <a:pt x="1234296" y="1184085"/>
                  </a:cubicBezTo>
                  <a:cubicBezTo>
                    <a:pt x="1232807" y="1184217"/>
                    <a:pt x="1231385" y="1185110"/>
                    <a:pt x="1229963" y="1185705"/>
                  </a:cubicBezTo>
                  <a:cubicBezTo>
                    <a:pt x="1230823" y="1186267"/>
                    <a:pt x="1231749" y="1187359"/>
                    <a:pt x="1232609" y="1187326"/>
                  </a:cubicBezTo>
                  <a:close/>
                  <a:moveTo>
                    <a:pt x="1209656" y="1185176"/>
                  </a:moveTo>
                  <a:cubicBezTo>
                    <a:pt x="1209326" y="1187226"/>
                    <a:pt x="1210847" y="1187590"/>
                    <a:pt x="1212534" y="1187458"/>
                  </a:cubicBezTo>
                  <a:cubicBezTo>
                    <a:pt x="1213493" y="1187061"/>
                    <a:pt x="1215180" y="1186763"/>
                    <a:pt x="1215279" y="1186234"/>
                  </a:cubicBezTo>
                  <a:cubicBezTo>
                    <a:pt x="1215643" y="1184184"/>
                    <a:pt x="1214088" y="1183688"/>
                    <a:pt x="1212434" y="1183985"/>
                  </a:cubicBezTo>
                  <a:cubicBezTo>
                    <a:pt x="1211442" y="1184151"/>
                    <a:pt x="1209756" y="1184614"/>
                    <a:pt x="1209656" y="1185176"/>
                  </a:cubicBezTo>
                  <a:close/>
                  <a:moveTo>
                    <a:pt x="679167" y="1333442"/>
                  </a:moveTo>
                  <a:cubicBezTo>
                    <a:pt x="681217" y="1333773"/>
                    <a:pt x="681581" y="1332251"/>
                    <a:pt x="681449" y="1330565"/>
                  </a:cubicBezTo>
                  <a:cubicBezTo>
                    <a:pt x="681052" y="1329605"/>
                    <a:pt x="680787" y="1327919"/>
                    <a:pt x="680225" y="1327819"/>
                  </a:cubicBezTo>
                  <a:cubicBezTo>
                    <a:pt x="678175" y="1327456"/>
                    <a:pt x="677712" y="1329010"/>
                    <a:pt x="677976" y="1330664"/>
                  </a:cubicBezTo>
                  <a:cubicBezTo>
                    <a:pt x="678175" y="1331656"/>
                    <a:pt x="678638" y="1333343"/>
                    <a:pt x="679167" y="1333442"/>
                  </a:cubicBezTo>
                  <a:close/>
                  <a:moveTo>
                    <a:pt x="1774443" y="1398265"/>
                  </a:moveTo>
                  <a:cubicBezTo>
                    <a:pt x="1773285" y="1396247"/>
                    <a:pt x="1771400" y="1397008"/>
                    <a:pt x="1769845" y="1397074"/>
                  </a:cubicBezTo>
                  <a:cubicBezTo>
                    <a:pt x="1769349" y="1397107"/>
                    <a:pt x="1768423" y="1398761"/>
                    <a:pt x="1768622" y="1399224"/>
                  </a:cubicBezTo>
                  <a:cubicBezTo>
                    <a:pt x="1769515" y="1401241"/>
                    <a:pt x="1771532" y="1400448"/>
                    <a:pt x="1773087" y="1400348"/>
                  </a:cubicBezTo>
                  <a:cubicBezTo>
                    <a:pt x="1773616" y="1400315"/>
                    <a:pt x="1774046" y="1398959"/>
                    <a:pt x="1774443" y="1398265"/>
                  </a:cubicBezTo>
                  <a:close/>
                  <a:moveTo>
                    <a:pt x="1023125" y="1336385"/>
                  </a:moveTo>
                  <a:cubicBezTo>
                    <a:pt x="1023489" y="1334335"/>
                    <a:pt x="1021934" y="1333872"/>
                    <a:pt x="1020281" y="1334169"/>
                  </a:cubicBezTo>
                  <a:cubicBezTo>
                    <a:pt x="1019289" y="1334335"/>
                    <a:pt x="1017602" y="1334765"/>
                    <a:pt x="1017503" y="1335327"/>
                  </a:cubicBezTo>
                  <a:cubicBezTo>
                    <a:pt x="1017172" y="1337378"/>
                    <a:pt x="1018693" y="1337741"/>
                    <a:pt x="1020380" y="1337609"/>
                  </a:cubicBezTo>
                  <a:cubicBezTo>
                    <a:pt x="1021339" y="1337212"/>
                    <a:pt x="1023059" y="1336948"/>
                    <a:pt x="1023125" y="1336385"/>
                  </a:cubicBezTo>
                  <a:close/>
                  <a:moveTo>
                    <a:pt x="733902" y="1309729"/>
                  </a:moveTo>
                  <a:cubicBezTo>
                    <a:pt x="734068" y="1310721"/>
                    <a:pt x="734531" y="1312374"/>
                    <a:pt x="735060" y="1312474"/>
                  </a:cubicBezTo>
                  <a:cubicBezTo>
                    <a:pt x="737110" y="1312837"/>
                    <a:pt x="737474" y="1311316"/>
                    <a:pt x="737342" y="1309596"/>
                  </a:cubicBezTo>
                  <a:cubicBezTo>
                    <a:pt x="736945" y="1308670"/>
                    <a:pt x="736681" y="1306950"/>
                    <a:pt x="736118" y="1306851"/>
                  </a:cubicBezTo>
                  <a:cubicBezTo>
                    <a:pt x="734068" y="1306520"/>
                    <a:pt x="733605" y="1308042"/>
                    <a:pt x="733902" y="1309729"/>
                  </a:cubicBezTo>
                  <a:close/>
                  <a:moveTo>
                    <a:pt x="1176253" y="1306686"/>
                  </a:moveTo>
                  <a:cubicBezTo>
                    <a:pt x="1175558" y="1307116"/>
                    <a:pt x="1174202" y="1307546"/>
                    <a:pt x="1174169" y="1308042"/>
                  </a:cubicBezTo>
                  <a:cubicBezTo>
                    <a:pt x="1174070" y="1309596"/>
                    <a:pt x="1173276" y="1311614"/>
                    <a:pt x="1175294" y="1312507"/>
                  </a:cubicBezTo>
                  <a:cubicBezTo>
                    <a:pt x="1175757" y="1312738"/>
                    <a:pt x="1177410" y="1311746"/>
                    <a:pt x="1177443" y="1311283"/>
                  </a:cubicBezTo>
                  <a:cubicBezTo>
                    <a:pt x="1177509" y="1309729"/>
                    <a:pt x="1178270" y="1307843"/>
                    <a:pt x="1176253" y="1306686"/>
                  </a:cubicBezTo>
                  <a:close/>
                  <a:moveTo>
                    <a:pt x="2135467" y="1308439"/>
                  </a:moveTo>
                  <a:cubicBezTo>
                    <a:pt x="2136360" y="1310423"/>
                    <a:pt x="2138377" y="1309662"/>
                    <a:pt x="2139931" y="1309563"/>
                  </a:cubicBezTo>
                  <a:cubicBezTo>
                    <a:pt x="2140130" y="1309530"/>
                    <a:pt x="2140295" y="1309299"/>
                    <a:pt x="2140494" y="1309001"/>
                  </a:cubicBezTo>
                  <a:cubicBezTo>
                    <a:pt x="2138840" y="1308637"/>
                    <a:pt x="2137186" y="1308273"/>
                    <a:pt x="2135500" y="1307876"/>
                  </a:cubicBezTo>
                  <a:cubicBezTo>
                    <a:pt x="2135433" y="1308108"/>
                    <a:pt x="2135400" y="1308306"/>
                    <a:pt x="2135467" y="1308439"/>
                  </a:cubicBezTo>
                  <a:close/>
                  <a:moveTo>
                    <a:pt x="2531779" y="1404449"/>
                  </a:moveTo>
                  <a:cubicBezTo>
                    <a:pt x="2531085" y="1404879"/>
                    <a:pt x="2529729" y="1405309"/>
                    <a:pt x="2529696" y="1405838"/>
                  </a:cubicBezTo>
                  <a:cubicBezTo>
                    <a:pt x="2529596" y="1407393"/>
                    <a:pt x="2528836" y="1409377"/>
                    <a:pt x="2530820" y="1410303"/>
                  </a:cubicBezTo>
                  <a:cubicBezTo>
                    <a:pt x="2531283" y="1410502"/>
                    <a:pt x="2532937" y="1409543"/>
                    <a:pt x="2532970" y="1409080"/>
                  </a:cubicBezTo>
                  <a:cubicBezTo>
                    <a:pt x="2533069" y="1407525"/>
                    <a:pt x="2533830" y="1405640"/>
                    <a:pt x="2531779" y="1404449"/>
                  </a:cubicBezTo>
                  <a:close/>
                  <a:moveTo>
                    <a:pt x="959327" y="1407327"/>
                  </a:moveTo>
                  <a:cubicBezTo>
                    <a:pt x="960882" y="1407426"/>
                    <a:pt x="962767" y="1408187"/>
                    <a:pt x="963925" y="1406136"/>
                  </a:cubicBezTo>
                  <a:cubicBezTo>
                    <a:pt x="963495" y="1405442"/>
                    <a:pt x="963065" y="1404119"/>
                    <a:pt x="962569" y="1404086"/>
                  </a:cubicBezTo>
                  <a:cubicBezTo>
                    <a:pt x="961014" y="1403953"/>
                    <a:pt x="958997" y="1403193"/>
                    <a:pt x="958104" y="1405210"/>
                  </a:cubicBezTo>
                  <a:cubicBezTo>
                    <a:pt x="957872" y="1405673"/>
                    <a:pt x="958831" y="1407294"/>
                    <a:pt x="959327" y="1407327"/>
                  </a:cubicBezTo>
                  <a:close/>
                  <a:moveTo>
                    <a:pt x="2257142" y="1320180"/>
                  </a:moveTo>
                  <a:cubicBezTo>
                    <a:pt x="2257307" y="1321205"/>
                    <a:pt x="2257737" y="1322859"/>
                    <a:pt x="2258299" y="1322958"/>
                  </a:cubicBezTo>
                  <a:cubicBezTo>
                    <a:pt x="2260350" y="1323288"/>
                    <a:pt x="2260714" y="1321767"/>
                    <a:pt x="2260581" y="1320080"/>
                  </a:cubicBezTo>
                  <a:cubicBezTo>
                    <a:pt x="2260185" y="1319121"/>
                    <a:pt x="2259920" y="1317435"/>
                    <a:pt x="2259358" y="1317335"/>
                  </a:cubicBezTo>
                  <a:cubicBezTo>
                    <a:pt x="2257307" y="1316972"/>
                    <a:pt x="2256844" y="1318526"/>
                    <a:pt x="2257142" y="1320180"/>
                  </a:cubicBezTo>
                  <a:close/>
                  <a:moveTo>
                    <a:pt x="1626904" y="1016835"/>
                  </a:moveTo>
                  <a:cubicBezTo>
                    <a:pt x="1626243" y="1017265"/>
                    <a:pt x="1624887" y="1017695"/>
                    <a:pt x="1624854" y="1018191"/>
                  </a:cubicBezTo>
                  <a:cubicBezTo>
                    <a:pt x="1624755" y="1019745"/>
                    <a:pt x="1623961" y="1021763"/>
                    <a:pt x="1625978" y="1022656"/>
                  </a:cubicBezTo>
                  <a:cubicBezTo>
                    <a:pt x="1626441" y="1022854"/>
                    <a:pt x="1628095" y="1021928"/>
                    <a:pt x="1628095" y="1021432"/>
                  </a:cubicBezTo>
                  <a:cubicBezTo>
                    <a:pt x="1628194" y="1019877"/>
                    <a:pt x="1628955" y="1017992"/>
                    <a:pt x="1626904" y="1016835"/>
                  </a:cubicBezTo>
                  <a:close/>
                  <a:moveTo>
                    <a:pt x="1628227" y="1030362"/>
                  </a:moveTo>
                  <a:cubicBezTo>
                    <a:pt x="1628359" y="1028642"/>
                    <a:pt x="1627996" y="1027120"/>
                    <a:pt x="1625945" y="1027484"/>
                  </a:cubicBezTo>
                  <a:cubicBezTo>
                    <a:pt x="1625383" y="1027583"/>
                    <a:pt x="1624953" y="1029237"/>
                    <a:pt x="1624755" y="1030229"/>
                  </a:cubicBezTo>
                  <a:cubicBezTo>
                    <a:pt x="1624490" y="1031916"/>
                    <a:pt x="1624953" y="1033470"/>
                    <a:pt x="1627003" y="1033107"/>
                  </a:cubicBezTo>
                  <a:cubicBezTo>
                    <a:pt x="1627566" y="1033007"/>
                    <a:pt x="1627830" y="1031321"/>
                    <a:pt x="1628227" y="1030362"/>
                  </a:cubicBezTo>
                  <a:close/>
                  <a:moveTo>
                    <a:pt x="2514780" y="1354939"/>
                  </a:moveTo>
                  <a:cubicBezTo>
                    <a:pt x="2516268" y="1354906"/>
                    <a:pt x="2517756" y="1354179"/>
                    <a:pt x="2519608" y="1353649"/>
                  </a:cubicBezTo>
                  <a:cubicBezTo>
                    <a:pt x="2518219" y="1352723"/>
                    <a:pt x="2517293" y="1351599"/>
                    <a:pt x="2516467" y="1351698"/>
                  </a:cubicBezTo>
                  <a:cubicBezTo>
                    <a:pt x="2514978" y="1351863"/>
                    <a:pt x="2513556" y="1352723"/>
                    <a:pt x="2512134" y="1353319"/>
                  </a:cubicBezTo>
                  <a:cubicBezTo>
                    <a:pt x="2512994" y="1353914"/>
                    <a:pt x="2513920" y="1354972"/>
                    <a:pt x="2514780" y="1354939"/>
                  </a:cubicBezTo>
                  <a:close/>
                  <a:moveTo>
                    <a:pt x="1698970" y="1376139"/>
                  </a:moveTo>
                  <a:cubicBezTo>
                    <a:pt x="1697449" y="1376304"/>
                    <a:pt x="1696060" y="1377197"/>
                    <a:pt x="1694605" y="1377760"/>
                  </a:cubicBezTo>
                  <a:cubicBezTo>
                    <a:pt x="1695497" y="1378355"/>
                    <a:pt x="1696357" y="1378950"/>
                    <a:pt x="1697019" y="1379347"/>
                  </a:cubicBezTo>
                  <a:cubicBezTo>
                    <a:pt x="1699069" y="1379843"/>
                    <a:pt x="1700491" y="1379149"/>
                    <a:pt x="1701583" y="1377760"/>
                  </a:cubicBezTo>
                  <a:cubicBezTo>
                    <a:pt x="1700723" y="1377197"/>
                    <a:pt x="1699764" y="1376040"/>
                    <a:pt x="1698970" y="1376139"/>
                  </a:cubicBezTo>
                  <a:close/>
                  <a:moveTo>
                    <a:pt x="2410534" y="1372964"/>
                  </a:moveTo>
                  <a:cubicBezTo>
                    <a:pt x="2411394" y="1374254"/>
                    <a:pt x="2411956" y="1375147"/>
                    <a:pt x="2412551" y="1376007"/>
                  </a:cubicBezTo>
                  <a:cubicBezTo>
                    <a:pt x="2413147" y="1374585"/>
                    <a:pt x="2414007" y="1373162"/>
                    <a:pt x="2414172" y="1371674"/>
                  </a:cubicBezTo>
                  <a:cubicBezTo>
                    <a:pt x="2414271" y="1370847"/>
                    <a:pt x="2413147" y="1369921"/>
                    <a:pt x="2412551" y="1369028"/>
                  </a:cubicBezTo>
                  <a:cubicBezTo>
                    <a:pt x="2411824" y="1370417"/>
                    <a:pt x="2411129" y="1371806"/>
                    <a:pt x="2410534" y="1372964"/>
                  </a:cubicBezTo>
                  <a:close/>
                  <a:moveTo>
                    <a:pt x="1130381" y="1026790"/>
                  </a:moveTo>
                  <a:cubicBezTo>
                    <a:pt x="1129653" y="1028179"/>
                    <a:pt x="1128958" y="1029568"/>
                    <a:pt x="1128363" y="1030725"/>
                  </a:cubicBezTo>
                  <a:cubicBezTo>
                    <a:pt x="1129223" y="1032015"/>
                    <a:pt x="1129785" y="1032908"/>
                    <a:pt x="1130381" y="1033801"/>
                  </a:cubicBezTo>
                  <a:cubicBezTo>
                    <a:pt x="1130943" y="1032346"/>
                    <a:pt x="1131836" y="1030924"/>
                    <a:pt x="1132001" y="1029436"/>
                  </a:cubicBezTo>
                  <a:cubicBezTo>
                    <a:pt x="1132100" y="1028642"/>
                    <a:pt x="1130976" y="1027683"/>
                    <a:pt x="1130381" y="1026790"/>
                  </a:cubicBezTo>
                  <a:close/>
                  <a:moveTo>
                    <a:pt x="64804" y="1033801"/>
                  </a:moveTo>
                  <a:cubicBezTo>
                    <a:pt x="65532" y="1032412"/>
                    <a:pt x="66226" y="1031023"/>
                    <a:pt x="66822" y="1029866"/>
                  </a:cubicBezTo>
                  <a:cubicBezTo>
                    <a:pt x="65962" y="1028576"/>
                    <a:pt x="65399" y="1027683"/>
                    <a:pt x="64804" y="1026823"/>
                  </a:cubicBezTo>
                  <a:cubicBezTo>
                    <a:pt x="64242" y="1028245"/>
                    <a:pt x="63349" y="1029667"/>
                    <a:pt x="63184" y="1031155"/>
                  </a:cubicBezTo>
                  <a:cubicBezTo>
                    <a:pt x="63084" y="1031949"/>
                    <a:pt x="64242" y="1032908"/>
                    <a:pt x="64804" y="1033801"/>
                  </a:cubicBezTo>
                  <a:close/>
                  <a:moveTo>
                    <a:pt x="1043829" y="1024177"/>
                  </a:moveTo>
                  <a:cubicBezTo>
                    <a:pt x="1043399" y="1023119"/>
                    <a:pt x="1042142" y="1023350"/>
                    <a:pt x="1041646" y="1024772"/>
                  </a:cubicBezTo>
                  <a:cubicBezTo>
                    <a:pt x="1040852" y="1026856"/>
                    <a:pt x="1041017" y="1028906"/>
                    <a:pt x="1043233" y="1030329"/>
                  </a:cubicBezTo>
                  <a:cubicBezTo>
                    <a:pt x="1044788" y="1030825"/>
                    <a:pt x="1045251" y="1030329"/>
                    <a:pt x="1044821" y="1028675"/>
                  </a:cubicBezTo>
                  <a:cubicBezTo>
                    <a:pt x="1044391" y="1027187"/>
                    <a:pt x="1044391" y="1025566"/>
                    <a:pt x="1043829" y="1024177"/>
                  </a:cubicBezTo>
                  <a:close/>
                  <a:moveTo>
                    <a:pt x="2312307" y="1356262"/>
                  </a:moveTo>
                  <a:cubicBezTo>
                    <a:pt x="2312208" y="1355733"/>
                    <a:pt x="2310521" y="1355468"/>
                    <a:pt x="2309562" y="1355072"/>
                  </a:cubicBezTo>
                  <a:cubicBezTo>
                    <a:pt x="2307843" y="1354906"/>
                    <a:pt x="2306321" y="1355303"/>
                    <a:pt x="2306685" y="1357354"/>
                  </a:cubicBezTo>
                  <a:cubicBezTo>
                    <a:pt x="2306784" y="1357883"/>
                    <a:pt x="2308438" y="1358346"/>
                    <a:pt x="2309430" y="1358511"/>
                  </a:cubicBezTo>
                  <a:cubicBezTo>
                    <a:pt x="2311117" y="1358809"/>
                    <a:pt x="2312638" y="1358313"/>
                    <a:pt x="2312307" y="1356262"/>
                  </a:cubicBezTo>
                  <a:close/>
                  <a:moveTo>
                    <a:pt x="1568960" y="1369888"/>
                  </a:moveTo>
                  <a:cubicBezTo>
                    <a:pt x="1568861" y="1370715"/>
                    <a:pt x="1569986" y="1371641"/>
                    <a:pt x="1570581" y="1372534"/>
                  </a:cubicBezTo>
                  <a:cubicBezTo>
                    <a:pt x="1571276" y="1371145"/>
                    <a:pt x="1572003" y="1369756"/>
                    <a:pt x="1572599" y="1368598"/>
                  </a:cubicBezTo>
                  <a:cubicBezTo>
                    <a:pt x="1571739" y="1367309"/>
                    <a:pt x="1571176" y="1366416"/>
                    <a:pt x="1570581" y="1365556"/>
                  </a:cubicBezTo>
                  <a:cubicBezTo>
                    <a:pt x="1569986" y="1366978"/>
                    <a:pt x="1569126" y="1368400"/>
                    <a:pt x="1568960" y="1369888"/>
                  </a:cubicBezTo>
                  <a:close/>
                  <a:moveTo>
                    <a:pt x="1648666" y="1025500"/>
                  </a:moveTo>
                  <a:cubicBezTo>
                    <a:pt x="1648236" y="1024805"/>
                    <a:pt x="1647839" y="1023449"/>
                    <a:pt x="1647310" y="1023416"/>
                  </a:cubicBezTo>
                  <a:cubicBezTo>
                    <a:pt x="1645756" y="1023317"/>
                    <a:pt x="1643738" y="1022556"/>
                    <a:pt x="1642845" y="1024541"/>
                  </a:cubicBezTo>
                  <a:cubicBezTo>
                    <a:pt x="1642647" y="1025004"/>
                    <a:pt x="1643606" y="1026657"/>
                    <a:pt x="1644069" y="1026691"/>
                  </a:cubicBezTo>
                  <a:cubicBezTo>
                    <a:pt x="1645624" y="1026790"/>
                    <a:pt x="1647509" y="1027550"/>
                    <a:pt x="1648666" y="1025500"/>
                  </a:cubicBezTo>
                  <a:close/>
                  <a:moveTo>
                    <a:pt x="948182" y="1368334"/>
                  </a:moveTo>
                  <a:cubicBezTo>
                    <a:pt x="950232" y="1368698"/>
                    <a:pt x="950596" y="1367176"/>
                    <a:pt x="950464" y="1365490"/>
                  </a:cubicBezTo>
                  <a:cubicBezTo>
                    <a:pt x="950067" y="1364530"/>
                    <a:pt x="949802" y="1362844"/>
                    <a:pt x="949240" y="1362744"/>
                  </a:cubicBezTo>
                  <a:cubicBezTo>
                    <a:pt x="947190" y="1362381"/>
                    <a:pt x="946694" y="1363935"/>
                    <a:pt x="946991" y="1365589"/>
                  </a:cubicBezTo>
                  <a:cubicBezTo>
                    <a:pt x="947190" y="1366581"/>
                    <a:pt x="947620" y="1368268"/>
                    <a:pt x="948182" y="1368334"/>
                  </a:cubicBezTo>
                  <a:close/>
                  <a:moveTo>
                    <a:pt x="757781" y="1364233"/>
                  </a:moveTo>
                  <a:cubicBezTo>
                    <a:pt x="757351" y="1363538"/>
                    <a:pt x="756954" y="1362215"/>
                    <a:pt x="756425" y="1362149"/>
                  </a:cubicBezTo>
                  <a:cubicBezTo>
                    <a:pt x="754871" y="1362050"/>
                    <a:pt x="752853" y="1361289"/>
                    <a:pt x="751960" y="1363274"/>
                  </a:cubicBezTo>
                  <a:cubicBezTo>
                    <a:pt x="751762" y="1363770"/>
                    <a:pt x="752721" y="1365390"/>
                    <a:pt x="753184" y="1365423"/>
                  </a:cubicBezTo>
                  <a:cubicBezTo>
                    <a:pt x="754738" y="1365523"/>
                    <a:pt x="756623" y="1366283"/>
                    <a:pt x="757781" y="1364233"/>
                  </a:cubicBezTo>
                  <a:close/>
                  <a:moveTo>
                    <a:pt x="2514185" y="1337113"/>
                  </a:moveTo>
                  <a:cubicBezTo>
                    <a:pt x="2513292" y="1338469"/>
                    <a:pt x="2512167" y="1339428"/>
                    <a:pt x="2512233" y="1340222"/>
                  </a:cubicBezTo>
                  <a:cubicBezTo>
                    <a:pt x="2512399" y="1341743"/>
                    <a:pt x="2513292" y="1343132"/>
                    <a:pt x="2513854" y="1344587"/>
                  </a:cubicBezTo>
                  <a:cubicBezTo>
                    <a:pt x="2514449" y="1343694"/>
                    <a:pt x="2515541" y="1342801"/>
                    <a:pt x="2515507" y="1341942"/>
                  </a:cubicBezTo>
                  <a:cubicBezTo>
                    <a:pt x="2515474" y="1340453"/>
                    <a:pt x="2514747" y="1338965"/>
                    <a:pt x="2514185" y="1337113"/>
                  </a:cubicBezTo>
                  <a:close/>
                  <a:moveTo>
                    <a:pt x="1670164" y="1342835"/>
                  </a:moveTo>
                  <a:cubicBezTo>
                    <a:pt x="1668775" y="1342140"/>
                    <a:pt x="1667385" y="1341412"/>
                    <a:pt x="1666228" y="1340817"/>
                  </a:cubicBezTo>
                  <a:cubicBezTo>
                    <a:pt x="1664938" y="1341677"/>
                    <a:pt x="1664045" y="1342272"/>
                    <a:pt x="1663185" y="1342835"/>
                  </a:cubicBezTo>
                  <a:cubicBezTo>
                    <a:pt x="1664607" y="1343430"/>
                    <a:pt x="1666030" y="1344290"/>
                    <a:pt x="1667518" y="1344455"/>
                  </a:cubicBezTo>
                  <a:cubicBezTo>
                    <a:pt x="1668312" y="1344554"/>
                    <a:pt x="1669271" y="1343430"/>
                    <a:pt x="1670164" y="1342835"/>
                  </a:cubicBezTo>
                  <a:close/>
                  <a:moveTo>
                    <a:pt x="1482739" y="1392841"/>
                  </a:moveTo>
                  <a:cubicBezTo>
                    <a:pt x="1483202" y="1393039"/>
                    <a:pt x="1484856" y="1392080"/>
                    <a:pt x="1484856" y="1391617"/>
                  </a:cubicBezTo>
                  <a:cubicBezTo>
                    <a:pt x="1484955" y="1390063"/>
                    <a:pt x="1485716" y="1388178"/>
                    <a:pt x="1483665" y="1386987"/>
                  </a:cubicBezTo>
                  <a:cubicBezTo>
                    <a:pt x="1483004" y="1387417"/>
                    <a:pt x="1481648" y="1387847"/>
                    <a:pt x="1481615" y="1388376"/>
                  </a:cubicBezTo>
                  <a:cubicBezTo>
                    <a:pt x="1481516" y="1389930"/>
                    <a:pt x="1480722" y="1391915"/>
                    <a:pt x="1482739" y="1392841"/>
                  </a:cubicBezTo>
                  <a:close/>
                  <a:moveTo>
                    <a:pt x="933034" y="1348126"/>
                  </a:moveTo>
                  <a:cubicBezTo>
                    <a:pt x="933200" y="1349118"/>
                    <a:pt x="933663" y="1350805"/>
                    <a:pt x="934192" y="1350904"/>
                  </a:cubicBezTo>
                  <a:cubicBezTo>
                    <a:pt x="936242" y="1351235"/>
                    <a:pt x="936639" y="1349714"/>
                    <a:pt x="936474" y="1348027"/>
                  </a:cubicBezTo>
                  <a:cubicBezTo>
                    <a:pt x="936077" y="1347068"/>
                    <a:pt x="935813" y="1345381"/>
                    <a:pt x="935250" y="1345282"/>
                  </a:cubicBezTo>
                  <a:cubicBezTo>
                    <a:pt x="933233" y="1344918"/>
                    <a:pt x="932737" y="1346473"/>
                    <a:pt x="933034" y="1348126"/>
                  </a:cubicBezTo>
                  <a:close/>
                  <a:moveTo>
                    <a:pt x="1710446" y="1379612"/>
                  </a:moveTo>
                  <a:cubicBezTo>
                    <a:pt x="1709983" y="1379645"/>
                    <a:pt x="1709024" y="1381298"/>
                    <a:pt x="1709223" y="1381761"/>
                  </a:cubicBezTo>
                  <a:cubicBezTo>
                    <a:pt x="1710116" y="1383779"/>
                    <a:pt x="1712133" y="1382985"/>
                    <a:pt x="1713688" y="1382886"/>
                  </a:cubicBezTo>
                  <a:cubicBezTo>
                    <a:pt x="1714217" y="1382853"/>
                    <a:pt x="1714647" y="1381497"/>
                    <a:pt x="1715077" y="1380802"/>
                  </a:cubicBezTo>
                  <a:cubicBezTo>
                    <a:pt x="1713886" y="1378785"/>
                    <a:pt x="1712001" y="1379545"/>
                    <a:pt x="1710446" y="1379612"/>
                  </a:cubicBezTo>
                  <a:close/>
                  <a:moveTo>
                    <a:pt x="1577427" y="1347961"/>
                  </a:moveTo>
                  <a:cubicBezTo>
                    <a:pt x="1577956" y="1347928"/>
                    <a:pt x="1578386" y="1346572"/>
                    <a:pt x="1578816" y="1345910"/>
                  </a:cubicBezTo>
                  <a:cubicBezTo>
                    <a:pt x="1577626" y="1343860"/>
                    <a:pt x="1575740" y="1344620"/>
                    <a:pt x="1574219" y="1344720"/>
                  </a:cubicBezTo>
                  <a:cubicBezTo>
                    <a:pt x="1573723" y="1344720"/>
                    <a:pt x="1572764" y="1346373"/>
                    <a:pt x="1572995" y="1346836"/>
                  </a:cubicBezTo>
                  <a:cubicBezTo>
                    <a:pt x="1573888" y="1348854"/>
                    <a:pt x="1575906" y="1348060"/>
                    <a:pt x="1577427" y="1347961"/>
                  </a:cubicBezTo>
                  <a:close/>
                  <a:moveTo>
                    <a:pt x="962139" y="1354377"/>
                  </a:moveTo>
                  <a:cubicBezTo>
                    <a:pt x="964189" y="1354741"/>
                    <a:pt x="964586" y="1353219"/>
                    <a:pt x="964421" y="1351500"/>
                  </a:cubicBezTo>
                  <a:cubicBezTo>
                    <a:pt x="964024" y="1350541"/>
                    <a:pt x="963759" y="1348854"/>
                    <a:pt x="963230" y="1348755"/>
                  </a:cubicBezTo>
                  <a:cubicBezTo>
                    <a:pt x="961179" y="1348424"/>
                    <a:pt x="960683" y="1349945"/>
                    <a:pt x="960981" y="1351632"/>
                  </a:cubicBezTo>
                  <a:cubicBezTo>
                    <a:pt x="961146" y="1352624"/>
                    <a:pt x="961609" y="1354278"/>
                    <a:pt x="962139" y="1354377"/>
                  </a:cubicBezTo>
                  <a:close/>
                  <a:moveTo>
                    <a:pt x="1496134" y="1130341"/>
                  </a:moveTo>
                  <a:cubicBezTo>
                    <a:pt x="1496233" y="1130903"/>
                    <a:pt x="1497920" y="1131366"/>
                    <a:pt x="1498912" y="1131532"/>
                  </a:cubicBezTo>
                  <a:cubicBezTo>
                    <a:pt x="1500566" y="1131829"/>
                    <a:pt x="1502120" y="1131333"/>
                    <a:pt x="1501756" y="1129283"/>
                  </a:cubicBezTo>
                  <a:cubicBezTo>
                    <a:pt x="1501657" y="1128754"/>
                    <a:pt x="1499970" y="1128456"/>
                    <a:pt x="1499011" y="1128059"/>
                  </a:cubicBezTo>
                  <a:cubicBezTo>
                    <a:pt x="1497325" y="1127927"/>
                    <a:pt x="1495803" y="1128324"/>
                    <a:pt x="1496134" y="1130341"/>
                  </a:cubicBezTo>
                  <a:close/>
                  <a:moveTo>
                    <a:pt x="1514985" y="1379016"/>
                  </a:moveTo>
                  <a:cubicBezTo>
                    <a:pt x="1514093" y="1380405"/>
                    <a:pt x="1512968" y="1381331"/>
                    <a:pt x="1513067" y="1382158"/>
                  </a:cubicBezTo>
                  <a:cubicBezTo>
                    <a:pt x="1513233" y="1383647"/>
                    <a:pt x="1514093" y="1385036"/>
                    <a:pt x="1514688" y="1386491"/>
                  </a:cubicBezTo>
                  <a:cubicBezTo>
                    <a:pt x="1515283" y="1385598"/>
                    <a:pt x="1516341" y="1384705"/>
                    <a:pt x="1516308" y="1383845"/>
                  </a:cubicBezTo>
                  <a:cubicBezTo>
                    <a:pt x="1516275" y="1382357"/>
                    <a:pt x="1515548" y="1380868"/>
                    <a:pt x="1514985" y="1379016"/>
                  </a:cubicBezTo>
                  <a:close/>
                  <a:moveTo>
                    <a:pt x="1596080" y="1434182"/>
                  </a:moveTo>
                  <a:cubicBezTo>
                    <a:pt x="1596444" y="1432131"/>
                    <a:pt x="1594890" y="1431635"/>
                    <a:pt x="1593236" y="1431933"/>
                  </a:cubicBezTo>
                  <a:cubicBezTo>
                    <a:pt x="1592244" y="1432098"/>
                    <a:pt x="1590590" y="1432561"/>
                    <a:pt x="1590491" y="1433124"/>
                  </a:cubicBezTo>
                  <a:cubicBezTo>
                    <a:pt x="1590127" y="1435141"/>
                    <a:pt x="1591649" y="1435538"/>
                    <a:pt x="1593335" y="1435373"/>
                  </a:cubicBezTo>
                  <a:cubicBezTo>
                    <a:pt x="1594327" y="1435009"/>
                    <a:pt x="1596014" y="1434711"/>
                    <a:pt x="1596080" y="1434182"/>
                  </a:cubicBezTo>
                  <a:close/>
                  <a:moveTo>
                    <a:pt x="747396" y="1250032"/>
                  </a:moveTo>
                  <a:cubicBezTo>
                    <a:pt x="746106" y="1250892"/>
                    <a:pt x="745213" y="1251454"/>
                    <a:pt x="744320" y="1252049"/>
                  </a:cubicBezTo>
                  <a:cubicBezTo>
                    <a:pt x="745776" y="1252612"/>
                    <a:pt x="747198" y="1253505"/>
                    <a:pt x="748686" y="1253670"/>
                  </a:cubicBezTo>
                  <a:cubicBezTo>
                    <a:pt x="749480" y="1253769"/>
                    <a:pt x="750439" y="1252612"/>
                    <a:pt x="751332" y="1252049"/>
                  </a:cubicBezTo>
                  <a:cubicBezTo>
                    <a:pt x="749943" y="1251322"/>
                    <a:pt x="748554" y="1250627"/>
                    <a:pt x="747396" y="1250032"/>
                  </a:cubicBezTo>
                  <a:close/>
                  <a:moveTo>
                    <a:pt x="1374062" y="1250429"/>
                  </a:moveTo>
                  <a:cubicBezTo>
                    <a:pt x="1372540" y="1250594"/>
                    <a:pt x="1371151" y="1251454"/>
                    <a:pt x="1369696" y="1252049"/>
                  </a:cubicBezTo>
                  <a:cubicBezTo>
                    <a:pt x="1370589" y="1252645"/>
                    <a:pt x="1371482" y="1253703"/>
                    <a:pt x="1372342" y="1253670"/>
                  </a:cubicBezTo>
                  <a:cubicBezTo>
                    <a:pt x="1373830" y="1253637"/>
                    <a:pt x="1375319" y="1252909"/>
                    <a:pt x="1377171" y="1252380"/>
                  </a:cubicBezTo>
                  <a:cubicBezTo>
                    <a:pt x="1375815" y="1251454"/>
                    <a:pt x="1374856" y="1250330"/>
                    <a:pt x="1374062" y="1250429"/>
                  </a:cubicBezTo>
                  <a:close/>
                  <a:moveTo>
                    <a:pt x="2385663" y="1430676"/>
                  </a:moveTo>
                  <a:cubicBezTo>
                    <a:pt x="2386027" y="1428626"/>
                    <a:pt x="2384473" y="1428163"/>
                    <a:pt x="2382819" y="1428427"/>
                  </a:cubicBezTo>
                  <a:cubicBezTo>
                    <a:pt x="2381827" y="1428626"/>
                    <a:pt x="2380140" y="1429056"/>
                    <a:pt x="2380041" y="1429618"/>
                  </a:cubicBezTo>
                  <a:cubicBezTo>
                    <a:pt x="2379710" y="1431668"/>
                    <a:pt x="2381231" y="1432032"/>
                    <a:pt x="2382918" y="1431900"/>
                  </a:cubicBezTo>
                  <a:cubicBezTo>
                    <a:pt x="2383877" y="1431503"/>
                    <a:pt x="2385564" y="1431238"/>
                    <a:pt x="2385663" y="1430676"/>
                  </a:cubicBezTo>
                  <a:close/>
                  <a:moveTo>
                    <a:pt x="1561618" y="1428394"/>
                  </a:moveTo>
                  <a:cubicBezTo>
                    <a:pt x="1560527" y="1428460"/>
                    <a:pt x="1558609" y="1428097"/>
                    <a:pt x="1558476" y="1428460"/>
                  </a:cubicBezTo>
                  <a:cubicBezTo>
                    <a:pt x="1557815" y="1430345"/>
                    <a:pt x="1559204" y="1431569"/>
                    <a:pt x="1560791" y="1431801"/>
                  </a:cubicBezTo>
                  <a:cubicBezTo>
                    <a:pt x="1562181" y="1431966"/>
                    <a:pt x="1563669" y="1431238"/>
                    <a:pt x="1565124" y="1430908"/>
                  </a:cubicBezTo>
                  <a:cubicBezTo>
                    <a:pt x="1564529" y="1428725"/>
                    <a:pt x="1563272" y="1428262"/>
                    <a:pt x="1561618" y="1428394"/>
                  </a:cubicBezTo>
                  <a:close/>
                  <a:moveTo>
                    <a:pt x="1170432" y="1255654"/>
                  </a:moveTo>
                  <a:cubicBezTo>
                    <a:pt x="1170399" y="1255191"/>
                    <a:pt x="1168778" y="1254232"/>
                    <a:pt x="1168315" y="1254431"/>
                  </a:cubicBezTo>
                  <a:cubicBezTo>
                    <a:pt x="1166298" y="1255357"/>
                    <a:pt x="1167058" y="1257341"/>
                    <a:pt x="1167191" y="1258895"/>
                  </a:cubicBezTo>
                  <a:cubicBezTo>
                    <a:pt x="1167224" y="1259425"/>
                    <a:pt x="1168547" y="1259855"/>
                    <a:pt x="1169241" y="1260251"/>
                  </a:cubicBezTo>
                  <a:cubicBezTo>
                    <a:pt x="1171292" y="1259094"/>
                    <a:pt x="1170531" y="1257209"/>
                    <a:pt x="1170432" y="1255654"/>
                  </a:cubicBezTo>
                  <a:close/>
                  <a:moveTo>
                    <a:pt x="1164776" y="1219506"/>
                  </a:moveTo>
                  <a:cubicBezTo>
                    <a:pt x="1163090" y="1219969"/>
                    <a:pt x="1163123" y="1221225"/>
                    <a:pt x="1164776" y="1221755"/>
                  </a:cubicBezTo>
                  <a:cubicBezTo>
                    <a:pt x="1166199" y="1222185"/>
                    <a:pt x="1167819" y="1222052"/>
                    <a:pt x="1168712" y="1222118"/>
                  </a:cubicBezTo>
                  <a:cubicBezTo>
                    <a:pt x="1170961" y="1221027"/>
                    <a:pt x="1171027" y="1219969"/>
                    <a:pt x="1169340" y="1219506"/>
                  </a:cubicBezTo>
                  <a:cubicBezTo>
                    <a:pt x="1167918" y="1219109"/>
                    <a:pt x="1166199" y="1219109"/>
                    <a:pt x="1164776" y="1219506"/>
                  </a:cubicBezTo>
                  <a:close/>
                  <a:moveTo>
                    <a:pt x="192333" y="1154253"/>
                  </a:moveTo>
                  <a:cubicBezTo>
                    <a:pt x="191440" y="1153691"/>
                    <a:pt x="190514" y="1152566"/>
                    <a:pt x="189688" y="1152632"/>
                  </a:cubicBezTo>
                  <a:cubicBezTo>
                    <a:pt x="189225" y="1152698"/>
                    <a:pt x="188728" y="1152897"/>
                    <a:pt x="188265" y="1153062"/>
                  </a:cubicBezTo>
                  <a:cubicBezTo>
                    <a:pt x="189324" y="1153790"/>
                    <a:pt x="190316" y="1154484"/>
                    <a:pt x="191374" y="1155212"/>
                  </a:cubicBezTo>
                  <a:cubicBezTo>
                    <a:pt x="191705" y="1154947"/>
                    <a:pt x="192036" y="1154650"/>
                    <a:pt x="192333" y="1154253"/>
                  </a:cubicBezTo>
                  <a:close/>
                  <a:moveTo>
                    <a:pt x="734531" y="1228138"/>
                  </a:moveTo>
                  <a:cubicBezTo>
                    <a:pt x="734630" y="1228667"/>
                    <a:pt x="736284" y="1229130"/>
                    <a:pt x="737309" y="1229295"/>
                  </a:cubicBezTo>
                  <a:cubicBezTo>
                    <a:pt x="738963" y="1229593"/>
                    <a:pt x="740517" y="1229130"/>
                    <a:pt x="740153" y="1227079"/>
                  </a:cubicBezTo>
                  <a:cubicBezTo>
                    <a:pt x="740054" y="1226517"/>
                    <a:pt x="738367" y="1226253"/>
                    <a:pt x="737408" y="1225856"/>
                  </a:cubicBezTo>
                  <a:cubicBezTo>
                    <a:pt x="735721" y="1225723"/>
                    <a:pt x="734200" y="1226087"/>
                    <a:pt x="734531" y="1228138"/>
                  </a:cubicBezTo>
                  <a:close/>
                  <a:moveTo>
                    <a:pt x="995774" y="1234455"/>
                  </a:moveTo>
                  <a:cubicBezTo>
                    <a:pt x="995873" y="1232900"/>
                    <a:pt x="996601" y="1231015"/>
                    <a:pt x="994583" y="1229857"/>
                  </a:cubicBezTo>
                  <a:cubicBezTo>
                    <a:pt x="993889" y="1230287"/>
                    <a:pt x="992533" y="1230717"/>
                    <a:pt x="992500" y="1231213"/>
                  </a:cubicBezTo>
                  <a:cubicBezTo>
                    <a:pt x="992400" y="1232768"/>
                    <a:pt x="991607" y="1234785"/>
                    <a:pt x="993624" y="1235678"/>
                  </a:cubicBezTo>
                  <a:cubicBezTo>
                    <a:pt x="994087" y="1235910"/>
                    <a:pt x="995741" y="1234951"/>
                    <a:pt x="995774" y="1234455"/>
                  </a:cubicBezTo>
                  <a:close/>
                  <a:moveTo>
                    <a:pt x="2420588" y="1230552"/>
                  </a:moveTo>
                  <a:cubicBezTo>
                    <a:pt x="2420489" y="1230023"/>
                    <a:pt x="2418802" y="1229725"/>
                    <a:pt x="2417843" y="1229361"/>
                  </a:cubicBezTo>
                  <a:cubicBezTo>
                    <a:pt x="2416156" y="1229196"/>
                    <a:pt x="2414635" y="1229593"/>
                    <a:pt x="2414999" y="1231610"/>
                  </a:cubicBezTo>
                  <a:cubicBezTo>
                    <a:pt x="2415065" y="1232173"/>
                    <a:pt x="2416752" y="1232636"/>
                    <a:pt x="2417744" y="1232801"/>
                  </a:cubicBezTo>
                  <a:cubicBezTo>
                    <a:pt x="2419398" y="1233099"/>
                    <a:pt x="2420952" y="1232603"/>
                    <a:pt x="2420588" y="1230552"/>
                  </a:cubicBezTo>
                  <a:close/>
                  <a:moveTo>
                    <a:pt x="922980" y="1238390"/>
                  </a:moveTo>
                  <a:cubicBezTo>
                    <a:pt x="921624" y="1237497"/>
                    <a:pt x="920665" y="1236373"/>
                    <a:pt x="919871" y="1236439"/>
                  </a:cubicBezTo>
                  <a:cubicBezTo>
                    <a:pt x="918383" y="1236604"/>
                    <a:pt x="916961" y="1237497"/>
                    <a:pt x="915539" y="1238093"/>
                  </a:cubicBezTo>
                  <a:cubicBezTo>
                    <a:pt x="916399" y="1238655"/>
                    <a:pt x="917292" y="1239746"/>
                    <a:pt x="918185" y="1239713"/>
                  </a:cubicBezTo>
                  <a:cubicBezTo>
                    <a:pt x="919673" y="1239680"/>
                    <a:pt x="921161" y="1238953"/>
                    <a:pt x="922980" y="1238390"/>
                  </a:cubicBezTo>
                  <a:close/>
                  <a:moveTo>
                    <a:pt x="1796072" y="1273646"/>
                  </a:moveTo>
                  <a:cubicBezTo>
                    <a:pt x="1795609" y="1275697"/>
                    <a:pt x="1796271" y="1277119"/>
                    <a:pt x="1797660" y="1278243"/>
                  </a:cubicBezTo>
                  <a:cubicBezTo>
                    <a:pt x="1798255" y="1277350"/>
                    <a:pt x="1799380" y="1276424"/>
                    <a:pt x="1799280" y="1275597"/>
                  </a:cubicBezTo>
                  <a:cubicBezTo>
                    <a:pt x="1799115" y="1274109"/>
                    <a:pt x="1798255" y="1272687"/>
                    <a:pt x="1797660" y="1271265"/>
                  </a:cubicBezTo>
                  <a:cubicBezTo>
                    <a:pt x="1797097" y="1272125"/>
                    <a:pt x="1796502" y="1273018"/>
                    <a:pt x="1796072" y="1273646"/>
                  </a:cubicBezTo>
                  <a:close/>
                  <a:moveTo>
                    <a:pt x="1455818" y="1281054"/>
                  </a:moveTo>
                  <a:cubicBezTo>
                    <a:pt x="1456380" y="1280955"/>
                    <a:pt x="1456645" y="1279268"/>
                    <a:pt x="1457042" y="1278309"/>
                  </a:cubicBezTo>
                  <a:cubicBezTo>
                    <a:pt x="1457174" y="1276590"/>
                    <a:pt x="1456810" y="1275068"/>
                    <a:pt x="1454760" y="1275432"/>
                  </a:cubicBezTo>
                  <a:cubicBezTo>
                    <a:pt x="1454231" y="1275531"/>
                    <a:pt x="1453768" y="1277185"/>
                    <a:pt x="1453569" y="1278177"/>
                  </a:cubicBezTo>
                  <a:cubicBezTo>
                    <a:pt x="1453305" y="1279864"/>
                    <a:pt x="1453768" y="1281385"/>
                    <a:pt x="1455818" y="1281054"/>
                  </a:cubicBezTo>
                  <a:close/>
                  <a:moveTo>
                    <a:pt x="1964480" y="1285354"/>
                  </a:moveTo>
                  <a:cubicBezTo>
                    <a:pt x="1962991" y="1285519"/>
                    <a:pt x="1961569" y="1286379"/>
                    <a:pt x="1960114" y="1286974"/>
                  </a:cubicBezTo>
                  <a:cubicBezTo>
                    <a:pt x="1961007" y="1287537"/>
                    <a:pt x="1961900" y="1288628"/>
                    <a:pt x="1962760" y="1288595"/>
                  </a:cubicBezTo>
                  <a:cubicBezTo>
                    <a:pt x="1964281" y="1288562"/>
                    <a:pt x="1965769" y="1287834"/>
                    <a:pt x="1967588" y="1287272"/>
                  </a:cubicBezTo>
                  <a:cubicBezTo>
                    <a:pt x="1966232" y="1286379"/>
                    <a:pt x="1965273" y="1285255"/>
                    <a:pt x="1964480" y="1285354"/>
                  </a:cubicBezTo>
                  <a:close/>
                  <a:moveTo>
                    <a:pt x="963925" y="1290910"/>
                  </a:moveTo>
                  <a:cubicBezTo>
                    <a:pt x="963495" y="1290216"/>
                    <a:pt x="963065" y="1288860"/>
                    <a:pt x="962569" y="1288826"/>
                  </a:cubicBezTo>
                  <a:cubicBezTo>
                    <a:pt x="961014" y="1288727"/>
                    <a:pt x="958997" y="1287967"/>
                    <a:pt x="958104" y="1289951"/>
                  </a:cubicBezTo>
                  <a:cubicBezTo>
                    <a:pt x="957872" y="1290414"/>
                    <a:pt x="958831" y="1292068"/>
                    <a:pt x="959327" y="1292101"/>
                  </a:cubicBezTo>
                  <a:cubicBezTo>
                    <a:pt x="960882" y="1292200"/>
                    <a:pt x="962767" y="1292928"/>
                    <a:pt x="963925" y="1290910"/>
                  </a:cubicBezTo>
                  <a:close/>
                  <a:moveTo>
                    <a:pt x="106741" y="1292200"/>
                  </a:moveTo>
                  <a:cubicBezTo>
                    <a:pt x="106145" y="1293093"/>
                    <a:pt x="105021" y="1294019"/>
                    <a:pt x="105120" y="1294846"/>
                  </a:cubicBezTo>
                  <a:cubicBezTo>
                    <a:pt x="105285" y="1296334"/>
                    <a:pt x="106145" y="1297756"/>
                    <a:pt x="106741" y="1299178"/>
                  </a:cubicBezTo>
                  <a:cubicBezTo>
                    <a:pt x="107336" y="1298318"/>
                    <a:pt x="107898" y="1297425"/>
                    <a:pt x="108328" y="1296797"/>
                  </a:cubicBezTo>
                  <a:cubicBezTo>
                    <a:pt x="108824" y="1294747"/>
                    <a:pt x="108130" y="1293324"/>
                    <a:pt x="106741" y="1292200"/>
                  </a:cubicBezTo>
                  <a:close/>
                  <a:moveTo>
                    <a:pt x="1046408" y="1295573"/>
                  </a:moveTo>
                  <a:cubicBezTo>
                    <a:pt x="1046904" y="1295540"/>
                    <a:pt x="1047334" y="1294217"/>
                    <a:pt x="1047764" y="1293523"/>
                  </a:cubicBezTo>
                  <a:cubicBezTo>
                    <a:pt x="1046607" y="1291472"/>
                    <a:pt x="1044722" y="1292233"/>
                    <a:pt x="1043167" y="1292332"/>
                  </a:cubicBezTo>
                  <a:cubicBezTo>
                    <a:pt x="1042671" y="1292365"/>
                    <a:pt x="1041712" y="1293986"/>
                    <a:pt x="1041944" y="1294449"/>
                  </a:cubicBezTo>
                  <a:cubicBezTo>
                    <a:pt x="1042837" y="1296466"/>
                    <a:pt x="1044854" y="1295706"/>
                    <a:pt x="1046408" y="1295573"/>
                  </a:cubicBezTo>
                  <a:close/>
                  <a:moveTo>
                    <a:pt x="898176" y="1300038"/>
                  </a:moveTo>
                  <a:cubicBezTo>
                    <a:pt x="898076" y="1300865"/>
                    <a:pt x="899201" y="1301791"/>
                    <a:pt x="899796" y="1302684"/>
                  </a:cubicBezTo>
                  <a:cubicBezTo>
                    <a:pt x="900524" y="1301295"/>
                    <a:pt x="901218" y="1299939"/>
                    <a:pt x="901814" y="1298748"/>
                  </a:cubicBezTo>
                  <a:cubicBezTo>
                    <a:pt x="900954" y="1297459"/>
                    <a:pt x="900391" y="1296566"/>
                    <a:pt x="899796" y="1295706"/>
                  </a:cubicBezTo>
                  <a:cubicBezTo>
                    <a:pt x="899201" y="1297128"/>
                    <a:pt x="898341" y="1298550"/>
                    <a:pt x="898176" y="1300038"/>
                  </a:cubicBezTo>
                  <a:close/>
                  <a:moveTo>
                    <a:pt x="1473281" y="1420721"/>
                  </a:moveTo>
                  <a:cubicBezTo>
                    <a:pt x="1473843" y="1420622"/>
                    <a:pt x="1474107" y="1418935"/>
                    <a:pt x="1474504" y="1417976"/>
                  </a:cubicBezTo>
                  <a:cubicBezTo>
                    <a:pt x="1474637" y="1416290"/>
                    <a:pt x="1474273" y="1414768"/>
                    <a:pt x="1472222" y="1415132"/>
                  </a:cubicBezTo>
                  <a:cubicBezTo>
                    <a:pt x="1471693" y="1415231"/>
                    <a:pt x="1471230" y="1416885"/>
                    <a:pt x="1471065" y="1417877"/>
                  </a:cubicBezTo>
                  <a:cubicBezTo>
                    <a:pt x="1470767" y="1419531"/>
                    <a:pt x="1471230" y="1421085"/>
                    <a:pt x="1473281" y="1420721"/>
                  </a:cubicBezTo>
                  <a:close/>
                  <a:moveTo>
                    <a:pt x="263837" y="1145422"/>
                  </a:moveTo>
                  <a:cubicBezTo>
                    <a:pt x="264333" y="1145389"/>
                    <a:pt x="264763" y="1144033"/>
                    <a:pt x="265094" y="1143504"/>
                  </a:cubicBezTo>
                  <a:cubicBezTo>
                    <a:pt x="264069" y="1141090"/>
                    <a:pt x="262117" y="1142181"/>
                    <a:pt x="260563" y="1142148"/>
                  </a:cubicBezTo>
                  <a:cubicBezTo>
                    <a:pt x="260133" y="1142148"/>
                    <a:pt x="259141" y="1143835"/>
                    <a:pt x="259372" y="1144298"/>
                  </a:cubicBezTo>
                  <a:cubicBezTo>
                    <a:pt x="260265" y="1146315"/>
                    <a:pt x="262283" y="1145522"/>
                    <a:pt x="263837" y="1145422"/>
                  </a:cubicBezTo>
                  <a:close/>
                  <a:moveTo>
                    <a:pt x="1127933" y="1300402"/>
                  </a:moveTo>
                  <a:cubicBezTo>
                    <a:pt x="1127867" y="1299840"/>
                    <a:pt x="1126147" y="1299575"/>
                    <a:pt x="1125188" y="1299178"/>
                  </a:cubicBezTo>
                  <a:cubicBezTo>
                    <a:pt x="1123501" y="1299046"/>
                    <a:pt x="1121980" y="1299410"/>
                    <a:pt x="1122344" y="1301460"/>
                  </a:cubicBezTo>
                  <a:cubicBezTo>
                    <a:pt x="1122443" y="1302023"/>
                    <a:pt x="1124097" y="1302453"/>
                    <a:pt x="1125089" y="1302651"/>
                  </a:cubicBezTo>
                  <a:cubicBezTo>
                    <a:pt x="1126743" y="1302949"/>
                    <a:pt x="1128297" y="1302453"/>
                    <a:pt x="1127933" y="1300402"/>
                  </a:cubicBezTo>
                  <a:close/>
                  <a:moveTo>
                    <a:pt x="1255065" y="1146778"/>
                  </a:moveTo>
                  <a:cubicBezTo>
                    <a:pt x="1254834" y="1147241"/>
                    <a:pt x="1255793" y="1148895"/>
                    <a:pt x="1256289" y="1148928"/>
                  </a:cubicBezTo>
                  <a:cubicBezTo>
                    <a:pt x="1257844" y="1148994"/>
                    <a:pt x="1259729" y="1149755"/>
                    <a:pt x="1260886" y="1147704"/>
                  </a:cubicBezTo>
                  <a:cubicBezTo>
                    <a:pt x="1260456" y="1147043"/>
                    <a:pt x="1260026" y="1145687"/>
                    <a:pt x="1259530" y="1145654"/>
                  </a:cubicBezTo>
                  <a:cubicBezTo>
                    <a:pt x="1257976" y="1145555"/>
                    <a:pt x="1255958" y="1144761"/>
                    <a:pt x="1255065" y="1146778"/>
                  </a:cubicBezTo>
                  <a:close/>
                  <a:moveTo>
                    <a:pt x="1086030" y="1262004"/>
                  </a:moveTo>
                  <a:cubicBezTo>
                    <a:pt x="1085931" y="1261442"/>
                    <a:pt x="1084244" y="1261178"/>
                    <a:pt x="1083285" y="1260781"/>
                  </a:cubicBezTo>
                  <a:cubicBezTo>
                    <a:pt x="1081565" y="1260648"/>
                    <a:pt x="1080044" y="1261012"/>
                    <a:pt x="1080407" y="1263063"/>
                  </a:cubicBezTo>
                  <a:cubicBezTo>
                    <a:pt x="1080507" y="1263592"/>
                    <a:pt x="1082160" y="1264055"/>
                    <a:pt x="1083152" y="1264220"/>
                  </a:cubicBezTo>
                  <a:cubicBezTo>
                    <a:pt x="1084839" y="1264518"/>
                    <a:pt x="1086360" y="1264022"/>
                    <a:pt x="1086030" y="1262004"/>
                  </a:cubicBezTo>
                  <a:close/>
                  <a:moveTo>
                    <a:pt x="1863508" y="1427799"/>
                  </a:moveTo>
                  <a:cubicBezTo>
                    <a:pt x="1864930" y="1428229"/>
                    <a:pt x="1866551" y="1428097"/>
                    <a:pt x="1867444" y="1428163"/>
                  </a:cubicBezTo>
                  <a:cubicBezTo>
                    <a:pt x="1869693" y="1427071"/>
                    <a:pt x="1869759" y="1426013"/>
                    <a:pt x="1868072" y="1425550"/>
                  </a:cubicBezTo>
                  <a:cubicBezTo>
                    <a:pt x="1866650" y="1425153"/>
                    <a:pt x="1864963" y="1425153"/>
                    <a:pt x="1863508" y="1425550"/>
                  </a:cubicBezTo>
                  <a:cubicBezTo>
                    <a:pt x="1861821" y="1425980"/>
                    <a:pt x="1861854" y="1427270"/>
                    <a:pt x="1863508" y="1427799"/>
                  </a:cubicBezTo>
                  <a:close/>
                  <a:moveTo>
                    <a:pt x="725105" y="1264286"/>
                  </a:moveTo>
                  <a:cubicBezTo>
                    <a:pt x="724543" y="1265709"/>
                    <a:pt x="723650" y="1267131"/>
                    <a:pt x="723484" y="1268619"/>
                  </a:cubicBezTo>
                  <a:cubicBezTo>
                    <a:pt x="723385" y="1269446"/>
                    <a:pt x="724543" y="1270372"/>
                    <a:pt x="725105" y="1271265"/>
                  </a:cubicBezTo>
                  <a:cubicBezTo>
                    <a:pt x="725833" y="1269876"/>
                    <a:pt x="726527" y="1268487"/>
                    <a:pt x="727122" y="1267329"/>
                  </a:cubicBezTo>
                  <a:cubicBezTo>
                    <a:pt x="726296" y="1266039"/>
                    <a:pt x="725700" y="1265146"/>
                    <a:pt x="725105" y="1264286"/>
                  </a:cubicBezTo>
                  <a:close/>
                  <a:moveTo>
                    <a:pt x="1916788" y="1270835"/>
                  </a:moveTo>
                  <a:cubicBezTo>
                    <a:pt x="1917053" y="1270901"/>
                    <a:pt x="1917714" y="1269181"/>
                    <a:pt x="1917747" y="1269115"/>
                  </a:cubicBezTo>
                  <a:cubicBezTo>
                    <a:pt x="1918674" y="1266436"/>
                    <a:pt x="1917714" y="1265113"/>
                    <a:pt x="1916292" y="1264319"/>
                  </a:cubicBezTo>
                  <a:cubicBezTo>
                    <a:pt x="1914804" y="1263526"/>
                    <a:pt x="1914374" y="1264220"/>
                    <a:pt x="1914639" y="1265907"/>
                  </a:cubicBezTo>
                  <a:cubicBezTo>
                    <a:pt x="1914969" y="1267792"/>
                    <a:pt x="1914010" y="1270173"/>
                    <a:pt x="1916788" y="1270835"/>
                  </a:cubicBezTo>
                  <a:close/>
                  <a:moveTo>
                    <a:pt x="1516441" y="1423169"/>
                  </a:moveTo>
                  <a:cubicBezTo>
                    <a:pt x="1515052" y="1422441"/>
                    <a:pt x="1513663" y="1421747"/>
                    <a:pt x="1512505" y="1421151"/>
                  </a:cubicBezTo>
                  <a:cubicBezTo>
                    <a:pt x="1511215" y="1422011"/>
                    <a:pt x="1510322" y="1422573"/>
                    <a:pt x="1509429" y="1423169"/>
                  </a:cubicBezTo>
                  <a:cubicBezTo>
                    <a:pt x="1510884" y="1423731"/>
                    <a:pt x="1512307" y="1424624"/>
                    <a:pt x="1513795" y="1424789"/>
                  </a:cubicBezTo>
                  <a:cubicBezTo>
                    <a:pt x="1514589" y="1424888"/>
                    <a:pt x="1515548" y="1423731"/>
                    <a:pt x="1516441" y="1423169"/>
                  </a:cubicBezTo>
                  <a:close/>
                  <a:moveTo>
                    <a:pt x="1502285" y="1013924"/>
                  </a:moveTo>
                  <a:cubicBezTo>
                    <a:pt x="1502782" y="1011874"/>
                    <a:pt x="1502120" y="1010452"/>
                    <a:pt x="1500698" y="1009327"/>
                  </a:cubicBezTo>
                  <a:cubicBezTo>
                    <a:pt x="1500136" y="1010220"/>
                    <a:pt x="1498978" y="1011179"/>
                    <a:pt x="1499077" y="1011973"/>
                  </a:cubicBezTo>
                  <a:cubicBezTo>
                    <a:pt x="1499243" y="1013461"/>
                    <a:pt x="1500136" y="1014883"/>
                    <a:pt x="1500698" y="1016339"/>
                  </a:cubicBezTo>
                  <a:cubicBezTo>
                    <a:pt x="1501293" y="1015446"/>
                    <a:pt x="1501889" y="1014553"/>
                    <a:pt x="1502285" y="1013924"/>
                  </a:cubicBezTo>
                  <a:close/>
                  <a:moveTo>
                    <a:pt x="1768390" y="1082948"/>
                  </a:moveTo>
                  <a:cubicBezTo>
                    <a:pt x="1769713" y="1082088"/>
                    <a:pt x="1770573" y="1081525"/>
                    <a:pt x="1771466" y="1080930"/>
                  </a:cubicBezTo>
                  <a:cubicBezTo>
                    <a:pt x="1770011" y="1080368"/>
                    <a:pt x="1768622" y="1079475"/>
                    <a:pt x="1767100" y="1079310"/>
                  </a:cubicBezTo>
                  <a:cubicBezTo>
                    <a:pt x="1766307" y="1079210"/>
                    <a:pt x="1765347" y="1080368"/>
                    <a:pt x="1764488" y="1080930"/>
                  </a:cubicBezTo>
                  <a:cubicBezTo>
                    <a:pt x="1765844" y="1081625"/>
                    <a:pt x="1767233" y="1082352"/>
                    <a:pt x="1768390" y="1082948"/>
                  </a:cubicBezTo>
                  <a:close/>
                  <a:moveTo>
                    <a:pt x="1243986" y="1145522"/>
                  </a:moveTo>
                  <a:cubicBezTo>
                    <a:pt x="1244945" y="1145158"/>
                    <a:pt x="1246632" y="1144860"/>
                    <a:pt x="1246731" y="1144331"/>
                  </a:cubicBezTo>
                  <a:cubicBezTo>
                    <a:pt x="1247095" y="1142280"/>
                    <a:pt x="1245540" y="1141784"/>
                    <a:pt x="1243887" y="1142082"/>
                  </a:cubicBezTo>
                  <a:cubicBezTo>
                    <a:pt x="1242895" y="1142247"/>
                    <a:pt x="1241208" y="1142710"/>
                    <a:pt x="1241109" y="1143273"/>
                  </a:cubicBezTo>
                  <a:cubicBezTo>
                    <a:pt x="1240778" y="1145290"/>
                    <a:pt x="1242299" y="1145687"/>
                    <a:pt x="1243986" y="1145522"/>
                  </a:cubicBezTo>
                  <a:close/>
                  <a:moveTo>
                    <a:pt x="1021967" y="1274638"/>
                  </a:moveTo>
                  <a:cubicBezTo>
                    <a:pt x="1022464" y="1274605"/>
                    <a:pt x="1022894" y="1273249"/>
                    <a:pt x="1023323" y="1272555"/>
                  </a:cubicBezTo>
                  <a:cubicBezTo>
                    <a:pt x="1022133" y="1270537"/>
                    <a:pt x="1020248" y="1271265"/>
                    <a:pt x="1018726" y="1271364"/>
                  </a:cubicBezTo>
                  <a:cubicBezTo>
                    <a:pt x="1018230" y="1271397"/>
                    <a:pt x="1017271" y="1273051"/>
                    <a:pt x="1017503" y="1273514"/>
                  </a:cubicBezTo>
                  <a:cubicBezTo>
                    <a:pt x="1018396" y="1275498"/>
                    <a:pt x="1020413" y="1274737"/>
                    <a:pt x="1021967" y="1274638"/>
                  </a:cubicBezTo>
                  <a:close/>
                  <a:moveTo>
                    <a:pt x="546941" y="2559852"/>
                  </a:moveTo>
                  <a:cubicBezTo>
                    <a:pt x="546842" y="2560017"/>
                    <a:pt x="546743" y="2560149"/>
                    <a:pt x="546677" y="2560282"/>
                  </a:cubicBezTo>
                  <a:cubicBezTo>
                    <a:pt x="546875" y="2560447"/>
                    <a:pt x="547073" y="2560513"/>
                    <a:pt x="547272" y="2560646"/>
                  </a:cubicBezTo>
                  <a:cubicBezTo>
                    <a:pt x="547173" y="2560381"/>
                    <a:pt x="547040" y="2560116"/>
                    <a:pt x="546941" y="2559852"/>
                  </a:cubicBezTo>
                  <a:close/>
                  <a:moveTo>
                    <a:pt x="1677175" y="2577380"/>
                  </a:moveTo>
                  <a:cubicBezTo>
                    <a:pt x="1677340" y="2578373"/>
                    <a:pt x="1677803" y="2580026"/>
                    <a:pt x="1678366" y="2580126"/>
                  </a:cubicBezTo>
                  <a:cubicBezTo>
                    <a:pt x="1680416" y="2580489"/>
                    <a:pt x="1680780" y="2578968"/>
                    <a:pt x="1680648" y="2577281"/>
                  </a:cubicBezTo>
                  <a:cubicBezTo>
                    <a:pt x="1680251" y="2576322"/>
                    <a:pt x="1679953" y="2574602"/>
                    <a:pt x="1679424" y="2574536"/>
                  </a:cubicBezTo>
                  <a:cubicBezTo>
                    <a:pt x="1677374" y="2574172"/>
                    <a:pt x="1676877" y="2575694"/>
                    <a:pt x="1677175" y="2577380"/>
                  </a:cubicBezTo>
                  <a:close/>
                  <a:moveTo>
                    <a:pt x="1406308" y="2588096"/>
                  </a:moveTo>
                  <a:cubicBezTo>
                    <a:pt x="1406539" y="2588890"/>
                    <a:pt x="1406771" y="2589717"/>
                    <a:pt x="1407002" y="2590543"/>
                  </a:cubicBezTo>
                  <a:cubicBezTo>
                    <a:pt x="1407300" y="2590444"/>
                    <a:pt x="1407598" y="2590378"/>
                    <a:pt x="1407895" y="2590279"/>
                  </a:cubicBezTo>
                  <a:cubicBezTo>
                    <a:pt x="1407565" y="2589055"/>
                    <a:pt x="1407002" y="2588427"/>
                    <a:pt x="1406308" y="2588096"/>
                  </a:cubicBezTo>
                  <a:close/>
                  <a:moveTo>
                    <a:pt x="1456347" y="2597059"/>
                  </a:moveTo>
                  <a:cubicBezTo>
                    <a:pt x="1456711" y="2595008"/>
                    <a:pt x="1455157" y="2594545"/>
                    <a:pt x="1453503" y="2594843"/>
                  </a:cubicBezTo>
                  <a:cubicBezTo>
                    <a:pt x="1452511" y="2595008"/>
                    <a:pt x="1450824" y="2595438"/>
                    <a:pt x="1450725" y="2596001"/>
                  </a:cubicBezTo>
                  <a:cubicBezTo>
                    <a:pt x="1450394" y="2598051"/>
                    <a:pt x="1451915" y="2598415"/>
                    <a:pt x="1453602" y="2598283"/>
                  </a:cubicBezTo>
                  <a:cubicBezTo>
                    <a:pt x="1454561" y="2597886"/>
                    <a:pt x="1456248" y="2597621"/>
                    <a:pt x="1456347" y="2597059"/>
                  </a:cubicBezTo>
                  <a:close/>
                  <a:moveTo>
                    <a:pt x="1590491" y="2523736"/>
                  </a:moveTo>
                  <a:cubicBezTo>
                    <a:pt x="1590590" y="2524265"/>
                    <a:pt x="1592244" y="2524728"/>
                    <a:pt x="1593236" y="2524894"/>
                  </a:cubicBezTo>
                  <a:cubicBezTo>
                    <a:pt x="1594923" y="2525191"/>
                    <a:pt x="1596444" y="2524695"/>
                    <a:pt x="1596080" y="2522678"/>
                  </a:cubicBezTo>
                  <a:cubicBezTo>
                    <a:pt x="1596014" y="2522116"/>
                    <a:pt x="1594294" y="2521851"/>
                    <a:pt x="1593368" y="2521454"/>
                  </a:cubicBezTo>
                  <a:cubicBezTo>
                    <a:pt x="1591649" y="2521289"/>
                    <a:pt x="1590127" y="2521686"/>
                    <a:pt x="1590491" y="2523736"/>
                  </a:cubicBezTo>
                  <a:close/>
                  <a:moveTo>
                    <a:pt x="1409218" y="2535576"/>
                  </a:moveTo>
                  <a:cubicBezTo>
                    <a:pt x="1407168" y="2535080"/>
                    <a:pt x="1405746" y="2535775"/>
                    <a:pt x="1404621" y="2537164"/>
                  </a:cubicBezTo>
                  <a:cubicBezTo>
                    <a:pt x="1405514" y="2537759"/>
                    <a:pt x="1406473" y="2538884"/>
                    <a:pt x="1407267" y="2538784"/>
                  </a:cubicBezTo>
                  <a:cubicBezTo>
                    <a:pt x="1408755" y="2538619"/>
                    <a:pt x="1410177" y="2537759"/>
                    <a:pt x="1411633" y="2537164"/>
                  </a:cubicBezTo>
                  <a:cubicBezTo>
                    <a:pt x="1410740" y="2536568"/>
                    <a:pt x="1409847" y="2536006"/>
                    <a:pt x="1409218" y="2535576"/>
                  </a:cubicBezTo>
                  <a:close/>
                  <a:moveTo>
                    <a:pt x="1463855" y="2553965"/>
                  </a:moveTo>
                  <a:cubicBezTo>
                    <a:pt x="1464351" y="2551914"/>
                    <a:pt x="1463656" y="2550492"/>
                    <a:pt x="1462267" y="2549401"/>
                  </a:cubicBezTo>
                  <a:cubicBezTo>
                    <a:pt x="1461705" y="2550261"/>
                    <a:pt x="1460581" y="2551220"/>
                    <a:pt x="1460647" y="2552014"/>
                  </a:cubicBezTo>
                  <a:cubicBezTo>
                    <a:pt x="1460812" y="2553502"/>
                    <a:pt x="1461705" y="2554924"/>
                    <a:pt x="1462267" y="2556379"/>
                  </a:cubicBezTo>
                  <a:cubicBezTo>
                    <a:pt x="1462863" y="2555486"/>
                    <a:pt x="1463458" y="2554593"/>
                    <a:pt x="1463855" y="2553965"/>
                  </a:cubicBezTo>
                  <a:close/>
                  <a:moveTo>
                    <a:pt x="1481450" y="2374743"/>
                  </a:moveTo>
                  <a:cubicBezTo>
                    <a:pt x="1483103" y="2375040"/>
                    <a:pt x="1484658" y="2374544"/>
                    <a:pt x="1484294" y="2372494"/>
                  </a:cubicBezTo>
                  <a:cubicBezTo>
                    <a:pt x="1484195" y="2371965"/>
                    <a:pt x="1482508" y="2371667"/>
                    <a:pt x="1481549" y="2371270"/>
                  </a:cubicBezTo>
                  <a:cubicBezTo>
                    <a:pt x="1479862" y="2371138"/>
                    <a:pt x="1478341" y="2371535"/>
                    <a:pt x="1478671" y="2373552"/>
                  </a:cubicBezTo>
                  <a:cubicBezTo>
                    <a:pt x="1478771" y="2374114"/>
                    <a:pt x="1480457" y="2374577"/>
                    <a:pt x="1481450" y="2374743"/>
                  </a:cubicBezTo>
                  <a:close/>
                  <a:moveTo>
                    <a:pt x="1535656" y="2371270"/>
                  </a:moveTo>
                  <a:cubicBezTo>
                    <a:pt x="1534928" y="2372659"/>
                    <a:pt x="1534234" y="2374048"/>
                    <a:pt x="1533639" y="2375206"/>
                  </a:cubicBezTo>
                  <a:cubicBezTo>
                    <a:pt x="1534499" y="2376496"/>
                    <a:pt x="1535061" y="2377389"/>
                    <a:pt x="1535656" y="2378248"/>
                  </a:cubicBezTo>
                  <a:cubicBezTo>
                    <a:pt x="1536218" y="2376826"/>
                    <a:pt x="1537111" y="2375404"/>
                    <a:pt x="1537277" y="2373916"/>
                  </a:cubicBezTo>
                  <a:cubicBezTo>
                    <a:pt x="1537376" y="2373122"/>
                    <a:pt x="1536218" y="2372163"/>
                    <a:pt x="1535656" y="2371270"/>
                  </a:cubicBezTo>
                  <a:close/>
                  <a:moveTo>
                    <a:pt x="1516474" y="2388799"/>
                  </a:moveTo>
                  <a:cubicBezTo>
                    <a:pt x="1516639" y="2389791"/>
                    <a:pt x="1517102" y="2391478"/>
                    <a:pt x="1517631" y="2391544"/>
                  </a:cubicBezTo>
                  <a:cubicBezTo>
                    <a:pt x="1519682" y="2391908"/>
                    <a:pt x="1520079" y="2390386"/>
                    <a:pt x="1519913" y="2388699"/>
                  </a:cubicBezTo>
                  <a:cubicBezTo>
                    <a:pt x="1519516" y="2387740"/>
                    <a:pt x="1519252" y="2386054"/>
                    <a:pt x="1518723" y="2385954"/>
                  </a:cubicBezTo>
                  <a:cubicBezTo>
                    <a:pt x="1516672" y="2385591"/>
                    <a:pt x="1516176" y="2387145"/>
                    <a:pt x="1516474" y="2388799"/>
                  </a:cubicBezTo>
                  <a:close/>
                  <a:moveTo>
                    <a:pt x="1500830" y="2399349"/>
                  </a:moveTo>
                  <a:cubicBezTo>
                    <a:pt x="1500367" y="2399382"/>
                    <a:pt x="1499408" y="2401003"/>
                    <a:pt x="1499607" y="2401466"/>
                  </a:cubicBezTo>
                  <a:cubicBezTo>
                    <a:pt x="1500500" y="2403483"/>
                    <a:pt x="1502517" y="2402722"/>
                    <a:pt x="1504071" y="2402590"/>
                  </a:cubicBezTo>
                  <a:cubicBezTo>
                    <a:pt x="1504601" y="2402557"/>
                    <a:pt x="1505031" y="2401201"/>
                    <a:pt x="1505427" y="2400540"/>
                  </a:cubicBezTo>
                  <a:cubicBezTo>
                    <a:pt x="1504270" y="2398489"/>
                    <a:pt x="1502385" y="2399250"/>
                    <a:pt x="1500830" y="2399349"/>
                  </a:cubicBezTo>
                  <a:close/>
                  <a:moveTo>
                    <a:pt x="1401082" y="2416712"/>
                  </a:moveTo>
                  <a:cubicBezTo>
                    <a:pt x="1400090" y="2416911"/>
                    <a:pt x="1398437" y="2417341"/>
                    <a:pt x="1398337" y="2417903"/>
                  </a:cubicBezTo>
                  <a:cubicBezTo>
                    <a:pt x="1397974" y="2419953"/>
                    <a:pt x="1399495" y="2420317"/>
                    <a:pt x="1401215" y="2420185"/>
                  </a:cubicBezTo>
                  <a:cubicBezTo>
                    <a:pt x="1402174" y="2419788"/>
                    <a:pt x="1403860" y="2419523"/>
                    <a:pt x="1403960" y="2418961"/>
                  </a:cubicBezTo>
                  <a:cubicBezTo>
                    <a:pt x="1404290" y="2416911"/>
                    <a:pt x="1402769" y="2416448"/>
                    <a:pt x="1401082" y="2416712"/>
                  </a:cubicBezTo>
                  <a:close/>
                  <a:moveTo>
                    <a:pt x="1469146" y="2353708"/>
                  </a:moveTo>
                  <a:cubicBezTo>
                    <a:pt x="1469643" y="2353675"/>
                    <a:pt x="1470072" y="2352319"/>
                    <a:pt x="1470502" y="2351658"/>
                  </a:cubicBezTo>
                  <a:cubicBezTo>
                    <a:pt x="1469345" y="2349607"/>
                    <a:pt x="1467460" y="2350368"/>
                    <a:pt x="1465905" y="2350434"/>
                  </a:cubicBezTo>
                  <a:cubicBezTo>
                    <a:pt x="1465409" y="2350467"/>
                    <a:pt x="1464450" y="2352121"/>
                    <a:pt x="1464682" y="2352584"/>
                  </a:cubicBezTo>
                  <a:cubicBezTo>
                    <a:pt x="1465575" y="2354601"/>
                    <a:pt x="1467592" y="2353808"/>
                    <a:pt x="1469146" y="2353708"/>
                  </a:cubicBezTo>
                  <a:close/>
                  <a:moveTo>
                    <a:pt x="1295018" y="2364821"/>
                  </a:moveTo>
                  <a:cubicBezTo>
                    <a:pt x="1294323" y="2365251"/>
                    <a:pt x="1293000" y="2365648"/>
                    <a:pt x="1292967" y="2366177"/>
                  </a:cubicBezTo>
                  <a:cubicBezTo>
                    <a:pt x="1292835" y="2367731"/>
                    <a:pt x="1292074" y="2369749"/>
                    <a:pt x="1294058" y="2370642"/>
                  </a:cubicBezTo>
                  <a:cubicBezTo>
                    <a:pt x="1294555" y="2370840"/>
                    <a:pt x="1296175" y="2369881"/>
                    <a:pt x="1296208" y="2369418"/>
                  </a:cubicBezTo>
                  <a:cubicBezTo>
                    <a:pt x="1296307" y="2367864"/>
                    <a:pt x="1297068" y="2365978"/>
                    <a:pt x="1295018" y="2364821"/>
                  </a:cubicBezTo>
                  <a:close/>
                  <a:moveTo>
                    <a:pt x="1439645" y="2510970"/>
                  </a:moveTo>
                  <a:cubicBezTo>
                    <a:pt x="1440605" y="2510573"/>
                    <a:pt x="1442291" y="2510309"/>
                    <a:pt x="1442390" y="2509746"/>
                  </a:cubicBezTo>
                  <a:cubicBezTo>
                    <a:pt x="1442721" y="2507696"/>
                    <a:pt x="1441200" y="2507233"/>
                    <a:pt x="1439513" y="2507530"/>
                  </a:cubicBezTo>
                  <a:cubicBezTo>
                    <a:pt x="1438521" y="2507696"/>
                    <a:pt x="1436867" y="2508159"/>
                    <a:pt x="1436768" y="2508688"/>
                  </a:cubicBezTo>
                  <a:cubicBezTo>
                    <a:pt x="1436404" y="2510739"/>
                    <a:pt x="1437926" y="2511135"/>
                    <a:pt x="1439645" y="2510970"/>
                  </a:cubicBezTo>
                  <a:close/>
                  <a:moveTo>
                    <a:pt x="573135" y="2435895"/>
                  </a:moveTo>
                  <a:cubicBezTo>
                    <a:pt x="574590" y="2436490"/>
                    <a:pt x="576012" y="2437350"/>
                    <a:pt x="577501" y="2437515"/>
                  </a:cubicBezTo>
                  <a:cubicBezTo>
                    <a:pt x="578294" y="2437614"/>
                    <a:pt x="579253" y="2436490"/>
                    <a:pt x="580146" y="2435895"/>
                  </a:cubicBezTo>
                  <a:cubicBezTo>
                    <a:pt x="578757" y="2435200"/>
                    <a:pt x="577368" y="2434472"/>
                    <a:pt x="576211" y="2433877"/>
                  </a:cubicBezTo>
                  <a:cubicBezTo>
                    <a:pt x="574921" y="2434737"/>
                    <a:pt x="574028" y="2435299"/>
                    <a:pt x="573135" y="2435895"/>
                  </a:cubicBezTo>
                  <a:close/>
                  <a:moveTo>
                    <a:pt x="1299714" y="2445453"/>
                  </a:moveTo>
                  <a:cubicBezTo>
                    <a:pt x="1299681" y="2443964"/>
                    <a:pt x="1298953" y="2442476"/>
                    <a:pt x="1298391" y="2440657"/>
                  </a:cubicBezTo>
                  <a:cubicBezTo>
                    <a:pt x="1297498" y="2442013"/>
                    <a:pt x="1296374" y="2442972"/>
                    <a:pt x="1296440" y="2443766"/>
                  </a:cubicBezTo>
                  <a:cubicBezTo>
                    <a:pt x="1296605" y="2445254"/>
                    <a:pt x="1297498" y="2446676"/>
                    <a:pt x="1298093" y="2448098"/>
                  </a:cubicBezTo>
                  <a:cubicBezTo>
                    <a:pt x="1298656" y="2447239"/>
                    <a:pt x="1299747" y="2446346"/>
                    <a:pt x="1299714" y="2445453"/>
                  </a:cubicBezTo>
                  <a:close/>
                  <a:moveTo>
                    <a:pt x="1523353" y="2444659"/>
                  </a:moveTo>
                  <a:cubicBezTo>
                    <a:pt x="1522361" y="2444824"/>
                    <a:pt x="1520707" y="2445287"/>
                    <a:pt x="1520608" y="2445849"/>
                  </a:cubicBezTo>
                  <a:cubicBezTo>
                    <a:pt x="1520244" y="2447900"/>
                    <a:pt x="1521765" y="2448264"/>
                    <a:pt x="1523485" y="2448131"/>
                  </a:cubicBezTo>
                  <a:cubicBezTo>
                    <a:pt x="1524444" y="2447735"/>
                    <a:pt x="1526131" y="2447437"/>
                    <a:pt x="1526230" y="2446908"/>
                  </a:cubicBezTo>
                  <a:cubicBezTo>
                    <a:pt x="1526561" y="2444857"/>
                    <a:pt x="1525040" y="2444361"/>
                    <a:pt x="1523353" y="2444659"/>
                  </a:cubicBezTo>
                  <a:close/>
                  <a:moveTo>
                    <a:pt x="1217726" y="2465561"/>
                  </a:moveTo>
                  <a:cubicBezTo>
                    <a:pt x="1218321" y="2464139"/>
                    <a:pt x="1219181" y="2462717"/>
                    <a:pt x="1219347" y="2461228"/>
                  </a:cubicBezTo>
                  <a:cubicBezTo>
                    <a:pt x="1219413" y="2460798"/>
                    <a:pt x="1219082" y="2460302"/>
                    <a:pt x="1218685" y="2459806"/>
                  </a:cubicBezTo>
                  <a:cubicBezTo>
                    <a:pt x="1217858" y="2460964"/>
                    <a:pt x="1217032" y="2462121"/>
                    <a:pt x="1216205" y="2463279"/>
                  </a:cubicBezTo>
                  <a:cubicBezTo>
                    <a:pt x="1216767" y="2464172"/>
                    <a:pt x="1217263" y="2464899"/>
                    <a:pt x="1217726" y="2465561"/>
                  </a:cubicBezTo>
                  <a:close/>
                  <a:moveTo>
                    <a:pt x="1277654" y="1749003"/>
                  </a:moveTo>
                  <a:cubicBezTo>
                    <a:pt x="1278183" y="1748904"/>
                    <a:pt x="1278481" y="1747217"/>
                    <a:pt x="1278878" y="1746258"/>
                  </a:cubicBezTo>
                  <a:cubicBezTo>
                    <a:pt x="1279010" y="1744538"/>
                    <a:pt x="1278613" y="1743017"/>
                    <a:pt x="1276596" y="1743381"/>
                  </a:cubicBezTo>
                  <a:cubicBezTo>
                    <a:pt x="1276034" y="1743480"/>
                    <a:pt x="1275571" y="1745134"/>
                    <a:pt x="1275405" y="1746126"/>
                  </a:cubicBezTo>
                  <a:cubicBezTo>
                    <a:pt x="1275108" y="1747812"/>
                    <a:pt x="1275604" y="1749334"/>
                    <a:pt x="1277654" y="1749003"/>
                  </a:cubicBezTo>
                  <a:close/>
                  <a:moveTo>
                    <a:pt x="2641482" y="1657259"/>
                  </a:moveTo>
                  <a:cubicBezTo>
                    <a:pt x="2641383" y="1658813"/>
                    <a:pt x="2640622" y="1660831"/>
                    <a:pt x="2642607" y="1661724"/>
                  </a:cubicBezTo>
                  <a:cubicBezTo>
                    <a:pt x="2643103" y="1661955"/>
                    <a:pt x="2644723" y="1660996"/>
                    <a:pt x="2644756" y="1660500"/>
                  </a:cubicBezTo>
                  <a:cubicBezTo>
                    <a:pt x="2644856" y="1658945"/>
                    <a:pt x="2645616" y="1657060"/>
                    <a:pt x="2643566" y="1655903"/>
                  </a:cubicBezTo>
                  <a:cubicBezTo>
                    <a:pt x="2642904" y="1656333"/>
                    <a:pt x="2641548" y="1656763"/>
                    <a:pt x="2641482" y="1657259"/>
                  </a:cubicBezTo>
                  <a:close/>
                  <a:moveTo>
                    <a:pt x="2672968" y="1658019"/>
                  </a:moveTo>
                  <a:cubicBezTo>
                    <a:pt x="2673100" y="1659508"/>
                    <a:pt x="2673993" y="1660930"/>
                    <a:pt x="2674588" y="1662385"/>
                  </a:cubicBezTo>
                  <a:cubicBezTo>
                    <a:pt x="2675150" y="1661492"/>
                    <a:pt x="2676242" y="1660599"/>
                    <a:pt x="2676209" y="1659739"/>
                  </a:cubicBezTo>
                  <a:cubicBezTo>
                    <a:pt x="2676176" y="1658549"/>
                    <a:pt x="2675713" y="1657292"/>
                    <a:pt x="2675250" y="1655936"/>
                  </a:cubicBezTo>
                  <a:cubicBezTo>
                    <a:pt x="2675051" y="1655704"/>
                    <a:pt x="2674886" y="1655440"/>
                    <a:pt x="2674687" y="1655208"/>
                  </a:cubicBezTo>
                  <a:cubicBezTo>
                    <a:pt x="2673827" y="1656399"/>
                    <a:pt x="2672868" y="1657292"/>
                    <a:pt x="2672968" y="1658019"/>
                  </a:cubicBezTo>
                  <a:close/>
                  <a:moveTo>
                    <a:pt x="986050" y="1671612"/>
                  </a:moveTo>
                  <a:cubicBezTo>
                    <a:pt x="986943" y="1673630"/>
                    <a:pt x="988961" y="1672836"/>
                    <a:pt x="990515" y="1672737"/>
                  </a:cubicBezTo>
                  <a:cubicBezTo>
                    <a:pt x="991011" y="1672704"/>
                    <a:pt x="991441" y="1671348"/>
                    <a:pt x="991871" y="1670653"/>
                  </a:cubicBezTo>
                  <a:cubicBezTo>
                    <a:pt x="990714" y="1668636"/>
                    <a:pt x="988828" y="1669363"/>
                    <a:pt x="987274" y="1669463"/>
                  </a:cubicBezTo>
                  <a:cubicBezTo>
                    <a:pt x="986778" y="1669496"/>
                    <a:pt x="985819" y="1671149"/>
                    <a:pt x="986050" y="1671612"/>
                  </a:cubicBezTo>
                  <a:close/>
                  <a:moveTo>
                    <a:pt x="2674886" y="1675846"/>
                  </a:moveTo>
                  <a:cubicBezTo>
                    <a:pt x="2674621" y="1676309"/>
                    <a:pt x="2674291" y="1676673"/>
                    <a:pt x="2673993" y="1677036"/>
                  </a:cubicBezTo>
                  <a:cubicBezTo>
                    <a:pt x="2674456" y="1677103"/>
                    <a:pt x="2674952" y="1677202"/>
                    <a:pt x="2675349" y="1677235"/>
                  </a:cubicBezTo>
                  <a:cubicBezTo>
                    <a:pt x="2675217" y="1676805"/>
                    <a:pt x="2675051" y="1676375"/>
                    <a:pt x="2674886" y="1675846"/>
                  </a:cubicBezTo>
                  <a:close/>
                  <a:moveTo>
                    <a:pt x="838710" y="1711333"/>
                  </a:moveTo>
                  <a:cubicBezTo>
                    <a:pt x="838876" y="1712325"/>
                    <a:pt x="839339" y="1713979"/>
                    <a:pt x="839868" y="1714078"/>
                  </a:cubicBezTo>
                  <a:cubicBezTo>
                    <a:pt x="841919" y="1714442"/>
                    <a:pt x="842315" y="1712920"/>
                    <a:pt x="842150" y="1711201"/>
                  </a:cubicBezTo>
                  <a:cubicBezTo>
                    <a:pt x="841753" y="1710242"/>
                    <a:pt x="841489" y="1708555"/>
                    <a:pt x="840926" y="1708456"/>
                  </a:cubicBezTo>
                  <a:cubicBezTo>
                    <a:pt x="838909" y="1708125"/>
                    <a:pt x="838413" y="1709646"/>
                    <a:pt x="838710" y="1711333"/>
                  </a:cubicBezTo>
                  <a:close/>
                  <a:moveTo>
                    <a:pt x="955160" y="1714078"/>
                  </a:moveTo>
                  <a:cubicBezTo>
                    <a:pt x="957211" y="1714442"/>
                    <a:pt x="957575" y="1712920"/>
                    <a:pt x="957442" y="1711201"/>
                  </a:cubicBezTo>
                  <a:cubicBezTo>
                    <a:pt x="957045" y="1710242"/>
                    <a:pt x="956781" y="1708555"/>
                    <a:pt x="956219" y="1708456"/>
                  </a:cubicBezTo>
                  <a:cubicBezTo>
                    <a:pt x="954168" y="1708125"/>
                    <a:pt x="953705" y="1709646"/>
                    <a:pt x="954003" y="1711333"/>
                  </a:cubicBezTo>
                  <a:cubicBezTo>
                    <a:pt x="954168" y="1712325"/>
                    <a:pt x="954631" y="1713979"/>
                    <a:pt x="955160" y="1714078"/>
                  </a:cubicBezTo>
                  <a:close/>
                  <a:moveTo>
                    <a:pt x="816485" y="1862112"/>
                  </a:moveTo>
                  <a:cubicBezTo>
                    <a:pt x="814435" y="1861749"/>
                    <a:pt x="813939" y="1863303"/>
                    <a:pt x="814237" y="1864957"/>
                  </a:cubicBezTo>
                  <a:cubicBezTo>
                    <a:pt x="814402" y="1865982"/>
                    <a:pt x="814865" y="1867636"/>
                    <a:pt x="815427" y="1867735"/>
                  </a:cubicBezTo>
                  <a:cubicBezTo>
                    <a:pt x="817478" y="1868066"/>
                    <a:pt x="817841" y="1866544"/>
                    <a:pt x="817709" y="1864857"/>
                  </a:cubicBezTo>
                  <a:cubicBezTo>
                    <a:pt x="817312" y="1863898"/>
                    <a:pt x="817015" y="1862212"/>
                    <a:pt x="816485" y="1862112"/>
                  </a:cubicBezTo>
                  <a:close/>
                  <a:moveTo>
                    <a:pt x="1067608" y="1774006"/>
                  </a:moveTo>
                  <a:cubicBezTo>
                    <a:pt x="1069163" y="1774105"/>
                    <a:pt x="1071048" y="1774866"/>
                    <a:pt x="1072238" y="1772816"/>
                  </a:cubicBezTo>
                  <a:cubicBezTo>
                    <a:pt x="1071808" y="1772121"/>
                    <a:pt x="1071378" y="1770765"/>
                    <a:pt x="1070849" y="1770732"/>
                  </a:cubicBezTo>
                  <a:cubicBezTo>
                    <a:pt x="1069295" y="1770633"/>
                    <a:pt x="1067310" y="1769872"/>
                    <a:pt x="1066384" y="1771856"/>
                  </a:cubicBezTo>
                  <a:cubicBezTo>
                    <a:pt x="1066186" y="1772353"/>
                    <a:pt x="1067145" y="1773973"/>
                    <a:pt x="1067608" y="1774006"/>
                  </a:cubicBezTo>
                  <a:close/>
                  <a:moveTo>
                    <a:pt x="878960" y="1787963"/>
                  </a:moveTo>
                  <a:cubicBezTo>
                    <a:pt x="880515" y="1788062"/>
                    <a:pt x="882400" y="1788823"/>
                    <a:pt x="883557" y="1786772"/>
                  </a:cubicBezTo>
                  <a:cubicBezTo>
                    <a:pt x="883127" y="1786111"/>
                    <a:pt x="882731" y="1784755"/>
                    <a:pt x="882201" y="1784722"/>
                  </a:cubicBezTo>
                  <a:cubicBezTo>
                    <a:pt x="880647" y="1784623"/>
                    <a:pt x="878629" y="1783829"/>
                    <a:pt x="877737" y="1785846"/>
                  </a:cubicBezTo>
                  <a:cubicBezTo>
                    <a:pt x="877538" y="1786309"/>
                    <a:pt x="878464" y="1787963"/>
                    <a:pt x="878960" y="1787963"/>
                  </a:cubicBezTo>
                  <a:close/>
                  <a:moveTo>
                    <a:pt x="1362023" y="1789319"/>
                  </a:moveTo>
                  <a:cubicBezTo>
                    <a:pt x="1361924" y="1788757"/>
                    <a:pt x="1360237" y="1788492"/>
                    <a:pt x="1359278" y="1788095"/>
                  </a:cubicBezTo>
                  <a:cubicBezTo>
                    <a:pt x="1357558" y="1787963"/>
                    <a:pt x="1356070" y="1788327"/>
                    <a:pt x="1356401" y="1790377"/>
                  </a:cubicBezTo>
                  <a:cubicBezTo>
                    <a:pt x="1356500" y="1790906"/>
                    <a:pt x="1358154" y="1791369"/>
                    <a:pt x="1359179" y="1791535"/>
                  </a:cubicBezTo>
                  <a:cubicBezTo>
                    <a:pt x="1360833" y="1791832"/>
                    <a:pt x="1362387" y="1791369"/>
                    <a:pt x="1362023" y="1789319"/>
                  </a:cubicBezTo>
                  <a:close/>
                  <a:moveTo>
                    <a:pt x="1218255" y="1792262"/>
                  </a:moveTo>
                  <a:cubicBezTo>
                    <a:pt x="1216205" y="1791932"/>
                    <a:pt x="1215709" y="1793453"/>
                    <a:pt x="1216006" y="1795140"/>
                  </a:cubicBezTo>
                  <a:cubicBezTo>
                    <a:pt x="1216172" y="1796132"/>
                    <a:pt x="1216635" y="1797786"/>
                    <a:pt x="1217197" y="1797885"/>
                  </a:cubicBezTo>
                  <a:cubicBezTo>
                    <a:pt x="1219247" y="1798249"/>
                    <a:pt x="1219611" y="1796727"/>
                    <a:pt x="1219479" y="1795007"/>
                  </a:cubicBezTo>
                  <a:cubicBezTo>
                    <a:pt x="1219082" y="1794048"/>
                    <a:pt x="1218818" y="1792362"/>
                    <a:pt x="1218255" y="1792262"/>
                  </a:cubicBezTo>
                  <a:close/>
                  <a:moveTo>
                    <a:pt x="746206" y="1805657"/>
                  </a:moveTo>
                  <a:cubicBezTo>
                    <a:pt x="745709" y="1805690"/>
                    <a:pt x="744750" y="1807344"/>
                    <a:pt x="744982" y="1807807"/>
                  </a:cubicBezTo>
                  <a:cubicBezTo>
                    <a:pt x="745875" y="1809824"/>
                    <a:pt x="747892" y="1809030"/>
                    <a:pt x="749447" y="1808931"/>
                  </a:cubicBezTo>
                  <a:cubicBezTo>
                    <a:pt x="749943" y="1808898"/>
                    <a:pt x="750373" y="1807542"/>
                    <a:pt x="750803" y="1806848"/>
                  </a:cubicBezTo>
                  <a:cubicBezTo>
                    <a:pt x="749645" y="1804830"/>
                    <a:pt x="747760" y="1805591"/>
                    <a:pt x="746206" y="1805657"/>
                  </a:cubicBezTo>
                  <a:close/>
                  <a:moveTo>
                    <a:pt x="1104451" y="1504793"/>
                  </a:moveTo>
                  <a:cubicBezTo>
                    <a:pt x="1103591" y="1503503"/>
                    <a:pt x="1103029" y="1502610"/>
                    <a:pt x="1102434" y="1501750"/>
                  </a:cubicBezTo>
                  <a:cubicBezTo>
                    <a:pt x="1101839" y="1503172"/>
                    <a:pt x="1100979" y="1504594"/>
                    <a:pt x="1100813" y="1506082"/>
                  </a:cubicBezTo>
                  <a:cubicBezTo>
                    <a:pt x="1100714" y="1506909"/>
                    <a:pt x="1101839" y="1507835"/>
                    <a:pt x="1102434" y="1508728"/>
                  </a:cubicBezTo>
                  <a:cubicBezTo>
                    <a:pt x="1103128" y="1507339"/>
                    <a:pt x="1103856" y="1505950"/>
                    <a:pt x="1104451" y="1504793"/>
                  </a:cubicBezTo>
                  <a:close/>
                  <a:moveTo>
                    <a:pt x="852138" y="1513524"/>
                  </a:moveTo>
                  <a:cubicBezTo>
                    <a:pt x="850947" y="1511473"/>
                    <a:pt x="849062" y="1512234"/>
                    <a:pt x="847508" y="1512333"/>
                  </a:cubicBezTo>
                  <a:cubicBezTo>
                    <a:pt x="847045" y="1512366"/>
                    <a:pt x="846086" y="1513987"/>
                    <a:pt x="846284" y="1514483"/>
                  </a:cubicBezTo>
                  <a:cubicBezTo>
                    <a:pt x="847210" y="1516467"/>
                    <a:pt x="849195" y="1515707"/>
                    <a:pt x="850749" y="1515574"/>
                  </a:cubicBezTo>
                  <a:cubicBezTo>
                    <a:pt x="851278" y="1515541"/>
                    <a:pt x="851708" y="1514218"/>
                    <a:pt x="852138" y="1513524"/>
                  </a:cubicBezTo>
                  <a:close/>
                  <a:moveTo>
                    <a:pt x="844961" y="1531945"/>
                  </a:moveTo>
                  <a:cubicBezTo>
                    <a:pt x="845325" y="1529895"/>
                    <a:pt x="843771" y="1529432"/>
                    <a:pt x="842117" y="1529730"/>
                  </a:cubicBezTo>
                  <a:cubicBezTo>
                    <a:pt x="841092" y="1529895"/>
                    <a:pt x="839438" y="1530325"/>
                    <a:pt x="839339" y="1530887"/>
                  </a:cubicBezTo>
                  <a:cubicBezTo>
                    <a:pt x="839008" y="1532938"/>
                    <a:pt x="840529" y="1533301"/>
                    <a:pt x="842216" y="1533169"/>
                  </a:cubicBezTo>
                  <a:cubicBezTo>
                    <a:pt x="843175" y="1532772"/>
                    <a:pt x="844862" y="1532508"/>
                    <a:pt x="844961" y="1531945"/>
                  </a:cubicBezTo>
                  <a:close/>
                  <a:moveTo>
                    <a:pt x="80547" y="1538395"/>
                  </a:moveTo>
                  <a:cubicBezTo>
                    <a:pt x="81969" y="1538990"/>
                    <a:pt x="83391" y="1539883"/>
                    <a:pt x="84879" y="1540048"/>
                  </a:cubicBezTo>
                  <a:cubicBezTo>
                    <a:pt x="85706" y="1540115"/>
                    <a:pt x="86632" y="1538990"/>
                    <a:pt x="87525" y="1538395"/>
                  </a:cubicBezTo>
                  <a:cubicBezTo>
                    <a:pt x="86136" y="1537700"/>
                    <a:pt x="84780" y="1536973"/>
                    <a:pt x="83590" y="1536377"/>
                  </a:cubicBezTo>
                  <a:cubicBezTo>
                    <a:pt x="82300" y="1537237"/>
                    <a:pt x="81407" y="1537832"/>
                    <a:pt x="80547" y="1538395"/>
                  </a:cubicBezTo>
                  <a:close/>
                  <a:moveTo>
                    <a:pt x="1582322" y="1471620"/>
                  </a:moveTo>
                  <a:cubicBezTo>
                    <a:pt x="1581131" y="1469570"/>
                    <a:pt x="1579246" y="1470331"/>
                    <a:pt x="1577692" y="1470430"/>
                  </a:cubicBezTo>
                  <a:cubicBezTo>
                    <a:pt x="1577229" y="1470463"/>
                    <a:pt x="1576270" y="1472084"/>
                    <a:pt x="1576468" y="1472580"/>
                  </a:cubicBezTo>
                  <a:cubicBezTo>
                    <a:pt x="1577361" y="1474564"/>
                    <a:pt x="1579378" y="1473803"/>
                    <a:pt x="1580933" y="1473704"/>
                  </a:cubicBezTo>
                  <a:cubicBezTo>
                    <a:pt x="1581462" y="1473638"/>
                    <a:pt x="1581892" y="1472315"/>
                    <a:pt x="1582322" y="1471620"/>
                  </a:cubicBezTo>
                  <a:close/>
                  <a:moveTo>
                    <a:pt x="2400447" y="1485908"/>
                  </a:moveTo>
                  <a:cubicBezTo>
                    <a:pt x="2400480" y="1486404"/>
                    <a:pt x="2401836" y="1486834"/>
                    <a:pt x="2402497" y="1487264"/>
                  </a:cubicBezTo>
                  <a:cubicBezTo>
                    <a:pt x="2404548" y="1486073"/>
                    <a:pt x="2403787" y="1484188"/>
                    <a:pt x="2403688" y="1482667"/>
                  </a:cubicBezTo>
                  <a:cubicBezTo>
                    <a:pt x="2403655" y="1482171"/>
                    <a:pt x="2402034" y="1481212"/>
                    <a:pt x="2401571" y="1481443"/>
                  </a:cubicBezTo>
                  <a:cubicBezTo>
                    <a:pt x="2399554" y="1482336"/>
                    <a:pt x="2400314" y="1484354"/>
                    <a:pt x="2400447" y="1485908"/>
                  </a:cubicBezTo>
                  <a:close/>
                  <a:moveTo>
                    <a:pt x="1593137" y="1488851"/>
                  </a:moveTo>
                  <a:cubicBezTo>
                    <a:pt x="1593600" y="1486801"/>
                    <a:pt x="1592938" y="1485379"/>
                    <a:pt x="1591549" y="1484287"/>
                  </a:cubicBezTo>
                  <a:cubicBezTo>
                    <a:pt x="1590954" y="1485147"/>
                    <a:pt x="1589830" y="1486106"/>
                    <a:pt x="1589929" y="1486900"/>
                  </a:cubicBezTo>
                  <a:cubicBezTo>
                    <a:pt x="1590061" y="1488388"/>
                    <a:pt x="1590954" y="1489811"/>
                    <a:pt x="1591549" y="1491266"/>
                  </a:cubicBezTo>
                  <a:cubicBezTo>
                    <a:pt x="1592145" y="1490373"/>
                    <a:pt x="1592707" y="1489480"/>
                    <a:pt x="1593137" y="1488851"/>
                  </a:cubicBezTo>
                  <a:close/>
                  <a:moveTo>
                    <a:pt x="1605374" y="1487661"/>
                  </a:moveTo>
                  <a:cubicBezTo>
                    <a:pt x="1605903" y="1487628"/>
                    <a:pt x="1606333" y="1486272"/>
                    <a:pt x="1606763" y="1485577"/>
                  </a:cubicBezTo>
                  <a:cubicBezTo>
                    <a:pt x="1605572" y="1483560"/>
                    <a:pt x="1603687" y="1484287"/>
                    <a:pt x="1602133" y="1484387"/>
                  </a:cubicBezTo>
                  <a:cubicBezTo>
                    <a:pt x="1601670" y="1484420"/>
                    <a:pt x="1600710" y="1486073"/>
                    <a:pt x="1600909" y="1486536"/>
                  </a:cubicBezTo>
                  <a:cubicBezTo>
                    <a:pt x="1601835" y="1488521"/>
                    <a:pt x="1603852" y="1487760"/>
                    <a:pt x="1605374" y="1487661"/>
                  </a:cubicBezTo>
                  <a:close/>
                  <a:moveTo>
                    <a:pt x="1278448" y="1487495"/>
                  </a:moveTo>
                  <a:cubicBezTo>
                    <a:pt x="1277125" y="1488355"/>
                    <a:pt x="1276265" y="1488918"/>
                    <a:pt x="1275372" y="1489513"/>
                  </a:cubicBezTo>
                  <a:cubicBezTo>
                    <a:pt x="1276827" y="1490108"/>
                    <a:pt x="1278216" y="1490968"/>
                    <a:pt x="1279738" y="1491134"/>
                  </a:cubicBezTo>
                  <a:cubicBezTo>
                    <a:pt x="1280532" y="1491233"/>
                    <a:pt x="1281491" y="1490108"/>
                    <a:pt x="1282351" y="1489513"/>
                  </a:cubicBezTo>
                  <a:cubicBezTo>
                    <a:pt x="1280962" y="1488818"/>
                    <a:pt x="1279606" y="1488091"/>
                    <a:pt x="1278448" y="1487495"/>
                  </a:cubicBezTo>
                  <a:close/>
                  <a:moveTo>
                    <a:pt x="1416990" y="1491134"/>
                  </a:moveTo>
                  <a:cubicBezTo>
                    <a:pt x="1418545" y="1491233"/>
                    <a:pt x="1420430" y="1491993"/>
                    <a:pt x="1421588" y="1489943"/>
                  </a:cubicBezTo>
                  <a:cubicBezTo>
                    <a:pt x="1421158" y="1489281"/>
                    <a:pt x="1420728" y="1487925"/>
                    <a:pt x="1420232" y="1487892"/>
                  </a:cubicBezTo>
                  <a:cubicBezTo>
                    <a:pt x="1418677" y="1487760"/>
                    <a:pt x="1416660" y="1486999"/>
                    <a:pt x="1415767" y="1489017"/>
                  </a:cubicBezTo>
                  <a:cubicBezTo>
                    <a:pt x="1415535" y="1489480"/>
                    <a:pt x="1416494" y="1491100"/>
                    <a:pt x="1416990" y="1491134"/>
                  </a:cubicBezTo>
                  <a:close/>
                  <a:moveTo>
                    <a:pt x="1509495" y="1491266"/>
                  </a:moveTo>
                  <a:cubicBezTo>
                    <a:pt x="1510455" y="1490869"/>
                    <a:pt x="1512141" y="1490604"/>
                    <a:pt x="1512240" y="1490042"/>
                  </a:cubicBezTo>
                  <a:cubicBezTo>
                    <a:pt x="1512604" y="1487992"/>
                    <a:pt x="1511050" y="1487529"/>
                    <a:pt x="1509396" y="1487793"/>
                  </a:cubicBezTo>
                  <a:cubicBezTo>
                    <a:pt x="1508404" y="1487992"/>
                    <a:pt x="1506717" y="1488422"/>
                    <a:pt x="1506618" y="1488984"/>
                  </a:cubicBezTo>
                  <a:cubicBezTo>
                    <a:pt x="1506287" y="1491034"/>
                    <a:pt x="1507809" y="1491398"/>
                    <a:pt x="1509495" y="1491266"/>
                  </a:cubicBezTo>
                  <a:close/>
                  <a:moveTo>
                    <a:pt x="1483103" y="1494639"/>
                  </a:moveTo>
                  <a:cubicBezTo>
                    <a:pt x="1483632" y="1494606"/>
                    <a:pt x="1484062" y="1493250"/>
                    <a:pt x="1484492" y="1492556"/>
                  </a:cubicBezTo>
                  <a:cubicBezTo>
                    <a:pt x="1483302" y="1490538"/>
                    <a:pt x="1481416" y="1491299"/>
                    <a:pt x="1479862" y="1491365"/>
                  </a:cubicBezTo>
                  <a:cubicBezTo>
                    <a:pt x="1479399" y="1491398"/>
                    <a:pt x="1478440" y="1493052"/>
                    <a:pt x="1478638" y="1493515"/>
                  </a:cubicBezTo>
                  <a:cubicBezTo>
                    <a:pt x="1479564" y="1495532"/>
                    <a:pt x="1481549" y="1494738"/>
                    <a:pt x="1483103" y="1494639"/>
                  </a:cubicBezTo>
                  <a:close/>
                  <a:moveTo>
                    <a:pt x="1734259" y="1491894"/>
                  </a:moveTo>
                  <a:cubicBezTo>
                    <a:pt x="1732275" y="1492820"/>
                    <a:pt x="1733035" y="1494805"/>
                    <a:pt x="1733134" y="1496359"/>
                  </a:cubicBezTo>
                  <a:cubicBezTo>
                    <a:pt x="1733168" y="1496888"/>
                    <a:pt x="1734524" y="1497318"/>
                    <a:pt x="1735218" y="1497748"/>
                  </a:cubicBezTo>
                  <a:cubicBezTo>
                    <a:pt x="1737269" y="1496557"/>
                    <a:pt x="1736508" y="1494672"/>
                    <a:pt x="1736409" y="1493118"/>
                  </a:cubicBezTo>
                  <a:cubicBezTo>
                    <a:pt x="1736376" y="1492655"/>
                    <a:pt x="1734755" y="1491696"/>
                    <a:pt x="1734259" y="1491894"/>
                  </a:cubicBezTo>
                  <a:close/>
                  <a:moveTo>
                    <a:pt x="1449369" y="1495962"/>
                  </a:moveTo>
                  <a:cubicBezTo>
                    <a:pt x="1449270" y="1495433"/>
                    <a:pt x="1447583" y="1495135"/>
                    <a:pt x="1446624" y="1494738"/>
                  </a:cubicBezTo>
                  <a:cubicBezTo>
                    <a:pt x="1444937" y="1494606"/>
                    <a:pt x="1443383" y="1494970"/>
                    <a:pt x="1443746" y="1497020"/>
                  </a:cubicBezTo>
                  <a:cubicBezTo>
                    <a:pt x="1443846" y="1497583"/>
                    <a:pt x="1445499" y="1498013"/>
                    <a:pt x="1446525" y="1498211"/>
                  </a:cubicBezTo>
                  <a:cubicBezTo>
                    <a:pt x="1448178" y="1498509"/>
                    <a:pt x="1449733" y="1498013"/>
                    <a:pt x="1449369" y="1495962"/>
                  </a:cubicBezTo>
                  <a:close/>
                  <a:moveTo>
                    <a:pt x="1349422" y="1615752"/>
                  </a:moveTo>
                  <a:cubicBezTo>
                    <a:pt x="1349522" y="1616315"/>
                    <a:pt x="1351175" y="1616744"/>
                    <a:pt x="1352168" y="1616943"/>
                  </a:cubicBezTo>
                  <a:cubicBezTo>
                    <a:pt x="1353854" y="1617241"/>
                    <a:pt x="1355409" y="1616744"/>
                    <a:pt x="1355045" y="1614694"/>
                  </a:cubicBezTo>
                  <a:cubicBezTo>
                    <a:pt x="1354946" y="1614165"/>
                    <a:pt x="1353259" y="1613867"/>
                    <a:pt x="1352300" y="1613470"/>
                  </a:cubicBezTo>
                  <a:cubicBezTo>
                    <a:pt x="1350580" y="1613338"/>
                    <a:pt x="1349059" y="1613702"/>
                    <a:pt x="1349422" y="1615752"/>
                  </a:cubicBezTo>
                  <a:close/>
                  <a:moveTo>
                    <a:pt x="923741" y="1623326"/>
                  </a:moveTo>
                  <a:cubicBezTo>
                    <a:pt x="924204" y="1623524"/>
                    <a:pt x="925858" y="1622565"/>
                    <a:pt x="925891" y="1622102"/>
                  </a:cubicBezTo>
                  <a:cubicBezTo>
                    <a:pt x="925990" y="1620548"/>
                    <a:pt x="926717" y="1618663"/>
                    <a:pt x="924700" y="1617472"/>
                  </a:cubicBezTo>
                  <a:cubicBezTo>
                    <a:pt x="924006" y="1617902"/>
                    <a:pt x="922650" y="1618332"/>
                    <a:pt x="922616" y="1618861"/>
                  </a:cubicBezTo>
                  <a:cubicBezTo>
                    <a:pt x="922517" y="1620416"/>
                    <a:pt x="921757" y="1622400"/>
                    <a:pt x="923741" y="1623326"/>
                  </a:cubicBezTo>
                  <a:close/>
                  <a:moveTo>
                    <a:pt x="1434751" y="1630437"/>
                  </a:moveTo>
                  <a:cubicBezTo>
                    <a:pt x="1436801" y="1629279"/>
                    <a:pt x="1436040" y="1627394"/>
                    <a:pt x="1435974" y="1625840"/>
                  </a:cubicBezTo>
                  <a:cubicBezTo>
                    <a:pt x="1435941" y="1625343"/>
                    <a:pt x="1434288" y="1624384"/>
                    <a:pt x="1433825" y="1624616"/>
                  </a:cubicBezTo>
                  <a:cubicBezTo>
                    <a:pt x="1431807" y="1625509"/>
                    <a:pt x="1432601" y="1627526"/>
                    <a:pt x="1432700" y="1629081"/>
                  </a:cubicBezTo>
                  <a:cubicBezTo>
                    <a:pt x="1432733" y="1629577"/>
                    <a:pt x="1434089" y="1630007"/>
                    <a:pt x="1434751" y="1630437"/>
                  </a:cubicBezTo>
                  <a:close/>
                  <a:moveTo>
                    <a:pt x="1180354" y="1643699"/>
                  </a:moveTo>
                  <a:cubicBezTo>
                    <a:pt x="1180718" y="1641648"/>
                    <a:pt x="1179163" y="1641185"/>
                    <a:pt x="1177509" y="1641450"/>
                  </a:cubicBezTo>
                  <a:cubicBezTo>
                    <a:pt x="1176484" y="1641648"/>
                    <a:pt x="1174831" y="1642078"/>
                    <a:pt x="1174731" y="1642641"/>
                  </a:cubicBezTo>
                  <a:cubicBezTo>
                    <a:pt x="1174401" y="1644691"/>
                    <a:pt x="1175922" y="1645055"/>
                    <a:pt x="1177609" y="1644923"/>
                  </a:cubicBezTo>
                  <a:cubicBezTo>
                    <a:pt x="1178568" y="1644526"/>
                    <a:pt x="1180255" y="1644261"/>
                    <a:pt x="1180354" y="1643699"/>
                  </a:cubicBezTo>
                  <a:close/>
                  <a:moveTo>
                    <a:pt x="1428566" y="1552815"/>
                  </a:moveTo>
                  <a:cubicBezTo>
                    <a:pt x="1428169" y="1552120"/>
                    <a:pt x="1427739" y="1550764"/>
                    <a:pt x="1427210" y="1550731"/>
                  </a:cubicBezTo>
                  <a:cubicBezTo>
                    <a:pt x="1425656" y="1550632"/>
                    <a:pt x="1423638" y="1549871"/>
                    <a:pt x="1422745" y="1551855"/>
                  </a:cubicBezTo>
                  <a:cubicBezTo>
                    <a:pt x="1422547" y="1552318"/>
                    <a:pt x="1423506" y="1553972"/>
                    <a:pt x="1423969" y="1554005"/>
                  </a:cubicBezTo>
                  <a:cubicBezTo>
                    <a:pt x="1425523" y="1554104"/>
                    <a:pt x="1427408" y="1554865"/>
                    <a:pt x="1428566" y="1552815"/>
                  </a:cubicBezTo>
                  <a:close/>
                  <a:moveTo>
                    <a:pt x="1346975" y="1564588"/>
                  </a:moveTo>
                  <a:cubicBezTo>
                    <a:pt x="1346413" y="1565481"/>
                    <a:pt x="1345255" y="1566407"/>
                    <a:pt x="1345355" y="1567234"/>
                  </a:cubicBezTo>
                  <a:cubicBezTo>
                    <a:pt x="1345520" y="1568723"/>
                    <a:pt x="1346413" y="1570145"/>
                    <a:pt x="1346975" y="1571567"/>
                  </a:cubicBezTo>
                  <a:cubicBezTo>
                    <a:pt x="1347570" y="1570707"/>
                    <a:pt x="1348166" y="1569814"/>
                    <a:pt x="1348563" y="1569186"/>
                  </a:cubicBezTo>
                  <a:cubicBezTo>
                    <a:pt x="1349059" y="1567135"/>
                    <a:pt x="1348397" y="1565713"/>
                    <a:pt x="1346975" y="1564588"/>
                  </a:cubicBezTo>
                  <a:close/>
                  <a:moveTo>
                    <a:pt x="28259" y="1581191"/>
                  </a:moveTo>
                  <a:cubicBezTo>
                    <a:pt x="28424" y="1582679"/>
                    <a:pt x="29284" y="1584101"/>
                    <a:pt x="29879" y="1585557"/>
                  </a:cubicBezTo>
                  <a:cubicBezTo>
                    <a:pt x="30474" y="1584664"/>
                    <a:pt x="31037" y="1583771"/>
                    <a:pt x="31467" y="1583142"/>
                  </a:cubicBezTo>
                  <a:cubicBezTo>
                    <a:pt x="31963" y="1581092"/>
                    <a:pt x="31268" y="1579670"/>
                    <a:pt x="29879" y="1578578"/>
                  </a:cubicBezTo>
                  <a:cubicBezTo>
                    <a:pt x="29284" y="1579438"/>
                    <a:pt x="28159" y="1580397"/>
                    <a:pt x="28259" y="1581191"/>
                  </a:cubicBezTo>
                  <a:close/>
                  <a:moveTo>
                    <a:pt x="853858" y="1588368"/>
                  </a:moveTo>
                  <a:cubicBezTo>
                    <a:pt x="855908" y="1588699"/>
                    <a:pt x="856272" y="1587177"/>
                    <a:pt x="856140" y="1585491"/>
                  </a:cubicBezTo>
                  <a:cubicBezTo>
                    <a:pt x="855743" y="1584531"/>
                    <a:pt x="855445" y="1582845"/>
                    <a:pt x="854916" y="1582745"/>
                  </a:cubicBezTo>
                  <a:cubicBezTo>
                    <a:pt x="852866" y="1582382"/>
                    <a:pt x="852370" y="1583936"/>
                    <a:pt x="852667" y="1585590"/>
                  </a:cubicBezTo>
                  <a:cubicBezTo>
                    <a:pt x="852866" y="1586615"/>
                    <a:pt x="853296" y="1588269"/>
                    <a:pt x="853858" y="1588368"/>
                  </a:cubicBezTo>
                  <a:close/>
                  <a:moveTo>
                    <a:pt x="1116391" y="1589029"/>
                  </a:moveTo>
                  <a:cubicBezTo>
                    <a:pt x="1116986" y="1588169"/>
                    <a:pt x="1118110" y="1587210"/>
                    <a:pt x="1118044" y="1586417"/>
                  </a:cubicBezTo>
                  <a:cubicBezTo>
                    <a:pt x="1117879" y="1584928"/>
                    <a:pt x="1116986" y="1583506"/>
                    <a:pt x="1116391" y="1582051"/>
                  </a:cubicBezTo>
                  <a:cubicBezTo>
                    <a:pt x="1115828" y="1582944"/>
                    <a:pt x="1115233" y="1583837"/>
                    <a:pt x="1114803" y="1584465"/>
                  </a:cubicBezTo>
                  <a:cubicBezTo>
                    <a:pt x="1114340" y="1586516"/>
                    <a:pt x="1115002" y="1587905"/>
                    <a:pt x="1116391" y="1589029"/>
                  </a:cubicBezTo>
                  <a:close/>
                  <a:moveTo>
                    <a:pt x="452088" y="2175048"/>
                  </a:moveTo>
                  <a:cubicBezTo>
                    <a:pt x="454139" y="2175379"/>
                    <a:pt x="454502" y="2173891"/>
                    <a:pt x="454370" y="2172171"/>
                  </a:cubicBezTo>
                  <a:cubicBezTo>
                    <a:pt x="453973" y="2171212"/>
                    <a:pt x="453676" y="2169525"/>
                    <a:pt x="453146" y="2169426"/>
                  </a:cubicBezTo>
                  <a:cubicBezTo>
                    <a:pt x="451096" y="2169095"/>
                    <a:pt x="450600" y="2170617"/>
                    <a:pt x="450897" y="2172303"/>
                  </a:cubicBezTo>
                  <a:cubicBezTo>
                    <a:pt x="451063" y="2173296"/>
                    <a:pt x="451526" y="2174949"/>
                    <a:pt x="452088" y="2175048"/>
                  </a:cubicBezTo>
                  <a:close/>
                  <a:moveTo>
                    <a:pt x="1366190" y="2191453"/>
                  </a:moveTo>
                  <a:cubicBezTo>
                    <a:pt x="1365331" y="2190857"/>
                    <a:pt x="1364371" y="2189733"/>
                    <a:pt x="1363578" y="2189799"/>
                  </a:cubicBezTo>
                  <a:cubicBezTo>
                    <a:pt x="1362056" y="2189964"/>
                    <a:pt x="1360667" y="2190857"/>
                    <a:pt x="1359212" y="2191453"/>
                  </a:cubicBezTo>
                  <a:cubicBezTo>
                    <a:pt x="1360105" y="2192015"/>
                    <a:pt x="1360965" y="2192610"/>
                    <a:pt x="1361626" y="2193040"/>
                  </a:cubicBezTo>
                  <a:cubicBezTo>
                    <a:pt x="1363677" y="2193503"/>
                    <a:pt x="1365099" y="2192842"/>
                    <a:pt x="1366190" y="2191453"/>
                  </a:cubicBezTo>
                  <a:close/>
                  <a:moveTo>
                    <a:pt x="166140" y="2105893"/>
                  </a:moveTo>
                  <a:cubicBezTo>
                    <a:pt x="166702" y="2105000"/>
                    <a:pt x="167793" y="2104107"/>
                    <a:pt x="167760" y="2103247"/>
                  </a:cubicBezTo>
                  <a:cubicBezTo>
                    <a:pt x="167727" y="2101726"/>
                    <a:pt x="167000" y="2100271"/>
                    <a:pt x="166437" y="2098418"/>
                  </a:cubicBezTo>
                  <a:cubicBezTo>
                    <a:pt x="165544" y="2099774"/>
                    <a:pt x="164420" y="2100701"/>
                    <a:pt x="164519" y="2101527"/>
                  </a:cubicBezTo>
                  <a:cubicBezTo>
                    <a:pt x="164684" y="2103016"/>
                    <a:pt x="165544" y="2104438"/>
                    <a:pt x="166140" y="2105893"/>
                  </a:cubicBezTo>
                  <a:close/>
                  <a:moveTo>
                    <a:pt x="1417916" y="2129110"/>
                  </a:moveTo>
                  <a:cubicBezTo>
                    <a:pt x="1418280" y="2127060"/>
                    <a:pt x="1416726" y="2126597"/>
                    <a:pt x="1415072" y="2126894"/>
                  </a:cubicBezTo>
                  <a:cubicBezTo>
                    <a:pt x="1414080" y="2127060"/>
                    <a:pt x="1412393" y="2127490"/>
                    <a:pt x="1412294" y="2128052"/>
                  </a:cubicBezTo>
                  <a:cubicBezTo>
                    <a:pt x="1411963" y="2130102"/>
                    <a:pt x="1413485" y="2130466"/>
                    <a:pt x="1415171" y="2130334"/>
                  </a:cubicBezTo>
                  <a:cubicBezTo>
                    <a:pt x="1416131" y="2129937"/>
                    <a:pt x="1417817" y="2129672"/>
                    <a:pt x="1417916" y="2129110"/>
                  </a:cubicBezTo>
                  <a:close/>
                  <a:moveTo>
                    <a:pt x="1380246" y="2273506"/>
                  </a:moveTo>
                  <a:cubicBezTo>
                    <a:pt x="1381206" y="2273110"/>
                    <a:pt x="1382892" y="2272845"/>
                    <a:pt x="1382991" y="2272283"/>
                  </a:cubicBezTo>
                  <a:cubicBezTo>
                    <a:pt x="1383322" y="2270232"/>
                    <a:pt x="1381801" y="2269769"/>
                    <a:pt x="1380114" y="2270067"/>
                  </a:cubicBezTo>
                  <a:cubicBezTo>
                    <a:pt x="1379122" y="2270232"/>
                    <a:pt x="1377468" y="2270662"/>
                    <a:pt x="1377369" y="2271224"/>
                  </a:cubicBezTo>
                  <a:cubicBezTo>
                    <a:pt x="1377005" y="2273275"/>
                    <a:pt x="1378527" y="2273639"/>
                    <a:pt x="1380246" y="2273506"/>
                  </a:cubicBezTo>
                  <a:close/>
                  <a:moveTo>
                    <a:pt x="388026" y="2287463"/>
                  </a:moveTo>
                  <a:cubicBezTo>
                    <a:pt x="388985" y="2287066"/>
                    <a:pt x="390672" y="2286802"/>
                    <a:pt x="390771" y="2286273"/>
                  </a:cubicBezTo>
                  <a:cubicBezTo>
                    <a:pt x="391135" y="2284222"/>
                    <a:pt x="389580" y="2283726"/>
                    <a:pt x="387927" y="2284024"/>
                  </a:cubicBezTo>
                  <a:cubicBezTo>
                    <a:pt x="386934" y="2284189"/>
                    <a:pt x="385248" y="2284652"/>
                    <a:pt x="385182" y="2285181"/>
                  </a:cubicBezTo>
                  <a:cubicBezTo>
                    <a:pt x="384818" y="2287232"/>
                    <a:pt x="386339" y="2287629"/>
                    <a:pt x="388026" y="2287463"/>
                  </a:cubicBezTo>
                  <a:close/>
                  <a:moveTo>
                    <a:pt x="1425556" y="2284024"/>
                  </a:moveTo>
                  <a:cubicBezTo>
                    <a:pt x="1424564" y="2284189"/>
                    <a:pt x="1422877" y="2284652"/>
                    <a:pt x="1422778" y="2285214"/>
                  </a:cubicBezTo>
                  <a:cubicBezTo>
                    <a:pt x="1422447" y="2287232"/>
                    <a:pt x="1423969" y="2287629"/>
                    <a:pt x="1425656" y="2287463"/>
                  </a:cubicBezTo>
                  <a:cubicBezTo>
                    <a:pt x="1426615" y="2287099"/>
                    <a:pt x="1428301" y="2286802"/>
                    <a:pt x="1428401" y="2286273"/>
                  </a:cubicBezTo>
                  <a:cubicBezTo>
                    <a:pt x="1428764" y="2284222"/>
                    <a:pt x="1427210" y="2283726"/>
                    <a:pt x="1425556" y="2284024"/>
                  </a:cubicBezTo>
                  <a:close/>
                  <a:moveTo>
                    <a:pt x="1368472" y="2309126"/>
                  </a:moveTo>
                  <a:cubicBezTo>
                    <a:pt x="1366422" y="2308762"/>
                    <a:pt x="1365959" y="2310317"/>
                    <a:pt x="1366257" y="2311970"/>
                  </a:cubicBezTo>
                  <a:cubicBezTo>
                    <a:pt x="1366422" y="2312962"/>
                    <a:pt x="1366852" y="2314616"/>
                    <a:pt x="1367414" y="2314715"/>
                  </a:cubicBezTo>
                  <a:cubicBezTo>
                    <a:pt x="1369465" y="2315079"/>
                    <a:pt x="1369828" y="2313558"/>
                    <a:pt x="1369696" y="2311871"/>
                  </a:cubicBezTo>
                  <a:cubicBezTo>
                    <a:pt x="1369299" y="2310912"/>
                    <a:pt x="1369035" y="2309225"/>
                    <a:pt x="1368472" y="2309126"/>
                  </a:cubicBezTo>
                  <a:close/>
                  <a:moveTo>
                    <a:pt x="1366257" y="2231603"/>
                  </a:moveTo>
                  <a:cubicBezTo>
                    <a:pt x="1367216" y="2231206"/>
                    <a:pt x="1368902" y="2230942"/>
                    <a:pt x="1369002" y="2230379"/>
                  </a:cubicBezTo>
                  <a:cubicBezTo>
                    <a:pt x="1369365" y="2228329"/>
                    <a:pt x="1367811" y="2227866"/>
                    <a:pt x="1366157" y="2228164"/>
                  </a:cubicBezTo>
                  <a:cubicBezTo>
                    <a:pt x="1365165" y="2228329"/>
                    <a:pt x="1363478" y="2228759"/>
                    <a:pt x="1363379" y="2229321"/>
                  </a:cubicBezTo>
                  <a:cubicBezTo>
                    <a:pt x="1363049" y="2231372"/>
                    <a:pt x="1364570" y="2231735"/>
                    <a:pt x="1366257" y="2231603"/>
                  </a:cubicBezTo>
                  <a:close/>
                  <a:moveTo>
                    <a:pt x="641397" y="2032438"/>
                  </a:moveTo>
                  <a:cubicBezTo>
                    <a:pt x="642952" y="2032537"/>
                    <a:pt x="644837" y="2033265"/>
                    <a:pt x="645995" y="2031247"/>
                  </a:cubicBezTo>
                  <a:cubicBezTo>
                    <a:pt x="645565" y="2030553"/>
                    <a:pt x="645135" y="2029197"/>
                    <a:pt x="644639" y="2029164"/>
                  </a:cubicBezTo>
                  <a:cubicBezTo>
                    <a:pt x="643084" y="2029065"/>
                    <a:pt x="641067" y="2028304"/>
                    <a:pt x="640174" y="2030288"/>
                  </a:cubicBezTo>
                  <a:cubicBezTo>
                    <a:pt x="639975" y="2030751"/>
                    <a:pt x="640901" y="2032405"/>
                    <a:pt x="641397" y="2032438"/>
                  </a:cubicBezTo>
                  <a:close/>
                  <a:moveTo>
                    <a:pt x="318771" y="2038325"/>
                  </a:moveTo>
                  <a:cubicBezTo>
                    <a:pt x="318870" y="2038854"/>
                    <a:pt x="320557" y="2039317"/>
                    <a:pt x="321549" y="2039482"/>
                  </a:cubicBezTo>
                  <a:cubicBezTo>
                    <a:pt x="323203" y="2039780"/>
                    <a:pt x="324757" y="2039284"/>
                    <a:pt x="324394" y="2037267"/>
                  </a:cubicBezTo>
                  <a:cubicBezTo>
                    <a:pt x="324360" y="2037035"/>
                    <a:pt x="324030" y="2036870"/>
                    <a:pt x="323666" y="2036704"/>
                  </a:cubicBezTo>
                  <a:cubicBezTo>
                    <a:pt x="322045" y="2036969"/>
                    <a:pt x="320425" y="2037234"/>
                    <a:pt x="318837" y="2037498"/>
                  </a:cubicBezTo>
                  <a:cubicBezTo>
                    <a:pt x="318804" y="2037763"/>
                    <a:pt x="318738" y="2037994"/>
                    <a:pt x="318771" y="2038325"/>
                  </a:cubicBezTo>
                  <a:close/>
                  <a:moveTo>
                    <a:pt x="650063" y="2050000"/>
                  </a:moveTo>
                  <a:cubicBezTo>
                    <a:pt x="651022" y="2049603"/>
                    <a:pt x="652708" y="2049338"/>
                    <a:pt x="652808" y="2048809"/>
                  </a:cubicBezTo>
                  <a:cubicBezTo>
                    <a:pt x="653171" y="2046759"/>
                    <a:pt x="651617" y="2046262"/>
                    <a:pt x="649963" y="2046560"/>
                  </a:cubicBezTo>
                  <a:cubicBezTo>
                    <a:pt x="648971" y="2046725"/>
                    <a:pt x="647284" y="2047188"/>
                    <a:pt x="647185" y="2047718"/>
                  </a:cubicBezTo>
                  <a:cubicBezTo>
                    <a:pt x="646854" y="2049768"/>
                    <a:pt x="648376" y="2050165"/>
                    <a:pt x="650063" y="2050000"/>
                  </a:cubicBezTo>
                  <a:close/>
                  <a:moveTo>
                    <a:pt x="638851" y="2051223"/>
                  </a:moveTo>
                  <a:cubicBezTo>
                    <a:pt x="638752" y="2050661"/>
                    <a:pt x="637032" y="2050397"/>
                    <a:pt x="636106" y="2050000"/>
                  </a:cubicBezTo>
                  <a:cubicBezTo>
                    <a:pt x="634386" y="2049867"/>
                    <a:pt x="632865" y="2050231"/>
                    <a:pt x="633228" y="2052282"/>
                  </a:cubicBezTo>
                  <a:cubicBezTo>
                    <a:pt x="633328" y="2052844"/>
                    <a:pt x="634981" y="2053274"/>
                    <a:pt x="635973" y="2053472"/>
                  </a:cubicBezTo>
                  <a:cubicBezTo>
                    <a:pt x="637660" y="2053737"/>
                    <a:pt x="639182" y="2053274"/>
                    <a:pt x="638851" y="2051223"/>
                  </a:cubicBezTo>
                  <a:close/>
                  <a:moveTo>
                    <a:pt x="1432072" y="2059194"/>
                  </a:moveTo>
                  <a:cubicBezTo>
                    <a:pt x="1431642" y="2058499"/>
                    <a:pt x="1431212" y="2057143"/>
                    <a:pt x="1430716" y="2057110"/>
                  </a:cubicBezTo>
                  <a:cubicBezTo>
                    <a:pt x="1429161" y="2057011"/>
                    <a:pt x="1427144" y="2056217"/>
                    <a:pt x="1426251" y="2058235"/>
                  </a:cubicBezTo>
                  <a:cubicBezTo>
                    <a:pt x="1426019" y="2058698"/>
                    <a:pt x="1426978" y="2060351"/>
                    <a:pt x="1427475" y="2060385"/>
                  </a:cubicBezTo>
                  <a:cubicBezTo>
                    <a:pt x="1429029" y="2060451"/>
                    <a:pt x="1430914" y="2061211"/>
                    <a:pt x="1432072" y="2059194"/>
                  </a:cubicBezTo>
                  <a:close/>
                  <a:moveTo>
                    <a:pt x="654428" y="2065180"/>
                  </a:moveTo>
                  <a:cubicBezTo>
                    <a:pt x="654461" y="2065081"/>
                    <a:pt x="654494" y="2065015"/>
                    <a:pt x="654560" y="2064916"/>
                  </a:cubicBezTo>
                  <a:cubicBezTo>
                    <a:pt x="654494" y="2065015"/>
                    <a:pt x="654461" y="2065081"/>
                    <a:pt x="654428" y="2065180"/>
                  </a:cubicBezTo>
                  <a:close/>
                  <a:moveTo>
                    <a:pt x="710057" y="1991891"/>
                  </a:moveTo>
                  <a:cubicBezTo>
                    <a:pt x="709825" y="1992354"/>
                    <a:pt x="710784" y="1993974"/>
                    <a:pt x="711281" y="1994007"/>
                  </a:cubicBezTo>
                  <a:cubicBezTo>
                    <a:pt x="712835" y="1994106"/>
                    <a:pt x="714720" y="1994867"/>
                    <a:pt x="715878" y="1992817"/>
                  </a:cubicBezTo>
                  <a:cubicBezTo>
                    <a:pt x="715448" y="1992155"/>
                    <a:pt x="715018" y="1990799"/>
                    <a:pt x="714522" y="1990766"/>
                  </a:cubicBezTo>
                  <a:cubicBezTo>
                    <a:pt x="712967" y="1990634"/>
                    <a:pt x="710950" y="1989873"/>
                    <a:pt x="710057" y="1991891"/>
                  </a:cubicBezTo>
                  <a:close/>
                  <a:moveTo>
                    <a:pt x="1359874" y="2023310"/>
                  </a:moveTo>
                  <a:cubicBezTo>
                    <a:pt x="1359642" y="2023773"/>
                    <a:pt x="1360601" y="2025426"/>
                    <a:pt x="1361097" y="2025460"/>
                  </a:cubicBezTo>
                  <a:cubicBezTo>
                    <a:pt x="1362652" y="2025526"/>
                    <a:pt x="1364537" y="2026286"/>
                    <a:pt x="1365694" y="2024269"/>
                  </a:cubicBezTo>
                  <a:cubicBezTo>
                    <a:pt x="1365264" y="2023574"/>
                    <a:pt x="1364834" y="2022218"/>
                    <a:pt x="1364338" y="2022185"/>
                  </a:cubicBezTo>
                  <a:cubicBezTo>
                    <a:pt x="1362784" y="2022086"/>
                    <a:pt x="1360766" y="2021292"/>
                    <a:pt x="1359874" y="2023310"/>
                  </a:cubicBezTo>
                  <a:close/>
                  <a:moveTo>
                    <a:pt x="1965505" y="352698"/>
                  </a:moveTo>
                  <a:cubicBezTo>
                    <a:pt x="1967059" y="352797"/>
                    <a:pt x="1968944" y="353557"/>
                    <a:pt x="1970102" y="351507"/>
                  </a:cubicBezTo>
                  <a:cubicBezTo>
                    <a:pt x="1969672" y="350812"/>
                    <a:pt x="1969242" y="349456"/>
                    <a:pt x="1968746" y="349423"/>
                  </a:cubicBezTo>
                  <a:cubicBezTo>
                    <a:pt x="1967191" y="349324"/>
                    <a:pt x="1965174" y="348563"/>
                    <a:pt x="1964281" y="350548"/>
                  </a:cubicBezTo>
                  <a:cubicBezTo>
                    <a:pt x="1964050" y="351044"/>
                    <a:pt x="1965009" y="352664"/>
                    <a:pt x="1965505" y="352698"/>
                  </a:cubicBezTo>
                  <a:close/>
                  <a:moveTo>
                    <a:pt x="1782645" y="853388"/>
                  </a:moveTo>
                  <a:cubicBezTo>
                    <a:pt x="1782281" y="855439"/>
                    <a:pt x="1783802" y="855836"/>
                    <a:pt x="1785489" y="855670"/>
                  </a:cubicBezTo>
                  <a:cubicBezTo>
                    <a:pt x="1786481" y="855274"/>
                    <a:pt x="1788168" y="855009"/>
                    <a:pt x="1788234" y="854480"/>
                  </a:cubicBezTo>
                  <a:cubicBezTo>
                    <a:pt x="1788598" y="852429"/>
                    <a:pt x="1787043" y="851933"/>
                    <a:pt x="1785390" y="852231"/>
                  </a:cubicBezTo>
                  <a:cubicBezTo>
                    <a:pt x="1784397" y="852396"/>
                    <a:pt x="1782711" y="852859"/>
                    <a:pt x="1782645" y="853388"/>
                  </a:cubicBezTo>
                  <a:close/>
                  <a:moveTo>
                    <a:pt x="1710777" y="855174"/>
                  </a:moveTo>
                  <a:cubicBezTo>
                    <a:pt x="1712795" y="854017"/>
                    <a:pt x="1712067" y="852132"/>
                    <a:pt x="1711968" y="850577"/>
                  </a:cubicBezTo>
                  <a:cubicBezTo>
                    <a:pt x="1711935" y="850081"/>
                    <a:pt x="1710281" y="849122"/>
                    <a:pt x="1709818" y="849354"/>
                  </a:cubicBezTo>
                  <a:cubicBezTo>
                    <a:pt x="1707801" y="850247"/>
                    <a:pt x="1708594" y="852264"/>
                    <a:pt x="1708694" y="853818"/>
                  </a:cubicBezTo>
                  <a:cubicBezTo>
                    <a:pt x="1708727" y="854314"/>
                    <a:pt x="1710083" y="854744"/>
                    <a:pt x="1710777" y="855174"/>
                  </a:cubicBezTo>
                  <a:close/>
                  <a:moveTo>
                    <a:pt x="1095555" y="852066"/>
                  </a:moveTo>
                  <a:cubicBezTo>
                    <a:pt x="1097109" y="852165"/>
                    <a:pt x="1098994" y="852925"/>
                    <a:pt x="1100185" y="850875"/>
                  </a:cubicBezTo>
                  <a:cubicBezTo>
                    <a:pt x="1099755" y="850180"/>
                    <a:pt x="1099325" y="848857"/>
                    <a:pt x="1098796" y="848824"/>
                  </a:cubicBezTo>
                  <a:cubicBezTo>
                    <a:pt x="1097275" y="848692"/>
                    <a:pt x="1095257" y="847931"/>
                    <a:pt x="1094364" y="849916"/>
                  </a:cubicBezTo>
                  <a:cubicBezTo>
                    <a:pt x="1094364" y="849949"/>
                    <a:pt x="1094364" y="849949"/>
                    <a:pt x="1094364" y="849982"/>
                  </a:cubicBezTo>
                  <a:cubicBezTo>
                    <a:pt x="1094166" y="850478"/>
                    <a:pt x="1095092" y="852066"/>
                    <a:pt x="1095555" y="852066"/>
                  </a:cubicBezTo>
                  <a:close/>
                  <a:moveTo>
                    <a:pt x="2093299" y="485783"/>
                  </a:moveTo>
                  <a:cubicBezTo>
                    <a:pt x="2094621" y="484923"/>
                    <a:pt x="2095481" y="484361"/>
                    <a:pt x="2096374" y="483766"/>
                  </a:cubicBezTo>
                  <a:cubicBezTo>
                    <a:pt x="2094919" y="483170"/>
                    <a:pt x="2093530" y="482310"/>
                    <a:pt x="2092009" y="482145"/>
                  </a:cubicBezTo>
                  <a:cubicBezTo>
                    <a:pt x="2091215" y="482046"/>
                    <a:pt x="2090256" y="483170"/>
                    <a:pt x="2089396" y="483766"/>
                  </a:cubicBezTo>
                  <a:cubicBezTo>
                    <a:pt x="2090785" y="484493"/>
                    <a:pt x="2092141" y="485188"/>
                    <a:pt x="2093299" y="485783"/>
                  </a:cubicBezTo>
                  <a:close/>
                  <a:moveTo>
                    <a:pt x="2151077" y="481351"/>
                  </a:moveTo>
                  <a:cubicBezTo>
                    <a:pt x="2151209" y="481318"/>
                    <a:pt x="2151342" y="481153"/>
                    <a:pt x="2151441" y="480954"/>
                  </a:cubicBezTo>
                  <a:cubicBezTo>
                    <a:pt x="2150912" y="481054"/>
                    <a:pt x="2150382" y="481153"/>
                    <a:pt x="2149853" y="481285"/>
                  </a:cubicBezTo>
                  <a:cubicBezTo>
                    <a:pt x="2150184" y="481384"/>
                    <a:pt x="2150581" y="481417"/>
                    <a:pt x="2151077" y="481351"/>
                  </a:cubicBezTo>
                  <a:close/>
                  <a:moveTo>
                    <a:pt x="1640762" y="827261"/>
                  </a:moveTo>
                  <a:cubicBezTo>
                    <a:pt x="1639869" y="828617"/>
                    <a:pt x="1638744" y="829576"/>
                    <a:pt x="1638810" y="830370"/>
                  </a:cubicBezTo>
                  <a:cubicBezTo>
                    <a:pt x="1638976" y="831858"/>
                    <a:pt x="1639869" y="833280"/>
                    <a:pt x="1640464" y="834735"/>
                  </a:cubicBezTo>
                  <a:cubicBezTo>
                    <a:pt x="1641026" y="833842"/>
                    <a:pt x="1642118" y="832949"/>
                    <a:pt x="1642085" y="832089"/>
                  </a:cubicBezTo>
                  <a:cubicBezTo>
                    <a:pt x="1642052" y="830601"/>
                    <a:pt x="1641324" y="829113"/>
                    <a:pt x="1640762" y="827261"/>
                  </a:cubicBezTo>
                  <a:close/>
                  <a:moveTo>
                    <a:pt x="950497" y="132862"/>
                  </a:moveTo>
                  <a:cubicBezTo>
                    <a:pt x="950662" y="133854"/>
                    <a:pt x="951125" y="135508"/>
                    <a:pt x="951688" y="135607"/>
                  </a:cubicBezTo>
                  <a:cubicBezTo>
                    <a:pt x="952614" y="135772"/>
                    <a:pt x="953176" y="135508"/>
                    <a:pt x="953507" y="135045"/>
                  </a:cubicBezTo>
                  <a:cubicBezTo>
                    <a:pt x="952514" y="134019"/>
                    <a:pt x="951489" y="133027"/>
                    <a:pt x="950464" y="132002"/>
                  </a:cubicBezTo>
                  <a:cubicBezTo>
                    <a:pt x="950464" y="132300"/>
                    <a:pt x="950431" y="132564"/>
                    <a:pt x="950497" y="132862"/>
                  </a:cubicBezTo>
                  <a:close/>
                  <a:moveTo>
                    <a:pt x="1882293" y="650519"/>
                  </a:moveTo>
                  <a:cubicBezTo>
                    <a:pt x="1881863" y="649461"/>
                    <a:pt x="1880640" y="649692"/>
                    <a:pt x="1880110" y="651114"/>
                  </a:cubicBezTo>
                  <a:cubicBezTo>
                    <a:pt x="1879350" y="653198"/>
                    <a:pt x="1879482" y="655249"/>
                    <a:pt x="1881731" y="656671"/>
                  </a:cubicBezTo>
                  <a:cubicBezTo>
                    <a:pt x="1883252" y="657167"/>
                    <a:pt x="1883749" y="656638"/>
                    <a:pt x="1883285" y="654984"/>
                  </a:cubicBezTo>
                  <a:cubicBezTo>
                    <a:pt x="1882889" y="653529"/>
                    <a:pt x="1882856" y="651908"/>
                    <a:pt x="1882293" y="650519"/>
                  </a:cubicBezTo>
                  <a:close/>
                  <a:moveTo>
                    <a:pt x="1446690" y="891455"/>
                  </a:moveTo>
                  <a:cubicBezTo>
                    <a:pt x="1446591" y="892282"/>
                    <a:pt x="1447715" y="893208"/>
                    <a:pt x="1448310" y="894101"/>
                  </a:cubicBezTo>
                  <a:cubicBezTo>
                    <a:pt x="1449005" y="892712"/>
                    <a:pt x="1449733" y="891356"/>
                    <a:pt x="1450328" y="890166"/>
                  </a:cubicBezTo>
                  <a:cubicBezTo>
                    <a:pt x="1449468" y="888876"/>
                    <a:pt x="1448873" y="887983"/>
                    <a:pt x="1448310" y="887123"/>
                  </a:cubicBezTo>
                  <a:cubicBezTo>
                    <a:pt x="1447715" y="888545"/>
                    <a:pt x="1446822" y="889967"/>
                    <a:pt x="1446690" y="891455"/>
                  </a:cubicBezTo>
                  <a:close/>
                  <a:moveTo>
                    <a:pt x="1334870" y="885502"/>
                  </a:moveTo>
                  <a:cubicBezTo>
                    <a:pt x="1334771" y="887057"/>
                    <a:pt x="1334010" y="889041"/>
                    <a:pt x="1335995" y="889967"/>
                  </a:cubicBezTo>
                  <a:cubicBezTo>
                    <a:pt x="1336458" y="890166"/>
                    <a:pt x="1338112" y="889206"/>
                    <a:pt x="1338145" y="888743"/>
                  </a:cubicBezTo>
                  <a:cubicBezTo>
                    <a:pt x="1338211" y="887189"/>
                    <a:pt x="1338971" y="885304"/>
                    <a:pt x="1336954" y="884113"/>
                  </a:cubicBezTo>
                  <a:cubicBezTo>
                    <a:pt x="1336259" y="884543"/>
                    <a:pt x="1334903" y="884973"/>
                    <a:pt x="1334870" y="885502"/>
                  </a:cubicBezTo>
                  <a:close/>
                  <a:moveTo>
                    <a:pt x="1079614" y="309041"/>
                  </a:moveTo>
                  <a:cubicBezTo>
                    <a:pt x="1079713" y="307487"/>
                    <a:pt x="1080440" y="305602"/>
                    <a:pt x="1078423" y="304411"/>
                  </a:cubicBezTo>
                  <a:cubicBezTo>
                    <a:pt x="1077728" y="304841"/>
                    <a:pt x="1076372" y="305271"/>
                    <a:pt x="1076339" y="305800"/>
                  </a:cubicBezTo>
                  <a:cubicBezTo>
                    <a:pt x="1076240" y="307355"/>
                    <a:pt x="1075480" y="309339"/>
                    <a:pt x="1077464" y="310265"/>
                  </a:cubicBezTo>
                  <a:cubicBezTo>
                    <a:pt x="1077927" y="310463"/>
                    <a:pt x="1079581" y="309504"/>
                    <a:pt x="1079614" y="309041"/>
                  </a:cubicBezTo>
                  <a:close/>
                  <a:moveTo>
                    <a:pt x="1491107" y="897475"/>
                  </a:moveTo>
                  <a:cubicBezTo>
                    <a:pt x="1492595" y="897309"/>
                    <a:pt x="1494017" y="896416"/>
                    <a:pt x="1495472" y="895854"/>
                  </a:cubicBezTo>
                  <a:cubicBezTo>
                    <a:pt x="1494580" y="895259"/>
                    <a:pt x="1493720" y="894663"/>
                    <a:pt x="1493058" y="894267"/>
                  </a:cubicBezTo>
                  <a:cubicBezTo>
                    <a:pt x="1491008" y="893770"/>
                    <a:pt x="1489585" y="894465"/>
                    <a:pt x="1488494" y="895854"/>
                  </a:cubicBezTo>
                  <a:cubicBezTo>
                    <a:pt x="1489354" y="896416"/>
                    <a:pt x="1490313" y="897541"/>
                    <a:pt x="1491107" y="897475"/>
                  </a:cubicBezTo>
                  <a:close/>
                  <a:moveTo>
                    <a:pt x="2021133" y="516838"/>
                  </a:moveTo>
                  <a:cubicBezTo>
                    <a:pt x="2021663" y="516805"/>
                    <a:pt x="2022093" y="515449"/>
                    <a:pt x="2022489" y="514755"/>
                  </a:cubicBezTo>
                  <a:cubicBezTo>
                    <a:pt x="2021332" y="512704"/>
                    <a:pt x="2019447" y="513465"/>
                    <a:pt x="2017892" y="513564"/>
                  </a:cubicBezTo>
                  <a:cubicBezTo>
                    <a:pt x="2017429" y="513597"/>
                    <a:pt x="2016470" y="515251"/>
                    <a:pt x="2016669" y="515714"/>
                  </a:cubicBezTo>
                  <a:cubicBezTo>
                    <a:pt x="2017562" y="517698"/>
                    <a:pt x="2019579" y="516938"/>
                    <a:pt x="2021133" y="516838"/>
                  </a:cubicBezTo>
                  <a:close/>
                  <a:moveTo>
                    <a:pt x="2002083" y="517004"/>
                  </a:moveTo>
                  <a:cubicBezTo>
                    <a:pt x="2002249" y="517996"/>
                    <a:pt x="2002712" y="519650"/>
                    <a:pt x="2003274" y="519749"/>
                  </a:cubicBezTo>
                  <a:cubicBezTo>
                    <a:pt x="2005325" y="520113"/>
                    <a:pt x="2005688" y="518591"/>
                    <a:pt x="2005556" y="516871"/>
                  </a:cubicBezTo>
                  <a:cubicBezTo>
                    <a:pt x="2005159" y="515912"/>
                    <a:pt x="2004862" y="514226"/>
                    <a:pt x="2004332" y="514126"/>
                  </a:cubicBezTo>
                  <a:cubicBezTo>
                    <a:pt x="2002282" y="513796"/>
                    <a:pt x="2001786" y="515317"/>
                    <a:pt x="2002083" y="517004"/>
                  </a:cubicBezTo>
                  <a:close/>
                  <a:moveTo>
                    <a:pt x="1883219" y="658258"/>
                  </a:moveTo>
                  <a:cubicBezTo>
                    <a:pt x="1883517" y="660143"/>
                    <a:pt x="1882558" y="662525"/>
                    <a:pt x="1885336" y="663186"/>
                  </a:cubicBezTo>
                  <a:cubicBezTo>
                    <a:pt x="1885601" y="663252"/>
                    <a:pt x="1886262" y="661566"/>
                    <a:pt x="1886328" y="661466"/>
                  </a:cubicBezTo>
                  <a:cubicBezTo>
                    <a:pt x="1887221" y="658820"/>
                    <a:pt x="1886295" y="657464"/>
                    <a:pt x="1884840" y="656704"/>
                  </a:cubicBezTo>
                  <a:cubicBezTo>
                    <a:pt x="1883385" y="655877"/>
                    <a:pt x="1882922" y="656605"/>
                    <a:pt x="1883219" y="658258"/>
                  </a:cubicBezTo>
                  <a:close/>
                  <a:moveTo>
                    <a:pt x="2081888" y="452776"/>
                  </a:moveTo>
                  <a:cubicBezTo>
                    <a:pt x="2081458" y="452082"/>
                    <a:pt x="2081028" y="450726"/>
                    <a:pt x="2080532" y="450693"/>
                  </a:cubicBezTo>
                  <a:cubicBezTo>
                    <a:pt x="2078978" y="450593"/>
                    <a:pt x="2076960" y="449833"/>
                    <a:pt x="2076068" y="451817"/>
                  </a:cubicBezTo>
                  <a:cubicBezTo>
                    <a:pt x="2075836" y="452313"/>
                    <a:pt x="2076795" y="453934"/>
                    <a:pt x="2077291" y="453967"/>
                  </a:cubicBezTo>
                  <a:cubicBezTo>
                    <a:pt x="2078846" y="454066"/>
                    <a:pt x="2080731" y="454827"/>
                    <a:pt x="2081888" y="452776"/>
                  </a:cubicBezTo>
                  <a:close/>
                  <a:moveTo>
                    <a:pt x="1231154" y="781653"/>
                  </a:moveTo>
                  <a:cubicBezTo>
                    <a:pt x="1233204" y="782017"/>
                    <a:pt x="1233601" y="780496"/>
                    <a:pt x="1233436" y="778809"/>
                  </a:cubicBezTo>
                  <a:cubicBezTo>
                    <a:pt x="1233039" y="777850"/>
                    <a:pt x="1232774" y="776163"/>
                    <a:pt x="1232212" y="776064"/>
                  </a:cubicBezTo>
                  <a:cubicBezTo>
                    <a:pt x="1230195" y="775700"/>
                    <a:pt x="1229699" y="777255"/>
                    <a:pt x="1229996" y="778908"/>
                  </a:cubicBezTo>
                  <a:cubicBezTo>
                    <a:pt x="1230162" y="779900"/>
                    <a:pt x="1230625" y="781587"/>
                    <a:pt x="1231154" y="781653"/>
                  </a:cubicBezTo>
                  <a:close/>
                  <a:moveTo>
                    <a:pt x="1321641" y="771996"/>
                  </a:moveTo>
                  <a:cubicBezTo>
                    <a:pt x="1320153" y="772161"/>
                    <a:pt x="1318731" y="773021"/>
                    <a:pt x="1317276" y="773617"/>
                  </a:cubicBezTo>
                  <a:cubicBezTo>
                    <a:pt x="1318169" y="774212"/>
                    <a:pt x="1319062" y="775270"/>
                    <a:pt x="1319921" y="775270"/>
                  </a:cubicBezTo>
                  <a:cubicBezTo>
                    <a:pt x="1321443" y="775204"/>
                    <a:pt x="1322898" y="774476"/>
                    <a:pt x="1324750" y="773947"/>
                  </a:cubicBezTo>
                  <a:cubicBezTo>
                    <a:pt x="1323394" y="773021"/>
                    <a:pt x="1322468" y="771897"/>
                    <a:pt x="1321641" y="771996"/>
                  </a:cubicBezTo>
                  <a:close/>
                  <a:moveTo>
                    <a:pt x="1883914" y="797561"/>
                  </a:moveTo>
                  <a:cubicBezTo>
                    <a:pt x="1883682" y="798024"/>
                    <a:pt x="1884641" y="799678"/>
                    <a:pt x="1885138" y="799678"/>
                  </a:cubicBezTo>
                  <a:cubicBezTo>
                    <a:pt x="1885468" y="799711"/>
                    <a:pt x="1885832" y="799777"/>
                    <a:pt x="1886196" y="799810"/>
                  </a:cubicBezTo>
                  <a:cubicBezTo>
                    <a:pt x="1886725" y="798653"/>
                    <a:pt x="1887254" y="797495"/>
                    <a:pt x="1887783" y="796338"/>
                  </a:cubicBezTo>
                  <a:cubicBezTo>
                    <a:pt x="1886361" y="796172"/>
                    <a:pt x="1884708" y="795775"/>
                    <a:pt x="1883914" y="797561"/>
                  </a:cubicBezTo>
                  <a:close/>
                  <a:moveTo>
                    <a:pt x="2347232" y="455290"/>
                  </a:moveTo>
                  <a:cubicBezTo>
                    <a:pt x="2347133" y="454761"/>
                    <a:pt x="2345446" y="454496"/>
                    <a:pt x="2344487" y="454066"/>
                  </a:cubicBezTo>
                  <a:cubicBezTo>
                    <a:pt x="2342801" y="453934"/>
                    <a:pt x="2341279" y="454298"/>
                    <a:pt x="2341610" y="456348"/>
                  </a:cubicBezTo>
                  <a:cubicBezTo>
                    <a:pt x="2341709" y="456910"/>
                    <a:pt x="2343363" y="457373"/>
                    <a:pt x="2344388" y="457539"/>
                  </a:cubicBezTo>
                  <a:cubicBezTo>
                    <a:pt x="2346042" y="457836"/>
                    <a:pt x="2347596" y="457340"/>
                    <a:pt x="2347232" y="455290"/>
                  </a:cubicBezTo>
                  <a:close/>
                  <a:moveTo>
                    <a:pt x="1940369" y="454761"/>
                  </a:moveTo>
                  <a:cubicBezTo>
                    <a:pt x="1939840" y="454860"/>
                    <a:pt x="1939377" y="456513"/>
                    <a:pt x="1939212" y="457539"/>
                  </a:cubicBezTo>
                  <a:cubicBezTo>
                    <a:pt x="1938914" y="459192"/>
                    <a:pt x="1939377" y="460747"/>
                    <a:pt x="1941428" y="460383"/>
                  </a:cubicBezTo>
                  <a:cubicBezTo>
                    <a:pt x="1941990" y="460284"/>
                    <a:pt x="1942255" y="458597"/>
                    <a:pt x="1942651" y="457638"/>
                  </a:cubicBezTo>
                  <a:cubicBezTo>
                    <a:pt x="1942817" y="455951"/>
                    <a:pt x="1942420" y="454430"/>
                    <a:pt x="1940369" y="454761"/>
                  </a:cubicBezTo>
                  <a:close/>
                  <a:moveTo>
                    <a:pt x="1186274" y="785854"/>
                  </a:moveTo>
                  <a:cubicBezTo>
                    <a:pt x="1185678" y="786713"/>
                    <a:pt x="1184554" y="787673"/>
                    <a:pt x="1184653" y="788466"/>
                  </a:cubicBezTo>
                  <a:cubicBezTo>
                    <a:pt x="1184819" y="789955"/>
                    <a:pt x="1185678" y="791377"/>
                    <a:pt x="1186274" y="792832"/>
                  </a:cubicBezTo>
                  <a:cubicBezTo>
                    <a:pt x="1186869" y="791939"/>
                    <a:pt x="1187464" y="791046"/>
                    <a:pt x="1187861" y="790418"/>
                  </a:cubicBezTo>
                  <a:cubicBezTo>
                    <a:pt x="1188357" y="788367"/>
                    <a:pt x="1187663" y="786945"/>
                    <a:pt x="1186274" y="785854"/>
                  </a:cubicBezTo>
                  <a:close/>
                  <a:moveTo>
                    <a:pt x="1740708" y="755625"/>
                  </a:moveTo>
                  <a:cubicBezTo>
                    <a:pt x="1740344" y="757675"/>
                    <a:pt x="1741866" y="758039"/>
                    <a:pt x="1743585" y="757907"/>
                  </a:cubicBezTo>
                  <a:cubicBezTo>
                    <a:pt x="1744545" y="757510"/>
                    <a:pt x="1746231" y="757245"/>
                    <a:pt x="1746331" y="756683"/>
                  </a:cubicBezTo>
                  <a:cubicBezTo>
                    <a:pt x="1746661" y="754633"/>
                    <a:pt x="1745140" y="754170"/>
                    <a:pt x="1743453" y="754434"/>
                  </a:cubicBezTo>
                  <a:cubicBezTo>
                    <a:pt x="1742461" y="754633"/>
                    <a:pt x="1740807" y="755096"/>
                    <a:pt x="1740708" y="755625"/>
                  </a:cubicBezTo>
                  <a:close/>
                  <a:moveTo>
                    <a:pt x="1533771" y="773484"/>
                  </a:moveTo>
                  <a:cubicBezTo>
                    <a:pt x="1533870" y="771930"/>
                    <a:pt x="1534631" y="770045"/>
                    <a:pt x="1532580" y="768887"/>
                  </a:cubicBezTo>
                  <a:cubicBezTo>
                    <a:pt x="1531886" y="769317"/>
                    <a:pt x="1530563" y="769747"/>
                    <a:pt x="1530530" y="770243"/>
                  </a:cubicBezTo>
                  <a:cubicBezTo>
                    <a:pt x="1530397" y="771798"/>
                    <a:pt x="1529637" y="773815"/>
                    <a:pt x="1531621" y="774708"/>
                  </a:cubicBezTo>
                  <a:cubicBezTo>
                    <a:pt x="1532117" y="774939"/>
                    <a:pt x="1533771" y="773980"/>
                    <a:pt x="1533771" y="773484"/>
                  </a:cubicBezTo>
                  <a:close/>
                  <a:moveTo>
                    <a:pt x="799717" y="37413"/>
                  </a:moveTo>
                  <a:cubicBezTo>
                    <a:pt x="800511" y="36653"/>
                    <a:pt x="800247" y="35991"/>
                    <a:pt x="799023" y="35661"/>
                  </a:cubicBezTo>
                  <a:cubicBezTo>
                    <a:pt x="798924" y="35627"/>
                    <a:pt x="798825" y="35627"/>
                    <a:pt x="798725" y="35627"/>
                  </a:cubicBezTo>
                  <a:cubicBezTo>
                    <a:pt x="799056" y="36223"/>
                    <a:pt x="799354" y="36785"/>
                    <a:pt x="799717" y="37413"/>
                  </a:cubicBezTo>
                  <a:close/>
                  <a:moveTo>
                    <a:pt x="1283210" y="765018"/>
                  </a:moveTo>
                  <a:cubicBezTo>
                    <a:pt x="1281722" y="765183"/>
                    <a:pt x="1280300" y="766043"/>
                    <a:pt x="1278878" y="766638"/>
                  </a:cubicBezTo>
                  <a:cubicBezTo>
                    <a:pt x="1279738" y="767233"/>
                    <a:pt x="1280631" y="768292"/>
                    <a:pt x="1281524" y="768259"/>
                  </a:cubicBezTo>
                  <a:cubicBezTo>
                    <a:pt x="1283012" y="768226"/>
                    <a:pt x="1284500" y="767498"/>
                    <a:pt x="1286352" y="766936"/>
                  </a:cubicBezTo>
                  <a:cubicBezTo>
                    <a:pt x="1284963" y="766043"/>
                    <a:pt x="1284037" y="764918"/>
                    <a:pt x="1283210" y="765018"/>
                  </a:cubicBezTo>
                  <a:close/>
                  <a:moveTo>
                    <a:pt x="1988127" y="94398"/>
                  </a:moveTo>
                  <a:cubicBezTo>
                    <a:pt x="1986440" y="94266"/>
                    <a:pt x="1984919" y="94630"/>
                    <a:pt x="1985282" y="96680"/>
                  </a:cubicBezTo>
                  <a:cubicBezTo>
                    <a:pt x="1985349" y="97209"/>
                    <a:pt x="1987035" y="97672"/>
                    <a:pt x="1988027" y="97838"/>
                  </a:cubicBezTo>
                  <a:cubicBezTo>
                    <a:pt x="1989681" y="98135"/>
                    <a:pt x="1991235" y="97672"/>
                    <a:pt x="1990872" y="95622"/>
                  </a:cubicBezTo>
                  <a:cubicBezTo>
                    <a:pt x="1990772" y="95060"/>
                    <a:pt x="1989086" y="94795"/>
                    <a:pt x="1988127" y="94398"/>
                  </a:cubicBezTo>
                  <a:close/>
                  <a:moveTo>
                    <a:pt x="1853421" y="719377"/>
                  </a:moveTo>
                  <a:cubicBezTo>
                    <a:pt x="1853950" y="719344"/>
                    <a:pt x="1854380" y="717988"/>
                    <a:pt x="1854810" y="717293"/>
                  </a:cubicBezTo>
                  <a:cubicBezTo>
                    <a:pt x="1853619" y="715276"/>
                    <a:pt x="1851734" y="716004"/>
                    <a:pt x="1850213" y="716103"/>
                  </a:cubicBezTo>
                  <a:cubicBezTo>
                    <a:pt x="1849716" y="716136"/>
                    <a:pt x="1848757" y="717789"/>
                    <a:pt x="1848989" y="718252"/>
                  </a:cubicBezTo>
                  <a:cubicBezTo>
                    <a:pt x="1849882" y="720270"/>
                    <a:pt x="1851899" y="719476"/>
                    <a:pt x="1853421" y="719377"/>
                  </a:cubicBezTo>
                  <a:close/>
                  <a:moveTo>
                    <a:pt x="1664012" y="695168"/>
                  </a:moveTo>
                  <a:cubicBezTo>
                    <a:pt x="1662524" y="695333"/>
                    <a:pt x="1661102" y="696193"/>
                    <a:pt x="1659680" y="696788"/>
                  </a:cubicBezTo>
                  <a:cubicBezTo>
                    <a:pt x="1660539" y="697383"/>
                    <a:pt x="1661465" y="698442"/>
                    <a:pt x="1662325" y="698442"/>
                  </a:cubicBezTo>
                  <a:cubicBezTo>
                    <a:pt x="1663814" y="698376"/>
                    <a:pt x="1665302" y="697648"/>
                    <a:pt x="1667154" y="697119"/>
                  </a:cubicBezTo>
                  <a:cubicBezTo>
                    <a:pt x="1665765" y="696193"/>
                    <a:pt x="1664839" y="695068"/>
                    <a:pt x="1664012" y="695168"/>
                  </a:cubicBezTo>
                  <a:close/>
                  <a:moveTo>
                    <a:pt x="1701583" y="698475"/>
                  </a:moveTo>
                  <a:cubicBezTo>
                    <a:pt x="1701186" y="697516"/>
                    <a:pt x="1700921" y="695829"/>
                    <a:pt x="1700359" y="695730"/>
                  </a:cubicBezTo>
                  <a:cubicBezTo>
                    <a:pt x="1698342" y="695366"/>
                    <a:pt x="1697846" y="696920"/>
                    <a:pt x="1698143" y="698574"/>
                  </a:cubicBezTo>
                  <a:cubicBezTo>
                    <a:pt x="1698309" y="699599"/>
                    <a:pt x="1698772" y="701253"/>
                    <a:pt x="1699301" y="701352"/>
                  </a:cubicBezTo>
                  <a:cubicBezTo>
                    <a:pt x="1701351" y="701683"/>
                    <a:pt x="1701748" y="700162"/>
                    <a:pt x="1701583" y="698475"/>
                  </a:cubicBezTo>
                  <a:close/>
                  <a:moveTo>
                    <a:pt x="1823853" y="696788"/>
                  </a:moveTo>
                  <a:cubicBezTo>
                    <a:pt x="1825309" y="697383"/>
                    <a:pt x="1826731" y="698243"/>
                    <a:pt x="1828219" y="698409"/>
                  </a:cubicBezTo>
                  <a:cubicBezTo>
                    <a:pt x="1829046" y="698508"/>
                    <a:pt x="1829972" y="697383"/>
                    <a:pt x="1830865" y="696788"/>
                  </a:cubicBezTo>
                  <a:cubicBezTo>
                    <a:pt x="1829476" y="696094"/>
                    <a:pt x="1828087" y="695366"/>
                    <a:pt x="1826929" y="694771"/>
                  </a:cubicBezTo>
                  <a:cubicBezTo>
                    <a:pt x="1825639" y="695631"/>
                    <a:pt x="1824746" y="696193"/>
                    <a:pt x="1823853" y="696788"/>
                  </a:cubicBezTo>
                  <a:close/>
                  <a:moveTo>
                    <a:pt x="1483665" y="824747"/>
                  </a:moveTo>
                  <a:cubicBezTo>
                    <a:pt x="1483004" y="825177"/>
                    <a:pt x="1481648" y="825607"/>
                    <a:pt x="1481615" y="826136"/>
                  </a:cubicBezTo>
                  <a:cubicBezTo>
                    <a:pt x="1481516" y="827691"/>
                    <a:pt x="1480722" y="829675"/>
                    <a:pt x="1482739" y="830601"/>
                  </a:cubicBezTo>
                  <a:cubicBezTo>
                    <a:pt x="1483202" y="830800"/>
                    <a:pt x="1484856" y="829841"/>
                    <a:pt x="1484856" y="829377"/>
                  </a:cubicBezTo>
                  <a:cubicBezTo>
                    <a:pt x="1484955" y="827823"/>
                    <a:pt x="1485716" y="825938"/>
                    <a:pt x="1483665" y="824747"/>
                  </a:cubicBezTo>
                  <a:close/>
                  <a:moveTo>
                    <a:pt x="2035785" y="458266"/>
                  </a:moveTo>
                  <a:cubicBezTo>
                    <a:pt x="2033734" y="457902"/>
                    <a:pt x="2033238" y="459457"/>
                    <a:pt x="2033536" y="461111"/>
                  </a:cubicBezTo>
                  <a:cubicBezTo>
                    <a:pt x="2033701" y="462136"/>
                    <a:pt x="2034164" y="463789"/>
                    <a:pt x="2034693" y="463889"/>
                  </a:cubicBezTo>
                  <a:cubicBezTo>
                    <a:pt x="2036744" y="464219"/>
                    <a:pt x="2037141" y="462698"/>
                    <a:pt x="2036975" y="461011"/>
                  </a:cubicBezTo>
                  <a:cubicBezTo>
                    <a:pt x="2036578" y="460052"/>
                    <a:pt x="2036314" y="458366"/>
                    <a:pt x="2035785" y="458266"/>
                  </a:cubicBezTo>
                  <a:close/>
                  <a:moveTo>
                    <a:pt x="1325511" y="816578"/>
                  </a:moveTo>
                  <a:cubicBezTo>
                    <a:pt x="1327528" y="816942"/>
                    <a:pt x="1327925" y="815421"/>
                    <a:pt x="1327793" y="813701"/>
                  </a:cubicBezTo>
                  <a:cubicBezTo>
                    <a:pt x="1327396" y="812742"/>
                    <a:pt x="1327098" y="811055"/>
                    <a:pt x="1326569" y="810956"/>
                  </a:cubicBezTo>
                  <a:cubicBezTo>
                    <a:pt x="1324519" y="810625"/>
                    <a:pt x="1324022" y="812180"/>
                    <a:pt x="1324320" y="813833"/>
                  </a:cubicBezTo>
                  <a:cubicBezTo>
                    <a:pt x="1324485" y="814825"/>
                    <a:pt x="1324949" y="816479"/>
                    <a:pt x="1325511" y="816578"/>
                  </a:cubicBezTo>
                  <a:close/>
                  <a:moveTo>
                    <a:pt x="1184422" y="724602"/>
                  </a:moveTo>
                  <a:cubicBezTo>
                    <a:pt x="1184521" y="723048"/>
                    <a:pt x="1185282" y="721163"/>
                    <a:pt x="1183231" y="720005"/>
                  </a:cubicBezTo>
                  <a:cubicBezTo>
                    <a:pt x="1182537" y="720435"/>
                    <a:pt x="1181181" y="720865"/>
                    <a:pt x="1181147" y="721361"/>
                  </a:cubicBezTo>
                  <a:cubicBezTo>
                    <a:pt x="1181048" y="722916"/>
                    <a:pt x="1180288" y="724933"/>
                    <a:pt x="1182272" y="725826"/>
                  </a:cubicBezTo>
                  <a:cubicBezTo>
                    <a:pt x="1182735" y="726025"/>
                    <a:pt x="1184389" y="725099"/>
                    <a:pt x="1184422" y="724602"/>
                  </a:cubicBezTo>
                  <a:close/>
                  <a:moveTo>
                    <a:pt x="1215841" y="723842"/>
                  </a:moveTo>
                  <a:cubicBezTo>
                    <a:pt x="1215709" y="722354"/>
                    <a:pt x="1214816" y="720931"/>
                    <a:pt x="1214220" y="719476"/>
                  </a:cubicBezTo>
                  <a:cubicBezTo>
                    <a:pt x="1213625" y="720369"/>
                    <a:pt x="1213063" y="721262"/>
                    <a:pt x="1212633" y="721891"/>
                  </a:cubicBezTo>
                  <a:cubicBezTo>
                    <a:pt x="1212170" y="723941"/>
                    <a:pt x="1212831" y="725363"/>
                    <a:pt x="1214220" y="726488"/>
                  </a:cubicBezTo>
                  <a:cubicBezTo>
                    <a:pt x="1214816" y="725595"/>
                    <a:pt x="1215940" y="724636"/>
                    <a:pt x="1215841" y="723842"/>
                  </a:cubicBezTo>
                  <a:close/>
                  <a:moveTo>
                    <a:pt x="2067105" y="545380"/>
                  </a:moveTo>
                  <a:cubicBezTo>
                    <a:pt x="2066443" y="545810"/>
                    <a:pt x="2065087" y="546240"/>
                    <a:pt x="2065054" y="546736"/>
                  </a:cubicBezTo>
                  <a:cubicBezTo>
                    <a:pt x="2064955" y="548291"/>
                    <a:pt x="2064161" y="550308"/>
                    <a:pt x="2066179" y="551201"/>
                  </a:cubicBezTo>
                  <a:cubicBezTo>
                    <a:pt x="2066642" y="551433"/>
                    <a:pt x="2068295" y="550474"/>
                    <a:pt x="2068328" y="549977"/>
                  </a:cubicBezTo>
                  <a:cubicBezTo>
                    <a:pt x="2068395" y="548456"/>
                    <a:pt x="2069155" y="546571"/>
                    <a:pt x="2067105" y="545380"/>
                  </a:cubicBezTo>
                  <a:close/>
                  <a:moveTo>
                    <a:pt x="1106998" y="961669"/>
                  </a:moveTo>
                  <a:cubicBezTo>
                    <a:pt x="1106899" y="961107"/>
                    <a:pt x="1105212" y="960842"/>
                    <a:pt x="1104253" y="960445"/>
                  </a:cubicBezTo>
                  <a:cubicBezTo>
                    <a:pt x="1102533" y="960313"/>
                    <a:pt x="1101012" y="960677"/>
                    <a:pt x="1101376" y="962727"/>
                  </a:cubicBezTo>
                  <a:cubicBezTo>
                    <a:pt x="1101475" y="963290"/>
                    <a:pt x="1103128" y="963720"/>
                    <a:pt x="1104121" y="963918"/>
                  </a:cubicBezTo>
                  <a:cubicBezTo>
                    <a:pt x="1105807" y="964183"/>
                    <a:pt x="1107329" y="963720"/>
                    <a:pt x="1106998" y="961669"/>
                  </a:cubicBezTo>
                  <a:close/>
                  <a:moveTo>
                    <a:pt x="1088312" y="276101"/>
                  </a:moveTo>
                  <a:cubicBezTo>
                    <a:pt x="1086790" y="276001"/>
                    <a:pt x="1084773" y="275208"/>
                    <a:pt x="1083847" y="277225"/>
                  </a:cubicBezTo>
                  <a:cubicBezTo>
                    <a:pt x="1083649" y="277688"/>
                    <a:pt x="1084608" y="279342"/>
                    <a:pt x="1085071" y="279375"/>
                  </a:cubicBezTo>
                  <a:cubicBezTo>
                    <a:pt x="1086625" y="279441"/>
                    <a:pt x="1088510" y="280202"/>
                    <a:pt x="1089701" y="278184"/>
                  </a:cubicBezTo>
                  <a:cubicBezTo>
                    <a:pt x="1089271" y="277490"/>
                    <a:pt x="1088841" y="276134"/>
                    <a:pt x="1088312" y="276101"/>
                  </a:cubicBezTo>
                  <a:close/>
                  <a:moveTo>
                    <a:pt x="1863508" y="608384"/>
                  </a:moveTo>
                  <a:cubicBezTo>
                    <a:pt x="1861821" y="608814"/>
                    <a:pt x="1861854" y="610104"/>
                    <a:pt x="1863508" y="610600"/>
                  </a:cubicBezTo>
                  <a:cubicBezTo>
                    <a:pt x="1864930" y="611063"/>
                    <a:pt x="1866551" y="610931"/>
                    <a:pt x="1867444" y="610997"/>
                  </a:cubicBezTo>
                  <a:cubicBezTo>
                    <a:pt x="1869693" y="609873"/>
                    <a:pt x="1869759" y="608814"/>
                    <a:pt x="1868072" y="608384"/>
                  </a:cubicBezTo>
                  <a:cubicBezTo>
                    <a:pt x="1866650" y="607987"/>
                    <a:pt x="1864963" y="607987"/>
                    <a:pt x="1863508" y="608384"/>
                  </a:cubicBezTo>
                  <a:close/>
                  <a:moveTo>
                    <a:pt x="1190309" y="933193"/>
                  </a:moveTo>
                  <a:cubicBezTo>
                    <a:pt x="1188258" y="932830"/>
                    <a:pt x="1187762" y="934384"/>
                    <a:pt x="1188060" y="936071"/>
                  </a:cubicBezTo>
                  <a:cubicBezTo>
                    <a:pt x="1188225" y="937063"/>
                    <a:pt x="1188688" y="938717"/>
                    <a:pt x="1189250" y="938816"/>
                  </a:cubicBezTo>
                  <a:cubicBezTo>
                    <a:pt x="1191301" y="939180"/>
                    <a:pt x="1191665" y="937658"/>
                    <a:pt x="1191532" y="935938"/>
                  </a:cubicBezTo>
                  <a:cubicBezTo>
                    <a:pt x="1191135" y="934979"/>
                    <a:pt x="1190838" y="933293"/>
                    <a:pt x="1190309" y="933193"/>
                  </a:cubicBezTo>
                  <a:close/>
                  <a:moveTo>
                    <a:pt x="29879" y="981414"/>
                  </a:moveTo>
                  <a:cubicBezTo>
                    <a:pt x="29185" y="982770"/>
                    <a:pt x="28457" y="984159"/>
                    <a:pt x="27862" y="985316"/>
                  </a:cubicBezTo>
                  <a:cubicBezTo>
                    <a:pt x="28722" y="986606"/>
                    <a:pt x="29284" y="987499"/>
                    <a:pt x="29879" y="988392"/>
                  </a:cubicBezTo>
                  <a:cubicBezTo>
                    <a:pt x="30474" y="986937"/>
                    <a:pt x="31334" y="985515"/>
                    <a:pt x="31500" y="984026"/>
                  </a:cubicBezTo>
                  <a:cubicBezTo>
                    <a:pt x="31599" y="983233"/>
                    <a:pt x="30474" y="982274"/>
                    <a:pt x="29879" y="981414"/>
                  </a:cubicBezTo>
                  <a:close/>
                  <a:moveTo>
                    <a:pt x="1309867" y="209360"/>
                  </a:moveTo>
                  <a:cubicBezTo>
                    <a:pt x="1308577" y="210219"/>
                    <a:pt x="1307684" y="210782"/>
                    <a:pt x="1306825" y="211377"/>
                  </a:cubicBezTo>
                  <a:cubicBezTo>
                    <a:pt x="1308247" y="211972"/>
                    <a:pt x="1309669" y="212832"/>
                    <a:pt x="1311157" y="212998"/>
                  </a:cubicBezTo>
                  <a:cubicBezTo>
                    <a:pt x="1311984" y="213097"/>
                    <a:pt x="1312910" y="211972"/>
                    <a:pt x="1313803" y="211377"/>
                  </a:cubicBezTo>
                  <a:cubicBezTo>
                    <a:pt x="1312414" y="210649"/>
                    <a:pt x="1311025" y="209955"/>
                    <a:pt x="1309867" y="209360"/>
                  </a:cubicBezTo>
                  <a:close/>
                  <a:moveTo>
                    <a:pt x="1002190" y="218885"/>
                  </a:moveTo>
                  <a:cubicBezTo>
                    <a:pt x="1002521" y="216834"/>
                    <a:pt x="1000966" y="216371"/>
                    <a:pt x="999313" y="216669"/>
                  </a:cubicBezTo>
                  <a:cubicBezTo>
                    <a:pt x="998320" y="216834"/>
                    <a:pt x="996667" y="217297"/>
                    <a:pt x="996567" y="217826"/>
                  </a:cubicBezTo>
                  <a:cubicBezTo>
                    <a:pt x="996204" y="219877"/>
                    <a:pt x="997725" y="220240"/>
                    <a:pt x="999445" y="220108"/>
                  </a:cubicBezTo>
                  <a:cubicBezTo>
                    <a:pt x="1000404" y="219711"/>
                    <a:pt x="1002091" y="219447"/>
                    <a:pt x="1002190" y="218885"/>
                  </a:cubicBezTo>
                  <a:close/>
                  <a:moveTo>
                    <a:pt x="1065822" y="988392"/>
                  </a:moveTo>
                  <a:cubicBezTo>
                    <a:pt x="1064102" y="988260"/>
                    <a:pt x="1062581" y="988624"/>
                    <a:pt x="1062945" y="990674"/>
                  </a:cubicBezTo>
                  <a:cubicBezTo>
                    <a:pt x="1063044" y="991203"/>
                    <a:pt x="1064698" y="991666"/>
                    <a:pt x="1065690" y="991832"/>
                  </a:cubicBezTo>
                  <a:cubicBezTo>
                    <a:pt x="1067377" y="992129"/>
                    <a:pt x="1068931" y="991666"/>
                    <a:pt x="1068567" y="989616"/>
                  </a:cubicBezTo>
                  <a:cubicBezTo>
                    <a:pt x="1068468" y="989054"/>
                    <a:pt x="1066781" y="988789"/>
                    <a:pt x="1065822" y="988392"/>
                  </a:cubicBezTo>
                  <a:close/>
                  <a:moveTo>
                    <a:pt x="1894828" y="572963"/>
                  </a:moveTo>
                  <a:cubicBezTo>
                    <a:pt x="1892777" y="572500"/>
                    <a:pt x="1891355" y="573162"/>
                    <a:pt x="1890264" y="574551"/>
                  </a:cubicBezTo>
                  <a:cubicBezTo>
                    <a:pt x="1891124" y="575146"/>
                    <a:pt x="1892083" y="576270"/>
                    <a:pt x="1892877" y="576204"/>
                  </a:cubicBezTo>
                  <a:cubicBezTo>
                    <a:pt x="1894365" y="576039"/>
                    <a:pt x="1895787" y="575146"/>
                    <a:pt x="1897242" y="574551"/>
                  </a:cubicBezTo>
                  <a:cubicBezTo>
                    <a:pt x="1896349" y="573988"/>
                    <a:pt x="1895456" y="573393"/>
                    <a:pt x="1894828" y="572963"/>
                  </a:cubicBezTo>
                  <a:close/>
                  <a:moveTo>
                    <a:pt x="1870916" y="579677"/>
                  </a:moveTo>
                  <a:cubicBezTo>
                    <a:pt x="1871412" y="579644"/>
                    <a:pt x="1871842" y="578288"/>
                    <a:pt x="1872272" y="577626"/>
                  </a:cubicBezTo>
                  <a:cubicBezTo>
                    <a:pt x="1871115" y="575576"/>
                    <a:pt x="1869230" y="576337"/>
                    <a:pt x="1867675" y="576436"/>
                  </a:cubicBezTo>
                  <a:cubicBezTo>
                    <a:pt x="1867179" y="576469"/>
                    <a:pt x="1866220" y="578089"/>
                    <a:pt x="1866451" y="578552"/>
                  </a:cubicBezTo>
                  <a:cubicBezTo>
                    <a:pt x="1867344" y="580570"/>
                    <a:pt x="1869362" y="579809"/>
                    <a:pt x="1870916" y="579677"/>
                  </a:cubicBezTo>
                  <a:close/>
                  <a:moveTo>
                    <a:pt x="1129289" y="204895"/>
                  </a:moveTo>
                  <a:cubicBezTo>
                    <a:pt x="1130182" y="206912"/>
                    <a:pt x="1132200" y="206118"/>
                    <a:pt x="1133754" y="206019"/>
                  </a:cubicBezTo>
                  <a:cubicBezTo>
                    <a:pt x="1134283" y="205986"/>
                    <a:pt x="1134680" y="204630"/>
                    <a:pt x="1135110" y="203969"/>
                  </a:cubicBezTo>
                  <a:cubicBezTo>
                    <a:pt x="1133952" y="201918"/>
                    <a:pt x="1132067" y="202679"/>
                    <a:pt x="1130513" y="202745"/>
                  </a:cubicBezTo>
                  <a:cubicBezTo>
                    <a:pt x="1130017" y="202778"/>
                    <a:pt x="1129058" y="204432"/>
                    <a:pt x="1129289" y="204895"/>
                  </a:cubicBezTo>
                  <a:close/>
                  <a:moveTo>
                    <a:pt x="1178766" y="559502"/>
                  </a:moveTo>
                  <a:cubicBezTo>
                    <a:pt x="1176782" y="560395"/>
                    <a:pt x="1177543" y="562413"/>
                    <a:pt x="1177642" y="563967"/>
                  </a:cubicBezTo>
                  <a:cubicBezTo>
                    <a:pt x="1177708" y="564497"/>
                    <a:pt x="1179031" y="564893"/>
                    <a:pt x="1179725" y="565323"/>
                  </a:cubicBezTo>
                  <a:cubicBezTo>
                    <a:pt x="1181776" y="564166"/>
                    <a:pt x="1181015" y="562281"/>
                    <a:pt x="1180916" y="560726"/>
                  </a:cubicBezTo>
                  <a:cubicBezTo>
                    <a:pt x="1180883" y="560230"/>
                    <a:pt x="1179262" y="559304"/>
                    <a:pt x="1178766" y="559502"/>
                  </a:cubicBezTo>
                  <a:close/>
                  <a:moveTo>
                    <a:pt x="1259100" y="587482"/>
                  </a:moveTo>
                  <a:cubicBezTo>
                    <a:pt x="1258571" y="587581"/>
                    <a:pt x="1258108" y="589235"/>
                    <a:pt x="1257943" y="590227"/>
                  </a:cubicBezTo>
                  <a:cubicBezTo>
                    <a:pt x="1257645" y="591881"/>
                    <a:pt x="1258141" y="593435"/>
                    <a:pt x="1260159" y="593072"/>
                  </a:cubicBezTo>
                  <a:cubicBezTo>
                    <a:pt x="1260721" y="592972"/>
                    <a:pt x="1260985" y="591286"/>
                    <a:pt x="1261382" y="590326"/>
                  </a:cubicBezTo>
                  <a:cubicBezTo>
                    <a:pt x="1261548" y="588640"/>
                    <a:pt x="1261151" y="587118"/>
                    <a:pt x="1259100" y="587482"/>
                  </a:cubicBezTo>
                  <a:close/>
                  <a:moveTo>
                    <a:pt x="1991699" y="210484"/>
                  </a:moveTo>
                  <a:cubicBezTo>
                    <a:pt x="1991599" y="211311"/>
                    <a:pt x="1992724" y="212237"/>
                    <a:pt x="1993319" y="213130"/>
                  </a:cubicBezTo>
                  <a:cubicBezTo>
                    <a:pt x="1994014" y="211741"/>
                    <a:pt x="1994741" y="210352"/>
                    <a:pt x="1995337" y="209194"/>
                  </a:cubicBezTo>
                  <a:cubicBezTo>
                    <a:pt x="1994477" y="207904"/>
                    <a:pt x="1993914" y="207011"/>
                    <a:pt x="1993319" y="206151"/>
                  </a:cubicBezTo>
                  <a:cubicBezTo>
                    <a:pt x="1992724" y="207574"/>
                    <a:pt x="1991864" y="208996"/>
                    <a:pt x="1991699" y="210484"/>
                  </a:cubicBezTo>
                  <a:close/>
                  <a:moveTo>
                    <a:pt x="1034304" y="291711"/>
                  </a:moveTo>
                  <a:cubicBezTo>
                    <a:pt x="1033411" y="291116"/>
                    <a:pt x="1032485" y="289991"/>
                    <a:pt x="1031658" y="290057"/>
                  </a:cubicBezTo>
                  <a:cubicBezTo>
                    <a:pt x="1030170" y="290223"/>
                    <a:pt x="1028747" y="291116"/>
                    <a:pt x="1027325" y="291711"/>
                  </a:cubicBezTo>
                  <a:cubicBezTo>
                    <a:pt x="1028185" y="292273"/>
                    <a:pt x="1029078" y="292869"/>
                    <a:pt x="1029707" y="293299"/>
                  </a:cubicBezTo>
                  <a:cubicBezTo>
                    <a:pt x="1031790" y="293762"/>
                    <a:pt x="1033179" y="293100"/>
                    <a:pt x="1034304" y="291711"/>
                  </a:cubicBezTo>
                  <a:close/>
                  <a:moveTo>
                    <a:pt x="1956740" y="175559"/>
                  </a:moveTo>
                  <a:cubicBezTo>
                    <a:pt x="1956674" y="176386"/>
                    <a:pt x="1957799" y="177312"/>
                    <a:pt x="1958394" y="178205"/>
                  </a:cubicBezTo>
                  <a:cubicBezTo>
                    <a:pt x="1959089" y="176816"/>
                    <a:pt x="1959816" y="175460"/>
                    <a:pt x="1960412" y="174269"/>
                  </a:cubicBezTo>
                  <a:cubicBezTo>
                    <a:pt x="1959552" y="172979"/>
                    <a:pt x="1958956" y="172086"/>
                    <a:pt x="1958394" y="171226"/>
                  </a:cubicBezTo>
                  <a:cubicBezTo>
                    <a:pt x="1957799" y="172649"/>
                    <a:pt x="1956906" y="174071"/>
                    <a:pt x="1956740" y="175559"/>
                  </a:cubicBezTo>
                  <a:close/>
                  <a:moveTo>
                    <a:pt x="1935607" y="639208"/>
                  </a:moveTo>
                  <a:cubicBezTo>
                    <a:pt x="1934615" y="639374"/>
                    <a:pt x="1932961" y="639837"/>
                    <a:pt x="1932862" y="640399"/>
                  </a:cubicBezTo>
                  <a:cubicBezTo>
                    <a:pt x="1932498" y="642416"/>
                    <a:pt x="1934019" y="642813"/>
                    <a:pt x="1935739" y="642648"/>
                  </a:cubicBezTo>
                  <a:cubicBezTo>
                    <a:pt x="1936698" y="642284"/>
                    <a:pt x="1938385" y="641986"/>
                    <a:pt x="1938484" y="641457"/>
                  </a:cubicBezTo>
                  <a:cubicBezTo>
                    <a:pt x="1938815" y="639407"/>
                    <a:pt x="1937294" y="638911"/>
                    <a:pt x="1935607" y="639208"/>
                  </a:cubicBezTo>
                  <a:close/>
                  <a:moveTo>
                    <a:pt x="2236141" y="525669"/>
                  </a:moveTo>
                  <a:cubicBezTo>
                    <a:pt x="2235248" y="525107"/>
                    <a:pt x="2234288" y="523949"/>
                    <a:pt x="2233495" y="524048"/>
                  </a:cubicBezTo>
                  <a:cubicBezTo>
                    <a:pt x="2232006" y="524214"/>
                    <a:pt x="2230584" y="525107"/>
                    <a:pt x="2229129" y="525669"/>
                  </a:cubicBezTo>
                  <a:cubicBezTo>
                    <a:pt x="2230022" y="526264"/>
                    <a:pt x="2230915" y="526826"/>
                    <a:pt x="2231543" y="527256"/>
                  </a:cubicBezTo>
                  <a:cubicBezTo>
                    <a:pt x="2233594" y="527752"/>
                    <a:pt x="2235016" y="527058"/>
                    <a:pt x="2236141" y="525669"/>
                  </a:cubicBezTo>
                  <a:close/>
                  <a:moveTo>
                    <a:pt x="1670263" y="908918"/>
                  </a:moveTo>
                  <a:cubicBezTo>
                    <a:pt x="1670197" y="909745"/>
                    <a:pt x="1671321" y="910671"/>
                    <a:pt x="1671883" y="911564"/>
                  </a:cubicBezTo>
                  <a:cubicBezTo>
                    <a:pt x="1672611" y="910175"/>
                    <a:pt x="1673339" y="908819"/>
                    <a:pt x="1673934" y="907628"/>
                  </a:cubicBezTo>
                  <a:cubicBezTo>
                    <a:pt x="1673074" y="906338"/>
                    <a:pt x="1672479" y="905478"/>
                    <a:pt x="1671883" y="904585"/>
                  </a:cubicBezTo>
                  <a:cubicBezTo>
                    <a:pt x="1671321" y="906007"/>
                    <a:pt x="1670428" y="907430"/>
                    <a:pt x="1670263" y="908918"/>
                  </a:cubicBezTo>
                  <a:close/>
                  <a:moveTo>
                    <a:pt x="1151216" y="286585"/>
                  </a:moveTo>
                  <a:cubicBezTo>
                    <a:pt x="1149662" y="286452"/>
                    <a:pt x="1147645" y="285692"/>
                    <a:pt x="1146752" y="287709"/>
                  </a:cubicBezTo>
                  <a:cubicBezTo>
                    <a:pt x="1146553" y="288172"/>
                    <a:pt x="1147512" y="289793"/>
                    <a:pt x="1147975" y="289826"/>
                  </a:cubicBezTo>
                  <a:cubicBezTo>
                    <a:pt x="1149530" y="289925"/>
                    <a:pt x="1151415" y="290686"/>
                    <a:pt x="1152572" y="288635"/>
                  </a:cubicBezTo>
                  <a:cubicBezTo>
                    <a:pt x="1152143" y="287941"/>
                    <a:pt x="1151713" y="286618"/>
                    <a:pt x="1151216" y="286585"/>
                  </a:cubicBezTo>
                  <a:close/>
                  <a:moveTo>
                    <a:pt x="1388912" y="2448131"/>
                  </a:moveTo>
                  <a:cubicBezTo>
                    <a:pt x="1389341" y="2447371"/>
                    <a:pt x="1389738" y="2446610"/>
                    <a:pt x="1390168" y="2445883"/>
                  </a:cubicBezTo>
                  <a:cubicBezTo>
                    <a:pt x="1389672" y="2445420"/>
                    <a:pt x="1389308" y="2445023"/>
                    <a:pt x="1388912" y="2444626"/>
                  </a:cubicBezTo>
                  <a:cubicBezTo>
                    <a:pt x="1388515" y="2445420"/>
                    <a:pt x="1388019" y="2446147"/>
                    <a:pt x="1387820" y="2446974"/>
                  </a:cubicBezTo>
                  <a:cubicBezTo>
                    <a:pt x="1387754" y="2447239"/>
                    <a:pt x="1388515" y="2447735"/>
                    <a:pt x="1388912" y="2448131"/>
                  </a:cubicBezTo>
                  <a:close/>
                  <a:moveTo>
                    <a:pt x="1405283" y="2561009"/>
                  </a:moveTo>
                  <a:cubicBezTo>
                    <a:pt x="1405481" y="2561836"/>
                    <a:pt x="1405977" y="2562597"/>
                    <a:pt x="1406374" y="2563358"/>
                  </a:cubicBezTo>
                  <a:cubicBezTo>
                    <a:pt x="1406771" y="2562961"/>
                    <a:pt x="1407168" y="2562597"/>
                    <a:pt x="1407631" y="2562101"/>
                  </a:cubicBezTo>
                  <a:cubicBezTo>
                    <a:pt x="1407201" y="2561373"/>
                    <a:pt x="1406804" y="2560612"/>
                    <a:pt x="1406374" y="2559852"/>
                  </a:cubicBezTo>
                  <a:cubicBezTo>
                    <a:pt x="1405977" y="2560249"/>
                    <a:pt x="1405216" y="2560712"/>
                    <a:pt x="1405283" y="2561009"/>
                  </a:cubicBezTo>
                  <a:close/>
                  <a:moveTo>
                    <a:pt x="1457538" y="2495756"/>
                  </a:moveTo>
                  <a:cubicBezTo>
                    <a:pt x="1458001" y="2496220"/>
                    <a:pt x="1458398" y="2496616"/>
                    <a:pt x="1458795" y="2497013"/>
                  </a:cubicBezTo>
                  <a:cubicBezTo>
                    <a:pt x="1459158" y="2496220"/>
                    <a:pt x="1459688" y="2495492"/>
                    <a:pt x="1459886" y="2494665"/>
                  </a:cubicBezTo>
                  <a:cubicBezTo>
                    <a:pt x="1459952" y="2494367"/>
                    <a:pt x="1459158" y="2493904"/>
                    <a:pt x="1458795" y="2493508"/>
                  </a:cubicBezTo>
                  <a:cubicBezTo>
                    <a:pt x="1458365" y="2494268"/>
                    <a:pt x="1457935" y="2495029"/>
                    <a:pt x="1457538" y="2495756"/>
                  </a:cubicBezTo>
                  <a:close/>
                  <a:moveTo>
                    <a:pt x="1409284" y="2525588"/>
                  </a:moveTo>
                  <a:cubicBezTo>
                    <a:pt x="1408987" y="2525522"/>
                    <a:pt x="1408524" y="2526316"/>
                    <a:pt x="1408127" y="2526680"/>
                  </a:cubicBezTo>
                  <a:cubicBezTo>
                    <a:pt x="1408888" y="2527110"/>
                    <a:pt x="1409648" y="2527540"/>
                    <a:pt x="1410376" y="2527936"/>
                  </a:cubicBezTo>
                  <a:cubicBezTo>
                    <a:pt x="1410839" y="2527473"/>
                    <a:pt x="1411236" y="2527077"/>
                    <a:pt x="1411633" y="2526680"/>
                  </a:cubicBezTo>
                  <a:cubicBezTo>
                    <a:pt x="1410839" y="2526316"/>
                    <a:pt x="1410111" y="2525787"/>
                    <a:pt x="1409284" y="2525588"/>
                  </a:cubicBezTo>
                  <a:close/>
                  <a:moveTo>
                    <a:pt x="1196163" y="2522116"/>
                  </a:moveTo>
                  <a:cubicBezTo>
                    <a:pt x="1195865" y="2522049"/>
                    <a:pt x="1195402" y="2522810"/>
                    <a:pt x="1195005" y="2523207"/>
                  </a:cubicBezTo>
                  <a:cubicBezTo>
                    <a:pt x="1195766" y="2523604"/>
                    <a:pt x="1196526" y="2524034"/>
                    <a:pt x="1197254" y="2524431"/>
                  </a:cubicBezTo>
                  <a:cubicBezTo>
                    <a:pt x="1197717" y="2523968"/>
                    <a:pt x="1198114" y="2523571"/>
                    <a:pt x="1198511" y="2523207"/>
                  </a:cubicBezTo>
                  <a:cubicBezTo>
                    <a:pt x="1197717" y="2522810"/>
                    <a:pt x="1196989" y="2522281"/>
                    <a:pt x="1196163" y="2522116"/>
                  </a:cubicBezTo>
                  <a:close/>
                  <a:moveTo>
                    <a:pt x="1391326" y="2478393"/>
                  </a:moveTo>
                  <a:cubicBezTo>
                    <a:pt x="1391260" y="2478691"/>
                    <a:pt x="1392020" y="2479154"/>
                    <a:pt x="1392417" y="2479551"/>
                  </a:cubicBezTo>
                  <a:cubicBezTo>
                    <a:pt x="1392814" y="2478790"/>
                    <a:pt x="1393244" y="2478029"/>
                    <a:pt x="1393641" y="2477302"/>
                  </a:cubicBezTo>
                  <a:cubicBezTo>
                    <a:pt x="1393178" y="2476839"/>
                    <a:pt x="1392781" y="2476442"/>
                    <a:pt x="1392417" y="2476045"/>
                  </a:cubicBezTo>
                  <a:cubicBezTo>
                    <a:pt x="1392020" y="2476839"/>
                    <a:pt x="1391491" y="2477566"/>
                    <a:pt x="1391326" y="2478393"/>
                  </a:cubicBezTo>
                  <a:close/>
                  <a:moveTo>
                    <a:pt x="1646847" y="2534749"/>
                  </a:moveTo>
                  <a:cubicBezTo>
                    <a:pt x="1647674" y="2534584"/>
                    <a:pt x="1648402" y="2534055"/>
                    <a:pt x="1649195" y="2533658"/>
                  </a:cubicBezTo>
                  <a:cubicBezTo>
                    <a:pt x="1648799" y="2533294"/>
                    <a:pt x="1648402" y="2532897"/>
                    <a:pt x="1647939" y="2532434"/>
                  </a:cubicBezTo>
                  <a:cubicBezTo>
                    <a:pt x="1647211" y="2532831"/>
                    <a:pt x="1646450" y="2533261"/>
                    <a:pt x="1645690" y="2533658"/>
                  </a:cubicBezTo>
                  <a:cubicBezTo>
                    <a:pt x="1646087" y="2534055"/>
                    <a:pt x="1646550" y="2534816"/>
                    <a:pt x="1646847" y="2534749"/>
                  </a:cubicBezTo>
                  <a:close/>
                  <a:moveTo>
                    <a:pt x="1237603" y="2484181"/>
                  </a:moveTo>
                  <a:cubicBezTo>
                    <a:pt x="1237768" y="2485008"/>
                    <a:pt x="1238297" y="2485768"/>
                    <a:pt x="1238694" y="2486529"/>
                  </a:cubicBezTo>
                  <a:cubicBezTo>
                    <a:pt x="1239058" y="2486132"/>
                    <a:pt x="1239455" y="2485768"/>
                    <a:pt x="1239918" y="2485305"/>
                  </a:cubicBezTo>
                  <a:cubicBezTo>
                    <a:pt x="1239521" y="2484545"/>
                    <a:pt x="1239091" y="2483784"/>
                    <a:pt x="1238694" y="2483056"/>
                  </a:cubicBezTo>
                  <a:cubicBezTo>
                    <a:pt x="1238297" y="2483420"/>
                    <a:pt x="1237537" y="2483883"/>
                    <a:pt x="1237603" y="2484181"/>
                  </a:cubicBezTo>
                  <a:close/>
                  <a:moveTo>
                    <a:pt x="1427938" y="2246221"/>
                  </a:moveTo>
                  <a:cubicBezTo>
                    <a:pt x="1427111" y="2246420"/>
                    <a:pt x="1426383" y="2246916"/>
                    <a:pt x="1425589" y="2247313"/>
                  </a:cubicBezTo>
                  <a:cubicBezTo>
                    <a:pt x="1425986" y="2247710"/>
                    <a:pt x="1426449" y="2248470"/>
                    <a:pt x="1426747" y="2248404"/>
                  </a:cubicBezTo>
                  <a:cubicBezTo>
                    <a:pt x="1427574" y="2248206"/>
                    <a:pt x="1428301" y="2247710"/>
                    <a:pt x="1429095" y="2247313"/>
                  </a:cubicBezTo>
                  <a:cubicBezTo>
                    <a:pt x="1428698" y="2246916"/>
                    <a:pt x="1428235" y="2246155"/>
                    <a:pt x="1427938" y="2246221"/>
                  </a:cubicBezTo>
                  <a:close/>
                  <a:moveTo>
                    <a:pt x="407208" y="2242087"/>
                  </a:moveTo>
                  <a:cubicBezTo>
                    <a:pt x="407572" y="2241690"/>
                    <a:pt x="408366" y="2241227"/>
                    <a:pt x="408300" y="2240930"/>
                  </a:cubicBezTo>
                  <a:cubicBezTo>
                    <a:pt x="408101" y="2240103"/>
                    <a:pt x="407572" y="2239375"/>
                    <a:pt x="407208" y="2238581"/>
                  </a:cubicBezTo>
                  <a:cubicBezTo>
                    <a:pt x="406811" y="2238978"/>
                    <a:pt x="406414" y="2239375"/>
                    <a:pt x="405951" y="2239838"/>
                  </a:cubicBezTo>
                  <a:cubicBezTo>
                    <a:pt x="406348" y="2240566"/>
                    <a:pt x="406778" y="2241327"/>
                    <a:pt x="407208" y="2242087"/>
                  </a:cubicBezTo>
                  <a:close/>
                  <a:moveTo>
                    <a:pt x="386240" y="2242087"/>
                  </a:moveTo>
                  <a:cubicBezTo>
                    <a:pt x="386637" y="2241327"/>
                    <a:pt x="387067" y="2240566"/>
                    <a:pt x="387464" y="2239838"/>
                  </a:cubicBezTo>
                  <a:cubicBezTo>
                    <a:pt x="387001" y="2239375"/>
                    <a:pt x="386604" y="2238978"/>
                    <a:pt x="386240" y="2238581"/>
                  </a:cubicBezTo>
                  <a:cubicBezTo>
                    <a:pt x="385843" y="2239375"/>
                    <a:pt x="385314" y="2240103"/>
                    <a:pt x="385148" y="2240930"/>
                  </a:cubicBezTo>
                  <a:cubicBezTo>
                    <a:pt x="385082" y="2241227"/>
                    <a:pt x="385843" y="2241690"/>
                    <a:pt x="386240" y="2242087"/>
                  </a:cubicBezTo>
                  <a:close/>
                  <a:moveTo>
                    <a:pt x="1441927" y="2258888"/>
                  </a:moveTo>
                  <a:cubicBezTo>
                    <a:pt x="1442192" y="2258954"/>
                    <a:pt x="1442655" y="2258194"/>
                    <a:pt x="1443052" y="2257797"/>
                  </a:cubicBezTo>
                  <a:cubicBezTo>
                    <a:pt x="1442291" y="2257367"/>
                    <a:pt x="1441531" y="2256937"/>
                    <a:pt x="1440803" y="2256540"/>
                  </a:cubicBezTo>
                  <a:cubicBezTo>
                    <a:pt x="1440340" y="2257003"/>
                    <a:pt x="1439943" y="2257400"/>
                    <a:pt x="1439579" y="2257797"/>
                  </a:cubicBezTo>
                  <a:cubicBezTo>
                    <a:pt x="1440340" y="2258194"/>
                    <a:pt x="1441101" y="2258690"/>
                    <a:pt x="1441927" y="2258888"/>
                  </a:cubicBezTo>
                  <a:close/>
                  <a:moveTo>
                    <a:pt x="1109412" y="160742"/>
                  </a:moveTo>
                  <a:cubicBezTo>
                    <a:pt x="1109015" y="161503"/>
                    <a:pt x="1108585" y="162264"/>
                    <a:pt x="1108189" y="162991"/>
                  </a:cubicBezTo>
                  <a:cubicBezTo>
                    <a:pt x="1108652" y="163454"/>
                    <a:pt x="1109049" y="163851"/>
                    <a:pt x="1109412" y="164215"/>
                  </a:cubicBezTo>
                  <a:cubicBezTo>
                    <a:pt x="1109809" y="163454"/>
                    <a:pt x="1110338" y="162694"/>
                    <a:pt x="1110504" y="161900"/>
                  </a:cubicBezTo>
                  <a:cubicBezTo>
                    <a:pt x="1110570" y="161602"/>
                    <a:pt x="1109809" y="161139"/>
                    <a:pt x="1109412" y="160742"/>
                  </a:cubicBezTo>
                  <a:close/>
                  <a:moveTo>
                    <a:pt x="532951" y="2252538"/>
                  </a:moveTo>
                  <a:cubicBezTo>
                    <a:pt x="533381" y="2251778"/>
                    <a:pt x="533811" y="2251050"/>
                    <a:pt x="534208" y="2250289"/>
                  </a:cubicBezTo>
                  <a:cubicBezTo>
                    <a:pt x="533745" y="2249826"/>
                    <a:pt x="533348" y="2249462"/>
                    <a:pt x="532951" y="2249066"/>
                  </a:cubicBezTo>
                  <a:cubicBezTo>
                    <a:pt x="532588" y="2249826"/>
                    <a:pt x="532058" y="2250587"/>
                    <a:pt x="531860" y="2251414"/>
                  </a:cubicBezTo>
                  <a:cubicBezTo>
                    <a:pt x="531794" y="2251678"/>
                    <a:pt x="532588" y="2252174"/>
                    <a:pt x="532951" y="2252538"/>
                  </a:cubicBezTo>
                  <a:close/>
                  <a:moveTo>
                    <a:pt x="546941" y="2231603"/>
                  </a:moveTo>
                  <a:cubicBezTo>
                    <a:pt x="546544" y="2232000"/>
                    <a:pt x="545784" y="2232463"/>
                    <a:pt x="545850" y="2232761"/>
                  </a:cubicBezTo>
                  <a:cubicBezTo>
                    <a:pt x="546048" y="2233554"/>
                    <a:pt x="546544" y="2234315"/>
                    <a:pt x="546941" y="2235076"/>
                  </a:cubicBezTo>
                  <a:cubicBezTo>
                    <a:pt x="547338" y="2234712"/>
                    <a:pt x="547702" y="2234315"/>
                    <a:pt x="548198" y="2233852"/>
                  </a:cubicBezTo>
                  <a:cubicBezTo>
                    <a:pt x="547768" y="2233124"/>
                    <a:pt x="547371" y="2232364"/>
                    <a:pt x="546941" y="2231603"/>
                  </a:cubicBezTo>
                  <a:close/>
                  <a:moveTo>
                    <a:pt x="438032" y="2230942"/>
                  </a:moveTo>
                  <a:cubicBezTo>
                    <a:pt x="438859" y="2230776"/>
                    <a:pt x="439620" y="2230247"/>
                    <a:pt x="440380" y="2229850"/>
                  </a:cubicBezTo>
                  <a:cubicBezTo>
                    <a:pt x="439983" y="2229453"/>
                    <a:pt x="439620" y="2229090"/>
                    <a:pt x="439157" y="2228627"/>
                  </a:cubicBezTo>
                  <a:cubicBezTo>
                    <a:pt x="438396" y="2229023"/>
                    <a:pt x="437635" y="2229420"/>
                    <a:pt x="436908" y="2229850"/>
                  </a:cubicBezTo>
                  <a:cubicBezTo>
                    <a:pt x="437271" y="2230247"/>
                    <a:pt x="437767" y="2231008"/>
                    <a:pt x="438032" y="2230942"/>
                  </a:cubicBezTo>
                  <a:close/>
                  <a:moveTo>
                    <a:pt x="959790" y="143941"/>
                  </a:moveTo>
                  <a:cubicBezTo>
                    <a:pt x="958964" y="144107"/>
                    <a:pt x="958236" y="144636"/>
                    <a:pt x="957442" y="145033"/>
                  </a:cubicBezTo>
                  <a:cubicBezTo>
                    <a:pt x="957839" y="145430"/>
                    <a:pt x="958236" y="145793"/>
                    <a:pt x="958699" y="146256"/>
                  </a:cubicBezTo>
                  <a:cubicBezTo>
                    <a:pt x="959427" y="145860"/>
                    <a:pt x="960187" y="145430"/>
                    <a:pt x="960948" y="145033"/>
                  </a:cubicBezTo>
                  <a:cubicBezTo>
                    <a:pt x="960551" y="144636"/>
                    <a:pt x="960088" y="143875"/>
                    <a:pt x="959790" y="143941"/>
                  </a:cubicBezTo>
                  <a:close/>
                  <a:moveTo>
                    <a:pt x="1350481" y="2297947"/>
                  </a:moveTo>
                  <a:cubicBezTo>
                    <a:pt x="1350878" y="2297551"/>
                    <a:pt x="1351241" y="2297187"/>
                    <a:pt x="1351738" y="2296724"/>
                  </a:cubicBezTo>
                  <a:cubicBezTo>
                    <a:pt x="1351308" y="2295996"/>
                    <a:pt x="1350911" y="2295235"/>
                    <a:pt x="1350481" y="2294475"/>
                  </a:cubicBezTo>
                  <a:cubicBezTo>
                    <a:pt x="1350084" y="2294839"/>
                    <a:pt x="1349323" y="2295335"/>
                    <a:pt x="1349389" y="2295599"/>
                  </a:cubicBezTo>
                  <a:cubicBezTo>
                    <a:pt x="1349555" y="2296426"/>
                    <a:pt x="1350084" y="2297187"/>
                    <a:pt x="1350481" y="2297947"/>
                  </a:cubicBezTo>
                  <a:close/>
                  <a:moveTo>
                    <a:pt x="1412129" y="2261799"/>
                  </a:moveTo>
                  <a:cubicBezTo>
                    <a:pt x="1412592" y="2262262"/>
                    <a:pt x="1412989" y="2262659"/>
                    <a:pt x="1413352" y="2263022"/>
                  </a:cubicBezTo>
                  <a:cubicBezTo>
                    <a:pt x="1413749" y="2262262"/>
                    <a:pt x="1414278" y="2261501"/>
                    <a:pt x="1414444" y="2260674"/>
                  </a:cubicBezTo>
                  <a:cubicBezTo>
                    <a:pt x="1414510" y="2260410"/>
                    <a:pt x="1413749" y="2259914"/>
                    <a:pt x="1413352" y="2259550"/>
                  </a:cubicBezTo>
                  <a:cubicBezTo>
                    <a:pt x="1412956" y="2260310"/>
                    <a:pt x="1412526" y="2261071"/>
                    <a:pt x="1412129" y="2261799"/>
                  </a:cubicBezTo>
                  <a:close/>
                  <a:moveTo>
                    <a:pt x="1147843" y="153764"/>
                  </a:moveTo>
                  <a:cubicBezTo>
                    <a:pt x="1147446" y="154525"/>
                    <a:pt x="1147016" y="155285"/>
                    <a:pt x="1146619" y="156013"/>
                  </a:cubicBezTo>
                  <a:cubicBezTo>
                    <a:pt x="1147082" y="156476"/>
                    <a:pt x="1147446" y="156840"/>
                    <a:pt x="1147843" y="157237"/>
                  </a:cubicBezTo>
                  <a:cubicBezTo>
                    <a:pt x="1148240" y="156476"/>
                    <a:pt x="1148769" y="155715"/>
                    <a:pt x="1148934" y="154888"/>
                  </a:cubicBezTo>
                  <a:cubicBezTo>
                    <a:pt x="1149001" y="154624"/>
                    <a:pt x="1148240" y="154161"/>
                    <a:pt x="1147843" y="153764"/>
                  </a:cubicBezTo>
                  <a:close/>
                  <a:moveTo>
                    <a:pt x="1406870" y="2274003"/>
                  </a:moveTo>
                  <a:cubicBezTo>
                    <a:pt x="1406143" y="2274433"/>
                    <a:pt x="1405382" y="2274829"/>
                    <a:pt x="1404621" y="2275259"/>
                  </a:cubicBezTo>
                  <a:cubicBezTo>
                    <a:pt x="1405018" y="2275656"/>
                    <a:pt x="1405481" y="2276417"/>
                    <a:pt x="1405779" y="2276351"/>
                  </a:cubicBezTo>
                  <a:cubicBezTo>
                    <a:pt x="1406606" y="2276152"/>
                    <a:pt x="1407366" y="2275656"/>
                    <a:pt x="1408127" y="2275259"/>
                  </a:cubicBezTo>
                  <a:cubicBezTo>
                    <a:pt x="1407730" y="2274862"/>
                    <a:pt x="1407366" y="2274466"/>
                    <a:pt x="1406870" y="2274003"/>
                  </a:cubicBezTo>
                  <a:close/>
                  <a:moveTo>
                    <a:pt x="1981082" y="158989"/>
                  </a:moveTo>
                  <a:cubicBezTo>
                    <a:pt x="1980321" y="158593"/>
                    <a:pt x="1979561" y="158163"/>
                    <a:pt x="1978833" y="157766"/>
                  </a:cubicBezTo>
                  <a:cubicBezTo>
                    <a:pt x="1978370" y="158229"/>
                    <a:pt x="1977973" y="158626"/>
                    <a:pt x="1977576" y="158989"/>
                  </a:cubicBezTo>
                  <a:cubicBezTo>
                    <a:pt x="1978370" y="159386"/>
                    <a:pt x="1979131" y="159915"/>
                    <a:pt x="1979925" y="160081"/>
                  </a:cubicBezTo>
                  <a:cubicBezTo>
                    <a:pt x="1980222" y="160147"/>
                    <a:pt x="1980685" y="159386"/>
                    <a:pt x="1981082" y="158989"/>
                  </a:cubicBezTo>
                  <a:close/>
                  <a:moveTo>
                    <a:pt x="438627" y="2165259"/>
                  </a:moveTo>
                  <a:cubicBezTo>
                    <a:pt x="438793" y="2164961"/>
                    <a:pt x="438958" y="2164697"/>
                    <a:pt x="439090" y="2164399"/>
                  </a:cubicBezTo>
                  <a:cubicBezTo>
                    <a:pt x="438892" y="2164630"/>
                    <a:pt x="438660" y="2164862"/>
                    <a:pt x="438462" y="2165093"/>
                  </a:cubicBezTo>
                  <a:cubicBezTo>
                    <a:pt x="438528" y="2165160"/>
                    <a:pt x="438594" y="2165193"/>
                    <a:pt x="438627" y="2165259"/>
                  </a:cubicBezTo>
                  <a:close/>
                  <a:moveTo>
                    <a:pt x="468327" y="2160000"/>
                  </a:moveTo>
                  <a:cubicBezTo>
                    <a:pt x="467930" y="2159636"/>
                    <a:pt x="467467" y="2158843"/>
                    <a:pt x="467169" y="2158909"/>
                  </a:cubicBezTo>
                  <a:cubicBezTo>
                    <a:pt x="466376" y="2159107"/>
                    <a:pt x="465615" y="2159636"/>
                    <a:pt x="464821" y="2160000"/>
                  </a:cubicBezTo>
                  <a:cubicBezTo>
                    <a:pt x="465218" y="2160397"/>
                    <a:pt x="465681" y="2161158"/>
                    <a:pt x="465979" y="2161092"/>
                  </a:cubicBezTo>
                  <a:cubicBezTo>
                    <a:pt x="466805" y="2160926"/>
                    <a:pt x="467566" y="2160397"/>
                    <a:pt x="468327" y="2160000"/>
                  </a:cubicBezTo>
                  <a:close/>
                  <a:moveTo>
                    <a:pt x="946958" y="211377"/>
                  </a:moveTo>
                  <a:cubicBezTo>
                    <a:pt x="946197" y="210947"/>
                    <a:pt x="945437" y="210550"/>
                    <a:pt x="944709" y="210153"/>
                  </a:cubicBezTo>
                  <a:cubicBezTo>
                    <a:pt x="944246" y="210616"/>
                    <a:pt x="943849" y="210980"/>
                    <a:pt x="943485" y="211377"/>
                  </a:cubicBezTo>
                  <a:cubicBezTo>
                    <a:pt x="944246" y="211774"/>
                    <a:pt x="945007" y="212303"/>
                    <a:pt x="945801" y="212468"/>
                  </a:cubicBezTo>
                  <a:cubicBezTo>
                    <a:pt x="946098" y="212535"/>
                    <a:pt x="946561" y="211774"/>
                    <a:pt x="946958" y="211377"/>
                  </a:cubicBezTo>
                  <a:close/>
                  <a:moveTo>
                    <a:pt x="463101" y="2144291"/>
                  </a:moveTo>
                  <a:cubicBezTo>
                    <a:pt x="463498" y="2143530"/>
                    <a:pt x="463928" y="2142769"/>
                    <a:pt x="464325" y="2142042"/>
                  </a:cubicBezTo>
                  <a:cubicBezTo>
                    <a:pt x="463862" y="2141579"/>
                    <a:pt x="463498" y="2141182"/>
                    <a:pt x="463101" y="2140818"/>
                  </a:cubicBezTo>
                  <a:cubicBezTo>
                    <a:pt x="462704" y="2141579"/>
                    <a:pt x="462175" y="2142339"/>
                    <a:pt x="462010" y="2143166"/>
                  </a:cubicBezTo>
                  <a:cubicBezTo>
                    <a:pt x="461944" y="2143431"/>
                    <a:pt x="462704" y="2143894"/>
                    <a:pt x="463101" y="2144291"/>
                  </a:cubicBezTo>
                  <a:close/>
                  <a:moveTo>
                    <a:pt x="585372" y="2151269"/>
                  </a:moveTo>
                  <a:cubicBezTo>
                    <a:pt x="585769" y="2150905"/>
                    <a:pt x="586529" y="2150409"/>
                    <a:pt x="586463" y="2150145"/>
                  </a:cubicBezTo>
                  <a:cubicBezTo>
                    <a:pt x="586265" y="2149318"/>
                    <a:pt x="585769" y="2148557"/>
                    <a:pt x="585372" y="2147796"/>
                  </a:cubicBezTo>
                  <a:cubicBezTo>
                    <a:pt x="584975" y="2148193"/>
                    <a:pt x="584611" y="2148557"/>
                    <a:pt x="584115" y="2149020"/>
                  </a:cubicBezTo>
                  <a:cubicBezTo>
                    <a:pt x="584545" y="2149781"/>
                    <a:pt x="584942" y="2150508"/>
                    <a:pt x="585372" y="2151269"/>
                  </a:cubicBezTo>
                  <a:close/>
                  <a:moveTo>
                    <a:pt x="1991566" y="190442"/>
                  </a:moveTo>
                  <a:cubicBezTo>
                    <a:pt x="1991963" y="190806"/>
                    <a:pt x="1992426" y="191599"/>
                    <a:pt x="1992724" y="191533"/>
                  </a:cubicBezTo>
                  <a:cubicBezTo>
                    <a:pt x="1993551" y="191335"/>
                    <a:pt x="1994278" y="190806"/>
                    <a:pt x="1995072" y="190442"/>
                  </a:cubicBezTo>
                  <a:cubicBezTo>
                    <a:pt x="1994675" y="190045"/>
                    <a:pt x="1994278" y="189648"/>
                    <a:pt x="1993815" y="189185"/>
                  </a:cubicBezTo>
                  <a:cubicBezTo>
                    <a:pt x="1993088" y="189582"/>
                    <a:pt x="1992327" y="190012"/>
                    <a:pt x="1991566" y="190442"/>
                  </a:cubicBezTo>
                  <a:close/>
                  <a:moveTo>
                    <a:pt x="413095" y="2208320"/>
                  </a:moveTo>
                  <a:cubicBezTo>
                    <a:pt x="413260" y="2209114"/>
                    <a:pt x="413790" y="2209874"/>
                    <a:pt x="414186" y="2210635"/>
                  </a:cubicBezTo>
                  <a:cubicBezTo>
                    <a:pt x="414583" y="2210271"/>
                    <a:pt x="415344" y="2209775"/>
                    <a:pt x="415278" y="2209510"/>
                  </a:cubicBezTo>
                  <a:cubicBezTo>
                    <a:pt x="415079" y="2208684"/>
                    <a:pt x="414583" y="2207923"/>
                    <a:pt x="414186" y="2207162"/>
                  </a:cubicBezTo>
                  <a:cubicBezTo>
                    <a:pt x="413790" y="2207559"/>
                    <a:pt x="413029" y="2208022"/>
                    <a:pt x="413095" y="2208320"/>
                  </a:cubicBezTo>
                  <a:close/>
                  <a:moveTo>
                    <a:pt x="1359212" y="2215893"/>
                  </a:moveTo>
                  <a:cubicBezTo>
                    <a:pt x="1358451" y="2215497"/>
                    <a:pt x="1357691" y="2214967"/>
                    <a:pt x="1356864" y="2214802"/>
                  </a:cubicBezTo>
                  <a:cubicBezTo>
                    <a:pt x="1356566" y="2214736"/>
                    <a:pt x="1356103" y="2215497"/>
                    <a:pt x="1355706" y="2215893"/>
                  </a:cubicBezTo>
                  <a:cubicBezTo>
                    <a:pt x="1356467" y="2216290"/>
                    <a:pt x="1357228" y="2216720"/>
                    <a:pt x="1357955" y="2217117"/>
                  </a:cubicBezTo>
                  <a:cubicBezTo>
                    <a:pt x="1358451" y="2216654"/>
                    <a:pt x="1358815" y="2216257"/>
                    <a:pt x="1359212" y="2215893"/>
                  </a:cubicBezTo>
                  <a:close/>
                  <a:moveTo>
                    <a:pt x="489791" y="2215397"/>
                  </a:moveTo>
                  <a:cubicBezTo>
                    <a:pt x="490188" y="2216125"/>
                    <a:pt x="490618" y="2216886"/>
                    <a:pt x="491048" y="2217646"/>
                  </a:cubicBezTo>
                  <a:cubicBezTo>
                    <a:pt x="491412" y="2217249"/>
                    <a:pt x="492205" y="2216786"/>
                    <a:pt x="492139" y="2216489"/>
                  </a:cubicBezTo>
                  <a:cubicBezTo>
                    <a:pt x="491941" y="2215662"/>
                    <a:pt x="491412" y="2214934"/>
                    <a:pt x="491048" y="2214141"/>
                  </a:cubicBezTo>
                  <a:cubicBezTo>
                    <a:pt x="490651" y="2214537"/>
                    <a:pt x="490254" y="2214934"/>
                    <a:pt x="489791" y="2215397"/>
                  </a:cubicBezTo>
                  <a:close/>
                  <a:moveTo>
                    <a:pt x="1433825" y="2197174"/>
                  </a:moveTo>
                  <a:cubicBezTo>
                    <a:pt x="1433362" y="2197637"/>
                    <a:pt x="1432965" y="2198034"/>
                    <a:pt x="1432601" y="2198431"/>
                  </a:cubicBezTo>
                  <a:cubicBezTo>
                    <a:pt x="1433362" y="2198828"/>
                    <a:pt x="1434122" y="2199324"/>
                    <a:pt x="1434916" y="2199522"/>
                  </a:cubicBezTo>
                  <a:cubicBezTo>
                    <a:pt x="1435214" y="2199589"/>
                    <a:pt x="1435677" y="2198828"/>
                    <a:pt x="1436074" y="2198431"/>
                  </a:cubicBezTo>
                  <a:cubicBezTo>
                    <a:pt x="1435313" y="2198001"/>
                    <a:pt x="1434552" y="2197571"/>
                    <a:pt x="1433825" y="2197174"/>
                  </a:cubicBezTo>
                  <a:close/>
                  <a:moveTo>
                    <a:pt x="1331927" y="2197836"/>
                  </a:moveTo>
                  <a:cubicBezTo>
                    <a:pt x="1332092" y="2198662"/>
                    <a:pt x="1332621" y="2199390"/>
                    <a:pt x="1333018" y="2200184"/>
                  </a:cubicBezTo>
                  <a:cubicBezTo>
                    <a:pt x="1333382" y="2199787"/>
                    <a:pt x="1334176" y="2199324"/>
                    <a:pt x="1334110" y="2199026"/>
                  </a:cubicBezTo>
                  <a:cubicBezTo>
                    <a:pt x="1333911" y="2198199"/>
                    <a:pt x="1333382" y="2197472"/>
                    <a:pt x="1333018" y="2196678"/>
                  </a:cubicBezTo>
                  <a:cubicBezTo>
                    <a:pt x="1332621" y="2197075"/>
                    <a:pt x="1331861" y="2197538"/>
                    <a:pt x="1331927" y="2197836"/>
                  </a:cubicBezTo>
                  <a:close/>
                  <a:moveTo>
                    <a:pt x="1292835" y="2397464"/>
                  </a:moveTo>
                  <a:cubicBezTo>
                    <a:pt x="1293232" y="2397861"/>
                    <a:pt x="1293695" y="2398621"/>
                    <a:pt x="1293992" y="2398555"/>
                  </a:cubicBezTo>
                  <a:cubicBezTo>
                    <a:pt x="1294819" y="2398390"/>
                    <a:pt x="1295547" y="2397861"/>
                    <a:pt x="1296340" y="2397464"/>
                  </a:cubicBezTo>
                  <a:cubicBezTo>
                    <a:pt x="1295944" y="2397100"/>
                    <a:pt x="1295547" y="2396703"/>
                    <a:pt x="1295084" y="2396240"/>
                  </a:cubicBezTo>
                  <a:cubicBezTo>
                    <a:pt x="1294356" y="2396637"/>
                    <a:pt x="1293595" y="2397067"/>
                    <a:pt x="1292835" y="2397464"/>
                  </a:cubicBezTo>
                  <a:close/>
                  <a:moveTo>
                    <a:pt x="1394137" y="2400970"/>
                  </a:moveTo>
                  <a:cubicBezTo>
                    <a:pt x="1394898" y="2401399"/>
                    <a:pt x="1395658" y="2401796"/>
                    <a:pt x="1396386" y="2402226"/>
                  </a:cubicBezTo>
                  <a:cubicBezTo>
                    <a:pt x="1396882" y="2401763"/>
                    <a:pt x="1397246" y="2401366"/>
                    <a:pt x="1397643" y="2400970"/>
                  </a:cubicBezTo>
                  <a:cubicBezTo>
                    <a:pt x="1396882" y="2400573"/>
                    <a:pt x="1396121" y="2400077"/>
                    <a:pt x="1395295" y="2399878"/>
                  </a:cubicBezTo>
                  <a:cubicBezTo>
                    <a:pt x="1394997" y="2399812"/>
                    <a:pt x="1394534" y="2400573"/>
                    <a:pt x="1394137" y="2400970"/>
                  </a:cubicBezTo>
                  <a:close/>
                  <a:moveTo>
                    <a:pt x="1982603" y="56033"/>
                  </a:moveTo>
                  <a:cubicBezTo>
                    <a:pt x="1981148" y="55339"/>
                    <a:pt x="1980421" y="56033"/>
                    <a:pt x="1981148" y="57489"/>
                  </a:cubicBezTo>
                  <a:cubicBezTo>
                    <a:pt x="1981479" y="58216"/>
                    <a:pt x="1982438" y="58679"/>
                    <a:pt x="1983199" y="59076"/>
                  </a:cubicBezTo>
                  <a:cubicBezTo>
                    <a:pt x="1983331" y="59142"/>
                    <a:pt x="1983893" y="58415"/>
                    <a:pt x="1984290" y="58018"/>
                  </a:cubicBezTo>
                  <a:cubicBezTo>
                    <a:pt x="1983761" y="57323"/>
                    <a:pt x="1983331" y="56364"/>
                    <a:pt x="1982603" y="56033"/>
                  </a:cubicBezTo>
                  <a:close/>
                  <a:moveTo>
                    <a:pt x="1409648" y="69990"/>
                  </a:moveTo>
                  <a:cubicBezTo>
                    <a:pt x="1408921" y="69660"/>
                    <a:pt x="1408391" y="69660"/>
                    <a:pt x="1408127" y="69924"/>
                  </a:cubicBezTo>
                  <a:cubicBezTo>
                    <a:pt x="1408127" y="69924"/>
                    <a:pt x="1408127" y="69924"/>
                    <a:pt x="1408127" y="69957"/>
                  </a:cubicBezTo>
                  <a:cubicBezTo>
                    <a:pt x="1408094" y="69957"/>
                    <a:pt x="1408094" y="69957"/>
                    <a:pt x="1408094" y="69957"/>
                  </a:cubicBezTo>
                  <a:cubicBezTo>
                    <a:pt x="1407829" y="70222"/>
                    <a:pt x="1407829" y="70751"/>
                    <a:pt x="1408193" y="71479"/>
                  </a:cubicBezTo>
                  <a:cubicBezTo>
                    <a:pt x="1408524" y="72173"/>
                    <a:pt x="1409450" y="72636"/>
                    <a:pt x="1410210" y="73066"/>
                  </a:cubicBezTo>
                  <a:cubicBezTo>
                    <a:pt x="1410343" y="73132"/>
                    <a:pt x="1410938" y="72371"/>
                    <a:pt x="1411335" y="71975"/>
                  </a:cubicBezTo>
                  <a:cubicBezTo>
                    <a:pt x="1410773" y="71313"/>
                    <a:pt x="1410376" y="70354"/>
                    <a:pt x="1409648" y="69990"/>
                  </a:cubicBezTo>
                  <a:close/>
                  <a:moveTo>
                    <a:pt x="1968845" y="80408"/>
                  </a:moveTo>
                  <a:cubicBezTo>
                    <a:pt x="1969242" y="80044"/>
                    <a:pt x="1970003" y="79548"/>
                    <a:pt x="1969937" y="79284"/>
                  </a:cubicBezTo>
                  <a:cubicBezTo>
                    <a:pt x="1969771" y="78457"/>
                    <a:pt x="1969242" y="77696"/>
                    <a:pt x="1968845" y="76936"/>
                  </a:cubicBezTo>
                  <a:cubicBezTo>
                    <a:pt x="1968481" y="77332"/>
                    <a:pt x="1968084" y="77696"/>
                    <a:pt x="1967621" y="78159"/>
                  </a:cubicBezTo>
                  <a:cubicBezTo>
                    <a:pt x="1968018" y="78887"/>
                    <a:pt x="1968448" y="79648"/>
                    <a:pt x="1968845" y="80408"/>
                  </a:cubicBezTo>
                  <a:close/>
                  <a:moveTo>
                    <a:pt x="545850" y="2389890"/>
                  </a:moveTo>
                  <a:cubicBezTo>
                    <a:pt x="546048" y="2390717"/>
                    <a:pt x="546544" y="2391478"/>
                    <a:pt x="546941" y="2392238"/>
                  </a:cubicBezTo>
                  <a:cubicBezTo>
                    <a:pt x="547338" y="2391841"/>
                    <a:pt x="547702" y="2391478"/>
                    <a:pt x="548198" y="2391015"/>
                  </a:cubicBezTo>
                  <a:cubicBezTo>
                    <a:pt x="547768" y="2390254"/>
                    <a:pt x="547371" y="2389493"/>
                    <a:pt x="546941" y="2388766"/>
                  </a:cubicBezTo>
                  <a:cubicBezTo>
                    <a:pt x="546544" y="2389129"/>
                    <a:pt x="545784" y="2389592"/>
                    <a:pt x="545850" y="2389890"/>
                  </a:cubicBezTo>
                  <a:close/>
                  <a:moveTo>
                    <a:pt x="1437826" y="2388766"/>
                  </a:moveTo>
                  <a:cubicBezTo>
                    <a:pt x="1438223" y="2388005"/>
                    <a:pt x="1438653" y="2387244"/>
                    <a:pt x="1439050" y="2386517"/>
                  </a:cubicBezTo>
                  <a:cubicBezTo>
                    <a:pt x="1438587" y="2386021"/>
                    <a:pt x="1438223" y="2385657"/>
                    <a:pt x="1437826" y="2385260"/>
                  </a:cubicBezTo>
                  <a:cubicBezTo>
                    <a:pt x="1437430" y="2386021"/>
                    <a:pt x="1436900" y="2386781"/>
                    <a:pt x="1436735" y="2387608"/>
                  </a:cubicBezTo>
                  <a:cubicBezTo>
                    <a:pt x="1436669" y="2387873"/>
                    <a:pt x="1437430" y="2388369"/>
                    <a:pt x="1437826" y="2388766"/>
                  </a:cubicBezTo>
                  <a:close/>
                  <a:moveTo>
                    <a:pt x="1408127" y="69924"/>
                  </a:moveTo>
                  <a:cubicBezTo>
                    <a:pt x="1407796" y="69031"/>
                    <a:pt x="1407631" y="68039"/>
                    <a:pt x="1407135" y="67245"/>
                  </a:cubicBezTo>
                  <a:cubicBezTo>
                    <a:pt x="1406539" y="66319"/>
                    <a:pt x="1405481" y="66551"/>
                    <a:pt x="1405051" y="67907"/>
                  </a:cubicBezTo>
                  <a:cubicBezTo>
                    <a:pt x="1404919" y="68403"/>
                    <a:pt x="1406043" y="69263"/>
                    <a:pt x="1406572" y="69957"/>
                  </a:cubicBezTo>
                  <a:cubicBezTo>
                    <a:pt x="1407069" y="69957"/>
                    <a:pt x="1407598" y="69957"/>
                    <a:pt x="1408094" y="69957"/>
                  </a:cubicBezTo>
                  <a:cubicBezTo>
                    <a:pt x="1408094" y="69957"/>
                    <a:pt x="1408127" y="69957"/>
                    <a:pt x="1408127" y="69957"/>
                  </a:cubicBezTo>
                  <a:cubicBezTo>
                    <a:pt x="1408127" y="69924"/>
                    <a:pt x="1408127" y="69924"/>
                    <a:pt x="1408127" y="69924"/>
                  </a:cubicBezTo>
                  <a:close/>
                  <a:moveTo>
                    <a:pt x="1434916" y="2424319"/>
                  </a:moveTo>
                  <a:cubicBezTo>
                    <a:pt x="1434089" y="2424517"/>
                    <a:pt x="1433362" y="2425014"/>
                    <a:pt x="1432568" y="2425410"/>
                  </a:cubicBezTo>
                  <a:cubicBezTo>
                    <a:pt x="1432965" y="2425807"/>
                    <a:pt x="1433428" y="2426568"/>
                    <a:pt x="1433725" y="2426502"/>
                  </a:cubicBezTo>
                  <a:cubicBezTo>
                    <a:pt x="1434552" y="2426336"/>
                    <a:pt x="1435280" y="2425807"/>
                    <a:pt x="1436074" y="2425410"/>
                  </a:cubicBezTo>
                  <a:cubicBezTo>
                    <a:pt x="1435677" y="2425014"/>
                    <a:pt x="1435214" y="2424253"/>
                    <a:pt x="1434916" y="2424319"/>
                  </a:cubicBezTo>
                  <a:close/>
                  <a:moveTo>
                    <a:pt x="1405283" y="2424815"/>
                  </a:moveTo>
                  <a:cubicBezTo>
                    <a:pt x="1405481" y="2425642"/>
                    <a:pt x="1405977" y="2426403"/>
                    <a:pt x="1406374" y="2427163"/>
                  </a:cubicBezTo>
                  <a:cubicBezTo>
                    <a:pt x="1406771" y="2426766"/>
                    <a:pt x="1407532" y="2426303"/>
                    <a:pt x="1407465" y="2426006"/>
                  </a:cubicBezTo>
                  <a:cubicBezTo>
                    <a:pt x="1407300" y="2425179"/>
                    <a:pt x="1406771" y="2424451"/>
                    <a:pt x="1406374" y="2423658"/>
                  </a:cubicBezTo>
                  <a:cubicBezTo>
                    <a:pt x="1405977" y="2424054"/>
                    <a:pt x="1405216" y="2424517"/>
                    <a:pt x="1405283" y="2424815"/>
                  </a:cubicBezTo>
                  <a:close/>
                  <a:moveTo>
                    <a:pt x="1558840" y="2443369"/>
                  </a:moveTo>
                  <a:cubicBezTo>
                    <a:pt x="1559336" y="2443832"/>
                    <a:pt x="1559700" y="2444229"/>
                    <a:pt x="1560097" y="2444626"/>
                  </a:cubicBezTo>
                  <a:cubicBezTo>
                    <a:pt x="1560494" y="2443832"/>
                    <a:pt x="1560990" y="2443104"/>
                    <a:pt x="1561188" y="2442278"/>
                  </a:cubicBezTo>
                  <a:cubicBezTo>
                    <a:pt x="1561255" y="2441980"/>
                    <a:pt x="1560494" y="2441517"/>
                    <a:pt x="1560097" y="2441120"/>
                  </a:cubicBezTo>
                  <a:cubicBezTo>
                    <a:pt x="1559667" y="2441881"/>
                    <a:pt x="1559270" y="2442641"/>
                    <a:pt x="1558840" y="2443369"/>
                  </a:cubicBezTo>
                  <a:close/>
                  <a:moveTo>
                    <a:pt x="264565" y="2443964"/>
                  </a:moveTo>
                  <a:cubicBezTo>
                    <a:pt x="264829" y="2444030"/>
                    <a:pt x="265292" y="2443270"/>
                    <a:pt x="265689" y="2442873"/>
                  </a:cubicBezTo>
                  <a:cubicBezTo>
                    <a:pt x="264928" y="2442476"/>
                    <a:pt x="264168" y="2442046"/>
                    <a:pt x="263440" y="2441649"/>
                  </a:cubicBezTo>
                  <a:cubicBezTo>
                    <a:pt x="262977" y="2442112"/>
                    <a:pt x="262613" y="2442476"/>
                    <a:pt x="262216" y="2442873"/>
                  </a:cubicBezTo>
                  <a:cubicBezTo>
                    <a:pt x="262977" y="2443270"/>
                    <a:pt x="263738" y="2443799"/>
                    <a:pt x="264565" y="2443964"/>
                  </a:cubicBezTo>
                  <a:close/>
                  <a:moveTo>
                    <a:pt x="1458795" y="2413206"/>
                  </a:moveTo>
                  <a:cubicBezTo>
                    <a:pt x="1459191" y="2412446"/>
                    <a:pt x="1459621" y="2411685"/>
                    <a:pt x="1460018" y="2410958"/>
                  </a:cubicBezTo>
                  <a:cubicBezTo>
                    <a:pt x="1459555" y="2410495"/>
                    <a:pt x="1459158" y="2410098"/>
                    <a:pt x="1458795" y="2409701"/>
                  </a:cubicBezTo>
                  <a:cubicBezTo>
                    <a:pt x="1458398" y="2410495"/>
                    <a:pt x="1457869" y="2411222"/>
                    <a:pt x="1457703" y="2412049"/>
                  </a:cubicBezTo>
                  <a:cubicBezTo>
                    <a:pt x="1457637" y="2412347"/>
                    <a:pt x="1458398" y="2412810"/>
                    <a:pt x="1458795" y="2413206"/>
                  </a:cubicBezTo>
                  <a:close/>
                  <a:moveTo>
                    <a:pt x="1368539" y="2406856"/>
                  </a:moveTo>
                  <a:cubicBezTo>
                    <a:pt x="1367712" y="2407055"/>
                    <a:pt x="1366984" y="2407584"/>
                    <a:pt x="1366190" y="2407948"/>
                  </a:cubicBezTo>
                  <a:cubicBezTo>
                    <a:pt x="1366587" y="2408345"/>
                    <a:pt x="1366984" y="2408742"/>
                    <a:pt x="1367447" y="2409205"/>
                  </a:cubicBezTo>
                  <a:cubicBezTo>
                    <a:pt x="1368175" y="2408808"/>
                    <a:pt x="1368935" y="2408378"/>
                    <a:pt x="1369696" y="2407948"/>
                  </a:cubicBezTo>
                  <a:cubicBezTo>
                    <a:pt x="1369299" y="2407584"/>
                    <a:pt x="1368836" y="2406790"/>
                    <a:pt x="1368539" y="2406856"/>
                  </a:cubicBezTo>
                  <a:close/>
                  <a:moveTo>
                    <a:pt x="1287576" y="2409701"/>
                  </a:moveTo>
                  <a:cubicBezTo>
                    <a:pt x="1287973" y="2409304"/>
                    <a:pt x="1288767" y="2408841"/>
                    <a:pt x="1288701" y="2408543"/>
                  </a:cubicBezTo>
                  <a:cubicBezTo>
                    <a:pt x="1288502" y="2407716"/>
                    <a:pt x="1287973" y="2406989"/>
                    <a:pt x="1287576" y="2406195"/>
                  </a:cubicBezTo>
                  <a:cubicBezTo>
                    <a:pt x="1287212" y="2406592"/>
                    <a:pt x="1286815" y="2406989"/>
                    <a:pt x="1286352" y="2407452"/>
                  </a:cubicBezTo>
                  <a:cubicBezTo>
                    <a:pt x="1286749" y="2408179"/>
                    <a:pt x="1287179" y="2408940"/>
                    <a:pt x="1287576" y="2409701"/>
                  </a:cubicBezTo>
                  <a:close/>
                  <a:moveTo>
                    <a:pt x="1321443" y="2403880"/>
                  </a:moveTo>
                  <a:cubicBezTo>
                    <a:pt x="1321608" y="2404674"/>
                    <a:pt x="1322137" y="2405434"/>
                    <a:pt x="1322534" y="2406195"/>
                  </a:cubicBezTo>
                  <a:cubicBezTo>
                    <a:pt x="1322931" y="2405831"/>
                    <a:pt x="1323295" y="2405434"/>
                    <a:pt x="1323758" y="2404971"/>
                  </a:cubicBezTo>
                  <a:cubicBezTo>
                    <a:pt x="1323361" y="2404244"/>
                    <a:pt x="1322964" y="2403483"/>
                    <a:pt x="1322534" y="2402722"/>
                  </a:cubicBezTo>
                  <a:cubicBezTo>
                    <a:pt x="1322137" y="2403119"/>
                    <a:pt x="1321377" y="2403582"/>
                    <a:pt x="1321443" y="2403880"/>
                  </a:cubicBezTo>
                  <a:close/>
                  <a:moveTo>
                    <a:pt x="1534399" y="2418928"/>
                  </a:moveTo>
                  <a:cubicBezTo>
                    <a:pt x="1534862" y="2419391"/>
                    <a:pt x="1535259" y="2419788"/>
                    <a:pt x="1535656" y="2420185"/>
                  </a:cubicBezTo>
                  <a:cubicBezTo>
                    <a:pt x="1536020" y="2419391"/>
                    <a:pt x="1536549" y="2418664"/>
                    <a:pt x="1536747" y="2417837"/>
                  </a:cubicBezTo>
                  <a:cubicBezTo>
                    <a:pt x="1536814" y="2417539"/>
                    <a:pt x="1536020" y="2417076"/>
                    <a:pt x="1535656" y="2416679"/>
                  </a:cubicBezTo>
                  <a:cubicBezTo>
                    <a:pt x="1535226" y="2417440"/>
                    <a:pt x="1534796" y="2418201"/>
                    <a:pt x="1534399" y="2418928"/>
                  </a:cubicBezTo>
                  <a:close/>
                  <a:moveTo>
                    <a:pt x="1296837" y="2415455"/>
                  </a:moveTo>
                  <a:cubicBezTo>
                    <a:pt x="1297300" y="2415918"/>
                    <a:pt x="1297696" y="2416282"/>
                    <a:pt x="1298093" y="2416679"/>
                  </a:cubicBezTo>
                  <a:cubicBezTo>
                    <a:pt x="1298457" y="2415918"/>
                    <a:pt x="1298986" y="2415158"/>
                    <a:pt x="1299185" y="2414331"/>
                  </a:cubicBezTo>
                  <a:cubicBezTo>
                    <a:pt x="1299251" y="2414066"/>
                    <a:pt x="1298457" y="2413570"/>
                    <a:pt x="1298093" y="2413206"/>
                  </a:cubicBezTo>
                  <a:cubicBezTo>
                    <a:pt x="1297663" y="2413967"/>
                    <a:pt x="1297233" y="2414728"/>
                    <a:pt x="1296837" y="2415455"/>
                  </a:cubicBezTo>
                  <a:close/>
                  <a:moveTo>
                    <a:pt x="1349885" y="135640"/>
                  </a:moveTo>
                  <a:cubicBezTo>
                    <a:pt x="1350712" y="135475"/>
                    <a:pt x="1351440" y="134945"/>
                    <a:pt x="1352234" y="134549"/>
                  </a:cubicBezTo>
                  <a:cubicBezTo>
                    <a:pt x="1351837" y="134152"/>
                    <a:pt x="1351374" y="133391"/>
                    <a:pt x="1351076" y="133457"/>
                  </a:cubicBezTo>
                  <a:cubicBezTo>
                    <a:pt x="1350249" y="133656"/>
                    <a:pt x="1349522" y="134152"/>
                    <a:pt x="1348728" y="134549"/>
                  </a:cubicBezTo>
                  <a:cubicBezTo>
                    <a:pt x="1349125" y="134945"/>
                    <a:pt x="1349588" y="135706"/>
                    <a:pt x="1349885" y="135640"/>
                  </a:cubicBezTo>
                  <a:close/>
                  <a:moveTo>
                    <a:pt x="1351572" y="121187"/>
                  </a:moveTo>
                  <a:cubicBezTo>
                    <a:pt x="1351374" y="120360"/>
                    <a:pt x="1350878" y="119600"/>
                    <a:pt x="1350481" y="118839"/>
                  </a:cubicBezTo>
                  <a:cubicBezTo>
                    <a:pt x="1350084" y="119236"/>
                    <a:pt x="1349323" y="119699"/>
                    <a:pt x="1349389" y="119996"/>
                  </a:cubicBezTo>
                  <a:cubicBezTo>
                    <a:pt x="1349588" y="120823"/>
                    <a:pt x="1350084" y="121551"/>
                    <a:pt x="1350481" y="122345"/>
                  </a:cubicBezTo>
                  <a:cubicBezTo>
                    <a:pt x="1350878" y="121948"/>
                    <a:pt x="1351638" y="121452"/>
                    <a:pt x="1351572" y="121187"/>
                  </a:cubicBezTo>
                  <a:close/>
                  <a:moveTo>
                    <a:pt x="1396386" y="2329896"/>
                  </a:moveTo>
                  <a:cubicBezTo>
                    <a:pt x="1395658" y="2330293"/>
                    <a:pt x="1394898" y="2330723"/>
                    <a:pt x="1394137" y="2331120"/>
                  </a:cubicBezTo>
                  <a:cubicBezTo>
                    <a:pt x="1394534" y="2331516"/>
                    <a:pt x="1394997" y="2332277"/>
                    <a:pt x="1395295" y="2332211"/>
                  </a:cubicBezTo>
                  <a:cubicBezTo>
                    <a:pt x="1396121" y="2332046"/>
                    <a:pt x="1396882" y="2331516"/>
                    <a:pt x="1397643" y="2331120"/>
                  </a:cubicBezTo>
                  <a:cubicBezTo>
                    <a:pt x="1397246" y="2330723"/>
                    <a:pt x="1396882" y="2330359"/>
                    <a:pt x="1396386" y="2329896"/>
                  </a:cubicBezTo>
                  <a:close/>
                  <a:moveTo>
                    <a:pt x="1432072" y="2328143"/>
                  </a:moveTo>
                  <a:cubicBezTo>
                    <a:pt x="1431675" y="2327415"/>
                    <a:pt x="1431245" y="2326655"/>
                    <a:pt x="1430848" y="2325894"/>
                  </a:cubicBezTo>
                  <a:cubicBezTo>
                    <a:pt x="1430451" y="2326291"/>
                    <a:pt x="1429690" y="2326754"/>
                    <a:pt x="1429757" y="2327018"/>
                  </a:cubicBezTo>
                  <a:cubicBezTo>
                    <a:pt x="1429922" y="2327845"/>
                    <a:pt x="1430451" y="2328606"/>
                    <a:pt x="1430848" y="2329367"/>
                  </a:cubicBezTo>
                  <a:cubicBezTo>
                    <a:pt x="1431212" y="2329003"/>
                    <a:pt x="1431609" y="2328606"/>
                    <a:pt x="1432072" y="2328143"/>
                  </a:cubicBezTo>
                  <a:close/>
                  <a:moveTo>
                    <a:pt x="1352895" y="2309589"/>
                  </a:moveTo>
                  <a:cubicBezTo>
                    <a:pt x="1353060" y="2310416"/>
                    <a:pt x="1353590" y="2311143"/>
                    <a:pt x="1353987" y="2311937"/>
                  </a:cubicBezTo>
                  <a:cubicBezTo>
                    <a:pt x="1354350" y="2311540"/>
                    <a:pt x="1354747" y="2311143"/>
                    <a:pt x="1355210" y="2310680"/>
                  </a:cubicBezTo>
                  <a:cubicBezTo>
                    <a:pt x="1354813" y="2309953"/>
                    <a:pt x="1354383" y="2309192"/>
                    <a:pt x="1353987" y="2308431"/>
                  </a:cubicBezTo>
                  <a:cubicBezTo>
                    <a:pt x="1353590" y="2308828"/>
                    <a:pt x="1352829" y="2309291"/>
                    <a:pt x="1352895" y="2309589"/>
                  </a:cubicBezTo>
                  <a:close/>
                  <a:moveTo>
                    <a:pt x="1458497" y="2308002"/>
                  </a:moveTo>
                  <a:cubicBezTo>
                    <a:pt x="1458960" y="2308134"/>
                    <a:pt x="1459853" y="2307042"/>
                    <a:pt x="1460547" y="2306480"/>
                  </a:cubicBezTo>
                  <a:cubicBezTo>
                    <a:pt x="1460547" y="2305984"/>
                    <a:pt x="1460547" y="2305488"/>
                    <a:pt x="1460547" y="2304959"/>
                  </a:cubicBezTo>
                  <a:cubicBezTo>
                    <a:pt x="1460514" y="2304959"/>
                    <a:pt x="1460514" y="2304959"/>
                    <a:pt x="1460514" y="2304959"/>
                  </a:cubicBezTo>
                  <a:cubicBezTo>
                    <a:pt x="1459621" y="2305256"/>
                    <a:pt x="1458629" y="2305455"/>
                    <a:pt x="1457835" y="2305951"/>
                  </a:cubicBezTo>
                  <a:cubicBezTo>
                    <a:pt x="1456909" y="2306513"/>
                    <a:pt x="1457141" y="2307572"/>
                    <a:pt x="1458497" y="2308002"/>
                  </a:cubicBezTo>
                  <a:close/>
                  <a:moveTo>
                    <a:pt x="891065" y="141527"/>
                  </a:moveTo>
                  <a:cubicBezTo>
                    <a:pt x="890304" y="141130"/>
                    <a:pt x="889544" y="140700"/>
                    <a:pt x="888816" y="140303"/>
                  </a:cubicBezTo>
                  <a:cubicBezTo>
                    <a:pt x="888353" y="140766"/>
                    <a:pt x="887956" y="141130"/>
                    <a:pt x="887559" y="141527"/>
                  </a:cubicBezTo>
                  <a:cubicBezTo>
                    <a:pt x="888353" y="141924"/>
                    <a:pt x="889081" y="142453"/>
                    <a:pt x="889907" y="142618"/>
                  </a:cubicBezTo>
                  <a:cubicBezTo>
                    <a:pt x="890205" y="142685"/>
                    <a:pt x="890668" y="141924"/>
                    <a:pt x="891065" y="141527"/>
                  </a:cubicBezTo>
                  <a:close/>
                  <a:moveTo>
                    <a:pt x="1460547" y="2304959"/>
                  </a:moveTo>
                  <a:cubicBezTo>
                    <a:pt x="1460812" y="2305223"/>
                    <a:pt x="1461341" y="2305223"/>
                    <a:pt x="1462069" y="2304893"/>
                  </a:cubicBezTo>
                  <a:cubicBezTo>
                    <a:pt x="1462763" y="2304529"/>
                    <a:pt x="1463226" y="2303603"/>
                    <a:pt x="1463656" y="2302842"/>
                  </a:cubicBezTo>
                  <a:cubicBezTo>
                    <a:pt x="1463722" y="2302710"/>
                    <a:pt x="1462962" y="2302148"/>
                    <a:pt x="1462565" y="2301718"/>
                  </a:cubicBezTo>
                  <a:cubicBezTo>
                    <a:pt x="1461903" y="2302280"/>
                    <a:pt x="1460944" y="2302710"/>
                    <a:pt x="1460581" y="2303404"/>
                  </a:cubicBezTo>
                  <a:cubicBezTo>
                    <a:pt x="1460250" y="2304132"/>
                    <a:pt x="1460250" y="2304661"/>
                    <a:pt x="1460514" y="2304959"/>
                  </a:cubicBezTo>
                  <a:cubicBezTo>
                    <a:pt x="1460514" y="2304959"/>
                    <a:pt x="1460514" y="2304959"/>
                    <a:pt x="1460547" y="2304959"/>
                  </a:cubicBezTo>
                  <a:close/>
                  <a:moveTo>
                    <a:pt x="1383686" y="96151"/>
                  </a:moveTo>
                  <a:cubicBezTo>
                    <a:pt x="1383289" y="95754"/>
                    <a:pt x="1382826" y="94993"/>
                    <a:pt x="1382528" y="95060"/>
                  </a:cubicBezTo>
                  <a:cubicBezTo>
                    <a:pt x="1381702" y="95225"/>
                    <a:pt x="1380941" y="95754"/>
                    <a:pt x="1380180" y="96151"/>
                  </a:cubicBezTo>
                  <a:cubicBezTo>
                    <a:pt x="1380577" y="96515"/>
                    <a:pt x="1381040" y="97308"/>
                    <a:pt x="1381305" y="97242"/>
                  </a:cubicBezTo>
                  <a:cubicBezTo>
                    <a:pt x="1382132" y="97044"/>
                    <a:pt x="1382892" y="96515"/>
                    <a:pt x="1383686" y="96151"/>
                  </a:cubicBezTo>
                  <a:close/>
                  <a:moveTo>
                    <a:pt x="1497225" y="2353841"/>
                  </a:moveTo>
                  <a:cubicBezTo>
                    <a:pt x="1496828" y="2354204"/>
                    <a:pt x="1496068" y="2354701"/>
                    <a:pt x="1496134" y="2354965"/>
                  </a:cubicBezTo>
                  <a:cubicBezTo>
                    <a:pt x="1496299" y="2355792"/>
                    <a:pt x="1496828" y="2356553"/>
                    <a:pt x="1497225" y="2357313"/>
                  </a:cubicBezTo>
                  <a:cubicBezTo>
                    <a:pt x="1497589" y="2356916"/>
                    <a:pt x="1497986" y="2356553"/>
                    <a:pt x="1498449" y="2356090"/>
                  </a:cubicBezTo>
                  <a:cubicBezTo>
                    <a:pt x="1498052" y="2355362"/>
                    <a:pt x="1497622" y="2354568"/>
                    <a:pt x="1497225" y="2353841"/>
                  </a:cubicBezTo>
                  <a:close/>
                  <a:moveTo>
                    <a:pt x="1483831" y="2361480"/>
                  </a:moveTo>
                  <a:cubicBezTo>
                    <a:pt x="1483004" y="2361646"/>
                    <a:pt x="1482276" y="2362175"/>
                    <a:pt x="1481483" y="2362572"/>
                  </a:cubicBezTo>
                  <a:cubicBezTo>
                    <a:pt x="1481880" y="2362936"/>
                    <a:pt x="1482343" y="2363729"/>
                    <a:pt x="1482640" y="2363663"/>
                  </a:cubicBezTo>
                  <a:cubicBezTo>
                    <a:pt x="1483467" y="2363465"/>
                    <a:pt x="1484195" y="2362936"/>
                    <a:pt x="1484988" y="2362572"/>
                  </a:cubicBezTo>
                  <a:cubicBezTo>
                    <a:pt x="1484591" y="2362175"/>
                    <a:pt x="1484128" y="2361414"/>
                    <a:pt x="1483831" y="2361480"/>
                  </a:cubicBezTo>
                  <a:close/>
                  <a:moveTo>
                    <a:pt x="1440803" y="2340380"/>
                  </a:moveTo>
                  <a:cubicBezTo>
                    <a:pt x="1440340" y="2340843"/>
                    <a:pt x="1439943" y="2341207"/>
                    <a:pt x="1439579" y="2341604"/>
                  </a:cubicBezTo>
                  <a:cubicBezTo>
                    <a:pt x="1440340" y="2342001"/>
                    <a:pt x="1441101" y="2342497"/>
                    <a:pt x="1441927" y="2342695"/>
                  </a:cubicBezTo>
                  <a:cubicBezTo>
                    <a:pt x="1442192" y="2342761"/>
                    <a:pt x="1442655" y="2342001"/>
                    <a:pt x="1443052" y="2341604"/>
                  </a:cubicBezTo>
                  <a:cubicBezTo>
                    <a:pt x="1442291" y="2341174"/>
                    <a:pt x="1441531" y="2340777"/>
                    <a:pt x="1440803" y="2340380"/>
                  </a:cubicBezTo>
                  <a:close/>
                  <a:moveTo>
                    <a:pt x="375756" y="2339851"/>
                  </a:moveTo>
                  <a:cubicBezTo>
                    <a:pt x="376186" y="2339090"/>
                    <a:pt x="376583" y="2338329"/>
                    <a:pt x="376979" y="2337602"/>
                  </a:cubicBezTo>
                  <a:cubicBezTo>
                    <a:pt x="376516" y="2337139"/>
                    <a:pt x="376153" y="2336742"/>
                    <a:pt x="375756" y="2336378"/>
                  </a:cubicBezTo>
                  <a:cubicBezTo>
                    <a:pt x="375359" y="2337139"/>
                    <a:pt x="374830" y="2337899"/>
                    <a:pt x="374664" y="2338726"/>
                  </a:cubicBezTo>
                  <a:cubicBezTo>
                    <a:pt x="374598" y="2338991"/>
                    <a:pt x="375359" y="2339454"/>
                    <a:pt x="375756" y="2339851"/>
                  </a:cubicBezTo>
                  <a:close/>
                  <a:moveTo>
                    <a:pt x="1966596" y="117582"/>
                  </a:moveTo>
                  <a:cubicBezTo>
                    <a:pt x="1966199" y="116855"/>
                    <a:pt x="1965769" y="116094"/>
                    <a:pt x="1965372" y="115333"/>
                  </a:cubicBezTo>
                  <a:cubicBezTo>
                    <a:pt x="1964976" y="115730"/>
                    <a:pt x="1964215" y="116193"/>
                    <a:pt x="1964281" y="116491"/>
                  </a:cubicBezTo>
                  <a:cubicBezTo>
                    <a:pt x="1964446" y="117318"/>
                    <a:pt x="1964976" y="118078"/>
                    <a:pt x="1965372" y="118839"/>
                  </a:cubicBezTo>
                  <a:cubicBezTo>
                    <a:pt x="1965769" y="118442"/>
                    <a:pt x="1966133" y="118045"/>
                    <a:pt x="1966596" y="117582"/>
                  </a:cubicBezTo>
                  <a:close/>
                  <a:moveTo>
                    <a:pt x="1443052" y="2348582"/>
                  </a:moveTo>
                  <a:cubicBezTo>
                    <a:pt x="1442291" y="2348185"/>
                    <a:pt x="1441564" y="2347755"/>
                    <a:pt x="1440803" y="2347358"/>
                  </a:cubicBezTo>
                  <a:cubicBezTo>
                    <a:pt x="1440340" y="2347821"/>
                    <a:pt x="1439976" y="2348185"/>
                    <a:pt x="1439579" y="2348582"/>
                  </a:cubicBezTo>
                  <a:cubicBezTo>
                    <a:pt x="1440340" y="2348979"/>
                    <a:pt x="1441101" y="2349508"/>
                    <a:pt x="1441927" y="2349673"/>
                  </a:cubicBezTo>
                  <a:cubicBezTo>
                    <a:pt x="1442192" y="2349740"/>
                    <a:pt x="1442688" y="2348979"/>
                    <a:pt x="1443052" y="2348582"/>
                  </a:cubicBezTo>
                  <a:close/>
                  <a:moveTo>
                    <a:pt x="1969937" y="107197"/>
                  </a:moveTo>
                  <a:cubicBezTo>
                    <a:pt x="1969771" y="106404"/>
                    <a:pt x="1969242" y="105643"/>
                    <a:pt x="1968845" y="104882"/>
                  </a:cubicBezTo>
                  <a:cubicBezTo>
                    <a:pt x="1968481" y="105246"/>
                    <a:pt x="1967688" y="105742"/>
                    <a:pt x="1967754" y="106007"/>
                  </a:cubicBezTo>
                  <a:cubicBezTo>
                    <a:pt x="1967952" y="106833"/>
                    <a:pt x="1968481" y="107594"/>
                    <a:pt x="1968845" y="108355"/>
                  </a:cubicBezTo>
                  <a:cubicBezTo>
                    <a:pt x="1969242" y="107958"/>
                    <a:pt x="1970003" y="107495"/>
                    <a:pt x="1969937" y="107197"/>
                  </a:cubicBezTo>
                  <a:close/>
                  <a:moveTo>
                    <a:pt x="1447219" y="2627354"/>
                  </a:moveTo>
                  <a:cubicBezTo>
                    <a:pt x="1447384" y="2628180"/>
                    <a:pt x="1447914" y="2628941"/>
                    <a:pt x="1448310" y="2629702"/>
                  </a:cubicBezTo>
                  <a:cubicBezTo>
                    <a:pt x="1448707" y="2629305"/>
                    <a:pt x="1449071" y="2628941"/>
                    <a:pt x="1449534" y="2628478"/>
                  </a:cubicBezTo>
                  <a:cubicBezTo>
                    <a:pt x="1449137" y="2627751"/>
                    <a:pt x="1448707" y="2626990"/>
                    <a:pt x="1448310" y="2626229"/>
                  </a:cubicBezTo>
                  <a:cubicBezTo>
                    <a:pt x="1447914" y="2626593"/>
                    <a:pt x="1447153" y="2627089"/>
                    <a:pt x="1447219" y="2627354"/>
                  </a:cubicBezTo>
                  <a:close/>
                  <a:moveTo>
                    <a:pt x="1125155" y="2641939"/>
                  </a:moveTo>
                  <a:cubicBezTo>
                    <a:pt x="1125519" y="2642303"/>
                    <a:pt x="1125982" y="2643096"/>
                    <a:pt x="1126280" y="2643030"/>
                  </a:cubicBezTo>
                  <a:cubicBezTo>
                    <a:pt x="1127106" y="2642832"/>
                    <a:pt x="1127867" y="2642303"/>
                    <a:pt x="1128628" y="2641939"/>
                  </a:cubicBezTo>
                  <a:cubicBezTo>
                    <a:pt x="1128231" y="2641542"/>
                    <a:pt x="1127768" y="2640781"/>
                    <a:pt x="1127470" y="2640847"/>
                  </a:cubicBezTo>
                  <a:cubicBezTo>
                    <a:pt x="1126676" y="2641013"/>
                    <a:pt x="1125916" y="2641542"/>
                    <a:pt x="1125155" y="2641939"/>
                  </a:cubicBezTo>
                  <a:close/>
                  <a:moveTo>
                    <a:pt x="1123171" y="2612206"/>
                  </a:moveTo>
                  <a:cubicBezTo>
                    <a:pt x="1123865" y="2611842"/>
                    <a:pt x="1124361" y="2610916"/>
                    <a:pt x="1124758" y="2610156"/>
                  </a:cubicBezTo>
                  <a:cubicBezTo>
                    <a:pt x="1124824" y="2610023"/>
                    <a:pt x="1124097" y="2609461"/>
                    <a:pt x="1123667" y="2609031"/>
                  </a:cubicBezTo>
                  <a:cubicBezTo>
                    <a:pt x="1123005" y="2609593"/>
                    <a:pt x="1122046" y="2610023"/>
                    <a:pt x="1121715" y="2610718"/>
                  </a:cubicBezTo>
                  <a:cubicBezTo>
                    <a:pt x="1121352" y="2611446"/>
                    <a:pt x="1121352" y="2611975"/>
                    <a:pt x="1121616" y="2612239"/>
                  </a:cubicBezTo>
                  <a:cubicBezTo>
                    <a:pt x="1121616" y="2612239"/>
                    <a:pt x="1121649" y="2612239"/>
                    <a:pt x="1121649" y="2612239"/>
                  </a:cubicBezTo>
                  <a:cubicBezTo>
                    <a:pt x="1121649" y="2612239"/>
                    <a:pt x="1121649" y="2612272"/>
                    <a:pt x="1121649" y="2612272"/>
                  </a:cubicBezTo>
                  <a:cubicBezTo>
                    <a:pt x="1121914" y="2612537"/>
                    <a:pt x="1122443" y="2612537"/>
                    <a:pt x="1123171" y="2612206"/>
                  </a:cubicBezTo>
                  <a:close/>
                  <a:moveTo>
                    <a:pt x="1734788" y="2619251"/>
                  </a:moveTo>
                  <a:cubicBezTo>
                    <a:pt x="1735185" y="2618490"/>
                    <a:pt x="1735615" y="2617729"/>
                    <a:pt x="1736012" y="2617002"/>
                  </a:cubicBezTo>
                  <a:cubicBezTo>
                    <a:pt x="1735549" y="2616506"/>
                    <a:pt x="1735185" y="2616142"/>
                    <a:pt x="1734788" y="2615745"/>
                  </a:cubicBezTo>
                  <a:cubicBezTo>
                    <a:pt x="1734391" y="2616506"/>
                    <a:pt x="1733862" y="2617266"/>
                    <a:pt x="1733697" y="2618093"/>
                  </a:cubicBezTo>
                  <a:cubicBezTo>
                    <a:pt x="1733631" y="2618358"/>
                    <a:pt x="1734391" y="2618854"/>
                    <a:pt x="1734788" y="2619251"/>
                  </a:cubicBezTo>
                  <a:close/>
                  <a:moveTo>
                    <a:pt x="1121616" y="2612239"/>
                  </a:moveTo>
                  <a:cubicBezTo>
                    <a:pt x="1120723" y="2612570"/>
                    <a:pt x="1119731" y="2612768"/>
                    <a:pt x="1118937" y="2613265"/>
                  </a:cubicBezTo>
                  <a:cubicBezTo>
                    <a:pt x="1118011" y="2613827"/>
                    <a:pt x="1118243" y="2614885"/>
                    <a:pt x="1119599" y="2615315"/>
                  </a:cubicBezTo>
                  <a:cubicBezTo>
                    <a:pt x="1120095" y="2615447"/>
                    <a:pt x="1120955" y="2614356"/>
                    <a:pt x="1121649" y="2613794"/>
                  </a:cubicBezTo>
                  <a:cubicBezTo>
                    <a:pt x="1121649" y="2613298"/>
                    <a:pt x="1121649" y="2612802"/>
                    <a:pt x="1121649" y="2612272"/>
                  </a:cubicBezTo>
                  <a:cubicBezTo>
                    <a:pt x="1121649" y="2612272"/>
                    <a:pt x="1121649" y="2612272"/>
                    <a:pt x="1121649" y="2612239"/>
                  </a:cubicBezTo>
                  <a:cubicBezTo>
                    <a:pt x="1121649" y="2612239"/>
                    <a:pt x="1121616" y="2612239"/>
                    <a:pt x="1121616" y="2612239"/>
                  </a:cubicBezTo>
                  <a:close/>
                  <a:moveTo>
                    <a:pt x="1455289" y="2650670"/>
                  </a:moveTo>
                  <a:cubicBezTo>
                    <a:pt x="1455719" y="2649909"/>
                    <a:pt x="1456149" y="2649149"/>
                    <a:pt x="1456546" y="2648421"/>
                  </a:cubicBezTo>
                  <a:cubicBezTo>
                    <a:pt x="1456083" y="2647958"/>
                    <a:pt x="1455686" y="2647561"/>
                    <a:pt x="1455289" y="2647164"/>
                  </a:cubicBezTo>
                  <a:cubicBezTo>
                    <a:pt x="1454892" y="2647958"/>
                    <a:pt x="1454396" y="2648686"/>
                    <a:pt x="1454197" y="2649512"/>
                  </a:cubicBezTo>
                  <a:cubicBezTo>
                    <a:pt x="1454131" y="2649810"/>
                    <a:pt x="1454892" y="2650273"/>
                    <a:pt x="1455289" y="2650670"/>
                  </a:cubicBezTo>
                  <a:close/>
                  <a:moveTo>
                    <a:pt x="1961668" y="1372468"/>
                  </a:moveTo>
                  <a:cubicBezTo>
                    <a:pt x="1962363" y="1372104"/>
                    <a:pt x="1962826" y="1371178"/>
                    <a:pt x="1963223" y="1370417"/>
                  </a:cubicBezTo>
                  <a:cubicBezTo>
                    <a:pt x="1963322" y="1370285"/>
                    <a:pt x="1962561" y="1369723"/>
                    <a:pt x="1962164" y="1369326"/>
                  </a:cubicBezTo>
                  <a:cubicBezTo>
                    <a:pt x="1961470" y="1369855"/>
                    <a:pt x="1960511" y="1370285"/>
                    <a:pt x="1960180" y="1371013"/>
                  </a:cubicBezTo>
                  <a:cubicBezTo>
                    <a:pt x="1959816" y="1371707"/>
                    <a:pt x="1959849" y="1372269"/>
                    <a:pt x="1960081" y="1372534"/>
                  </a:cubicBezTo>
                  <a:cubicBezTo>
                    <a:pt x="1960114" y="1372534"/>
                    <a:pt x="1960114" y="1372534"/>
                    <a:pt x="1960114" y="1372534"/>
                  </a:cubicBezTo>
                  <a:cubicBezTo>
                    <a:pt x="1960114" y="1372534"/>
                    <a:pt x="1960114" y="1372534"/>
                    <a:pt x="1960114" y="1372567"/>
                  </a:cubicBezTo>
                  <a:cubicBezTo>
                    <a:pt x="1960412" y="1372832"/>
                    <a:pt x="1960941" y="1372832"/>
                    <a:pt x="1961668" y="1372468"/>
                  </a:cubicBezTo>
                  <a:close/>
                  <a:moveTo>
                    <a:pt x="1676646" y="774113"/>
                  </a:moveTo>
                  <a:cubicBezTo>
                    <a:pt x="1676216" y="773385"/>
                    <a:pt x="1675819" y="772624"/>
                    <a:pt x="1675389" y="771864"/>
                  </a:cubicBezTo>
                  <a:cubicBezTo>
                    <a:pt x="1674992" y="772261"/>
                    <a:pt x="1674232" y="772724"/>
                    <a:pt x="1674298" y="773021"/>
                  </a:cubicBezTo>
                  <a:cubicBezTo>
                    <a:pt x="1674496" y="773848"/>
                    <a:pt x="1674992" y="774576"/>
                    <a:pt x="1675389" y="775369"/>
                  </a:cubicBezTo>
                  <a:cubicBezTo>
                    <a:pt x="1675786" y="774973"/>
                    <a:pt x="1676150" y="774576"/>
                    <a:pt x="1676646" y="774113"/>
                  </a:cubicBezTo>
                  <a:close/>
                  <a:moveTo>
                    <a:pt x="1055933" y="1370186"/>
                  </a:moveTo>
                  <a:cubicBezTo>
                    <a:pt x="1056099" y="1371013"/>
                    <a:pt x="1056628" y="1371740"/>
                    <a:pt x="1057025" y="1372534"/>
                  </a:cubicBezTo>
                  <a:cubicBezTo>
                    <a:pt x="1057389" y="1372137"/>
                    <a:pt x="1057785" y="1371740"/>
                    <a:pt x="1058249" y="1371277"/>
                  </a:cubicBezTo>
                  <a:cubicBezTo>
                    <a:pt x="1057852" y="1370550"/>
                    <a:pt x="1057422" y="1369789"/>
                    <a:pt x="1057025" y="1369028"/>
                  </a:cubicBezTo>
                  <a:cubicBezTo>
                    <a:pt x="1056628" y="1369425"/>
                    <a:pt x="1055867" y="1369888"/>
                    <a:pt x="1055933" y="1370186"/>
                  </a:cubicBezTo>
                  <a:close/>
                  <a:moveTo>
                    <a:pt x="1737037" y="1367805"/>
                  </a:moveTo>
                  <a:cubicBezTo>
                    <a:pt x="1737500" y="1368268"/>
                    <a:pt x="1737897" y="1368631"/>
                    <a:pt x="1738261" y="1369028"/>
                  </a:cubicBezTo>
                  <a:cubicBezTo>
                    <a:pt x="1738658" y="1368268"/>
                    <a:pt x="1739187" y="1367507"/>
                    <a:pt x="1739352" y="1366680"/>
                  </a:cubicBezTo>
                  <a:cubicBezTo>
                    <a:pt x="1739418" y="1366416"/>
                    <a:pt x="1738658" y="1365919"/>
                    <a:pt x="1738261" y="1365556"/>
                  </a:cubicBezTo>
                  <a:cubicBezTo>
                    <a:pt x="1737864" y="1366283"/>
                    <a:pt x="1737434" y="1367077"/>
                    <a:pt x="1737037" y="1367805"/>
                  </a:cubicBezTo>
                  <a:close/>
                  <a:moveTo>
                    <a:pt x="1888213" y="1365126"/>
                  </a:moveTo>
                  <a:cubicBezTo>
                    <a:pt x="1888676" y="1365258"/>
                    <a:pt x="1889569" y="1364134"/>
                    <a:pt x="1890264" y="1363604"/>
                  </a:cubicBezTo>
                  <a:cubicBezTo>
                    <a:pt x="1890264" y="1363108"/>
                    <a:pt x="1890264" y="1362579"/>
                    <a:pt x="1890264" y="1362083"/>
                  </a:cubicBezTo>
                  <a:cubicBezTo>
                    <a:pt x="1890231" y="1362083"/>
                    <a:pt x="1890231" y="1362083"/>
                    <a:pt x="1890231" y="1362050"/>
                  </a:cubicBezTo>
                  <a:cubicBezTo>
                    <a:pt x="1889338" y="1362381"/>
                    <a:pt x="1888346" y="1362546"/>
                    <a:pt x="1887552" y="1363042"/>
                  </a:cubicBezTo>
                  <a:cubicBezTo>
                    <a:pt x="1886626" y="1363637"/>
                    <a:pt x="1886857" y="1364696"/>
                    <a:pt x="1888213" y="1365126"/>
                  </a:cubicBezTo>
                  <a:close/>
                  <a:moveTo>
                    <a:pt x="1280598" y="775369"/>
                  </a:moveTo>
                  <a:cubicBezTo>
                    <a:pt x="1280234" y="775733"/>
                    <a:pt x="1279440" y="776229"/>
                    <a:pt x="1279506" y="776527"/>
                  </a:cubicBezTo>
                  <a:cubicBezTo>
                    <a:pt x="1279705" y="777321"/>
                    <a:pt x="1280234" y="778081"/>
                    <a:pt x="1280598" y="778842"/>
                  </a:cubicBezTo>
                  <a:cubicBezTo>
                    <a:pt x="1280995" y="778478"/>
                    <a:pt x="1281391" y="778081"/>
                    <a:pt x="1281855" y="777618"/>
                  </a:cubicBezTo>
                  <a:cubicBezTo>
                    <a:pt x="1281458" y="776891"/>
                    <a:pt x="1281028" y="776130"/>
                    <a:pt x="1280598" y="775369"/>
                  </a:cubicBezTo>
                  <a:close/>
                  <a:moveTo>
                    <a:pt x="1408127" y="1363803"/>
                  </a:moveTo>
                  <a:cubicBezTo>
                    <a:pt x="1407730" y="1363406"/>
                    <a:pt x="1407366" y="1363009"/>
                    <a:pt x="1406870" y="1362546"/>
                  </a:cubicBezTo>
                  <a:cubicBezTo>
                    <a:pt x="1406143" y="1362943"/>
                    <a:pt x="1405382" y="1363373"/>
                    <a:pt x="1404621" y="1363803"/>
                  </a:cubicBezTo>
                  <a:cubicBezTo>
                    <a:pt x="1405018" y="1364167"/>
                    <a:pt x="1405481" y="1364960"/>
                    <a:pt x="1405779" y="1364894"/>
                  </a:cubicBezTo>
                  <a:cubicBezTo>
                    <a:pt x="1406606" y="1364696"/>
                    <a:pt x="1407366" y="1364167"/>
                    <a:pt x="1408127" y="1363803"/>
                  </a:cubicBezTo>
                  <a:close/>
                  <a:moveTo>
                    <a:pt x="881838" y="1362546"/>
                  </a:moveTo>
                  <a:cubicBezTo>
                    <a:pt x="881375" y="1363009"/>
                    <a:pt x="880978" y="1363406"/>
                    <a:pt x="880581" y="1363803"/>
                  </a:cubicBezTo>
                  <a:cubicBezTo>
                    <a:pt x="881375" y="1364167"/>
                    <a:pt x="882102" y="1364696"/>
                    <a:pt x="882929" y="1364894"/>
                  </a:cubicBezTo>
                  <a:cubicBezTo>
                    <a:pt x="883227" y="1364960"/>
                    <a:pt x="883690" y="1364167"/>
                    <a:pt x="884087" y="1363803"/>
                  </a:cubicBezTo>
                  <a:cubicBezTo>
                    <a:pt x="883326" y="1363373"/>
                    <a:pt x="882565" y="1362943"/>
                    <a:pt x="881838" y="1362546"/>
                  </a:cubicBezTo>
                  <a:close/>
                  <a:moveTo>
                    <a:pt x="1810558" y="1377164"/>
                  </a:moveTo>
                  <a:cubicBezTo>
                    <a:pt x="1810724" y="1377991"/>
                    <a:pt x="1811253" y="1378719"/>
                    <a:pt x="1811650" y="1379512"/>
                  </a:cubicBezTo>
                  <a:cubicBezTo>
                    <a:pt x="1812013" y="1379116"/>
                    <a:pt x="1812807" y="1378653"/>
                    <a:pt x="1812741" y="1378355"/>
                  </a:cubicBezTo>
                  <a:cubicBezTo>
                    <a:pt x="1812543" y="1377528"/>
                    <a:pt x="1812013" y="1376800"/>
                    <a:pt x="1811650" y="1376007"/>
                  </a:cubicBezTo>
                  <a:cubicBezTo>
                    <a:pt x="1811253" y="1376404"/>
                    <a:pt x="1810492" y="1376867"/>
                    <a:pt x="1810558" y="1377164"/>
                  </a:cubicBezTo>
                  <a:close/>
                  <a:moveTo>
                    <a:pt x="769423" y="1377164"/>
                  </a:moveTo>
                  <a:cubicBezTo>
                    <a:pt x="769621" y="1377991"/>
                    <a:pt x="770150" y="1378719"/>
                    <a:pt x="770547" y="1379512"/>
                  </a:cubicBezTo>
                  <a:cubicBezTo>
                    <a:pt x="770911" y="1379116"/>
                    <a:pt x="771705" y="1378653"/>
                    <a:pt x="771639" y="1378355"/>
                  </a:cubicBezTo>
                  <a:cubicBezTo>
                    <a:pt x="771440" y="1377528"/>
                    <a:pt x="770911" y="1376800"/>
                    <a:pt x="770547" y="1376007"/>
                  </a:cubicBezTo>
                  <a:cubicBezTo>
                    <a:pt x="770150" y="1376404"/>
                    <a:pt x="769390" y="1376867"/>
                    <a:pt x="769423" y="1377164"/>
                  </a:cubicBezTo>
                  <a:close/>
                  <a:moveTo>
                    <a:pt x="2473174" y="1373758"/>
                  </a:moveTo>
                  <a:cubicBezTo>
                    <a:pt x="2472711" y="1373295"/>
                    <a:pt x="2472347" y="1372898"/>
                    <a:pt x="2471950" y="1372534"/>
                  </a:cubicBezTo>
                  <a:cubicBezTo>
                    <a:pt x="2471554" y="1373295"/>
                    <a:pt x="2471057" y="1374055"/>
                    <a:pt x="2470859" y="1374882"/>
                  </a:cubicBezTo>
                  <a:cubicBezTo>
                    <a:pt x="2470793" y="1375147"/>
                    <a:pt x="2471554" y="1375643"/>
                    <a:pt x="2471950" y="1376007"/>
                  </a:cubicBezTo>
                  <a:cubicBezTo>
                    <a:pt x="2472380" y="1375246"/>
                    <a:pt x="2472777" y="1374485"/>
                    <a:pt x="2473174" y="1373758"/>
                  </a:cubicBezTo>
                  <a:close/>
                  <a:moveTo>
                    <a:pt x="2048121" y="1373659"/>
                  </a:moveTo>
                  <a:cubicBezTo>
                    <a:pt x="2048319" y="1374485"/>
                    <a:pt x="2048815" y="1375246"/>
                    <a:pt x="2049212" y="1376007"/>
                  </a:cubicBezTo>
                  <a:cubicBezTo>
                    <a:pt x="2049609" y="1375643"/>
                    <a:pt x="2050370" y="1375147"/>
                    <a:pt x="2050304" y="1374882"/>
                  </a:cubicBezTo>
                  <a:cubicBezTo>
                    <a:pt x="2050105" y="1374055"/>
                    <a:pt x="2049609" y="1373295"/>
                    <a:pt x="2049212" y="1372534"/>
                  </a:cubicBezTo>
                  <a:cubicBezTo>
                    <a:pt x="2048815" y="1372898"/>
                    <a:pt x="2048055" y="1373394"/>
                    <a:pt x="2048121" y="1373659"/>
                  </a:cubicBezTo>
                  <a:close/>
                  <a:moveTo>
                    <a:pt x="1960081" y="1372534"/>
                  </a:moveTo>
                  <a:cubicBezTo>
                    <a:pt x="1959188" y="1372832"/>
                    <a:pt x="1958229" y="1373030"/>
                    <a:pt x="1957435" y="1373526"/>
                  </a:cubicBezTo>
                  <a:cubicBezTo>
                    <a:pt x="1956509" y="1374122"/>
                    <a:pt x="1956740" y="1375147"/>
                    <a:pt x="1958096" y="1375577"/>
                  </a:cubicBezTo>
                  <a:cubicBezTo>
                    <a:pt x="1958559" y="1375742"/>
                    <a:pt x="1959419" y="1374618"/>
                    <a:pt x="1960114" y="1374088"/>
                  </a:cubicBezTo>
                  <a:cubicBezTo>
                    <a:pt x="1960114" y="1373559"/>
                    <a:pt x="1960114" y="1373063"/>
                    <a:pt x="1960114" y="1372567"/>
                  </a:cubicBezTo>
                  <a:cubicBezTo>
                    <a:pt x="1960114" y="1372534"/>
                    <a:pt x="1960114" y="1372534"/>
                    <a:pt x="1960114" y="1372534"/>
                  </a:cubicBezTo>
                  <a:cubicBezTo>
                    <a:pt x="1960114" y="1372534"/>
                    <a:pt x="1960114" y="1372534"/>
                    <a:pt x="1960081" y="1372534"/>
                  </a:cubicBezTo>
                  <a:close/>
                  <a:moveTo>
                    <a:pt x="1932829" y="1373692"/>
                  </a:moveTo>
                  <a:cubicBezTo>
                    <a:pt x="1933027" y="1374485"/>
                    <a:pt x="1933523" y="1375246"/>
                    <a:pt x="1933920" y="1376007"/>
                  </a:cubicBezTo>
                  <a:cubicBezTo>
                    <a:pt x="1934317" y="1375643"/>
                    <a:pt x="1935078" y="1375147"/>
                    <a:pt x="1935012" y="1374882"/>
                  </a:cubicBezTo>
                  <a:cubicBezTo>
                    <a:pt x="1934846" y="1374055"/>
                    <a:pt x="1934317" y="1373295"/>
                    <a:pt x="1933920" y="1372534"/>
                  </a:cubicBezTo>
                  <a:cubicBezTo>
                    <a:pt x="1933523" y="1372898"/>
                    <a:pt x="1932763" y="1373394"/>
                    <a:pt x="1932829" y="1373692"/>
                  </a:cubicBezTo>
                  <a:close/>
                  <a:moveTo>
                    <a:pt x="851410" y="1373030"/>
                  </a:moveTo>
                  <a:cubicBezTo>
                    <a:pt x="850650" y="1373427"/>
                    <a:pt x="849889" y="1373857"/>
                    <a:pt x="849128" y="1374287"/>
                  </a:cubicBezTo>
                  <a:cubicBezTo>
                    <a:pt x="849525" y="1374651"/>
                    <a:pt x="849988" y="1375444"/>
                    <a:pt x="850286" y="1375378"/>
                  </a:cubicBezTo>
                  <a:cubicBezTo>
                    <a:pt x="851113" y="1375180"/>
                    <a:pt x="851873" y="1374651"/>
                    <a:pt x="852634" y="1374287"/>
                  </a:cubicBezTo>
                  <a:cubicBezTo>
                    <a:pt x="852237" y="1373890"/>
                    <a:pt x="851873" y="1373493"/>
                    <a:pt x="851410" y="1373030"/>
                  </a:cubicBezTo>
                  <a:close/>
                  <a:moveTo>
                    <a:pt x="1753507" y="1353815"/>
                  </a:moveTo>
                  <a:cubicBezTo>
                    <a:pt x="1753077" y="1353087"/>
                    <a:pt x="1752681" y="1352326"/>
                    <a:pt x="1752251" y="1351566"/>
                  </a:cubicBezTo>
                  <a:cubicBezTo>
                    <a:pt x="1751854" y="1351963"/>
                    <a:pt x="1751093" y="1352426"/>
                    <a:pt x="1751159" y="1352723"/>
                  </a:cubicBezTo>
                  <a:cubicBezTo>
                    <a:pt x="1751358" y="1353550"/>
                    <a:pt x="1751854" y="1354278"/>
                    <a:pt x="1752251" y="1355072"/>
                  </a:cubicBezTo>
                  <a:cubicBezTo>
                    <a:pt x="1752647" y="1354675"/>
                    <a:pt x="1753044" y="1354278"/>
                    <a:pt x="1753507" y="1353815"/>
                  </a:cubicBezTo>
                  <a:close/>
                  <a:moveTo>
                    <a:pt x="1119896" y="1351566"/>
                  </a:moveTo>
                  <a:cubicBezTo>
                    <a:pt x="1119500" y="1351963"/>
                    <a:pt x="1118739" y="1352426"/>
                    <a:pt x="1118805" y="1352723"/>
                  </a:cubicBezTo>
                  <a:cubicBezTo>
                    <a:pt x="1119003" y="1353550"/>
                    <a:pt x="1119500" y="1354278"/>
                    <a:pt x="1119896" y="1355072"/>
                  </a:cubicBezTo>
                  <a:cubicBezTo>
                    <a:pt x="1120293" y="1354675"/>
                    <a:pt x="1120690" y="1354278"/>
                    <a:pt x="1121153" y="1353815"/>
                  </a:cubicBezTo>
                  <a:cubicBezTo>
                    <a:pt x="1120756" y="1353087"/>
                    <a:pt x="1120326" y="1352326"/>
                    <a:pt x="1119896" y="1351566"/>
                  </a:cubicBezTo>
                  <a:close/>
                  <a:moveTo>
                    <a:pt x="1110669" y="795081"/>
                  </a:moveTo>
                  <a:cubicBezTo>
                    <a:pt x="1110272" y="794353"/>
                    <a:pt x="1109842" y="793593"/>
                    <a:pt x="1109412" y="792832"/>
                  </a:cubicBezTo>
                  <a:cubicBezTo>
                    <a:pt x="1109049" y="793229"/>
                    <a:pt x="1108255" y="793692"/>
                    <a:pt x="1108321" y="793956"/>
                  </a:cubicBezTo>
                  <a:cubicBezTo>
                    <a:pt x="1108519" y="794783"/>
                    <a:pt x="1109049" y="795544"/>
                    <a:pt x="1109412" y="796305"/>
                  </a:cubicBezTo>
                  <a:cubicBezTo>
                    <a:pt x="1109809" y="795941"/>
                    <a:pt x="1110206" y="795544"/>
                    <a:pt x="1110669" y="795081"/>
                  </a:cubicBezTo>
                  <a:close/>
                  <a:moveTo>
                    <a:pt x="2138807" y="1350342"/>
                  </a:moveTo>
                  <a:cubicBezTo>
                    <a:pt x="2139270" y="1350805"/>
                    <a:pt x="2139667" y="1351169"/>
                    <a:pt x="2140031" y="1351566"/>
                  </a:cubicBezTo>
                  <a:cubicBezTo>
                    <a:pt x="2140427" y="1350805"/>
                    <a:pt x="2140957" y="1350044"/>
                    <a:pt x="2141155" y="1349218"/>
                  </a:cubicBezTo>
                  <a:cubicBezTo>
                    <a:pt x="2141221" y="1348953"/>
                    <a:pt x="2140427" y="1348457"/>
                    <a:pt x="2140031" y="1348060"/>
                  </a:cubicBezTo>
                  <a:cubicBezTo>
                    <a:pt x="2139634" y="1348854"/>
                    <a:pt x="2139204" y="1349581"/>
                    <a:pt x="2138807" y="1350342"/>
                  </a:cubicBezTo>
                  <a:close/>
                  <a:moveTo>
                    <a:pt x="2066080" y="1350904"/>
                  </a:moveTo>
                  <a:cubicBezTo>
                    <a:pt x="2066906" y="1350739"/>
                    <a:pt x="2067667" y="1350210"/>
                    <a:pt x="2068428" y="1349813"/>
                  </a:cubicBezTo>
                  <a:cubicBezTo>
                    <a:pt x="2068031" y="1349449"/>
                    <a:pt x="2067667" y="1349052"/>
                    <a:pt x="2067171" y="1348589"/>
                  </a:cubicBezTo>
                  <a:cubicBezTo>
                    <a:pt x="2066443" y="1348986"/>
                    <a:pt x="2065683" y="1349416"/>
                    <a:pt x="2064922" y="1349813"/>
                  </a:cubicBezTo>
                  <a:cubicBezTo>
                    <a:pt x="2065319" y="1350210"/>
                    <a:pt x="2065782" y="1350970"/>
                    <a:pt x="2066080" y="1350904"/>
                  </a:cubicBezTo>
                  <a:close/>
                  <a:moveTo>
                    <a:pt x="1331265" y="794585"/>
                  </a:moveTo>
                  <a:cubicBezTo>
                    <a:pt x="1331662" y="794949"/>
                    <a:pt x="1332125" y="795742"/>
                    <a:pt x="1332423" y="795676"/>
                  </a:cubicBezTo>
                  <a:cubicBezTo>
                    <a:pt x="1333250" y="795478"/>
                    <a:pt x="1333977" y="794949"/>
                    <a:pt x="1334771" y="794585"/>
                  </a:cubicBezTo>
                  <a:cubicBezTo>
                    <a:pt x="1334374" y="794188"/>
                    <a:pt x="1333977" y="793791"/>
                    <a:pt x="1333514" y="793328"/>
                  </a:cubicBezTo>
                  <a:cubicBezTo>
                    <a:pt x="1332787" y="793725"/>
                    <a:pt x="1332026" y="794155"/>
                    <a:pt x="1331265" y="794585"/>
                  </a:cubicBezTo>
                  <a:close/>
                  <a:moveTo>
                    <a:pt x="833419" y="1351566"/>
                  </a:moveTo>
                  <a:cubicBezTo>
                    <a:pt x="833816" y="1351169"/>
                    <a:pt x="834576" y="1350706"/>
                    <a:pt x="834510" y="1350408"/>
                  </a:cubicBezTo>
                  <a:cubicBezTo>
                    <a:pt x="834312" y="1349581"/>
                    <a:pt x="833816" y="1348854"/>
                    <a:pt x="833419" y="1348060"/>
                  </a:cubicBezTo>
                  <a:cubicBezTo>
                    <a:pt x="833022" y="1348457"/>
                    <a:pt x="832658" y="1348854"/>
                    <a:pt x="832195" y="1349317"/>
                  </a:cubicBezTo>
                  <a:cubicBezTo>
                    <a:pt x="832592" y="1350044"/>
                    <a:pt x="832989" y="1350805"/>
                    <a:pt x="833419" y="1351566"/>
                  </a:cubicBezTo>
                  <a:close/>
                  <a:moveTo>
                    <a:pt x="824026" y="1350441"/>
                  </a:moveTo>
                  <a:cubicBezTo>
                    <a:pt x="823828" y="1349615"/>
                    <a:pt x="823332" y="1348854"/>
                    <a:pt x="822935" y="1348093"/>
                  </a:cubicBezTo>
                  <a:cubicBezTo>
                    <a:pt x="822538" y="1348457"/>
                    <a:pt x="822174" y="1348854"/>
                    <a:pt x="821711" y="1349317"/>
                  </a:cubicBezTo>
                  <a:cubicBezTo>
                    <a:pt x="822108" y="1350044"/>
                    <a:pt x="822505" y="1350805"/>
                    <a:pt x="822935" y="1351566"/>
                  </a:cubicBezTo>
                  <a:cubicBezTo>
                    <a:pt x="823332" y="1351169"/>
                    <a:pt x="824092" y="1350706"/>
                    <a:pt x="824026" y="1350441"/>
                  </a:cubicBezTo>
                  <a:close/>
                  <a:moveTo>
                    <a:pt x="745478" y="1350904"/>
                  </a:moveTo>
                  <a:cubicBezTo>
                    <a:pt x="746305" y="1350739"/>
                    <a:pt x="747065" y="1350210"/>
                    <a:pt x="747826" y="1349813"/>
                  </a:cubicBezTo>
                  <a:cubicBezTo>
                    <a:pt x="747429" y="1349449"/>
                    <a:pt x="747065" y="1349052"/>
                    <a:pt x="746569" y="1348589"/>
                  </a:cubicBezTo>
                  <a:cubicBezTo>
                    <a:pt x="745842" y="1348986"/>
                    <a:pt x="745081" y="1349416"/>
                    <a:pt x="744320" y="1349813"/>
                  </a:cubicBezTo>
                  <a:cubicBezTo>
                    <a:pt x="744717" y="1350210"/>
                    <a:pt x="745180" y="1350970"/>
                    <a:pt x="745478" y="1350904"/>
                  </a:cubicBezTo>
                  <a:close/>
                  <a:moveTo>
                    <a:pt x="2569780" y="1358544"/>
                  </a:moveTo>
                  <a:cubicBezTo>
                    <a:pt x="2569350" y="1359305"/>
                    <a:pt x="2568920" y="1360066"/>
                    <a:pt x="2568523" y="1360793"/>
                  </a:cubicBezTo>
                  <a:cubicBezTo>
                    <a:pt x="2568986" y="1361256"/>
                    <a:pt x="2569383" y="1361653"/>
                    <a:pt x="2569780" y="1362050"/>
                  </a:cubicBezTo>
                  <a:cubicBezTo>
                    <a:pt x="2570144" y="1361256"/>
                    <a:pt x="2570673" y="1360529"/>
                    <a:pt x="2570871" y="1359702"/>
                  </a:cubicBezTo>
                  <a:cubicBezTo>
                    <a:pt x="2570938" y="1359404"/>
                    <a:pt x="2570144" y="1358941"/>
                    <a:pt x="2569780" y="1358544"/>
                  </a:cubicBezTo>
                  <a:close/>
                  <a:moveTo>
                    <a:pt x="2430014" y="1358544"/>
                  </a:moveTo>
                  <a:cubicBezTo>
                    <a:pt x="2429617" y="1359305"/>
                    <a:pt x="2429187" y="1360066"/>
                    <a:pt x="2428790" y="1360793"/>
                  </a:cubicBezTo>
                  <a:cubicBezTo>
                    <a:pt x="2429253" y="1361256"/>
                    <a:pt x="2429650" y="1361653"/>
                    <a:pt x="2430014" y="1362050"/>
                  </a:cubicBezTo>
                  <a:cubicBezTo>
                    <a:pt x="2430411" y="1361256"/>
                    <a:pt x="2430940" y="1360529"/>
                    <a:pt x="2431105" y="1359702"/>
                  </a:cubicBezTo>
                  <a:cubicBezTo>
                    <a:pt x="2431171" y="1359404"/>
                    <a:pt x="2430411" y="1358941"/>
                    <a:pt x="2430014" y="1358544"/>
                  </a:cubicBezTo>
                  <a:close/>
                  <a:moveTo>
                    <a:pt x="1890264" y="1362083"/>
                  </a:moveTo>
                  <a:cubicBezTo>
                    <a:pt x="1890528" y="1362348"/>
                    <a:pt x="1891058" y="1362348"/>
                    <a:pt x="1891785" y="1361984"/>
                  </a:cubicBezTo>
                  <a:cubicBezTo>
                    <a:pt x="1892480" y="1361653"/>
                    <a:pt x="1892943" y="1360694"/>
                    <a:pt x="1893373" y="1359933"/>
                  </a:cubicBezTo>
                  <a:cubicBezTo>
                    <a:pt x="1893439" y="1359801"/>
                    <a:pt x="1892678" y="1359239"/>
                    <a:pt x="1892281" y="1358842"/>
                  </a:cubicBezTo>
                  <a:cubicBezTo>
                    <a:pt x="1891620" y="1359404"/>
                    <a:pt x="1890661" y="1359801"/>
                    <a:pt x="1890297" y="1360529"/>
                  </a:cubicBezTo>
                  <a:cubicBezTo>
                    <a:pt x="1889966" y="1361256"/>
                    <a:pt x="1889966" y="1361785"/>
                    <a:pt x="1890231" y="1362050"/>
                  </a:cubicBezTo>
                  <a:cubicBezTo>
                    <a:pt x="1890231" y="1362050"/>
                    <a:pt x="1890231" y="1362083"/>
                    <a:pt x="1890264" y="1362083"/>
                  </a:cubicBezTo>
                  <a:close/>
                  <a:moveTo>
                    <a:pt x="2403159" y="1356196"/>
                  </a:moveTo>
                  <a:cubicBezTo>
                    <a:pt x="2403225" y="1355931"/>
                    <a:pt x="2402464" y="1355468"/>
                    <a:pt x="2402067" y="1355072"/>
                  </a:cubicBezTo>
                  <a:cubicBezTo>
                    <a:pt x="2401637" y="1355832"/>
                    <a:pt x="2401241" y="1356593"/>
                    <a:pt x="2400844" y="1357320"/>
                  </a:cubicBezTo>
                  <a:cubicBezTo>
                    <a:pt x="2401307" y="1357784"/>
                    <a:pt x="2401670" y="1358180"/>
                    <a:pt x="2402067" y="1358544"/>
                  </a:cubicBezTo>
                  <a:cubicBezTo>
                    <a:pt x="2402464" y="1357784"/>
                    <a:pt x="2402993" y="1357023"/>
                    <a:pt x="2403159" y="1356196"/>
                  </a:cubicBezTo>
                  <a:close/>
                  <a:moveTo>
                    <a:pt x="1738294" y="1355072"/>
                  </a:moveTo>
                  <a:cubicBezTo>
                    <a:pt x="1737897" y="1355468"/>
                    <a:pt x="1737136" y="1355931"/>
                    <a:pt x="1737202" y="1356196"/>
                  </a:cubicBezTo>
                  <a:cubicBezTo>
                    <a:pt x="1737368" y="1357023"/>
                    <a:pt x="1737897" y="1357784"/>
                    <a:pt x="1738294" y="1358544"/>
                  </a:cubicBezTo>
                  <a:cubicBezTo>
                    <a:pt x="1738658" y="1358180"/>
                    <a:pt x="1739055" y="1357784"/>
                    <a:pt x="1739518" y="1357320"/>
                  </a:cubicBezTo>
                  <a:cubicBezTo>
                    <a:pt x="1739121" y="1356593"/>
                    <a:pt x="1738691" y="1355832"/>
                    <a:pt x="1738294" y="1355072"/>
                  </a:cubicBezTo>
                  <a:close/>
                  <a:moveTo>
                    <a:pt x="1385406" y="1355072"/>
                  </a:moveTo>
                  <a:cubicBezTo>
                    <a:pt x="1385042" y="1355468"/>
                    <a:pt x="1384248" y="1355931"/>
                    <a:pt x="1384314" y="1356196"/>
                  </a:cubicBezTo>
                  <a:cubicBezTo>
                    <a:pt x="1384513" y="1357023"/>
                    <a:pt x="1385042" y="1357784"/>
                    <a:pt x="1385406" y="1358544"/>
                  </a:cubicBezTo>
                  <a:cubicBezTo>
                    <a:pt x="1385803" y="1358180"/>
                    <a:pt x="1386200" y="1357784"/>
                    <a:pt x="1386663" y="1357320"/>
                  </a:cubicBezTo>
                  <a:cubicBezTo>
                    <a:pt x="1386266" y="1356593"/>
                    <a:pt x="1385836" y="1355832"/>
                    <a:pt x="1385406" y="1355072"/>
                  </a:cubicBezTo>
                  <a:close/>
                  <a:moveTo>
                    <a:pt x="1339401" y="1357916"/>
                  </a:moveTo>
                  <a:cubicBezTo>
                    <a:pt x="1340228" y="1357717"/>
                    <a:pt x="1340956" y="1357188"/>
                    <a:pt x="1341750" y="1356824"/>
                  </a:cubicBezTo>
                  <a:cubicBezTo>
                    <a:pt x="1341353" y="1356428"/>
                    <a:pt x="1340956" y="1356031"/>
                    <a:pt x="1340493" y="1355568"/>
                  </a:cubicBezTo>
                  <a:cubicBezTo>
                    <a:pt x="1339765" y="1355965"/>
                    <a:pt x="1339005" y="1356394"/>
                    <a:pt x="1338244" y="1356824"/>
                  </a:cubicBezTo>
                  <a:cubicBezTo>
                    <a:pt x="1338641" y="1357188"/>
                    <a:pt x="1339104" y="1357949"/>
                    <a:pt x="1339401" y="1357916"/>
                  </a:cubicBezTo>
                  <a:close/>
                  <a:moveTo>
                    <a:pt x="1131472" y="788202"/>
                  </a:moveTo>
                  <a:cubicBezTo>
                    <a:pt x="1131307" y="787375"/>
                    <a:pt x="1130777" y="786614"/>
                    <a:pt x="1130381" y="785854"/>
                  </a:cubicBezTo>
                  <a:cubicBezTo>
                    <a:pt x="1129984" y="786217"/>
                    <a:pt x="1129223" y="786713"/>
                    <a:pt x="1129289" y="786978"/>
                  </a:cubicBezTo>
                  <a:cubicBezTo>
                    <a:pt x="1129488" y="787805"/>
                    <a:pt x="1129984" y="788566"/>
                    <a:pt x="1130381" y="789326"/>
                  </a:cubicBezTo>
                  <a:cubicBezTo>
                    <a:pt x="1130777" y="788929"/>
                    <a:pt x="1131538" y="788466"/>
                    <a:pt x="1131472" y="788202"/>
                  </a:cubicBezTo>
                  <a:close/>
                  <a:moveTo>
                    <a:pt x="2219174" y="1409708"/>
                  </a:moveTo>
                  <a:cubicBezTo>
                    <a:pt x="2219637" y="1410171"/>
                    <a:pt x="2220001" y="1410568"/>
                    <a:pt x="2220398" y="1410932"/>
                  </a:cubicBezTo>
                  <a:cubicBezTo>
                    <a:pt x="2220795" y="1410171"/>
                    <a:pt x="2221324" y="1409410"/>
                    <a:pt x="2221489" y="1408584"/>
                  </a:cubicBezTo>
                  <a:cubicBezTo>
                    <a:pt x="2221555" y="1408319"/>
                    <a:pt x="2220795" y="1407823"/>
                    <a:pt x="2220398" y="1407459"/>
                  </a:cubicBezTo>
                  <a:cubicBezTo>
                    <a:pt x="2219968" y="1408220"/>
                    <a:pt x="2219571" y="1408980"/>
                    <a:pt x="2219174" y="1409708"/>
                  </a:cubicBezTo>
                  <a:close/>
                  <a:moveTo>
                    <a:pt x="1208995" y="756154"/>
                  </a:moveTo>
                  <a:cubicBezTo>
                    <a:pt x="1209359" y="756551"/>
                    <a:pt x="1209855" y="757312"/>
                    <a:pt x="1210152" y="757245"/>
                  </a:cubicBezTo>
                  <a:cubicBezTo>
                    <a:pt x="1210946" y="757047"/>
                    <a:pt x="1211707" y="756551"/>
                    <a:pt x="1212468" y="756154"/>
                  </a:cubicBezTo>
                  <a:cubicBezTo>
                    <a:pt x="1212104" y="755757"/>
                    <a:pt x="1211707" y="755393"/>
                    <a:pt x="1211244" y="754930"/>
                  </a:cubicBezTo>
                  <a:cubicBezTo>
                    <a:pt x="1210516" y="755327"/>
                    <a:pt x="1209756" y="755724"/>
                    <a:pt x="1208995" y="756154"/>
                  </a:cubicBezTo>
                  <a:close/>
                  <a:moveTo>
                    <a:pt x="2030658" y="1408584"/>
                  </a:moveTo>
                  <a:cubicBezTo>
                    <a:pt x="2030824" y="1409410"/>
                    <a:pt x="2031353" y="1410171"/>
                    <a:pt x="2031750" y="1410932"/>
                  </a:cubicBezTo>
                  <a:cubicBezTo>
                    <a:pt x="2032114" y="1410535"/>
                    <a:pt x="2032510" y="1410171"/>
                    <a:pt x="2032974" y="1409708"/>
                  </a:cubicBezTo>
                  <a:cubicBezTo>
                    <a:pt x="2032577" y="1408980"/>
                    <a:pt x="2032147" y="1408220"/>
                    <a:pt x="2031750" y="1407459"/>
                  </a:cubicBezTo>
                  <a:cubicBezTo>
                    <a:pt x="2031353" y="1407823"/>
                    <a:pt x="2030592" y="1408319"/>
                    <a:pt x="2030658" y="1408584"/>
                  </a:cubicBezTo>
                  <a:close/>
                  <a:moveTo>
                    <a:pt x="1521666" y="1410932"/>
                  </a:moveTo>
                  <a:cubicBezTo>
                    <a:pt x="1522063" y="1410171"/>
                    <a:pt x="1522592" y="1409410"/>
                    <a:pt x="1522758" y="1408584"/>
                  </a:cubicBezTo>
                  <a:cubicBezTo>
                    <a:pt x="1522824" y="1408319"/>
                    <a:pt x="1522063" y="1407823"/>
                    <a:pt x="1521666" y="1407459"/>
                  </a:cubicBezTo>
                  <a:cubicBezTo>
                    <a:pt x="1521269" y="1408220"/>
                    <a:pt x="1520839" y="1408947"/>
                    <a:pt x="1520443" y="1409708"/>
                  </a:cubicBezTo>
                  <a:cubicBezTo>
                    <a:pt x="1520906" y="1410171"/>
                    <a:pt x="1521269" y="1410535"/>
                    <a:pt x="1521666" y="1410932"/>
                  </a:cubicBezTo>
                  <a:close/>
                  <a:moveTo>
                    <a:pt x="1299780" y="754401"/>
                  </a:moveTo>
                  <a:cubicBezTo>
                    <a:pt x="1299549" y="754699"/>
                    <a:pt x="1299515" y="755228"/>
                    <a:pt x="1299879" y="755956"/>
                  </a:cubicBezTo>
                  <a:cubicBezTo>
                    <a:pt x="1300210" y="756650"/>
                    <a:pt x="1301169" y="757113"/>
                    <a:pt x="1301930" y="757510"/>
                  </a:cubicBezTo>
                  <a:cubicBezTo>
                    <a:pt x="1302062" y="757576"/>
                    <a:pt x="1302624" y="756849"/>
                    <a:pt x="1303021" y="756452"/>
                  </a:cubicBezTo>
                  <a:cubicBezTo>
                    <a:pt x="1302492" y="755757"/>
                    <a:pt x="1302062" y="754831"/>
                    <a:pt x="1301368" y="754467"/>
                  </a:cubicBezTo>
                  <a:cubicBezTo>
                    <a:pt x="1300640" y="754137"/>
                    <a:pt x="1300078" y="754137"/>
                    <a:pt x="1299813" y="754401"/>
                  </a:cubicBezTo>
                  <a:cubicBezTo>
                    <a:pt x="1299813" y="754401"/>
                    <a:pt x="1299813" y="754401"/>
                    <a:pt x="1299780" y="754401"/>
                  </a:cubicBezTo>
                  <a:close/>
                  <a:moveTo>
                    <a:pt x="1670164" y="756154"/>
                  </a:moveTo>
                  <a:cubicBezTo>
                    <a:pt x="1670924" y="756584"/>
                    <a:pt x="1671652" y="756981"/>
                    <a:pt x="1672413" y="757411"/>
                  </a:cubicBezTo>
                  <a:cubicBezTo>
                    <a:pt x="1672876" y="756915"/>
                    <a:pt x="1673239" y="756551"/>
                    <a:pt x="1673636" y="756154"/>
                  </a:cubicBezTo>
                  <a:cubicBezTo>
                    <a:pt x="1672876" y="755757"/>
                    <a:pt x="1672115" y="755261"/>
                    <a:pt x="1671288" y="755063"/>
                  </a:cubicBezTo>
                  <a:cubicBezTo>
                    <a:pt x="1671024" y="754997"/>
                    <a:pt x="1670527" y="755757"/>
                    <a:pt x="1670164" y="756154"/>
                  </a:cubicBezTo>
                  <a:close/>
                  <a:moveTo>
                    <a:pt x="1588044" y="1403953"/>
                  </a:moveTo>
                  <a:cubicBezTo>
                    <a:pt x="1587680" y="1404350"/>
                    <a:pt x="1586886" y="1404813"/>
                    <a:pt x="1586952" y="1405111"/>
                  </a:cubicBezTo>
                  <a:cubicBezTo>
                    <a:pt x="1587151" y="1405938"/>
                    <a:pt x="1587680" y="1406665"/>
                    <a:pt x="1588044" y="1407459"/>
                  </a:cubicBezTo>
                  <a:cubicBezTo>
                    <a:pt x="1588440" y="1407062"/>
                    <a:pt x="1589201" y="1406599"/>
                    <a:pt x="1589135" y="1406301"/>
                  </a:cubicBezTo>
                  <a:cubicBezTo>
                    <a:pt x="1588970" y="1405475"/>
                    <a:pt x="1588440" y="1404714"/>
                    <a:pt x="1588044" y="1403953"/>
                  </a:cubicBezTo>
                  <a:close/>
                  <a:moveTo>
                    <a:pt x="1359212" y="759660"/>
                  </a:moveTo>
                  <a:cubicBezTo>
                    <a:pt x="1358815" y="759263"/>
                    <a:pt x="1358451" y="758866"/>
                    <a:pt x="1357955" y="758403"/>
                  </a:cubicBezTo>
                  <a:cubicBezTo>
                    <a:pt x="1357228" y="758800"/>
                    <a:pt x="1356467" y="759230"/>
                    <a:pt x="1355706" y="759660"/>
                  </a:cubicBezTo>
                  <a:cubicBezTo>
                    <a:pt x="1356103" y="760024"/>
                    <a:pt x="1356566" y="760817"/>
                    <a:pt x="1356864" y="760751"/>
                  </a:cubicBezTo>
                  <a:cubicBezTo>
                    <a:pt x="1357691" y="760553"/>
                    <a:pt x="1358451" y="760024"/>
                    <a:pt x="1359212" y="759660"/>
                  </a:cubicBezTo>
                  <a:close/>
                  <a:moveTo>
                    <a:pt x="1885005" y="1400448"/>
                  </a:moveTo>
                  <a:cubicBezTo>
                    <a:pt x="1884608" y="1400844"/>
                    <a:pt x="1883848" y="1401307"/>
                    <a:pt x="1883914" y="1401605"/>
                  </a:cubicBezTo>
                  <a:cubicBezTo>
                    <a:pt x="1884112" y="1402432"/>
                    <a:pt x="1884608" y="1403193"/>
                    <a:pt x="1885005" y="1403953"/>
                  </a:cubicBezTo>
                  <a:cubicBezTo>
                    <a:pt x="1885402" y="1403556"/>
                    <a:pt x="1885799" y="1403193"/>
                    <a:pt x="1886262" y="1402697"/>
                  </a:cubicBezTo>
                  <a:cubicBezTo>
                    <a:pt x="1885865" y="1401969"/>
                    <a:pt x="1885435" y="1401208"/>
                    <a:pt x="1885005" y="1400448"/>
                  </a:cubicBezTo>
                  <a:close/>
                  <a:moveTo>
                    <a:pt x="1802918" y="1402200"/>
                  </a:moveTo>
                  <a:cubicBezTo>
                    <a:pt x="1802158" y="1401804"/>
                    <a:pt x="1801397" y="1401374"/>
                    <a:pt x="1800669" y="1400977"/>
                  </a:cubicBezTo>
                  <a:cubicBezTo>
                    <a:pt x="1800206" y="1401440"/>
                    <a:pt x="1799809" y="1401837"/>
                    <a:pt x="1799413" y="1402200"/>
                  </a:cubicBezTo>
                  <a:cubicBezTo>
                    <a:pt x="1800206" y="1402597"/>
                    <a:pt x="1800934" y="1403126"/>
                    <a:pt x="1801761" y="1403292"/>
                  </a:cubicBezTo>
                  <a:cubicBezTo>
                    <a:pt x="1802058" y="1403358"/>
                    <a:pt x="1802521" y="1402597"/>
                    <a:pt x="1802918" y="1402200"/>
                  </a:cubicBezTo>
                  <a:close/>
                  <a:moveTo>
                    <a:pt x="774020" y="1400448"/>
                  </a:moveTo>
                  <a:cubicBezTo>
                    <a:pt x="773623" y="1401208"/>
                    <a:pt x="773193" y="1401969"/>
                    <a:pt x="772796" y="1402697"/>
                  </a:cubicBezTo>
                  <a:cubicBezTo>
                    <a:pt x="773259" y="1403193"/>
                    <a:pt x="773656" y="1403556"/>
                    <a:pt x="774020" y="1403953"/>
                  </a:cubicBezTo>
                  <a:cubicBezTo>
                    <a:pt x="774417" y="1403193"/>
                    <a:pt x="774946" y="1402432"/>
                    <a:pt x="775111" y="1401605"/>
                  </a:cubicBezTo>
                  <a:cubicBezTo>
                    <a:pt x="775177" y="1401307"/>
                    <a:pt x="774417" y="1400844"/>
                    <a:pt x="774020" y="1400448"/>
                  </a:cubicBezTo>
                  <a:close/>
                  <a:moveTo>
                    <a:pt x="1733035" y="749176"/>
                  </a:moveTo>
                  <a:cubicBezTo>
                    <a:pt x="1732275" y="748746"/>
                    <a:pt x="1731514" y="748349"/>
                    <a:pt x="1730786" y="747952"/>
                  </a:cubicBezTo>
                  <a:cubicBezTo>
                    <a:pt x="1730323" y="748415"/>
                    <a:pt x="1729926" y="748779"/>
                    <a:pt x="1729530" y="749176"/>
                  </a:cubicBezTo>
                  <a:cubicBezTo>
                    <a:pt x="1730323" y="749573"/>
                    <a:pt x="1731051" y="750069"/>
                    <a:pt x="1731878" y="750267"/>
                  </a:cubicBezTo>
                  <a:cubicBezTo>
                    <a:pt x="1732175" y="750333"/>
                    <a:pt x="1732638" y="749573"/>
                    <a:pt x="1733035" y="749176"/>
                  </a:cubicBezTo>
                  <a:close/>
                  <a:moveTo>
                    <a:pt x="1057620" y="1418572"/>
                  </a:moveTo>
                  <a:cubicBezTo>
                    <a:pt x="1056793" y="1418770"/>
                    <a:pt x="1056033" y="1419299"/>
                    <a:pt x="1055272" y="1419663"/>
                  </a:cubicBezTo>
                  <a:cubicBezTo>
                    <a:pt x="1055669" y="1420060"/>
                    <a:pt x="1056132" y="1420820"/>
                    <a:pt x="1056396" y="1420754"/>
                  </a:cubicBezTo>
                  <a:cubicBezTo>
                    <a:pt x="1057223" y="1420589"/>
                    <a:pt x="1057984" y="1420060"/>
                    <a:pt x="1058745" y="1419663"/>
                  </a:cubicBezTo>
                  <a:cubicBezTo>
                    <a:pt x="1058381" y="1419299"/>
                    <a:pt x="1057885" y="1418505"/>
                    <a:pt x="1057620" y="1418572"/>
                  </a:cubicBezTo>
                  <a:close/>
                  <a:moveTo>
                    <a:pt x="1298259" y="754401"/>
                  </a:moveTo>
                  <a:cubicBezTo>
                    <a:pt x="1298788" y="754401"/>
                    <a:pt x="1299284" y="754401"/>
                    <a:pt x="1299780" y="754401"/>
                  </a:cubicBezTo>
                  <a:cubicBezTo>
                    <a:pt x="1299813" y="754401"/>
                    <a:pt x="1299813" y="754401"/>
                    <a:pt x="1299813" y="754401"/>
                  </a:cubicBezTo>
                  <a:cubicBezTo>
                    <a:pt x="1299515" y="753508"/>
                    <a:pt x="1299317" y="752516"/>
                    <a:pt x="1298821" y="751722"/>
                  </a:cubicBezTo>
                  <a:cubicBezTo>
                    <a:pt x="1298259" y="750796"/>
                    <a:pt x="1297200" y="751028"/>
                    <a:pt x="1296770" y="752384"/>
                  </a:cubicBezTo>
                  <a:cubicBezTo>
                    <a:pt x="1296605" y="752847"/>
                    <a:pt x="1297730" y="753707"/>
                    <a:pt x="1298259" y="754401"/>
                  </a:cubicBezTo>
                  <a:close/>
                  <a:moveTo>
                    <a:pt x="1887420" y="1412089"/>
                  </a:moveTo>
                  <a:cubicBezTo>
                    <a:pt x="1887585" y="1412916"/>
                    <a:pt x="1888114" y="1413644"/>
                    <a:pt x="1888511" y="1414437"/>
                  </a:cubicBezTo>
                  <a:cubicBezTo>
                    <a:pt x="1888908" y="1414041"/>
                    <a:pt x="1889272" y="1413644"/>
                    <a:pt x="1889735" y="1413181"/>
                  </a:cubicBezTo>
                  <a:cubicBezTo>
                    <a:pt x="1889338" y="1412453"/>
                    <a:pt x="1888941" y="1411692"/>
                    <a:pt x="1888511" y="1410932"/>
                  </a:cubicBezTo>
                  <a:cubicBezTo>
                    <a:pt x="1888114" y="1411329"/>
                    <a:pt x="1887353" y="1411792"/>
                    <a:pt x="1887420" y="1412089"/>
                  </a:cubicBezTo>
                  <a:close/>
                  <a:moveTo>
                    <a:pt x="1191532" y="756154"/>
                  </a:moveTo>
                  <a:cubicBezTo>
                    <a:pt x="1191135" y="755757"/>
                    <a:pt x="1190739" y="755393"/>
                    <a:pt x="1190276" y="754930"/>
                  </a:cubicBezTo>
                  <a:cubicBezTo>
                    <a:pt x="1189548" y="755327"/>
                    <a:pt x="1188787" y="755724"/>
                    <a:pt x="1188027" y="756154"/>
                  </a:cubicBezTo>
                  <a:cubicBezTo>
                    <a:pt x="1188424" y="756551"/>
                    <a:pt x="1188887" y="757312"/>
                    <a:pt x="1189184" y="757245"/>
                  </a:cubicBezTo>
                  <a:cubicBezTo>
                    <a:pt x="1190011" y="757080"/>
                    <a:pt x="1190739" y="756551"/>
                    <a:pt x="1191532" y="756154"/>
                  </a:cubicBezTo>
                  <a:close/>
                  <a:moveTo>
                    <a:pt x="1922345" y="1387648"/>
                  </a:moveTo>
                  <a:cubicBezTo>
                    <a:pt x="1922543" y="1388475"/>
                    <a:pt x="1923039" y="1389203"/>
                    <a:pt x="1923436" y="1389997"/>
                  </a:cubicBezTo>
                  <a:cubicBezTo>
                    <a:pt x="1923833" y="1389600"/>
                    <a:pt x="1924594" y="1389137"/>
                    <a:pt x="1924527" y="1388839"/>
                  </a:cubicBezTo>
                  <a:cubicBezTo>
                    <a:pt x="1924362" y="1388012"/>
                    <a:pt x="1923833" y="1387285"/>
                    <a:pt x="1923436" y="1386491"/>
                  </a:cubicBezTo>
                  <a:cubicBezTo>
                    <a:pt x="1923039" y="1386888"/>
                    <a:pt x="1922278" y="1387351"/>
                    <a:pt x="1922345" y="1387648"/>
                  </a:cubicBezTo>
                  <a:close/>
                  <a:moveTo>
                    <a:pt x="1001727" y="1387152"/>
                  </a:moveTo>
                  <a:cubicBezTo>
                    <a:pt x="1000900" y="1387351"/>
                    <a:pt x="1000139" y="1387847"/>
                    <a:pt x="999379" y="1388244"/>
                  </a:cubicBezTo>
                  <a:cubicBezTo>
                    <a:pt x="999742" y="1388641"/>
                    <a:pt x="1000239" y="1389401"/>
                    <a:pt x="1000503" y="1389335"/>
                  </a:cubicBezTo>
                  <a:cubicBezTo>
                    <a:pt x="1001330" y="1389137"/>
                    <a:pt x="1002091" y="1388641"/>
                    <a:pt x="1002851" y="1388244"/>
                  </a:cubicBezTo>
                  <a:cubicBezTo>
                    <a:pt x="1002488" y="1387847"/>
                    <a:pt x="1001991" y="1387086"/>
                    <a:pt x="1001727" y="1387152"/>
                  </a:cubicBezTo>
                  <a:close/>
                  <a:moveTo>
                    <a:pt x="951588" y="1387152"/>
                  </a:moveTo>
                  <a:cubicBezTo>
                    <a:pt x="951324" y="1387086"/>
                    <a:pt x="950861" y="1387847"/>
                    <a:pt x="950464" y="1388244"/>
                  </a:cubicBezTo>
                  <a:cubicBezTo>
                    <a:pt x="951225" y="1388674"/>
                    <a:pt x="951985" y="1389070"/>
                    <a:pt x="952713" y="1389467"/>
                  </a:cubicBezTo>
                  <a:cubicBezTo>
                    <a:pt x="953176" y="1389004"/>
                    <a:pt x="953573" y="1388641"/>
                    <a:pt x="953937" y="1388244"/>
                  </a:cubicBezTo>
                  <a:cubicBezTo>
                    <a:pt x="953176" y="1387847"/>
                    <a:pt x="952415" y="1387318"/>
                    <a:pt x="951588" y="1387152"/>
                  </a:cubicBezTo>
                  <a:close/>
                  <a:moveTo>
                    <a:pt x="1634544" y="1385333"/>
                  </a:moveTo>
                  <a:cubicBezTo>
                    <a:pt x="1634379" y="1384540"/>
                    <a:pt x="1633850" y="1383779"/>
                    <a:pt x="1633453" y="1383018"/>
                  </a:cubicBezTo>
                  <a:cubicBezTo>
                    <a:pt x="1633089" y="1383382"/>
                    <a:pt x="1632295" y="1383878"/>
                    <a:pt x="1632361" y="1384143"/>
                  </a:cubicBezTo>
                  <a:cubicBezTo>
                    <a:pt x="1632560" y="1384969"/>
                    <a:pt x="1633089" y="1385730"/>
                    <a:pt x="1633453" y="1386491"/>
                  </a:cubicBezTo>
                  <a:cubicBezTo>
                    <a:pt x="1633850" y="1386094"/>
                    <a:pt x="1634610" y="1385631"/>
                    <a:pt x="1634544" y="1385333"/>
                  </a:cubicBezTo>
                  <a:close/>
                  <a:moveTo>
                    <a:pt x="2521957" y="1381861"/>
                  </a:moveTo>
                  <a:cubicBezTo>
                    <a:pt x="2521758" y="1381034"/>
                    <a:pt x="2521229" y="1380273"/>
                    <a:pt x="2520865" y="1379512"/>
                  </a:cubicBezTo>
                  <a:cubicBezTo>
                    <a:pt x="2520468" y="1379909"/>
                    <a:pt x="2519708" y="1380372"/>
                    <a:pt x="2519774" y="1380670"/>
                  </a:cubicBezTo>
                  <a:cubicBezTo>
                    <a:pt x="2519939" y="1381497"/>
                    <a:pt x="2520468" y="1382224"/>
                    <a:pt x="2520865" y="1383018"/>
                  </a:cubicBezTo>
                  <a:cubicBezTo>
                    <a:pt x="2521229" y="1382621"/>
                    <a:pt x="2522023" y="1382125"/>
                    <a:pt x="2521957" y="1381861"/>
                  </a:cubicBezTo>
                  <a:close/>
                  <a:moveTo>
                    <a:pt x="1101343" y="1380670"/>
                  </a:moveTo>
                  <a:cubicBezTo>
                    <a:pt x="1101541" y="1381497"/>
                    <a:pt x="1102037" y="1382224"/>
                    <a:pt x="1102434" y="1383018"/>
                  </a:cubicBezTo>
                  <a:cubicBezTo>
                    <a:pt x="1102831" y="1382621"/>
                    <a:pt x="1103195" y="1382224"/>
                    <a:pt x="1103658" y="1381761"/>
                  </a:cubicBezTo>
                  <a:cubicBezTo>
                    <a:pt x="1103261" y="1381034"/>
                    <a:pt x="1102864" y="1380273"/>
                    <a:pt x="1102434" y="1379512"/>
                  </a:cubicBezTo>
                  <a:cubicBezTo>
                    <a:pt x="1102037" y="1379909"/>
                    <a:pt x="1101276" y="1380372"/>
                    <a:pt x="1101343" y="1380670"/>
                  </a:cubicBezTo>
                  <a:close/>
                  <a:moveTo>
                    <a:pt x="658728" y="1400448"/>
                  </a:moveTo>
                  <a:cubicBezTo>
                    <a:pt x="658331" y="1401208"/>
                    <a:pt x="657901" y="1401969"/>
                    <a:pt x="657504" y="1402697"/>
                  </a:cubicBezTo>
                  <a:cubicBezTo>
                    <a:pt x="657967" y="1403193"/>
                    <a:pt x="658364" y="1403556"/>
                    <a:pt x="658728" y="1403953"/>
                  </a:cubicBezTo>
                  <a:cubicBezTo>
                    <a:pt x="659125" y="1403193"/>
                    <a:pt x="659654" y="1402432"/>
                    <a:pt x="659819" y="1401605"/>
                  </a:cubicBezTo>
                  <a:cubicBezTo>
                    <a:pt x="659885" y="1401307"/>
                    <a:pt x="659125" y="1400844"/>
                    <a:pt x="658728" y="1400448"/>
                  </a:cubicBezTo>
                  <a:close/>
                  <a:moveTo>
                    <a:pt x="1365562" y="760255"/>
                  </a:moveTo>
                  <a:cubicBezTo>
                    <a:pt x="1365364" y="759428"/>
                    <a:pt x="1364834" y="758668"/>
                    <a:pt x="1364471" y="757907"/>
                  </a:cubicBezTo>
                  <a:cubicBezTo>
                    <a:pt x="1364074" y="758304"/>
                    <a:pt x="1363677" y="758668"/>
                    <a:pt x="1363214" y="759131"/>
                  </a:cubicBezTo>
                  <a:cubicBezTo>
                    <a:pt x="1363611" y="759891"/>
                    <a:pt x="1364041" y="760619"/>
                    <a:pt x="1364471" y="761380"/>
                  </a:cubicBezTo>
                  <a:cubicBezTo>
                    <a:pt x="1364834" y="761016"/>
                    <a:pt x="1365595" y="760520"/>
                    <a:pt x="1365562" y="760255"/>
                  </a:cubicBezTo>
                  <a:close/>
                  <a:moveTo>
                    <a:pt x="2588995" y="1398728"/>
                  </a:moveTo>
                  <a:cubicBezTo>
                    <a:pt x="2588599" y="1398331"/>
                    <a:pt x="2588202" y="1397934"/>
                    <a:pt x="2587739" y="1397471"/>
                  </a:cubicBezTo>
                  <a:cubicBezTo>
                    <a:pt x="2587011" y="1397868"/>
                    <a:pt x="2586250" y="1398298"/>
                    <a:pt x="2585490" y="1398728"/>
                  </a:cubicBezTo>
                  <a:cubicBezTo>
                    <a:pt x="2585887" y="1399092"/>
                    <a:pt x="2586350" y="1399885"/>
                    <a:pt x="2586647" y="1399819"/>
                  </a:cubicBezTo>
                  <a:cubicBezTo>
                    <a:pt x="2587474" y="1399621"/>
                    <a:pt x="2588202" y="1399092"/>
                    <a:pt x="2588995" y="1398728"/>
                  </a:cubicBezTo>
                  <a:close/>
                  <a:moveTo>
                    <a:pt x="2317136" y="1398132"/>
                  </a:moveTo>
                  <a:cubicBezTo>
                    <a:pt x="2317335" y="1398959"/>
                    <a:pt x="2317831" y="1399687"/>
                    <a:pt x="2318227" y="1400448"/>
                  </a:cubicBezTo>
                  <a:cubicBezTo>
                    <a:pt x="2318624" y="1400084"/>
                    <a:pt x="2319385" y="1399621"/>
                    <a:pt x="2319319" y="1399323"/>
                  </a:cubicBezTo>
                  <a:cubicBezTo>
                    <a:pt x="2319120" y="1398496"/>
                    <a:pt x="2318624" y="1397736"/>
                    <a:pt x="2318227" y="1396975"/>
                  </a:cubicBezTo>
                  <a:cubicBezTo>
                    <a:pt x="2317831" y="1397372"/>
                    <a:pt x="2317070" y="1397835"/>
                    <a:pt x="2317136" y="1398132"/>
                  </a:cubicBezTo>
                  <a:close/>
                  <a:moveTo>
                    <a:pt x="907866" y="1394627"/>
                  </a:moveTo>
                  <a:cubicBezTo>
                    <a:pt x="907932" y="1394329"/>
                    <a:pt x="907171" y="1393866"/>
                    <a:pt x="906775" y="1393469"/>
                  </a:cubicBezTo>
                  <a:cubicBezTo>
                    <a:pt x="906378" y="1394230"/>
                    <a:pt x="905948" y="1394991"/>
                    <a:pt x="905551" y="1395718"/>
                  </a:cubicBezTo>
                  <a:cubicBezTo>
                    <a:pt x="906014" y="1396181"/>
                    <a:pt x="906411" y="1396578"/>
                    <a:pt x="906775" y="1396975"/>
                  </a:cubicBezTo>
                  <a:cubicBezTo>
                    <a:pt x="907171" y="1396181"/>
                    <a:pt x="907701" y="1395454"/>
                    <a:pt x="907866" y="1394627"/>
                  </a:cubicBezTo>
                  <a:close/>
                  <a:moveTo>
                    <a:pt x="1788432" y="767134"/>
                  </a:moveTo>
                  <a:cubicBezTo>
                    <a:pt x="1788035" y="766407"/>
                    <a:pt x="1787606" y="765646"/>
                    <a:pt x="1787176" y="764885"/>
                  </a:cubicBezTo>
                  <a:cubicBezTo>
                    <a:pt x="1786812" y="765282"/>
                    <a:pt x="1786018" y="765745"/>
                    <a:pt x="1786084" y="766043"/>
                  </a:cubicBezTo>
                  <a:cubicBezTo>
                    <a:pt x="1786283" y="766870"/>
                    <a:pt x="1786812" y="767597"/>
                    <a:pt x="1787176" y="768391"/>
                  </a:cubicBezTo>
                  <a:cubicBezTo>
                    <a:pt x="1787572" y="767994"/>
                    <a:pt x="1787969" y="767597"/>
                    <a:pt x="1788432" y="767134"/>
                  </a:cubicBezTo>
                  <a:close/>
                  <a:moveTo>
                    <a:pt x="1079084" y="1391121"/>
                  </a:moveTo>
                  <a:cubicBezTo>
                    <a:pt x="1079151" y="1390856"/>
                    <a:pt x="1078357" y="1390393"/>
                    <a:pt x="1077993" y="1389997"/>
                  </a:cubicBezTo>
                  <a:cubicBezTo>
                    <a:pt x="1077563" y="1390757"/>
                    <a:pt x="1077133" y="1391518"/>
                    <a:pt x="1076736" y="1392245"/>
                  </a:cubicBezTo>
                  <a:cubicBezTo>
                    <a:pt x="1077199" y="1392709"/>
                    <a:pt x="1077596" y="1393105"/>
                    <a:pt x="1077993" y="1393469"/>
                  </a:cubicBezTo>
                  <a:cubicBezTo>
                    <a:pt x="1078357" y="1392709"/>
                    <a:pt x="1078886" y="1391948"/>
                    <a:pt x="1079084" y="1391121"/>
                  </a:cubicBezTo>
                  <a:close/>
                  <a:moveTo>
                    <a:pt x="2087643" y="1389997"/>
                  </a:moveTo>
                  <a:cubicBezTo>
                    <a:pt x="2088073" y="1389236"/>
                    <a:pt x="2088470" y="1388475"/>
                    <a:pt x="2088867" y="1387748"/>
                  </a:cubicBezTo>
                  <a:cubicBezTo>
                    <a:pt x="2088404" y="1387285"/>
                    <a:pt x="2088040" y="1386888"/>
                    <a:pt x="2087643" y="1386491"/>
                  </a:cubicBezTo>
                  <a:cubicBezTo>
                    <a:pt x="2087246" y="1387285"/>
                    <a:pt x="2086750" y="1388012"/>
                    <a:pt x="2086552" y="1388839"/>
                  </a:cubicBezTo>
                  <a:cubicBezTo>
                    <a:pt x="2086485" y="1389137"/>
                    <a:pt x="2087246" y="1389600"/>
                    <a:pt x="2087643" y="1389997"/>
                  </a:cubicBezTo>
                  <a:close/>
                  <a:moveTo>
                    <a:pt x="2017760" y="1389997"/>
                  </a:moveTo>
                  <a:cubicBezTo>
                    <a:pt x="2018190" y="1389236"/>
                    <a:pt x="2018620" y="1388475"/>
                    <a:pt x="2019017" y="1387748"/>
                  </a:cubicBezTo>
                  <a:cubicBezTo>
                    <a:pt x="2018554" y="1387285"/>
                    <a:pt x="2018157" y="1386888"/>
                    <a:pt x="2017760" y="1386491"/>
                  </a:cubicBezTo>
                  <a:cubicBezTo>
                    <a:pt x="2017396" y="1387285"/>
                    <a:pt x="2016867" y="1388012"/>
                    <a:pt x="2016669" y="1388839"/>
                  </a:cubicBezTo>
                  <a:cubicBezTo>
                    <a:pt x="2016602" y="1389137"/>
                    <a:pt x="2017396" y="1389600"/>
                    <a:pt x="2017760" y="1389997"/>
                  </a:cubicBezTo>
                  <a:close/>
                  <a:moveTo>
                    <a:pt x="1786084" y="1300336"/>
                  </a:moveTo>
                  <a:cubicBezTo>
                    <a:pt x="1786283" y="1301163"/>
                    <a:pt x="1786812" y="1301923"/>
                    <a:pt x="1787176" y="1302684"/>
                  </a:cubicBezTo>
                  <a:cubicBezTo>
                    <a:pt x="1787572" y="1302287"/>
                    <a:pt x="1787969" y="1301923"/>
                    <a:pt x="1788432" y="1301427"/>
                  </a:cubicBezTo>
                  <a:cubicBezTo>
                    <a:pt x="1788035" y="1300700"/>
                    <a:pt x="1787606" y="1299939"/>
                    <a:pt x="1787176" y="1299178"/>
                  </a:cubicBezTo>
                  <a:cubicBezTo>
                    <a:pt x="1786812" y="1299575"/>
                    <a:pt x="1786018" y="1300038"/>
                    <a:pt x="1786084" y="1300336"/>
                  </a:cubicBezTo>
                  <a:close/>
                  <a:moveTo>
                    <a:pt x="943982" y="1297955"/>
                  </a:moveTo>
                  <a:cubicBezTo>
                    <a:pt x="944445" y="1298418"/>
                    <a:pt x="944808" y="1298815"/>
                    <a:pt x="945205" y="1299178"/>
                  </a:cubicBezTo>
                  <a:cubicBezTo>
                    <a:pt x="945602" y="1298418"/>
                    <a:pt x="946131" y="1297657"/>
                    <a:pt x="946297" y="1296830"/>
                  </a:cubicBezTo>
                  <a:cubicBezTo>
                    <a:pt x="946363" y="1296566"/>
                    <a:pt x="945602" y="1296103"/>
                    <a:pt x="945205" y="1295706"/>
                  </a:cubicBezTo>
                  <a:cubicBezTo>
                    <a:pt x="944808" y="1296466"/>
                    <a:pt x="944378" y="1297227"/>
                    <a:pt x="943982" y="1297955"/>
                  </a:cubicBezTo>
                  <a:close/>
                  <a:moveTo>
                    <a:pt x="723385" y="1311415"/>
                  </a:moveTo>
                  <a:cubicBezTo>
                    <a:pt x="722988" y="1311018"/>
                    <a:pt x="722525" y="1310258"/>
                    <a:pt x="722228" y="1310324"/>
                  </a:cubicBezTo>
                  <a:cubicBezTo>
                    <a:pt x="721401" y="1310522"/>
                    <a:pt x="720640" y="1311018"/>
                    <a:pt x="719879" y="1311415"/>
                  </a:cubicBezTo>
                  <a:cubicBezTo>
                    <a:pt x="720276" y="1311812"/>
                    <a:pt x="720739" y="1312573"/>
                    <a:pt x="721037" y="1312507"/>
                  </a:cubicBezTo>
                  <a:cubicBezTo>
                    <a:pt x="721831" y="1312308"/>
                    <a:pt x="722591" y="1311812"/>
                    <a:pt x="723385" y="1311415"/>
                  </a:cubicBezTo>
                  <a:close/>
                  <a:moveTo>
                    <a:pt x="47342" y="1309662"/>
                  </a:moveTo>
                  <a:cubicBezTo>
                    <a:pt x="46945" y="1310059"/>
                    <a:pt x="46184" y="1310522"/>
                    <a:pt x="46250" y="1310820"/>
                  </a:cubicBezTo>
                  <a:cubicBezTo>
                    <a:pt x="46283" y="1310985"/>
                    <a:pt x="46383" y="1311151"/>
                    <a:pt x="46449" y="1311316"/>
                  </a:cubicBezTo>
                  <a:cubicBezTo>
                    <a:pt x="47044" y="1311349"/>
                    <a:pt x="47639" y="1311382"/>
                    <a:pt x="48202" y="1311415"/>
                  </a:cubicBezTo>
                  <a:cubicBezTo>
                    <a:pt x="47970" y="1310820"/>
                    <a:pt x="47639" y="1310258"/>
                    <a:pt x="47342" y="1309662"/>
                  </a:cubicBezTo>
                  <a:close/>
                  <a:moveTo>
                    <a:pt x="1079713" y="1309695"/>
                  </a:moveTo>
                  <a:cubicBezTo>
                    <a:pt x="1080010" y="1309960"/>
                    <a:pt x="1080540" y="1309960"/>
                    <a:pt x="1081234" y="1309596"/>
                  </a:cubicBezTo>
                  <a:cubicBezTo>
                    <a:pt x="1081962" y="1309266"/>
                    <a:pt x="1082425" y="1308340"/>
                    <a:pt x="1082822" y="1307579"/>
                  </a:cubicBezTo>
                  <a:cubicBezTo>
                    <a:pt x="1082888" y="1307447"/>
                    <a:pt x="1082160" y="1306851"/>
                    <a:pt x="1081763" y="1306454"/>
                  </a:cubicBezTo>
                  <a:cubicBezTo>
                    <a:pt x="1081069" y="1307017"/>
                    <a:pt x="1080143" y="1307413"/>
                    <a:pt x="1079779" y="1308141"/>
                  </a:cubicBezTo>
                  <a:cubicBezTo>
                    <a:pt x="1079415" y="1308869"/>
                    <a:pt x="1079448" y="1309398"/>
                    <a:pt x="1079713" y="1309662"/>
                  </a:cubicBezTo>
                  <a:cubicBezTo>
                    <a:pt x="1079713" y="1309662"/>
                    <a:pt x="1079713" y="1309695"/>
                    <a:pt x="1079713" y="1309695"/>
                  </a:cubicBezTo>
                  <a:close/>
                  <a:moveTo>
                    <a:pt x="820686" y="1308406"/>
                  </a:moveTo>
                  <a:cubicBezTo>
                    <a:pt x="820289" y="1307678"/>
                    <a:pt x="819859" y="1306917"/>
                    <a:pt x="819429" y="1306157"/>
                  </a:cubicBezTo>
                  <a:cubicBezTo>
                    <a:pt x="819065" y="1306554"/>
                    <a:pt x="818271" y="1307017"/>
                    <a:pt x="818338" y="1307314"/>
                  </a:cubicBezTo>
                  <a:cubicBezTo>
                    <a:pt x="818536" y="1308141"/>
                    <a:pt x="819065" y="1308902"/>
                    <a:pt x="819429" y="1309662"/>
                  </a:cubicBezTo>
                  <a:cubicBezTo>
                    <a:pt x="819826" y="1309266"/>
                    <a:pt x="820223" y="1308902"/>
                    <a:pt x="820686" y="1308406"/>
                  </a:cubicBezTo>
                  <a:close/>
                  <a:moveTo>
                    <a:pt x="1639869" y="1303345"/>
                  </a:moveTo>
                  <a:cubicBezTo>
                    <a:pt x="1639571" y="1303279"/>
                    <a:pt x="1639108" y="1304040"/>
                    <a:pt x="1638711" y="1304437"/>
                  </a:cubicBezTo>
                  <a:cubicBezTo>
                    <a:pt x="1639472" y="1304834"/>
                    <a:pt x="1640233" y="1305264"/>
                    <a:pt x="1640960" y="1305661"/>
                  </a:cubicBezTo>
                  <a:cubicBezTo>
                    <a:pt x="1641423" y="1305198"/>
                    <a:pt x="1641820" y="1304834"/>
                    <a:pt x="1642184" y="1304437"/>
                  </a:cubicBezTo>
                  <a:cubicBezTo>
                    <a:pt x="1641423" y="1304040"/>
                    <a:pt x="1640663" y="1303511"/>
                    <a:pt x="1639869" y="1303345"/>
                  </a:cubicBezTo>
                  <a:close/>
                  <a:moveTo>
                    <a:pt x="972557" y="1305528"/>
                  </a:moveTo>
                  <a:cubicBezTo>
                    <a:pt x="973383" y="1305330"/>
                    <a:pt x="974144" y="1304801"/>
                    <a:pt x="974905" y="1304437"/>
                  </a:cubicBezTo>
                  <a:cubicBezTo>
                    <a:pt x="974508" y="1304040"/>
                    <a:pt x="974144" y="1303643"/>
                    <a:pt x="973681" y="1303180"/>
                  </a:cubicBezTo>
                  <a:cubicBezTo>
                    <a:pt x="972920" y="1303577"/>
                    <a:pt x="972193" y="1304007"/>
                    <a:pt x="971432" y="1304437"/>
                  </a:cubicBezTo>
                  <a:cubicBezTo>
                    <a:pt x="971796" y="1304834"/>
                    <a:pt x="972292" y="1305594"/>
                    <a:pt x="972557" y="1305528"/>
                  </a:cubicBezTo>
                  <a:close/>
                  <a:moveTo>
                    <a:pt x="656975" y="1304437"/>
                  </a:moveTo>
                  <a:cubicBezTo>
                    <a:pt x="656247" y="1304007"/>
                    <a:pt x="655487" y="1303577"/>
                    <a:pt x="654726" y="1303180"/>
                  </a:cubicBezTo>
                  <a:cubicBezTo>
                    <a:pt x="654263" y="1303643"/>
                    <a:pt x="653899" y="1304040"/>
                    <a:pt x="653502" y="1304437"/>
                  </a:cubicBezTo>
                  <a:cubicBezTo>
                    <a:pt x="654263" y="1304834"/>
                    <a:pt x="655023" y="1305330"/>
                    <a:pt x="655850" y="1305528"/>
                  </a:cubicBezTo>
                  <a:cubicBezTo>
                    <a:pt x="656148" y="1305594"/>
                    <a:pt x="656611" y="1304834"/>
                    <a:pt x="656975" y="1304437"/>
                  </a:cubicBezTo>
                  <a:close/>
                  <a:moveTo>
                    <a:pt x="1109412" y="820745"/>
                  </a:moveTo>
                  <a:cubicBezTo>
                    <a:pt x="1109842" y="820018"/>
                    <a:pt x="1110272" y="819257"/>
                    <a:pt x="1110669" y="818497"/>
                  </a:cubicBezTo>
                  <a:cubicBezTo>
                    <a:pt x="1110206" y="818033"/>
                    <a:pt x="1109809" y="817670"/>
                    <a:pt x="1109412" y="817273"/>
                  </a:cubicBezTo>
                  <a:cubicBezTo>
                    <a:pt x="1109049" y="818033"/>
                    <a:pt x="1108519" y="818794"/>
                    <a:pt x="1108321" y="819621"/>
                  </a:cubicBezTo>
                  <a:cubicBezTo>
                    <a:pt x="1108255" y="819886"/>
                    <a:pt x="1109049" y="820382"/>
                    <a:pt x="1109412" y="820745"/>
                  </a:cubicBezTo>
                  <a:close/>
                  <a:moveTo>
                    <a:pt x="1036057" y="1281716"/>
                  </a:moveTo>
                  <a:cubicBezTo>
                    <a:pt x="1036453" y="1281352"/>
                    <a:pt x="1037214" y="1280856"/>
                    <a:pt x="1037148" y="1280591"/>
                  </a:cubicBezTo>
                  <a:cubicBezTo>
                    <a:pt x="1036950" y="1279765"/>
                    <a:pt x="1036453" y="1279004"/>
                    <a:pt x="1036057" y="1278243"/>
                  </a:cubicBezTo>
                  <a:cubicBezTo>
                    <a:pt x="1035660" y="1278640"/>
                    <a:pt x="1035263" y="1279004"/>
                    <a:pt x="1034800" y="1279467"/>
                  </a:cubicBezTo>
                  <a:cubicBezTo>
                    <a:pt x="1035197" y="1280228"/>
                    <a:pt x="1035627" y="1280988"/>
                    <a:pt x="1036057" y="1281716"/>
                  </a:cubicBezTo>
                  <a:close/>
                  <a:moveTo>
                    <a:pt x="2343760" y="1277086"/>
                  </a:moveTo>
                  <a:cubicBezTo>
                    <a:pt x="2343594" y="1276259"/>
                    <a:pt x="2343065" y="1275531"/>
                    <a:pt x="2342668" y="1274737"/>
                  </a:cubicBezTo>
                  <a:cubicBezTo>
                    <a:pt x="2342305" y="1275134"/>
                    <a:pt x="2341908" y="1275531"/>
                    <a:pt x="2341445" y="1275994"/>
                  </a:cubicBezTo>
                  <a:cubicBezTo>
                    <a:pt x="2341842" y="1276722"/>
                    <a:pt x="2342271" y="1277482"/>
                    <a:pt x="2342668" y="1278243"/>
                  </a:cubicBezTo>
                  <a:cubicBezTo>
                    <a:pt x="2343065" y="1277846"/>
                    <a:pt x="2343826" y="1277383"/>
                    <a:pt x="2343760" y="1277086"/>
                  </a:cubicBezTo>
                  <a:close/>
                  <a:moveTo>
                    <a:pt x="1832089" y="827228"/>
                  </a:moveTo>
                  <a:cubicBezTo>
                    <a:pt x="1832849" y="826831"/>
                    <a:pt x="1833610" y="826434"/>
                    <a:pt x="1834338" y="826004"/>
                  </a:cubicBezTo>
                  <a:cubicBezTo>
                    <a:pt x="1833974" y="825607"/>
                    <a:pt x="1833478" y="824847"/>
                    <a:pt x="1833213" y="824913"/>
                  </a:cubicBezTo>
                  <a:cubicBezTo>
                    <a:pt x="1832386" y="825111"/>
                    <a:pt x="1831626" y="825607"/>
                    <a:pt x="1830865" y="826004"/>
                  </a:cubicBezTo>
                  <a:cubicBezTo>
                    <a:pt x="1831229" y="826401"/>
                    <a:pt x="1831626" y="826765"/>
                    <a:pt x="1832089" y="827228"/>
                  </a:cubicBezTo>
                  <a:close/>
                  <a:moveTo>
                    <a:pt x="715216" y="1275399"/>
                  </a:moveTo>
                  <a:cubicBezTo>
                    <a:pt x="714422" y="1275597"/>
                    <a:pt x="713662" y="1276093"/>
                    <a:pt x="712901" y="1276490"/>
                  </a:cubicBezTo>
                  <a:cubicBezTo>
                    <a:pt x="713265" y="1276887"/>
                    <a:pt x="713662" y="1277284"/>
                    <a:pt x="714125" y="1277747"/>
                  </a:cubicBezTo>
                  <a:cubicBezTo>
                    <a:pt x="714852" y="1277317"/>
                    <a:pt x="715613" y="1276920"/>
                    <a:pt x="716374" y="1276490"/>
                  </a:cubicBezTo>
                  <a:cubicBezTo>
                    <a:pt x="716010" y="1276093"/>
                    <a:pt x="715514" y="1275333"/>
                    <a:pt x="715216" y="1275399"/>
                  </a:cubicBezTo>
                  <a:close/>
                  <a:moveTo>
                    <a:pt x="1774310" y="1273613"/>
                  </a:moveTo>
                  <a:cubicBezTo>
                    <a:pt x="1774112" y="1272786"/>
                    <a:pt x="1773616" y="1272025"/>
                    <a:pt x="1773219" y="1271265"/>
                  </a:cubicBezTo>
                  <a:cubicBezTo>
                    <a:pt x="1772822" y="1271629"/>
                    <a:pt x="1772061" y="1272125"/>
                    <a:pt x="1772127" y="1272422"/>
                  </a:cubicBezTo>
                  <a:cubicBezTo>
                    <a:pt x="1772293" y="1273216"/>
                    <a:pt x="1772822" y="1273977"/>
                    <a:pt x="1773219" y="1274737"/>
                  </a:cubicBezTo>
                  <a:cubicBezTo>
                    <a:pt x="1773616" y="1274341"/>
                    <a:pt x="1774376" y="1273878"/>
                    <a:pt x="1774310" y="1273613"/>
                  </a:cubicBezTo>
                  <a:close/>
                  <a:moveTo>
                    <a:pt x="1146752" y="1272389"/>
                  </a:moveTo>
                  <a:cubicBezTo>
                    <a:pt x="1146950" y="1273216"/>
                    <a:pt x="1147446" y="1273977"/>
                    <a:pt x="1147843" y="1274737"/>
                  </a:cubicBezTo>
                  <a:cubicBezTo>
                    <a:pt x="1148240" y="1274341"/>
                    <a:pt x="1148637" y="1273977"/>
                    <a:pt x="1149100" y="1273514"/>
                  </a:cubicBezTo>
                  <a:cubicBezTo>
                    <a:pt x="1148670" y="1272786"/>
                    <a:pt x="1148273" y="1272025"/>
                    <a:pt x="1147843" y="1271265"/>
                  </a:cubicBezTo>
                  <a:cubicBezTo>
                    <a:pt x="1147446" y="1271629"/>
                    <a:pt x="1146685" y="1272125"/>
                    <a:pt x="1146752" y="1272389"/>
                  </a:cubicBezTo>
                  <a:close/>
                  <a:moveTo>
                    <a:pt x="585372" y="1288727"/>
                  </a:moveTo>
                  <a:cubicBezTo>
                    <a:pt x="584975" y="1289091"/>
                    <a:pt x="584214" y="1289587"/>
                    <a:pt x="584281" y="1289852"/>
                  </a:cubicBezTo>
                  <a:cubicBezTo>
                    <a:pt x="584479" y="1290679"/>
                    <a:pt x="584975" y="1291439"/>
                    <a:pt x="585372" y="1292200"/>
                  </a:cubicBezTo>
                  <a:cubicBezTo>
                    <a:pt x="585769" y="1291803"/>
                    <a:pt x="586133" y="1291439"/>
                    <a:pt x="586629" y="1290976"/>
                  </a:cubicBezTo>
                  <a:cubicBezTo>
                    <a:pt x="586199" y="1290216"/>
                    <a:pt x="585802" y="1289488"/>
                    <a:pt x="585372" y="1288727"/>
                  </a:cubicBezTo>
                  <a:close/>
                  <a:moveTo>
                    <a:pt x="1138450" y="823094"/>
                  </a:moveTo>
                  <a:cubicBezTo>
                    <a:pt x="1138285" y="822300"/>
                    <a:pt x="1137756" y="821539"/>
                    <a:pt x="1137359" y="820779"/>
                  </a:cubicBezTo>
                  <a:cubicBezTo>
                    <a:pt x="1136962" y="821142"/>
                    <a:pt x="1136598" y="821539"/>
                    <a:pt x="1136135" y="822002"/>
                  </a:cubicBezTo>
                  <a:cubicBezTo>
                    <a:pt x="1136532" y="822730"/>
                    <a:pt x="1136962" y="823491"/>
                    <a:pt x="1137359" y="824251"/>
                  </a:cubicBezTo>
                  <a:cubicBezTo>
                    <a:pt x="1137756" y="823854"/>
                    <a:pt x="1138516" y="823391"/>
                    <a:pt x="1138450" y="823094"/>
                  </a:cubicBezTo>
                  <a:close/>
                  <a:moveTo>
                    <a:pt x="1491338" y="823094"/>
                  </a:moveTo>
                  <a:cubicBezTo>
                    <a:pt x="1491140" y="822300"/>
                    <a:pt x="1490611" y="821539"/>
                    <a:pt x="1490247" y="820779"/>
                  </a:cubicBezTo>
                  <a:cubicBezTo>
                    <a:pt x="1489850" y="821142"/>
                    <a:pt x="1489056" y="821638"/>
                    <a:pt x="1489122" y="821903"/>
                  </a:cubicBezTo>
                  <a:cubicBezTo>
                    <a:pt x="1489321" y="822730"/>
                    <a:pt x="1489850" y="823491"/>
                    <a:pt x="1490247" y="824251"/>
                  </a:cubicBezTo>
                  <a:cubicBezTo>
                    <a:pt x="1490611" y="823854"/>
                    <a:pt x="1491371" y="823391"/>
                    <a:pt x="1491338" y="823094"/>
                  </a:cubicBezTo>
                  <a:close/>
                  <a:moveTo>
                    <a:pt x="1253908" y="1286478"/>
                  </a:moveTo>
                  <a:cubicBezTo>
                    <a:pt x="1253445" y="1286015"/>
                    <a:pt x="1253048" y="1285618"/>
                    <a:pt x="1252651" y="1285222"/>
                  </a:cubicBezTo>
                  <a:cubicBezTo>
                    <a:pt x="1252287" y="1286015"/>
                    <a:pt x="1251758" y="1286743"/>
                    <a:pt x="1251560" y="1287570"/>
                  </a:cubicBezTo>
                  <a:cubicBezTo>
                    <a:pt x="1251494" y="1287867"/>
                    <a:pt x="1252287" y="1288330"/>
                    <a:pt x="1252651" y="1288727"/>
                  </a:cubicBezTo>
                  <a:cubicBezTo>
                    <a:pt x="1253081" y="1287967"/>
                    <a:pt x="1253511" y="1287206"/>
                    <a:pt x="1253908" y="1286478"/>
                  </a:cubicBezTo>
                  <a:close/>
                  <a:moveTo>
                    <a:pt x="576145" y="1286478"/>
                  </a:moveTo>
                  <a:cubicBezTo>
                    <a:pt x="575682" y="1286015"/>
                    <a:pt x="575285" y="1285618"/>
                    <a:pt x="574888" y="1285222"/>
                  </a:cubicBezTo>
                  <a:cubicBezTo>
                    <a:pt x="574491" y="1286015"/>
                    <a:pt x="573995" y="1286743"/>
                    <a:pt x="573796" y="1287570"/>
                  </a:cubicBezTo>
                  <a:cubicBezTo>
                    <a:pt x="573730" y="1287867"/>
                    <a:pt x="574491" y="1288330"/>
                    <a:pt x="574888" y="1288727"/>
                  </a:cubicBezTo>
                  <a:cubicBezTo>
                    <a:pt x="575318" y="1287967"/>
                    <a:pt x="575715" y="1287206"/>
                    <a:pt x="576145" y="1286478"/>
                  </a:cubicBezTo>
                  <a:close/>
                  <a:moveTo>
                    <a:pt x="1790681" y="1285222"/>
                  </a:moveTo>
                  <a:cubicBezTo>
                    <a:pt x="1791078" y="1284825"/>
                    <a:pt x="1791839" y="1284362"/>
                    <a:pt x="1791773" y="1284064"/>
                  </a:cubicBezTo>
                  <a:cubicBezTo>
                    <a:pt x="1791607" y="1283237"/>
                    <a:pt x="1791078" y="1282510"/>
                    <a:pt x="1790681" y="1281716"/>
                  </a:cubicBezTo>
                  <a:cubicBezTo>
                    <a:pt x="1790284" y="1282113"/>
                    <a:pt x="1789921" y="1282510"/>
                    <a:pt x="1789458" y="1282973"/>
                  </a:cubicBezTo>
                  <a:cubicBezTo>
                    <a:pt x="1789855" y="1283700"/>
                    <a:pt x="1790251" y="1284461"/>
                    <a:pt x="1790681" y="1285222"/>
                  </a:cubicBezTo>
                  <a:close/>
                  <a:moveTo>
                    <a:pt x="2397503" y="1335261"/>
                  </a:moveTo>
                  <a:cubicBezTo>
                    <a:pt x="2397669" y="1336088"/>
                    <a:pt x="2398198" y="1336848"/>
                    <a:pt x="2398595" y="1337609"/>
                  </a:cubicBezTo>
                  <a:cubicBezTo>
                    <a:pt x="2398958" y="1337212"/>
                    <a:pt x="2399752" y="1336749"/>
                    <a:pt x="2399686" y="1336451"/>
                  </a:cubicBezTo>
                  <a:cubicBezTo>
                    <a:pt x="2399488" y="1335625"/>
                    <a:pt x="2398958" y="1334897"/>
                    <a:pt x="2398595" y="1334103"/>
                  </a:cubicBezTo>
                  <a:cubicBezTo>
                    <a:pt x="2398198" y="1334500"/>
                    <a:pt x="2397437" y="1334963"/>
                    <a:pt x="2397503" y="1335261"/>
                  </a:cubicBezTo>
                  <a:close/>
                  <a:moveTo>
                    <a:pt x="1611426" y="1335261"/>
                  </a:moveTo>
                  <a:cubicBezTo>
                    <a:pt x="1611591" y="1336088"/>
                    <a:pt x="1612121" y="1336848"/>
                    <a:pt x="1612518" y="1337609"/>
                  </a:cubicBezTo>
                  <a:cubicBezTo>
                    <a:pt x="1612881" y="1337212"/>
                    <a:pt x="1613278" y="1336848"/>
                    <a:pt x="1613741" y="1336352"/>
                  </a:cubicBezTo>
                  <a:cubicBezTo>
                    <a:pt x="1613344" y="1335625"/>
                    <a:pt x="1612914" y="1334864"/>
                    <a:pt x="1612518" y="1334103"/>
                  </a:cubicBezTo>
                  <a:cubicBezTo>
                    <a:pt x="1612121" y="1334500"/>
                    <a:pt x="1611360" y="1334963"/>
                    <a:pt x="1611426" y="1335261"/>
                  </a:cubicBezTo>
                  <a:close/>
                  <a:moveTo>
                    <a:pt x="1545049" y="1335261"/>
                  </a:moveTo>
                  <a:cubicBezTo>
                    <a:pt x="1545214" y="1336088"/>
                    <a:pt x="1545743" y="1336848"/>
                    <a:pt x="1546140" y="1337609"/>
                  </a:cubicBezTo>
                  <a:cubicBezTo>
                    <a:pt x="1546504" y="1337212"/>
                    <a:pt x="1547298" y="1336749"/>
                    <a:pt x="1547232" y="1336451"/>
                  </a:cubicBezTo>
                  <a:cubicBezTo>
                    <a:pt x="1547033" y="1335625"/>
                    <a:pt x="1546504" y="1334897"/>
                    <a:pt x="1546140" y="1334103"/>
                  </a:cubicBezTo>
                  <a:cubicBezTo>
                    <a:pt x="1545743" y="1334500"/>
                    <a:pt x="1544983" y="1334963"/>
                    <a:pt x="1545049" y="1335261"/>
                  </a:cubicBezTo>
                  <a:close/>
                  <a:moveTo>
                    <a:pt x="888717" y="1336948"/>
                  </a:moveTo>
                  <a:cubicBezTo>
                    <a:pt x="889544" y="1336782"/>
                    <a:pt x="890304" y="1336253"/>
                    <a:pt x="891065" y="1335856"/>
                  </a:cubicBezTo>
                  <a:cubicBezTo>
                    <a:pt x="890668" y="1335459"/>
                    <a:pt x="890304" y="1335095"/>
                    <a:pt x="889808" y="1334632"/>
                  </a:cubicBezTo>
                  <a:cubicBezTo>
                    <a:pt x="889081" y="1335029"/>
                    <a:pt x="888320" y="1335426"/>
                    <a:pt x="887559" y="1335856"/>
                  </a:cubicBezTo>
                  <a:cubicBezTo>
                    <a:pt x="887956" y="1336253"/>
                    <a:pt x="888419" y="1337014"/>
                    <a:pt x="888717" y="1336948"/>
                  </a:cubicBezTo>
                  <a:close/>
                  <a:moveTo>
                    <a:pt x="2419894" y="1333740"/>
                  </a:moveTo>
                  <a:cubicBezTo>
                    <a:pt x="2420026" y="1333806"/>
                    <a:pt x="2420588" y="1333045"/>
                    <a:pt x="2421018" y="1332648"/>
                  </a:cubicBezTo>
                  <a:cubicBezTo>
                    <a:pt x="2420456" y="1331987"/>
                    <a:pt x="2420026" y="1331028"/>
                    <a:pt x="2419331" y="1330664"/>
                  </a:cubicBezTo>
                  <a:cubicBezTo>
                    <a:pt x="2417876" y="1329969"/>
                    <a:pt x="2417149" y="1330697"/>
                    <a:pt x="2417876" y="1332152"/>
                  </a:cubicBezTo>
                  <a:cubicBezTo>
                    <a:pt x="2418207" y="1332847"/>
                    <a:pt x="2419133" y="1333310"/>
                    <a:pt x="2419894" y="1333740"/>
                  </a:cubicBezTo>
                  <a:close/>
                  <a:moveTo>
                    <a:pt x="2404482" y="1328282"/>
                  </a:moveTo>
                  <a:cubicBezTo>
                    <a:pt x="2404647" y="1329109"/>
                    <a:pt x="2405176" y="1329837"/>
                    <a:pt x="2405573" y="1330631"/>
                  </a:cubicBezTo>
                  <a:cubicBezTo>
                    <a:pt x="2405937" y="1330234"/>
                    <a:pt x="2406731" y="1329771"/>
                    <a:pt x="2406664" y="1329473"/>
                  </a:cubicBezTo>
                  <a:cubicBezTo>
                    <a:pt x="2406466" y="1328646"/>
                    <a:pt x="2405937" y="1327919"/>
                    <a:pt x="2405573" y="1327125"/>
                  </a:cubicBezTo>
                  <a:cubicBezTo>
                    <a:pt x="2405176" y="1327522"/>
                    <a:pt x="2404416" y="1327985"/>
                    <a:pt x="2404482" y="1328282"/>
                  </a:cubicBezTo>
                  <a:close/>
                  <a:moveTo>
                    <a:pt x="905055" y="1346340"/>
                  </a:moveTo>
                  <a:cubicBezTo>
                    <a:pt x="904294" y="1345910"/>
                    <a:pt x="903533" y="1345480"/>
                    <a:pt x="902806" y="1345084"/>
                  </a:cubicBezTo>
                  <a:cubicBezTo>
                    <a:pt x="902310" y="1345547"/>
                    <a:pt x="901946" y="1345943"/>
                    <a:pt x="901549" y="1346340"/>
                  </a:cubicBezTo>
                  <a:cubicBezTo>
                    <a:pt x="902310" y="1346737"/>
                    <a:pt x="903070" y="1347233"/>
                    <a:pt x="903897" y="1347432"/>
                  </a:cubicBezTo>
                  <a:cubicBezTo>
                    <a:pt x="904195" y="1347498"/>
                    <a:pt x="904658" y="1346737"/>
                    <a:pt x="905055" y="1346340"/>
                  </a:cubicBezTo>
                  <a:close/>
                  <a:moveTo>
                    <a:pt x="2005556" y="1342835"/>
                  </a:moveTo>
                  <a:cubicBezTo>
                    <a:pt x="2005920" y="1343231"/>
                    <a:pt x="2006416" y="1343992"/>
                    <a:pt x="2006681" y="1343926"/>
                  </a:cubicBezTo>
                  <a:cubicBezTo>
                    <a:pt x="2007507" y="1343761"/>
                    <a:pt x="2008268" y="1343231"/>
                    <a:pt x="2009029" y="1342835"/>
                  </a:cubicBezTo>
                  <a:cubicBezTo>
                    <a:pt x="2008632" y="1342471"/>
                    <a:pt x="2008169" y="1341677"/>
                    <a:pt x="2007904" y="1341743"/>
                  </a:cubicBezTo>
                  <a:cubicBezTo>
                    <a:pt x="2007077" y="1341942"/>
                    <a:pt x="2006317" y="1342471"/>
                    <a:pt x="2005556" y="1342835"/>
                  </a:cubicBezTo>
                  <a:close/>
                  <a:moveTo>
                    <a:pt x="737838" y="1342338"/>
                  </a:moveTo>
                  <a:cubicBezTo>
                    <a:pt x="738268" y="1343066"/>
                    <a:pt x="738665" y="1343827"/>
                    <a:pt x="739095" y="1344587"/>
                  </a:cubicBezTo>
                  <a:cubicBezTo>
                    <a:pt x="739492" y="1344191"/>
                    <a:pt x="740252" y="1343728"/>
                    <a:pt x="740186" y="1343430"/>
                  </a:cubicBezTo>
                  <a:cubicBezTo>
                    <a:pt x="739988" y="1342603"/>
                    <a:pt x="739492" y="1341875"/>
                    <a:pt x="739095" y="1341082"/>
                  </a:cubicBezTo>
                  <a:cubicBezTo>
                    <a:pt x="738698" y="1341479"/>
                    <a:pt x="738301" y="1341875"/>
                    <a:pt x="737838" y="1342338"/>
                  </a:cubicBezTo>
                  <a:close/>
                  <a:moveTo>
                    <a:pt x="2506875" y="1337609"/>
                  </a:moveTo>
                  <a:cubicBezTo>
                    <a:pt x="2506479" y="1337973"/>
                    <a:pt x="2505718" y="1338469"/>
                    <a:pt x="2505784" y="1338767"/>
                  </a:cubicBezTo>
                  <a:cubicBezTo>
                    <a:pt x="2505982" y="1339560"/>
                    <a:pt x="2506479" y="1340321"/>
                    <a:pt x="2506875" y="1341082"/>
                  </a:cubicBezTo>
                  <a:cubicBezTo>
                    <a:pt x="2507272" y="1340718"/>
                    <a:pt x="2507669" y="1340321"/>
                    <a:pt x="2508132" y="1339858"/>
                  </a:cubicBezTo>
                  <a:cubicBezTo>
                    <a:pt x="2507702" y="1339130"/>
                    <a:pt x="2507305" y="1338370"/>
                    <a:pt x="2506875" y="1337609"/>
                  </a:cubicBezTo>
                  <a:close/>
                  <a:moveTo>
                    <a:pt x="2145951" y="1338767"/>
                  </a:moveTo>
                  <a:cubicBezTo>
                    <a:pt x="2146116" y="1339560"/>
                    <a:pt x="2146645" y="1340321"/>
                    <a:pt x="2147042" y="1341082"/>
                  </a:cubicBezTo>
                  <a:cubicBezTo>
                    <a:pt x="2147439" y="1340718"/>
                    <a:pt x="2147803" y="1340321"/>
                    <a:pt x="2148266" y="1339858"/>
                  </a:cubicBezTo>
                  <a:cubicBezTo>
                    <a:pt x="2147869" y="1339130"/>
                    <a:pt x="2147439" y="1338370"/>
                    <a:pt x="2147042" y="1337609"/>
                  </a:cubicBezTo>
                  <a:cubicBezTo>
                    <a:pt x="2146645" y="1338006"/>
                    <a:pt x="2145885" y="1338469"/>
                    <a:pt x="2145951" y="1338767"/>
                  </a:cubicBezTo>
                  <a:close/>
                  <a:moveTo>
                    <a:pt x="1740675" y="1338767"/>
                  </a:moveTo>
                  <a:cubicBezTo>
                    <a:pt x="1740874" y="1339560"/>
                    <a:pt x="1741370" y="1340321"/>
                    <a:pt x="1741766" y="1341082"/>
                  </a:cubicBezTo>
                  <a:cubicBezTo>
                    <a:pt x="1742163" y="1340718"/>
                    <a:pt x="1742924" y="1340222"/>
                    <a:pt x="1742858" y="1339957"/>
                  </a:cubicBezTo>
                  <a:cubicBezTo>
                    <a:pt x="1742693" y="1339130"/>
                    <a:pt x="1742163" y="1338370"/>
                    <a:pt x="1741766" y="1337609"/>
                  </a:cubicBezTo>
                  <a:cubicBezTo>
                    <a:pt x="1741370" y="1338006"/>
                    <a:pt x="1740609" y="1338469"/>
                    <a:pt x="1740675" y="1338767"/>
                  </a:cubicBezTo>
                  <a:close/>
                  <a:moveTo>
                    <a:pt x="1487965" y="1339858"/>
                  </a:moveTo>
                  <a:cubicBezTo>
                    <a:pt x="1487568" y="1339130"/>
                    <a:pt x="1487138" y="1338370"/>
                    <a:pt x="1486741" y="1337609"/>
                  </a:cubicBezTo>
                  <a:cubicBezTo>
                    <a:pt x="1486344" y="1338006"/>
                    <a:pt x="1485584" y="1338469"/>
                    <a:pt x="1485650" y="1338767"/>
                  </a:cubicBezTo>
                  <a:cubicBezTo>
                    <a:pt x="1485815" y="1339593"/>
                    <a:pt x="1486344" y="1340321"/>
                    <a:pt x="1486741" y="1341115"/>
                  </a:cubicBezTo>
                  <a:cubicBezTo>
                    <a:pt x="1487105" y="1340718"/>
                    <a:pt x="1487502" y="1340321"/>
                    <a:pt x="1487965" y="1339858"/>
                  </a:cubicBezTo>
                  <a:close/>
                  <a:moveTo>
                    <a:pt x="522467" y="1337609"/>
                  </a:moveTo>
                  <a:cubicBezTo>
                    <a:pt x="522103" y="1337973"/>
                    <a:pt x="521310" y="1338469"/>
                    <a:pt x="521376" y="1338767"/>
                  </a:cubicBezTo>
                  <a:cubicBezTo>
                    <a:pt x="521574" y="1339560"/>
                    <a:pt x="522103" y="1340321"/>
                    <a:pt x="522467" y="1341082"/>
                  </a:cubicBezTo>
                  <a:cubicBezTo>
                    <a:pt x="522864" y="1340718"/>
                    <a:pt x="523261" y="1340321"/>
                    <a:pt x="523724" y="1339858"/>
                  </a:cubicBezTo>
                  <a:cubicBezTo>
                    <a:pt x="523327" y="1339130"/>
                    <a:pt x="522897" y="1338370"/>
                    <a:pt x="522467" y="1337609"/>
                  </a:cubicBezTo>
                  <a:close/>
                  <a:moveTo>
                    <a:pt x="284904" y="1337609"/>
                  </a:moveTo>
                  <a:cubicBezTo>
                    <a:pt x="284541" y="1337973"/>
                    <a:pt x="283747" y="1338469"/>
                    <a:pt x="283813" y="1338767"/>
                  </a:cubicBezTo>
                  <a:cubicBezTo>
                    <a:pt x="284011" y="1339560"/>
                    <a:pt x="284541" y="1340321"/>
                    <a:pt x="284904" y="1341082"/>
                  </a:cubicBezTo>
                  <a:cubicBezTo>
                    <a:pt x="285301" y="1340718"/>
                    <a:pt x="285698" y="1340321"/>
                    <a:pt x="286161" y="1339858"/>
                  </a:cubicBezTo>
                  <a:cubicBezTo>
                    <a:pt x="285764" y="1339130"/>
                    <a:pt x="285334" y="1338370"/>
                    <a:pt x="284904" y="1337609"/>
                  </a:cubicBezTo>
                  <a:close/>
                  <a:moveTo>
                    <a:pt x="2093530" y="1314293"/>
                  </a:moveTo>
                  <a:cubicBezTo>
                    <a:pt x="2093728" y="1315119"/>
                    <a:pt x="2094258" y="1315880"/>
                    <a:pt x="2094621" y="1316641"/>
                  </a:cubicBezTo>
                  <a:cubicBezTo>
                    <a:pt x="2095018" y="1316277"/>
                    <a:pt x="2095779" y="1315781"/>
                    <a:pt x="2095713" y="1315516"/>
                  </a:cubicBezTo>
                  <a:cubicBezTo>
                    <a:pt x="2095547" y="1314690"/>
                    <a:pt x="2095018" y="1313929"/>
                    <a:pt x="2094621" y="1313168"/>
                  </a:cubicBezTo>
                  <a:cubicBezTo>
                    <a:pt x="2094258" y="1313532"/>
                    <a:pt x="2093464" y="1314028"/>
                    <a:pt x="2093530" y="1314293"/>
                  </a:cubicBezTo>
                  <a:close/>
                  <a:moveTo>
                    <a:pt x="1893240" y="1315417"/>
                  </a:moveTo>
                  <a:cubicBezTo>
                    <a:pt x="1892844" y="1314656"/>
                    <a:pt x="1892414" y="1313929"/>
                    <a:pt x="1891984" y="1313168"/>
                  </a:cubicBezTo>
                  <a:cubicBezTo>
                    <a:pt x="1891620" y="1313532"/>
                    <a:pt x="1890826" y="1314028"/>
                    <a:pt x="1890892" y="1314293"/>
                  </a:cubicBezTo>
                  <a:cubicBezTo>
                    <a:pt x="1891091" y="1315119"/>
                    <a:pt x="1891620" y="1315880"/>
                    <a:pt x="1891984" y="1316641"/>
                  </a:cubicBezTo>
                  <a:cubicBezTo>
                    <a:pt x="1892381" y="1316277"/>
                    <a:pt x="1892777" y="1315880"/>
                    <a:pt x="1893240" y="1315417"/>
                  </a:cubicBezTo>
                  <a:close/>
                  <a:moveTo>
                    <a:pt x="1797064" y="1316012"/>
                  </a:moveTo>
                  <a:cubicBezTo>
                    <a:pt x="1797891" y="1315814"/>
                    <a:pt x="1798652" y="1315285"/>
                    <a:pt x="1799413" y="1314921"/>
                  </a:cubicBezTo>
                  <a:cubicBezTo>
                    <a:pt x="1799016" y="1314524"/>
                    <a:pt x="1798652" y="1314127"/>
                    <a:pt x="1798189" y="1313664"/>
                  </a:cubicBezTo>
                  <a:cubicBezTo>
                    <a:pt x="1797428" y="1314061"/>
                    <a:pt x="1796668" y="1314491"/>
                    <a:pt x="1795940" y="1314921"/>
                  </a:cubicBezTo>
                  <a:cubicBezTo>
                    <a:pt x="1796304" y="1315285"/>
                    <a:pt x="1796767" y="1316079"/>
                    <a:pt x="1797064" y="1316012"/>
                  </a:cubicBezTo>
                  <a:close/>
                  <a:moveTo>
                    <a:pt x="1664905" y="1313168"/>
                  </a:moveTo>
                  <a:cubicBezTo>
                    <a:pt x="1664508" y="1313532"/>
                    <a:pt x="1663747" y="1314028"/>
                    <a:pt x="1663814" y="1314293"/>
                  </a:cubicBezTo>
                  <a:cubicBezTo>
                    <a:pt x="1664012" y="1315119"/>
                    <a:pt x="1664508" y="1315880"/>
                    <a:pt x="1664905" y="1316641"/>
                  </a:cubicBezTo>
                  <a:cubicBezTo>
                    <a:pt x="1665302" y="1316244"/>
                    <a:pt x="1665699" y="1315880"/>
                    <a:pt x="1666162" y="1315417"/>
                  </a:cubicBezTo>
                  <a:cubicBezTo>
                    <a:pt x="1665732" y="1314690"/>
                    <a:pt x="1665335" y="1313929"/>
                    <a:pt x="1664905" y="1313168"/>
                  </a:cubicBezTo>
                  <a:close/>
                  <a:moveTo>
                    <a:pt x="1068733" y="1315417"/>
                  </a:moveTo>
                  <a:cubicBezTo>
                    <a:pt x="1068336" y="1314656"/>
                    <a:pt x="1067906" y="1313929"/>
                    <a:pt x="1067509" y="1313168"/>
                  </a:cubicBezTo>
                  <a:cubicBezTo>
                    <a:pt x="1067112" y="1313532"/>
                    <a:pt x="1066351" y="1314028"/>
                    <a:pt x="1066418" y="1314293"/>
                  </a:cubicBezTo>
                  <a:cubicBezTo>
                    <a:pt x="1066583" y="1315119"/>
                    <a:pt x="1067112" y="1315880"/>
                    <a:pt x="1067509" y="1316641"/>
                  </a:cubicBezTo>
                  <a:cubicBezTo>
                    <a:pt x="1067873" y="1316277"/>
                    <a:pt x="1068270" y="1315880"/>
                    <a:pt x="1068733" y="1315417"/>
                  </a:cubicBezTo>
                  <a:close/>
                  <a:moveTo>
                    <a:pt x="1117647" y="812543"/>
                  </a:moveTo>
                  <a:cubicBezTo>
                    <a:pt x="1117251" y="811816"/>
                    <a:pt x="1116821" y="811055"/>
                    <a:pt x="1116424" y="810294"/>
                  </a:cubicBezTo>
                  <a:cubicBezTo>
                    <a:pt x="1116027" y="810658"/>
                    <a:pt x="1115266" y="811154"/>
                    <a:pt x="1115332" y="811419"/>
                  </a:cubicBezTo>
                  <a:cubicBezTo>
                    <a:pt x="1115498" y="812246"/>
                    <a:pt x="1116027" y="813006"/>
                    <a:pt x="1116424" y="813767"/>
                  </a:cubicBezTo>
                  <a:cubicBezTo>
                    <a:pt x="1116788" y="813403"/>
                    <a:pt x="1117184" y="813006"/>
                    <a:pt x="1117647" y="812543"/>
                  </a:cubicBezTo>
                  <a:close/>
                  <a:moveTo>
                    <a:pt x="908527" y="1314921"/>
                  </a:moveTo>
                  <a:cubicBezTo>
                    <a:pt x="909288" y="1315318"/>
                    <a:pt x="910049" y="1315748"/>
                    <a:pt x="910776" y="1316145"/>
                  </a:cubicBezTo>
                  <a:cubicBezTo>
                    <a:pt x="911239" y="1315682"/>
                    <a:pt x="911636" y="1315285"/>
                    <a:pt x="912033" y="1314921"/>
                  </a:cubicBezTo>
                  <a:cubicBezTo>
                    <a:pt x="911239" y="1314524"/>
                    <a:pt x="910512" y="1313995"/>
                    <a:pt x="909685" y="1313830"/>
                  </a:cubicBezTo>
                  <a:cubicBezTo>
                    <a:pt x="909387" y="1313763"/>
                    <a:pt x="908924" y="1314524"/>
                    <a:pt x="908527" y="1314921"/>
                  </a:cubicBezTo>
                  <a:close/>
                  <a:moveTo>
                    <a:pt x="880085" y="1314392"/>
                  </a:moveTo>
                  <a:cubicBezTo>
                    <a:pt x="879622" y="1313929"/>
                    <a:pt x="879225" y="1313532"/>
                    <a:pt x="878828" y="1313168"/>
                  </a:cubicBezTo>
                  <a:cubicBezTo>
                    <a:pt x="878464" y="1313929"/>
                    <a:pt x="877935" y="1314690"/>
                    <a:pt x="877737" y="1315516"/>
                  </a:cubicBezTo>
                  <a:cubicBezTo>
                    <a:pt x="877670" y="1315781"/>
                    <a:pt x="878464" y="1316244"/>
                    <a:pt x="878828" y="1316641"/>
                  </a:cubicBezTo>
                  <a:cubicBezTo>
                    <a:pt x="879258" y="1315880"/>
                    <a:pt x="879688" y="1315119"/>
                    <a:pt x="880085" y="1314392"/>
                  </a:cubicBezTo>
                  <a:close/>
                  <a:moveTo>
                    <a:pt x="833419" y="1313168"/>
                  </a:moveTo>
                  <a:cubicBezTo>
                    <a:pt x="833022" y="1313532"/>
                    <a:pt x="832261" y="1314028"/>
                    <a:pt x="832327" y="1314293"/>
                  </a:cubicBezTo>
                  <a:cubicBezTo>
                    <a:pt x="832526" y="1315119"/>
                    <a:pt x="833022" y="1315880"/>
                    <a:pt x="833419" y="1316641"/>
                  </a:cubicBezTo>
                  <a:cubicBezTo>
                    <a:pt x="833816" y="1316244"/>
                    <a:pt x="834213" y="1315880"/>
                    <a:pt x="834676" y="1315417"/>
                  </a:cubicBezTo>
                  <a:cubicBezTo>
                    <a:pt x="834246" y="1314690"/>
                    <a:pt x="833849" y="1313929"/>
                    <a:pt x="833419" y="1313168"/>
                  </a:cubicBezTo>
                  <a:close/>
                  <a:moveTo>
                    <a:pt x="1755128" y="1312507"/>
                  </a:moveTo>
                  <a:cubicBezTo>
                    <a:pt x="1755955" y="1312308"/>
                    <a:pt x="1756715" y="1311812"/>
                    <a:pt x="1757476" y="1311415"/>
                  </a:cubicBezTo>
                  <a:cubicBezTo>
                    <a:pt x="1757112" y="1311018"/>
                    <a:pt x="1756715" y="1310655"/>
                    <a:pt x="1756252" y="1310192"/>
                  </a:cubicBezTo>
                  <a:cubicBezTo>
                    <a:pt x="1755525" y="1310588"/>
                    <a:pt x="1754764" y="1310985"/>
                    <a:pt x="1754003" y="1311415"/>
                  </a:cubicBezTo>
                  <a:cubicBezTo>
                    <a:pt x="1754400" y="1311812"/>
                    <a:pt x="1754863" y="1312573"/>
                    <a:pt x="1755128" y="1312507"/>
                  </a:cubicBezTo>
                  <a:close/>
                  <a:moveTo>
                    <a:pt x="1377832" y="1312507"/>
                  </a:moveTo>
                  <a:cubicBezTo>
                    <a:pt x="1378659" y="1312308"/>
                    <a:pt x="1379387" y="1311812"/>
                    <a:pt x="1380180" y="1311415"/>
                  </a:cubicBezTo>
                  <a:cubicBezTo>
                    <a:pt x="1379783" y="1311018"/>
                    <a:pt x="1379387" y="1310655"/>
                    <a:pt x="1378924" y="1310192"/>
                  </a:cubicBezTo>
                  <a:cubicBezTo>
                    <a:pt x="1378196" y="1310588"/>
                    <a:pt x="1377435" y="1310985"/>
                    <a:pt x="1376675" y="1311415"/>
                  </a:cubicBezTo>
                  <a:cubicBezTo>
                    <a:pt x="1377071" y="1311812"/>
                    <a:pt x="1377534" y="1312573"/>
                    <a:pt x="1377832" y="1312507"/>
                  </a:cubicBezTo>
                  <a:close/>
                  <a:moveTo>
                    <a:pt x="1077695" y="1312738"/>
                  </a:moveTo>
                  <a:cubicBezTo>
                    <a:pt x="1078158" y="1312870"/>
                    <a:pt x="1079051" y="1311746"/>
                    <a:pt x="1079713" y="1311217"/>
                  </a:cubicBezTo>
                  <a:cubicBezTo>
                    <a:pt x="1079713" y="1310721"/>
                    <a:pt x="1079713" y="1310192"/>
                    <a:pt x="1079713" y="1309695"/>
                  </a:cubicBezTo>
                  <a:cubicBezTo>
                    <a:pt x="1079713" y="1309695"/>
                    <a:pt x="1079713" y="1309695"/>
                    <a:pt x="1079713" y="1309662"/>
                  </a:cubicBezTo>
                  <a:cubicBezTo>
                    <a:pt x="1078787" y="1309993"/>
                    <a:pt x="1077828" y="1310192"/>
                    <a:pt x="1077034" y="1310655"/>
                  </a:cubicBezTo>
                  <a:cubicBezTo>
                    <a:pt x="1076108" y="1311250"/>
                    <a:pt x="1076339" y="1312308"/>
                    <a:pt x="1077695" y="1312738"/>
                  </a:cubicBezTo>
                  <a:close/>
                  <a:moveTo>
                    <a:pt x="1124494" y="809137"/>
                  </a:moveTo>
                  <a:cubicBezTo>
                    <a:pt x="1124295" y="808310"/>
                    <a:pt x="1123766" y="807582"/>
                    <a:pt x="1123402" y="806789"/>
                  </a:cubicBezTo>
                  <a:cubicBezTo>
                    <a:pt x="1123005" y="807186"/>
                    <a:pt x="1122245" y="807649"/>
                    <a:pt x="1122311" y="807946"/>
                  </a:cubicBezTo>
                  <a:cubicBezTo>
                    <a:pt x="1122476" y="808773"/>
                    <a:pt x="1123005" y="809501"/>
                    <a:pt x="1123402" y="810294"/>
                  </a:cubicBezTo>
                  <a:cubicBezTo>
                    <a:pt x="1123799" y="809898"/>
                    <a:pt x="1124560" y="809435"/>
                    <a:pt x="1124494" y="809137"/>
                  </a:cubicBezTo>
                  <a:close/>
                  <a:moveTo>
                    <a:pt x="1195005" y="808542"/>
                  </a:moveTo>
                  <a:cubicBezTo>
                    <a:pt x="1195402" y="808938"/>
                    <a:pt x="1195865" y="809699"/>
                    <a:pt x="1196163" y="809633"/>
                  </a:cubicBezTo>
                  <a:cubicBezTo>
                    <a:pt x="1196989" y="809435"/>
                    <a:pt x="1197750" y="808938"/>
                    <a:pt x="1198511" y="808542"/>
                  </a:cubicBezTo>
                  <a:cubicBezTo>
                    <a:pt x="1198114" y="808145"/>
                    <a:pt x="1197750" y="807748"/>
                    <a:pt x="1197287" y="807285"/>
                  </a:cubicBezTo>
                  <a:cubicBezTo>
                    <a:pt x="1196526" y="807715"/>
                    <a:pt x="1195766" y="808112"/>
                    <a:pt x="1195005" y="808542"/>
                  </a:cubicBezTo>
                  <a:close/>
                  <a:moveTo>
                    <a:pt x="1564198" y="1327786"/>
                  </a:moveTo>
                  <a:cubicBezTo>
                    <a:pt x="1563371" y="1327952"/>
                    <a:pt x="1562610" y="1328481"/>
                    <a:pt x="1561850" y="1328878"/>
                  </a:cubicBezTo>
                  <a:cubicBezTo>
                    <a:pt x="1562247" y="1329275"/>
                    <a:pt x="1562710" y="1330035"/>
                    <a:pt x="1562974" y="1329969"/>
                  </a:cubicBezTo>
                  <a:cubicBezTo>
                    <a:pt x="1563801" y="1329771"/>
                    <a:pt x="1564562" y="1329275"/>
                    <a:pt x="1565322" y="1328878"/>
                  </a:cubicBezTo>
                  <a:cubicBezTo>
                    <a:pt x="1564959" y="1328481"/>
                    <a:pt x="1564496" y="1327720"/>
                    <a:pt x="1564198" y="1327786"/>
                  </a:cubicBezTo>
                  <a:close/>
                  <a:moveTo>
                    <a:pt x="1444805" y="1327125"/>
                  </a:moveTo>
                  <a:cubicBezTo>
                    <a:pt x="1444408" y="1327522"/>
                    <a:pt x="1443647" y="1327985"/>
                    <a:pt x="1443713" y="1328282"/>
                  </a:cubicBezTo>
                  <a:cubicBezTo>
                    <a:pt x="1443912" y="1329109"/>
                    <a:pt x="1444408" y="1329837"/>
                    <a:pt x="1444805" y="1330631"/>
                  </a:cubicBezTo>
                  <a:cubicBezTo>
                    <a:pt x="1445202" y="1330234"/>
                    <a:pt x="1445599" y="1329837"/>
                    <a:pt x="1446062" y="1329374"/>
                  </a:cubicBezTo>
                  <a:cubicBezTo>
                    <a:pt x="1445665" y="1328646"/>
                    <a:pt x="1445235" y="1327886"/>
                    <a:pt x="1444805" y="1327125"/>
                  </a:cubicBezTo>
                  <a:close/>
                  <a:moveTo>
                    <a:pt x="1306295" y="809038"/>
                  </a:moveTo>
                  <a:cubicBezTo>
                    <a:pt x="1305899" y="808310"/>
                    <a:pt x="1305469" y="807549"/>
                    <a:pt x="1305072" y="806789"/>
                  </a:cubicBezTo>
                  <a:cubicBezTo>
                    <a:pt x="1304675" y="807186"/>
                    <a:pt x="1303914" y="807649"/>
                    <a:pt x="1303980" y="807946"/>
                  </a:cubicBezTo>
                  <a:cubicBezTo>
                    <a:pt x="1304146" y="808773"/>
                    <a:pt x="1304675" y="809501"/>
                    <a:pt x="1305072" y="810294"/>
                  </a:cubicBezTo>
                  <a:cubicBezTo>
                    <a:pt x="1305469" y="809898"/>
                    <a:pt x="1305832" y="809501"/>
                    <a:pt x="1306295" y="809038"/>
                  </a:cubicBezTo>
                  <a:close/>
                  <a:moveTo>
                    <a:pt x="1337119" y="807450"/>
                  </a:moveTo>
                  <a:cubicBezTo>
                    <a:pt x="1336293" y="807616"/>
                    <a:pt x="1335532" y="808145"/>
                    <a:pt x="1334771" y="808542"/>
                  </a:cubicBezTo>
                  <a:cubicBezTo>
                    <a:pt x="1335135" y="808938"/>
                    <a:pt x="1335631" y="809699"/>
                    <a:pt x="1335896" y="809633"/>
                  </a:cubicBezTo>
                  <a:cubicBezTo>
                    <a:pt x="1336722" y="809435"/>
                    <a:pt x="1337483" y="808938"/>
                    <a:pt x="1338244" y="808542"/>
                  </a:cubicBezTo>
                  <a:cubicBezTo>
                    <a:pt x="1337880" y="808145"/>
                    <a:pt x="1337384" y="807384"/>
                    <a:pt x="1337119" y="807450"/>
                  </a:cubicBezTo>
                  <a:close/>
                  <a:moveTo>
                    <a:pt x="2114498" y="1324777"/>
                  </a:moveTo>
                  <a:cubicBezTo>
                    <a:pt x="2114697" y="1325604"/>
                    <a:pt x="2115193" y="1326364"/>
                    <a:pt x="2115590" y="1327125"/>
                  </a:cubicBezTo>
                  <a:cubicBezTo>
                    <a:pt x="2115987" y="1326728"/>
                    <a:pt x="2116747" y="1326265"/>
                    <a:pt x="2116681" y="1325967"/>
                  </a:cubicBezTo>
                  <a:cubicBezTo>
                    <a:pt x="2116516" y="1325174"/>
                    <a:pt x="2115987" y="1324413"/>
                    <a:pt x="2115590" y="1323652"/>
                  </a:cubicBezTo>
                  <a:cubicBezTo>
                    <a:pt x="2115193" y="1324016"/>
                    <a:pt x="2114432" y="1324512"/>
                    <a:pt x="2114498" y="1324777"/>
                  </a:cubicBezTo>
                  <a:close/>
                  <a:moveTo>
                    <a:pt x="953440" y="1325901"/>
                  </a:moveTo>
                  <a:cubicBezTo>
                    <a:pt x="953044" y="1325141"/>
                    <a:pt x="952614" y="1324380"/>
                    <a:pt x="952217" y="1323652"/>
                  </a:cubicBezTo>
                  <a:cubicBezTo>
                    <a:pt x="951820" y="1324016"/>
                    <a:pt x="951059" y="1324512"/>
                    <a:pt x="951125" y="1324777"/>
                  </a:cubicBezTo>
                  <a:cubicBezTo>
                    <a:pt x="951291" y="1325604"/>
                    <a:pt x="951820" y="1326364"/>
                    <a:pt x="952217" y="1327125"/>
                  </a:cubicBezTo>
                  <a:cubicBezTo>
                    <a:pt x="952581" y="1326728"/>
                    <a:pt x="952977" y="1326364"/>
                    <a:pt x="953440" y="1325901"/>
                  </a:cubicBezTo>
                  <a:close/>
                  <a:moveTo>
                    <a:pt x="1291578" y="1323123"/>
                  </a:moveTo>
                  <a:cubicBezTo>
                    <a:pt x="1292041" y="1322660"/>
                    <a:pt x="1292438" y="1322263"/>
                    <a:pt x="1292835" y="1321899"/>
                  </a:cubicBezTo>
                  <a:cubicBezTo>
                    <a:pt x="1292041" y="1321503"/>
                    <a:pt x="1291313" y="1320973"/>
                    <a:pt x="1290487" y="1320808"/>
                  </a:cubicBezTo>
                  <a:cubicBezTo>
                    <a:pt x="1290189" y="1320742"/>
                    <a:pt x="1289726" y="1321503"/>
                    <a:pt x="1289329" y="1321899"/>
                  </a:cubicBezTo>
                  <a:cubicBezTo>
                    <a:pt x="1290090" y="1322296"/>
                    <a:pt x="1290850" y="1322726"/>
                    <a:pt x="1291578" y="1323123"/>
                  </a:cubicBezTo>
                  <a:close/>
                  <a:moveTo>
                    <a:pt x="2275067" y="1318890"/>
                  </a:moveTo>
                  <a:cubicBezTo>
                    <a:pt x="2275530" y="1319353"/>
                    <a:pt x="2275927" y="1319750"/>
                    <a:pt x="2276291" y="1320147"/>
                  </a:cubicBezTo>
                  <a:cubicBezTo>
                    <a:pt x="2276688" y="1319353"/>
                    <a:pt x="2277217" y="1318625"/>
                    <a:pt x="2277382" y="1317798"/>
                  </a:cubicBezTo>
                  <a:cubicBezTo>
                    <a:pt x="2277449" y="1317501"/>
                    <a:pt x="2276688" y="1317038"/>
                    <a:pt x="2276291" y="1316641"/>
                  </a:cubicBezTo>
                  <a:cubicBezTo>
                    <a:pt x="2275894" y="1317401"/>
                    <a:pt x="2275464" y="1318162"/>
                    <a:pt x="2275067" y="1318890"/>
                  </a:cubicBezTo>
                  <a:close/>
                  <a:moveTo>
                    <a:pt x="1149100" y="669371"/>
                  </a:moveTo>
                  <a:cubicBezTo>
                    <a:pt x="1148670" y="668610"/>
                    <a:pt x="1148273" y="667849"/>
                    <a:pt x="1147843" y="667122"/>
                  </a:cubicBezTo>
                  <a:cubicBezTo>
                    <a:pt x="1147446" y="667486"/>
                    <a:pt x="1146685" y="667982"/>
                    <a:pt x="1146752" y="668246"/>
                  </a:cubicBezTo>
                  <a:cubicBezTo>
                    <a:pt x="1146950" y="669073"/>
                    <a:pt x="1147446" y="669834"/>
                    <a:pt x="1147843" y="670594"/>
                  </a:cubicBezTo>
                  <a:cubicBezTo>
                    <a:pt x="1148240" y="670198"/>
                    <a:pt x="1148637" y="669834"/>
                    <a:pt x="1149100" y="669371"/>
                  </a:cubicBezTo>
                  <a:close/>
                  <a:moveTo>
                    <a:pt x="1399892" y="1505719"/>
                  </a:moveTo>
                  <a:cubicBezTo>
                    <a:pt x="1399164" y="1506149"/>
                    <a:pt x="1398403" y="1506545"/>
                    <a:pt x="1397643" y="1506975"/>
                  </a:cubicBezTo>
                  <a:cubicBezTo>
                    <a:pt x="1398040" y="1507372"/>
                    <a:pt x="1398503" y="1508133"/>
                    <a:pt x="1398800" y="1508067"/>
                  </a:cubicBezTo>
                  <a:cubicBezTo>
                    <a:pt x="1399627" y="1507868"/>
                    <a:pt x="1400355" y="1507372"/>
                    <a:pt x="1401149" y="1506975"/>
                  </a:cubicBezTo>
                  <a:cubicBezTo>
                    <a:pt x="1400752" y="1506579"/>
                    <a:pt x="1400355" y="1506215"/>
                    <a:pt x="1399892" y="1505719"/>
                  </a:cubicBezTo>
                  <a:close/>
                  <a:moveTo>
                    <a:pt x="1257381" y="671851"/>
                  </a:moveTo>
                  <a:cubicBezTo>
                    <a:pt x="1256918" y="671388"/>
                    <a:pt x="1256554" y="670991"/>
                    <a:pt x="1256157" y="670594"/>
                  </a:cubicBezTo>
                  <a:cubicBezTo>
                    <a:pt x="1255760" y="671388"/>
                    <a:pt x="1255231" y="672116"/>
                    <a:pt x="1255065" y="672943"/>
                  </a:cubicBezTo>
                  <a:cubicBezTo>
                    <a:pt x="1254999" y="673240"/>
                    <a:pt x="1255760" y="673703"/>
                    <a:pt x="1256157" y="674100"/>
                  </a:cubicBezTo>
                  <a:cubicBezTo>
                    <a:pt x="1256554" y="673339"/>
                    <a:pt x="1256984" y="672579"/>
                    <a:pt x="1257381" y="671851"/>
                  </a:cubicBezTo>
                  <a:close/>
                  <a:moveTo>
                    <a:pt x="1670792" y="1502874"/>
                  </a:moveTo>
                  <a:cubicBezTo>
                    <a:pt x="1670990" y="1503701"/>
                    <a:pt x="1671520" y="1504462"/>
                    <a:pt x="1671883" y="1505223"/>
                  </a:cubicBezTo>
                  <a:cubicBezTo>
                    <a:pt x="1672280" y="1504826"/>
                    <a:pt x="1673041" y="1504363"/>
                    <a:pt x="1673008" y="1504098"/>
                  </a:cubicBezTo>
                  <a:cubicBezTo>
                    <a:pt x="1672809" y="1503271"/>
                    <a:pt x="1672280" y="1502511"/>
                    <a:pt x="1671883" y="1501750"/>
                  </a:cubicBezTo>
                  <a:cubicBezTo>
                    <a:pt x="1671520" y="1502114"/>
                    <a:pt x="1670726" y="1502610"/>
                    <a:pt x="1670792" y="1502874"/>
                  </a:cubicBezTo>
                  <a:close/>
                  <a:moveTo>
                    <a:pt x="2468445" y="1501750"/>
                  </a:moveTo>
                  <a:cubicBezTo>
                    <a:pt x="2468875" y="1500989"/>
                    <a:pt x="2469305" y="1500229"/>
                    <a:pt x="2469701" y="1499501"/>
                  </a:cubicBezTo>
                  <a:cubicBezTo>
                    <a:pt x="2469238" y="1499005"/>
                    <a:pt x="2468842" y="1498641"/>
                    <a:pt x="2468445" y="1498244"/>
                  </a:cubicBezTo>
                  <a:cubicBezTo>
                    <a:pt x="2468048" y="1499005"/>
                    <a:pt x="2467552" y="1499766"/>
                    <a:pt x="2467353" y="1500592"/>
                  </a:cubicBezTo>
                  <a:cubicBezTo>
                    <a:pt x="2467287" y="1500890"/>
                    <a:pt x="2468048" y="1501353"/>
                    <a:pt x="2468445" y="1501750"/>
                  </a:cubicBezTo>
                  <a:close/>
                  <a:moveTo>
                    <a:pt x="973185" y="1519212"/>
                  </a:moveTo>
                  <a:cubicBezTo>
                    <a:pt x="973549" y="1518816"/>
                    <a:pt x="974342" y="1518353"/>
                    <a:pt x="974276" y="1518055"/>
                  </a:cubicBezTo>
                  <a:cubicBezTo>
                    <a:pt x="974078" y="1517228"/>
                    <a:pt x="973549" y="1516500"/>
                    <a:pt x="973185" y="1515707"/>
                  </a:cubicBezTo>
                  <a:cubicBezTo>
                    <a:pt x="972788" y="1516104"/>
                    <a:pt x="972391" y="1516500"/>
                    <a:pt x="971928" y="1516963"/>
                  </a:cubicBezTo>
                  <a:cubicBezTo>
                    <a:pt x="972325" y="1517691"/>
                    <a:pt x="972755" y="1518452"/>
                    <a:pt x="973185" y="1519212"/>
                  </a:cubicBezTo>
                  <a:close/>
                  <a:moveTo>
                    <a:pt x="1830865" y="661863"/>
                  </a:moveTo>
                  <a:cubicBezTo>
                    <a:pt x="1830468" y="661466"/>
                    <a:pt x="1830005" y="660706"/>
                    <a:pt x="1829707" y="660772"/>
                  </a:cubicBezTo>
                  <a:cubicBezTo>
                    <a:pt x="1828881" y="660970"/>
                    <a:pt x="1828120" y="661466"/>
                    <a:pt x="1827359" y="661863"/>
                  </a:cubicBezTo>
                  <a:cubicBezTo>
                    <a:pt x="1827756" y="662260"/>
                    <a:pt x="1828219" y="663021"/>
                    <a:pt x="1828517" y="662955"/>
                  </a:cubicBezTo>
                  <a:cubicBezTo>
                    <a:pt x="1829344" y="662789"/>
                    <a:pt x="1830071" y="662260"/>
                    <a:pt x="1830865" y="661863"/>
                  </a:cubicBezTo>
                  <a:close/>
                  <a:moveTo>
                    <a:pt x="86864" y="1518055"/>
                  </a:moveTo>
                  <a:cubicBezTo>
                    <a:pt x="86698" y="1517228"/>
                    <a:pt x="86169" y="1516467"/>
                    <a:pt x="85772" y="1515707"/>
                  </a:cubicBezTo>
                  <a:cubicBezTo>
                    <a:pt x="85376" y="1516104"/>
                    <a:pt x="85012" y="1516467"/>
                    <a:pt x="84549" y="1516930"/>
                  </a:cubicBezTo>
                  <a:cubicBezTo>
                    <a:pt x="84946" y="1517691"/>
                    <a:pt x="85342" y="1518452"/>
                    <a:pt x="85772" y="1519179"/>
                  </a:cubicBezTo>
                  <a:cubicBezTo>
                    <a:pt x="86169" y="1518816"/>
                    <a:pt x="86930" y="1518319"/>
                    <a:pt x="86864" y="1518055"/>
                  </a:cubicBezTo>
                  <a:close/>
                  <a:moveTo>
                    <a:pt x="1399396" y="1515707"/>
                  </a:moveTo>
                  <a:cubicBezTo>
                    <a:pt x="1399793" y="1514946"/>
                    <a:pt x="1400222" y="1514185"/>
                    <a:pt x="1400619" y="1513458"/>
                  </a:cubicBezTo>
                  <a:cubicBezTo>
                    <a:pt x="1400156" y="1512995"/>
                    <a:pt x="1399793" y="1512598"/>
                    <a:pt x="1399396" y="1512201"/>
                  </a:cubicBezTo>
                  <a:cubicBezTo>
                    <a:pt x="1398999" y="1512995"/>
                    <a:pt x="1398470" y="1513722"/>
                    <a:pt x="1398304" y="1514549"/>
                  </a:cubicBezTo>
                  <a:cubicBezTo>
                    <a:pt x="1398238" y="1514847"/>
                    <a:pt x="1398999" y="1515310"/>
                    <a:pt x="1399396" y="1515707"/>
                  </a:cubicBezTo>
                  <a:close/>
                  <a:moveTo>
                    <a:pt x="1007019" y="1513359"/>
                  </a:moveTo>
                  <a:cubicBezTo>
                    <a:pt x="1007184" y="1514185"/>
                    <a:pt x="1007713" y="1514913"/>
                    <a:pt x="1008110" y="1515707"/>
                  </a:cubicBezTo>
                  <a:cubicBezTo>
                    <a:pt x="1008474" y="1515310"/>
                    <a:pt x="1009267" y="1514847"/>
                    <a:pt x="1009201" y="1514549"/>
                  </a:cubicBezTo>
                  <a:cubicBezTo>
                    <a:pt x="1009003" y="1513722"/>
                    <a:pt x="1008474" y="1512995"/>
                    <a:pt x="1008110" y="1512201"/>
                  </a:cubicBezTo>
                  <a:cubicBezTo>
                    <a:pt x="1007713" y="1512598"/>
                    <a:pt x="1006952" y="1513061"/>
                    <a:pt x="1007019" y="1513359"/>
                  </a:cubicBezTo>
                  <a:close/>
                  <a:moveTo>
                    <a:pt x="1698077" y="1494738"/>
                  </a:moveTo>
                  <a:cubicBezTo>
                    <a:pt x="1697713" y="1493746"/>
                    <a:pt x="1697482" y="1492126"/>
                    <a:pt x="1696920" y="1491993"/>
                  </a:cubicBezTo>
                  <a:cubicBezTo>
                    <a:pt x="1694836" y="1491497"/>
                    <a:pt x="1694472" y="1493052"/>
                    <a:pt x="1694605" y="1494738"/>
                  </a:cubicBezTo>
                  <a:cubicBezTo>
                    <a:pt x="1695762" y="1494738"/>
                    <a:pt x="1696920" y="1494738"/>
                    <a:pt x="1698077" y="1494738"/>
                  </a:cubicBezTo>
                  <a:close/>
                  <a:moveTo>
                    <a:pt x="1739518" y="683327"/>
                  </a:moveTo>
                  <a:cubicBezTo>
                    <a:pt x="1739121" y="682600"/>
                    <a:pt x="1738691" y="681839"/>
                    <a:pt x="1738294" y="681079"/>
                  </a:cubicBezTo>
                  <a:cubicBezTo>
                    <a:pt x="1737897" y="681475"/>
                    <a:pt x="1737136" y="681938"/>
                    <a:pt x="1737202" y="682236"/>
                  </a:cubicBezTo>
                  <a:cubicBezTo>
                    <a:pt x="1737368" y="683030"/>
                    <a:pt x="1737897" y="683791"/>
                    <a:pt x="1738294" y="684551"/>
                  </a:cubicBezTo>
                  <a:cubicBezTo>
                    <a:pt x="1738658" y="684187"/>
                    <a:pt x="1739055" y="683791"/>
                    <a:pt x="1739518" y="683327"/>
                  </a:cubicBezTo>
                  <a:close/>
                  <a:moveTo>
                    <a:pt x="1929323" y="682236"/>
                  </a:moveTo>
                  <a:cubicBezTo>
                    <a:pt x="1929521" y="683030"/>
                    <a:pt x="1930051" y="683791"/>
                    <a:pt x="1930414" y="684551"/>
                  </a:cubicBezTo>
                  <a:cubicBezTo>
                    <a:pt x="1930811" y="684187"/>
                    <a:pt x="1931572" y="683691"/>
                    <a:pt x="1931506" y="683427"/>
                  </a:cubicBezTo>
                  <a:cubicBezTo>
                    <a:pt x="1931340" y="682600"/>
                    <a:pt x="1930811" y="681839"/>
                    <a:pt x="1930414" y="681079"/>
                  </a:cubicBezTo>
                  <a:cubicBezTo>
                    <a:pt x="1930051" y="681475"/>
                    <a:pt x="1929257" y="681938"/>
                    <a:pt x="1929323" y="682236"/>
                  </a:cubicBezTo>
                  <a:close/>
                  <a:moveTo>
                    <a:pt x="1309801" y="1489017"/>
                  </a:moveTo>
                  <a:cubicBezTo>
                    <a:pt x="1309338" y="1488554"/>
                    <a:pt x="1308941" y="1488157"/>
                    <a:pt x="1308577" y="1487760"/>
                  </a:cubicBezTo>
                  <a:cubicBezTo>
                    <a:pt x="1308181" y="1488554"/>
                    <a:pt x="1307651" y="1489281"/>
                    <a:pt x="1307486" y="1490108"/>
                  </a:cubicBezTo>
                  <a:cubicBezTo>
                    <a:pt x="1307420" y="1490406"/>
                    <a:pt x="1308181" y="1490869"/>
                    <a:pt x="1308577" y="1491266"/>
                  </a:cubicBezTo>
                  <a:cubicBezTo>
                    <a:pt x="1308974" y="1490505"/>
                    <a:pt x="1309404" y="1489744"/>
                    <a:pt x="1309801" y="1489017"/>
                  </a:cubicBezTo>
                  <a:close/>
                  <a:moveTo>
                    <a:pt x="1181048" y="1489513"/>
                  </a:moveTo>
                  <a:cubicBezTo>
                    <a:pt x="1181412" y="1489910"/>
                    <a:pt x="1181908" y="1490670"/>
                    <a:pt x="1182173" y="1490604"/>
                  </a:cubicBezTo>
                  <a:cubicBezTo>
                    <a:pt x="1183000" y="1490406"/>
                    <a:pt x="1183760" y="1489910"/>
                    <a:pt x="1184521" y="1489513"/>
                  </a:cubicBezTo>
                  <a:cubicBezTo>
                    <a:pt x="1184157" y="1489116"/>
                    <a:pt x="1183760" y="1488752"/>
                    <a:pt x="1183297" y="1488256"/>
                  </a:cubicBezTo>
                  <a:cubicBezTo>
                    <a:pt x="1182570" y="1488686"/>
                    <a:pt x="1181809" y="1489083"/>
                    <a:pt x="1181048" y="1489513"/>
                  </a:cubicBezTo>
                  <a:close/>
                  <a:moveTo>
                    <a:pt x="1021471" y="1490604"/>
                  </a:moveTo>
                  <a:cubicBezTo>
                    <a:pt x="1022298" y="1490406"/>
                    <a:pt x="1023059" y="1489910"/>
                    <a:pt x="1023820" y="1489513"/>
                  </a:cubicBezTo>
                  <a:cubicBezTo>
                    <a:pt x="1023423" y="1489116"/>
                    <a:pt x="1023059" y="1488752"/>
                    <a:pt x="1022596" y="1488256"/>
                  </a:cubicBezTo>
                  <a:cubicBezTo>
                    <a:pt x="1021835" y="1488686"/>
                    <a:pt x="1021108" y="1489083"/>
                    <a:pt x="1020347" y="1489513"/>
                  </a:cubicBezTo>
                  <a:cubicBezTo>
                    <a:pt x="1020711" y="1489910"/>
                    <a:pt x="1021174" y="1490670"/>
                    <a:pt x="1021471" y="1490604"/>
                  </a:cubicBezTo>
                  <a:close/>
                  <a:moveTo>
                    <a:pt x="2418935" y="1501088"/>
                  </a:moveTo>
                  <a:cubicBezTo>
                    <a:pt x="2419761" y="1500890"/>
                    <a:pt x="2420522" y="1500394"/>
                    <a:pt x="2421283" y="1499997"/>
                  </a:cubicBezTo>
                  <a:cubicBezTo>
                    <a:pt x="2420886" y="1499600"/>
                    <a:pt x="2420522" y="1499203"/>
                    <a:pt x="2420059" y="1498740"/>
                  </a:cubicBezTo>
                  <a:cubicBezTo>
                    <a:pt x="2419298" y="1499170"/>
                    <a:pt x="2418538" y="1499567"/>
                    <a:pt x="2417810" y="1499997"/>
                  </a:cubicBezTo>
                  <a:cubicBezTo>
                    <a:pt x="2418174" y="1500394"/>
                    <a:pt x="2418670" y="1501155"/>
                    <a:pt x="2418935" y="1501088"/>
                  </a:cubicBezTo>
                  <a:close/>
                  <a:moveTo>
                    <a:pt x="1698176" y="1496293"/>
                  </a:moveTo>
                  <a:cubicBezTo>
                    <a:pt x="1698507" y="1496987"/>
                    <a:pt x="1699433" y="1497450"/>
                    <a:pt x="1700194" y="1497847"/>
                  </a:cubicBezTo>
                  <a:cubicBezTo>
                    <a:pt x="1700326" y="1497947"/>
                    <a:pt x="1700921" y="1497186"/>
                    <a:pt x="1701318" y="1496789"/>
                  </a:cubicBezTo>
                  <a:cubicBezTo>
                    <a:pt x="1700756" y="1496094"/>
                    <a:pt x="1700359" y="1495168"/>
                    <a:pt x="1699632" y="1494805"/>
                  </a:cubicBezTo>
                  <a:cubicBezTo>
                    <a:pt x="1698904" y="1494441"/>
                    <a:pt x="1698375" y="1494474"/>
                    <a:pt x="1698110" y="1494738"/>
                  </a:cubicBezTo>
                  <a:cubicBezTo>
                    <a:pt x="1698077" y="1494738"/>
                    <a:pt x="1698077" y="1494738"/>
                    <a:pt x="1698077" y="1494738"/>
                  </a:cubicBezTo>
                  <a:cubicBezTo>
                    <a:pt x="1697813" y="1495036"/>
                    <a:pt x="1697813" y="1495565"/>
                    <a:pt x="1698176" y="1496293"/>
                  </a:cubicBezTo>
                  <a:close/>
                  <a:moveTo>
                    <a:pt x="1692289" y="1497517"/>
                  </a:moveTo>
                  <a:cubicBezTo>
                    <a:pt x="1694373" y="1498013"/>
                    <a:pt x="1694737" y="1496458"/>
                    <a:pt x="1694605" y="1494772"/>
                  </a:cubicBezTo>
                  <a:cubicBezTo>
                    <a:pt x="1693447" y="1494772"/>
                    <a:pt x="1692289" y="1494772"/>
                    <a:pt x="1691099" y="1494772"/>
                  </a:cubicBezTo>
                  <a:cubicBezTo>
                    <a:pt x="1691496" y="1495731"/>
                    <a:pt x="1691727" y="1497384"/>
                    <a:pt x="1692289" y="1497517"/>
                  </a:cubicBezTo>
                  <a:close/>
                  <a:moveTo>
                    <a:pt x="881242" y="1495896"/>
                  </a:moveTo>
                  <a:cubicBezTo>
                    <a:pt x="881408" y="1496723"/>
                    <a:pt x="881937" y="1497484"/>
                    <a:pt x="882334" y="1498244"/>
                  </a:cubicBezTo>
                  <a:cubicBezTo>
                    <a:pt x="882731" y="1497847"/>
                    <a:pt x="883491" y="1497384"/>
                    <a:pt x="883425" y="1497087"/>
                  </a:cubicBezTo>
                  <a:cubicBezTo>
                    <a:pt x="883227" y="1496260"/>
                    <a:pt x="882731" y="1495532"/>
                    <a:pt x="882334" y="1494738"/>
                  </a:cubicBezTo>
                  <a:cubicBezTo>
                    <a:pt x="881937" y="1495135"/>
                    <a:pt x="881176" y="1495598"/>
                    <a:pt x="881242" y="1495896"/>
                  </a:cubicBezTo>
                  <a:close/>
                  <a:moveTo>
                    <a:pt x="1958394" y="646154"/>
                  </a:moveTo>
                  <a:cubicBezTo>
                    <a:pt x="1958791" y="645393"/>
                    <a:pt x="1959221" y="644632"/>
                    <a:pt x="1959618" y="643905"/>
                  </a:cubicBezTo>
                  <a:cubicBezTo>
                    <a:pt x="1959155" y="643442"/>
                    <a:pt x="1958758" y="643045"/>
                    <a:pt x="1958394" y="642648"/>
                  </a:cubicBezTo>
                  <a:cubicBezTo>
                    <a:pt x="1957997" y="643442"/>
                    <a:pt x="1957468" y="644169"/>
                    <a:pt x="1957270" y="644996"/>
                  </a:cubicBezTo>
                  <a:cubicBezTo>
                    <a:pt x="1957237" y="645294"/>
                    <a:pt x="1957997" y="645757"/>
                    <a:pt x="1958394" y="646154"/>
                  </a:cubicBezTo>
                  <a:close/>
                  <a:moveTo>
                    <a:pt x="1440075" y="1535418"/>
                  </a:moveTo>
                  <a:cubicBezTo>
                    <a:pt x="1440538" y="1535881"/>
                    <a:pt x="1440935" y="1536278"/>
                    <a:pt x="1441332" y="1536642"/>
                  </a:cubicBezTo>
                  <a:cubicBezTo>
                    <a:pt x="1441696" y="1535881"/>
                    <a:pt x="1442225" y="1535120"/>
                    <a:pt x="1442424" y="1534327"/>
                  </a:cubicBezTo>
                  <a:cubicBezTo>
                    <a:pt x="1442457" y="1534029"/>
                    <a:pt x="1441696" y="1533566"/>
                    <a:pt x="1441332" y="1533169"/>
                  </a:cubicBezTo>
                  <a:cubicBezTo>
                    <a:pt x="1440902" y="1533930"/>
                    <a:pt x="1440472" y="1534691"/>
                    <a:pt x="1440075" y="1535418"/>
                  </a:cubicBezTo>
                  <a:close/>
                  <a:moveTo>
                    <a:pt x="1227979" y="632230"/>
                  </a:moveTo>
                  <a:cubicBezTo>
                    <a:pt x="1226524" y="631535"/>
                    <a:pt x="1225796" y="632263"/>
                    <a:pt x="1226524" y="633718"/>
                  </a:cubicBezTo>
                  <a:cubicBezTo>
                    <a:pt x="1226854" y="634413"/>
                    <a:pt x="1227813" y="634876"/>
                    <a:pt x="1228574" y="635306"/>
                  </a:cubicBezTo>
                  <a:cubicBezTo>
                    <a:pt x="1228673" y="635372"/>
                    <a:pt x="1229269" y="634611"/>
                    <a:pt x="1229665" y="634214"/>
                  </a:cubicBezTo>
                  <a:cubicBezTo>
                    <a:pt x="1229103" y="633553"/>
                    <a:pt x="1228706" y="632594"/>
                    <a:pt x="1227979" y="632230"/>
                  </a:cubicBezTo>
                  <a:close/>
                  <a:moveTo>
                    <a:pt x="1816875" y="633917"/>
                  </a:moveTo>
                  <a:cubicBezTo>
                    <a:pt x="1816114" y="633553"/>
                    <a:pt x="1815354" y="633024"/>
                    <a:pt x="1814527" y="632825"/>
                  </a:cubicBezTo>
                  <a:cubicBezTo>
                    <a:pt x="1814262" y="632759"/>
                    <a:pt x="1813766" y="633553"/>
                    <a:pt x="1813369" y="633917"/>
                  </a:cubicBezTo>
                  <a:cubicBezTo>
                    <a:pt x="1814130" y="634347"/>
                    <a:pt x="1814891" y="634776"/>
                    <a:pt x="1815618" y="635173"/>
                  </a:cubicBezTo>
                  <a:cubicBezTo>
                    <a:pt x="1816114" y="634710"/>
                    <a:pt x="1816478" y="634313"/>
                    <a:pt x="1816875" y="633917"/>
                  </a:cubicBezTo>
                  <a:close/>
                  <a:moveTo>
                    <a:pt x="74693" y="1546498"/>
                  </a:moveTo>
                  <a:cubicBezTo>
                    <a:pt x="75520" y="1546299"/>
                    <a:pt x="76280" y="1545770"/>
                    <a:pt x="77041" y="1545406"/>
                  </a:cubicBezTo>
                  <a:cubicBezTo>
                    <a:pt x="76644" y="1545009"/>
                    <a:pt x="76280" y="1544612"/>
                    <a:pt x="75784" y="1544149"/>
                  </a:cubicBezTo>
                  <a:cubicBezTo>
                    <a:pt x="75057" y="1544546"/>
                    <a:pt x="74296" y="1544976"/>
                    <a:pt x="73535" y="1545406"/>
                  </a:cubicBezTo>
                  <a:cubicBezTo>
                    <a:pt x="73932" y="1545770"/>
                    <a:pt x="74395" y="1546531"/>
                    <a:pt x="74693" y="1546498"/>
                  </a:cubicBezTo>
                  <a:close/>
                  <a:moveTo>
                    <a:pt x="1898995" y="635669"/>
                  </a:moveTo>
                  <a:cubicBezTo>
                    <a:pt x="1898598" y="636066"/>
                    <a:pt x="1897838" y="636529"/>
                    <a:pt x="1897904" y="636827"/>
                  </a:cubicBezTo>
                  <a:cubicBezTo>
                    <a:pt x="1898069" y="637654"/>
                    <a:pt x="1898598" y="638414"/>
                    <a:pt x="1898995" y="639175"/>
                  </a:cubicBezTo>
                  <a:cubicBezTo>
                    <a:pt x="1899359" y="638778"/>
                    <a:pt x="1899756" y="638414"/>
                    <a:pt x="1900219" y="637918"/>
                  </a:cubicBezTo>
                  <a:cubicBezTo>
                    <a:pt x="1899822" y="637191"/>
                    <a:pt x="1899392" y="636430"/>
                    <a:pt x="1898995" y="635669"/>
                  </a:cubicBezTo>
                  <a:close/>
                  <a:moveTo>
                    <a:pt x="1280002" y="1542992"/>
                  </a:moveTo>
                  <a:cubicBezTo>
                    <a:pt x="1280829" y="1542793"/>
                    <a:pt x="1281590" y="1542297"/>
                    <a:pt x="1282351" y="1541900"/>
                  </a:cubicBezTo>
                  <a:cubicBezTo>
                    <a:pt x="1281954" y="1541504"/>
                    <a:pt x="1281491" y="1540743"/>
                    <a:pt x="1281193" y="1540809"/>
                  </a:cubicBezTo>
                  <a:cubicBezTo>
                    <a:pt x="1280366" y="1540974"/>
                    <a:pt x="1279639" y="1541504"/>
                    <a:pt x="1278845" y="1541900"/>
                  </a:cubicBezTo>
                  <a:cubicBezTo>
                    <a:pt x="1279242" y="1542297"/>
                    <a:pt x="1279738" y="1543058"/>
                    <a:pt x="1280002" y="1542992"/>
                  </a:cubicBezTo>
                  <a:close/>
                  <a:moveTo>
                    <a:pt x="1296340" y="654885"/>
                  </a:moveTo>
                  <a:cubicBezTo>
                    <a:pt x="1295547" y="654488"/>
                    <a:pt x="1294819" y="653992"/>
                    <a:pt x="1293992" y="653793"/>
                  </a:cubicBezTo>
                  <a:cubicBezTo>
                    <a:pt x="1293695" y="653727"/>
                    <a:pt x="1293232" y="654488"/>
                    <a:pt x="1292835" y="654885"/>
                  </a:cubicBezTo>
                  <a:cubicBezTo>
                    <a:pt x="1293595" y="655315"/>
                    <a:pt x="1294356" y="655712"/>
                    <a:pt x="1295084" y="656142"/>
                  </a:cubicBezTo>
                  <a:cubicBezTo>
                    <a:pt x="1295547" y="655645"/>
                    <a:pt x="1295944" y="655282"/>
                    <a:pt x="1296340" y="654885"/>
                  </a:cubicBezTo>
                  <a:close/>
                  <a:moveTo>
                    <a:pt x="1255065" y="1520337"/>
                  </a:moveTo>
                  <a:cubicBezTo>
                    <a:pt x="1255231" y="1521164"/>
                    <a:pt x="1255760" y="1521924"/>
                    <a:pt x="1256157" y="1522685"/>
                  </a:cubicBezTo>
                  <a:cubicBezTo>
                    <a:pt x="1256554" y="1522288"/>
                    <a:pt x="1256918" y="1521924"/>
                    <a:pt x="1257381" y="1521461"/>
                  </a:cubicBezTo>
                  <a:cubicBezTo>
                    <a:pt x="1256984" y="1520701"/>
                    <a:pt x="1256554" y="1519940"/>
                    <a:pt x="1256157" y="1519212"/>
                  </a:cubicBezTo>
                  <a:cubicBezTo>
                    <a:pt x="1255760" y="1519576"/>
                    <a:pt x="1254999" y="1520072"/>
                    <a:pt x="1255065" y="1520337"/>
                  </a:cubicBezTo>
                  <a:close/>
                  <a:moveTo>
                    <a:pt x="1165901" y="657299"/>
                  </a:moveTo>
                  <a:cubicBezTo>
                    <a:pt x="1165074" y="657464"/>
                    <a:pt x="1164346" y="657994"/>
                    <a:pt x="1163553" y="658391"/>
                  </a:cubicBezTo>
                  <a:cubicBezTo>
                    <a:pt x="1163950" y="658754"/>
                    <a:pt x="1164413" y="659548"/>
                    <a:pt x="1164710" y="659482"/>
                  </a:cubicBezTo>
                  <a:cubicBezTo>
                    <a:pt x="1165537" y="659283"/>
                    <a:pt x="1166298" y="658754"/>
                    <a:pt x="1167058" y="658391"/>
                  </a:cubicBezTo>
                  <a:cubicBezTo>
                    <a:pt x="1166662" y="657994"/>
                    <a:pt x="1166199" y="657233"/>
                    <a:pt x="1165901" y="657299"/>
                  </a:cubicBezTo>
                  <a:close/>
                  <a:moveTo>
                    <a:pt x="47342" y="1533169"/>
                  </a:moveTo>
                  <a:cubicBezTo>
                    <a:pt x="46945" y="1533566"/>
                    <a:pt x="46184" y="1534029"/>
                    <a:pt x="46250" y="1534327"/>
                  </a:cubicBezTo>
                  <a:cubicBezTo>
                    <a:pt x="46449" y="1535120"/>
                    <a:pt x="46945" y="1535881"/>
                    <a:pt x="47342" y="1536642"/>
                  </a:cubicBezTo>
                  <a:cubicBezTo>
                    <a:pt x="47739" y="1536278"/>
                    <a:pt x="48135" y="1535881"/>
                    <a:pt x="48598" y="1535418"/>
                  </a:cubicBezTo>
                  <a:cubicBezTo>
                    <a:pt x="48169" y="1534691"/>
                    <a:pt x="47772" y="1533930"/>
                    <a:pt x="47342" y="1533169"/>
                  </a:cubicBezTo>
                  <a:close/>
                  <a:moveTo>
                    <a:pt x="1171226" y="1530821"/>
                  </a:moveTo>
                  <a:cubicBezTo>
                    <a:pt x="1171391" y="1531648"/>
                    <a:pt x="1171920" y="1532375"/>
                    <a:pt x="1172317" y="1533169"/>
                  </a:cubicBezTo>
                  <a:cubicBezTo>
                    <a:pt x="1172681" y="1532772"/>
                    <a:pt x="1173078" y="1532375"/>
                    <a:pt x="1173541" y="1531912"/>
                  </a:cubicBezTo>
                  <a:cubicBezTo>
                    <a:pt x="1173144" y="1531185"/>
                    <a:pt x="1172714" y="1530424"/>
                    <a:pt x="1172317" y="1529663"/>
                  </a:cubicBezTo>
                  <a:cubicBezTo>
                    <a:pt x="1171920" y="1530060"/>
                    <a:pt x="1171159" y="1530523"/>
                    <a:pt x="1171226" y="1530821"/>
                  </a:cubicBezTo>
                  <a:close/>
                  <a:moveTo>
                    <a:pt x="1128628" y="1527911"/>
                  </a:moveTo>
                  <a:cubicBezTo>
                    <a:pt x="1128264" y="1527547"/>
                    <a:pt x="1127768" y="1526753"/>
                    <a:pt x="1127470" y="1526819"/>
                  </a:cubicBezTo>
                  <a:cubicBezTo>
                    <a:pt x="1126676" y="1527018"/>
                    <a:pt x="1125916" y="1527547"/>
                    <a:pt x="1125155" y="1527911"/>
                  </a:cubicBezTo>
                  <a:cubicBezTo>
                    <a:pt x="1125519" y="1528307"/>
                    <a:pt x="1125916" y="1528704"/>
                    <a:pt x="1126379" y="1529167"/>
                  </a:cubicBezTo>
                  <a:cubicBezTo>
                    <a:pt x="1127106" y="1528770"/>
                    <a:pt x="1127867" y="1528341"/>
                    <a:pt x="1128628" y="1527911"/>
                  </a:cubicBezTo>
                  <a:close/>
                  <a:moveTo>
                    <a:pt x="1869296" y="1444104"/>
                  </a:moveTo>
                  <a:cubicBezTo>
                    <a:pt x="1868535" y="1443707"/>
                    <a:pt x="1867774" y="1443277"/>
                    <a:pt x="1867047" y="1442880"/>
                  </a:cubicBezTo>
                  <a:cubicBezTo>
                    <a:pt x="1866584" y="1443343"/>
                    <a:pt x="1866187" y="1443740"/>
                    <a:pt x="1865790" y="1444104"/>
                  </a:cubicBezTo>
                  <a:cubicBezTo>
                    <a:pt x="1866584" y="1444501"/>
                    <a:pt x="1867311" y="1445030"/>
                    <a:pt x="1868138" y="1445195"/>
                  </a:cubicBezTo>
                  <a:cubicBezTo>
                    <a:pt x="1868436" y="1445261"/>
                    <a:pt x="1868899" y="1444501"/>
                    <a:pt x="1869296" y="1444104"/>
                  </a:cubicBezTo>
                  <a:close/>
                  <a:moveTo>
                    <a:pt x="1603786" y="1444104"/>
                  </a:moveTo>
                  <a:cubicBezTo>
                    <a:pt x="1604514" y="1444534"/>
                    <a:pt x="1605275" y="1444964"/>
                    <a:pt x="1606035" y="1445361"/>
                  </a:cubicBezTo>
                  <a:cubicBezTo>
                    <a:pt x="1606498" y="1444898"/>
                    <a:pt x="1606862" y="1444501"/>
                    <a:pt x="1607259" y="1444104"/>
                  </a:cubicBezTo>
                  <a:cubicBezTo>
                    <a:pt x="1606498" y="1443740"/>
                    <a:pt x="1605738" y="1443211"/>
                    <a:pt x="1604911" y="1443012"/>
                  </a:cubicBezTo>
                  <a:cubicBezTo>
                    <a:pt x="1604646" y="1442946"/>
                    <a:pt x="1604150" y="1443740"/>
                    <a:pt x="1603786" y="1444104"/>
                  </a:cubicBezTo>
                  <a:close/>
                  <a:moveTo>
                    <a:pt x="251732" y="1444104"/>
                  </a:moveTo>
                  <a:cubicBezTo>
                    <a:pt x="250972" y="1443707"/>
                    <a:pt x="250211" y="1443277"/>
                    <a:pt x="249483" y="1442880"/>
                  </a:cubicBezTo>
                  <a:cubicBezTo>
                    <a:pt x="249020" y="1443343"/>
                    <a:pt x="248623" y="1443740"/>
                    <a:pt x="248227" y="1444104"/>
                  </a:cubicBezTo>
                  <a:cubicBezTo>
                    <a:pt x="249020" y="1444501"/>
                    <a:pt x="249748" y="1445030"/>
                    <a:pt x="250575" y="1445195"/>
                  </a:cubicBezTo>
                  <a:cubicBezTo>
                    <a:pt x="250872" y="1445261"/>
                    <a:pt x="251335" y="1444501"/>
                    <a:pt x="251732" y="1444104"/>
                  </a:cubicBezTo>
                  <a:close/>
                  <a:moveTo>
                    <a:pt x="1676481" y="1437721"/>
                  </a:moveTo>
                  <a:cubicBezTo>
                    <a:pt x="1676282" y="1436894"/>
                    <a:pt x="1675786" y="1436166"/>
                    <a:pt x="1675389" y="1435373"/>
                  </a:cubicBezTo>
                  <a:cubicBezTo>
                    <a:pt x="1674992" y="1435769"/>
                    <a:pt x="1674232" y="1436232"/>
                    <a:pt x="1674298" y="1436530"/>
                  </a:cubicBezTo>
                  <a:cubicBezTo>
                    <a:pt x="1674496" y="1437357"/>
                    <a:pt x="1674992" y="1438118"/>
                    <a:pt x="1675389" y="1438878"/>
                  </a:cubicBezTo>
                  <a:cubicBezTo>
                    <a:pt x="1675786" y="1438481"/>
                    <a:pt x="1676547" y="1438018"/>
                    <a:pt x="1676481" y="1437721"/>
                  </a:cubicBezTo>
                  <a:close/>
                  <a:moveTo>
                    <a:pt x="1418115" y="1436629"/>
                  </a:moveTo>
                  <a:cubicBezTo>
                    <a:pt x="1417652" y="1436166"/>
                    <a:pt x="1417255" y="1435769"/>
                    <a:pt x="1416858" y="1435373"/>
                  </a:cubicBezTo>
                  <a:cubicBezTo>
                    <a:pt x="1416461" y="1436166"/>
                    <a:pt x="1415965" y="1436894"/>
                    <a:pt x="1415767" y="1437721"/>
                  </a:cubicBezTo>
                  <a:cubicBezTo>
                    <a:pt x="1415701" y="1438018"/>
                    <a:pt x="1416461" y="1438481"/>
                    <a:pt x="1416858" y="1438878"/>
                  </a:cubicBezTo>
                  <a:cubicBezTo>
                    <a:pt x="1417288" y="1438118"/>
                    <a:pt x="1417685" y="1437357"/>
                    <a:pt x="1418115" y="1436629"/>
                  </a:cubicBezTo>
                  <a:close/>
                  <a:moveTo>
                    <a:pt x="126617" y="1450487"/>
                  </a:moveTo>
                  <a:cubicBezTo>
                    <a:pt x="126783" y="1451314"/>
                    <a:pt x="127312" y="1452074"/>
                    <a:pt x="127709" y="1452835"/>
                  </a:cubicBezTo>
                  <a:cubicBezTo>
                    <a:pt x="128106" y="1452471"/>
                    <a:pt x="128470" y="1452074"/>
                    <a:pt x="128933" y="1451611"/>
                  </a:cubicBezTo>
                  <a:cubicBezTo>
                    <a:pt x="128536" y="1450884"/>
                    <a:pt x="128106" y="1450123"/>
                    <a:pt x="127709" y="1449362"/>
                  </a:cubicBezTo>
                  <a:cubicBezTo>
                    <a:pt x="127312" y="1449726"/>
                    <a:pt x="126551" y="1450222"/>
                    <a:pt x="126617" y="1450487"/>
                  </a:cubicBezTo>
                  <a:close/>
                  <a:moveTo>
                    <a:pt x="1165306" y="726488"/>
                  </a:moveTo>
                  <a:cubicBezTo>
                    <a:pt x="1165735" y="725727"/>
                    <a:pt x="1166165" y="724966"/>
                    <a:pt x="1166562" y="724239"/>
                  </a:cubicBezTo>
                  <a:cubicBezTo>
                    <a:pt x="1166099" y="723776"/>
                    <a:pt x="1165702" y="723379"/>
                    <a:pt x="1165306" y="722982"/>
                  </a:cubicBezTo>
                  <a:cubicBezTo>
                    <a:pt x="1164942" y="723776"/>
                    <a:pt x="1164413" y="724503"/>
                    <a:pt x="1164214" y="725330"/>
                  </a:cubicBezTo>
                  <a:cubicBezTo>
                    <a:pt x="1164148" y="725628"/>
                    <a:pt x="1164942" y="726091"/>
                    <a:pt x="1165306" y="726488"/>
                  </a:cubicBezTo>
                  <a:close/>
                  <a:moveTo>
                    <a:pt x="1268394" y="728207"/>
                  </a:moveTo>
                  <a:cubicBezTo>
                    <a:pt x="1267997" y="727844"/>
                    <a:pt x="1267534" y="727050"/>
                    <a:pt x="1267236" y="727116"/>
                  </a:cubicBezTo>
                  <a:cubicBezTo>
                    <a:pt x="1266409" y="727314"/>
                    <a:pt x="1265649" y="727844"/>
                    <a:pt x="1264888" y="728207"/>
                  </a:cubicBezTo>
                  <a:cubicBezTo>
                    <a:pt x="1265285" y="728604"/>
                    <a:pt x="1265748" y="729365"/>
                    <a:pt x="1266046" y="729299"/>
                  </a:cubicBezTo>
                  <a:cubicBezTo>
                    <a:pt x="1266872" y="729133"/>
                    <a:pt x="1267600" y="728604"/>
                    <a:pt x="1268394" y="728207"/>
                  </a:cubicBezTo>
                  <a:close/>
                  <a:moveTo>
                    <a:pt x="953308" y="1448205"/>
                  </a:moveTo>
                  <a:cubicBezTo>
                    <a:pt x="953110" y="1447378"/>
                    <a:pt x="952581" y="1446650"/>
                    <a:pt x="952217" y="1445857"/>
                  </a:cubicBezTo>
                  <a:cubicBezTo>
                    <a:pt x="951820" y="1446254"/>
                    <a:pt x="951423" y="1446650"/>
                    <a:pt x="950960" y="1447113"/>
                  </a:cubicBezTo>
                  <a:cubicBezTo>
                    <a:pt x="951357" y="1447841"/>
                    <a:pt x="951787" y="1448602"/>
                    <a:pt x="952217" y="1449362"/>
                  </a:cubicBezTo>
                  <a:cubicBezTo>
                    <a:pt x="952581" y="1448966"/>
                    <a:pt x="953341" y="1448503"/>
                    <a:pt x="953308" y="1448205"/>
                  </a:cubicBezTo>
                  <a:close/>
                  <a:moveTo>
                    <a:pt x="1558344" y="1428394"/>
                  </a:moveTo>
                  <a:cubicBezTo>
                    <a:pt x="1558046" y="1427501"/>
                    <a:pt x="1557848" y="1426509"/>
                    <a:pt x="1557352" y="1425715"/>
                  </a:cubicBezTo>
                  <a:cubicBezTo>
                    <a:pt x="1556757" y="1424789"/>
                    <a:pt x="1555731" y="1425021"/>
                    <a:pt x="1555301" y="1426377"/>
                  </a:cubicBezTo>
                  <a:cubicBezTo>
                    <a:pt x="1555136" y="1426840"/>
                    <a:pt x="1556260" y="1427733"/>
                    <a:pt x="1556790" y="1428394"/>
                  </a:cubicBezTo>
                  <a:cubicBezTo>
                    <a:pt x="1557319" y="1428394"/>
                    <a:pt x="1557848" y="1428394"/>
                    <a:pt x="1558344" y="1428394"/>
                  </a:cubicBezTo>
                  <a:close/>
                  <a:moveTo>
                    <a:pt x="2261243" y="1422573"/>
                  </a:moveTo>
                  <a:cubicBezTo>
                    <a:pt x="2261408" y="1423400"/>
                    <a:pt x="2261937" y="1424128"/>
                    <a:pt x="2262334" y="1424922"/>
                  </a:cubicBezTo>
                  <a:cubicBezTo>
                    <a:pt x="2262731" y="1424525"/>
                    <a:pt x="2263095" y="1424128"/>
                    <a:pt x="2263558" y="1423665"/>
                  </a:cubicBezTo>
                  <a:cubicBezTo>
                    <a:pt x="2263161" y="1422937"/>
                    <a:pt x="2262731" y="1422176"/>
                    <a:pt x="2262334" y="1421416"/>
                  </a:cubicBezTo>
                  <a:cubicBezTo>
                    <a:pt x="2261937" y="1421813"/>
                    <a:pt x="2261177" y="1422276"/>
                    <a:pt x="2261243" y="1422573"/>
                  </a:cubicBezTo>
                  <a:close/>
                  <a:moveTo>
                    <a:pt x="1149596" y="749176"/>
                  </a:moveTo>
                  <a:cubicBezTo>
                    <a:pt x="1150357" y="749606"/>
                    <a:pt x="1151117" y="750002"/>
                    <a:pt x="1151845" y="750432"/>
                  </a:cubicBezTo>
                  <a:cubicBezTo>
                    <a:pt x="1152308" y="749936"/>
                    <a:pt x="1152705" y="749573"/>
                    <a:pt x="1153069" y="749176"/>
                  </a:cubicBezTo>
                  <a:cubicBezTo>
                    <a:pt x="1152308" y="748779"/>
                    <a:pt x="1151547" y="748283"/>
                    <a:pt x="1150753" y="748084"/>
                  </a:cubicBezTo>
                  <a:cubicBezTo>
                    <a:pt x="1150456" y="748018"/>
                    <a:pt x="1149993" y="748779"/>
                    <a:pt x="1149596" y="749176"/>
                  </a:cubicBezTo>
                  <a:close/>
                  <a:moveTo>
                    <a:pt x="2319980" y="1419663"/>
                  </a:moveTo>
                  <a:cubicBezTo>
                    <a:pt x="2320741" y="1420060"/>
                    <a:pt x="2321502" y="1420589"/>
                    <a:pt x="2322329" y="1420754"/>
                  </a:cubicBezTo>
                  <a:cubicBezTo>
                    <a:pt x="2322593" y="1420820"/>
                    <a:pt x="2323089" y="1420060"/>
                    <a:pt x="2323453" y="1419663"/>
                  </a:cubicBezTo>
                  <a:cubicBezTo>
                    <a:pt x="2322692" y="1419266"/>
                    <a:pt x="2321965" y="1418836"/>
                    <a:pt x="2321204" y="1418439"/>
                  </a:cubicBezTo>
                  <a:cubicBezTo>
                    <a:pt x="2320741" y="1418902"/>
                    <a:pt x="2320377" y="1419299"/>
                    <a:pt x="2319980" y="1419663"/>
                  </a:cubicBezTo>
                  <a:close/>
                  <a:moveTo>
                    <a:pt x="2360131" y="1435373"/>
                  </a:moveTo>
                  <a:cubicBezTo>
                    <a:pt x="2360561" y="1434612"/>
                    <a:pt x="2360991" y="1433851"/>
                    <a:pt x="2361388" y="1433124"/>
                  </a:cubicBezTo>
                  <a:cubicBezTo>
                    <a:pt x="2360925" y="1432661"/>
                    <a:pt x="2360528" y="1432264"/>
                    <a:pt x="2360131" y="1431900"/>
                  </a:cubicBezTo>
                  <a:cubicBezTo>
                    <a:pt x="2359767" y="1432661"/>
                    <a:pt x="2359238" y="1433421"/>
                    <a:pt x="2359039" y="1434248"/>
                  </a:cubicBezTo>
                  <a:cubicBezTo>
                    <a:pt x="2359006" y="1434513"/>
                    <a:pt x="2359767" y="1435009"/>
                    <a:pt x="2360131" y="1435373"/>
                  </a:cubicBezTo>
                  <a:close/>
                  <a:moveTo>
                    <a:pt x="1523419" y="1433653"/>
                  </a:moveTo>
                  <a:cubicBezTo>
                    <a:pt x="1523816" y="1434017"/>
                    <a:pt x="1524279" y="1434810"/>
                    <a:pt x="1524577" y="1434744"/>
                  </a:cubicBezTo>
                  <a:cubicBezTo>
                    <a:pt x="1525370" y="1434546"/>
                    <a:pt x="1526131" y="1434017"/>
                    <a:pt x="1526892" y="1433653"/>
                  </a:cubicBezTo>
                  <a:cubicBezTo>
                    <a:pt x="1526528" y="1433256"/>
                    <a:pt x="1526131" y="1432859"/>
                    <a:pt x="1525668" y="1432396"/>
                  </a:cubicBezTo>
                  <a:cubicBezTo>
                    <a:pt x="1524940" y="1432793"/>
                    <a:pt x="1524180" y="1433223"/>
                    <a:pt x="1523419" y="1433653"/>
                  </a:cubicBezTo>
                  <a:close/>
                  <a:moveTo>
                    <a:pt x="1245673" y="740444"/>
                  </a:moveTo>
                  <a:cubicBezTo>
                    <a:pt x="1246103" y="739684"/>
                    <a:pt x="1246500" y="738923"/>
                    <a:pt x="1246930" y="738195"/>
                  </a:cubicBezTo>
                  <a:cubicBezTo>
                    <a:pt x="1246433" y="737732"/>
                    <a:pt x="1246070" y="737336"/>
                    <a:pt x="1245673" y="736939"/>
                  </a:cubicBezTo>
                  <a:cubicBezTo>
                    <a:pt x="1245276" y="737732"/>
                    <a:pt x="1244780" y="738460"/>
                    <a:pt x="1244581" y="739287"/>
                  </a:cubicBezTo>
                  <a:cubicBezTo>
                    <a:pt x="1244515" y="739585"/>
                    <a:pt x="1245276" y="740048"/>
                    <a:pt x="1245673" y="740444"/>
                  </a:cubicBezTo>
                  <a:close/>
                  <a:moveTo>
                    <a:pt x="1057620" y="1429056"/>
                  </a:moveTo>
                  <a:cubicBezTo>
                    <a:pt x="1056793" y="1429254"/>
                    <a:pt x="1056033" y="1429750"/>
                    <a:pt x="1055272" y="1430147"/>
                  </a:cubicBezTo>
                  <a:cubicBezTo>
                    <a:pt x="1055669" y="1430544"/>
                    <a:pt x="1056132" y="1431305"/>
                    <a:pt x="1056430" y="1431238"/>
                  </a:cubicBezTo>
                  <a:cubicBezTo>
                    <a:pt x="1057256" y="1431040"/>
                    <a:pt x="1057984" y="1430544"/>
                    <a:pt x="1058778" y="1430147"/>
                  </a:cubicBezTo>
                  <a:cubicBezTo>
                    <a:pt x="1058381" y="1429750"/>
                    <a:pt x="1057885" y="1428990"/>
                    <a:pt x="1057620" y="1429056"/>
                  </a:cubicBezTo>
                  <a:close/>
                  <a:moveTo>
                    <a:pt x="747826" y="1430147"/>
                  </a:moveTo>
                  <a:cubicBezTo>
                    <a:pt x="748223" y="1430544"/>
                    <a:pt x="748686" y="1431305"/>
                    <a:pt x="748984" y="1431238"/>
                  </a:cubicBezTo>
                  <a:cubicBezTo>
                    <a:pt x="749810" y="1431040"/>
                    <a:pt x="750538" y="1430544"/>
                    <a:pt x="751332" y="1430147"/>
                  </a:cubicBezTo>
                  <a:cubicBezTo>
                    <a:pt x="750935" y="1429750"/>
                    <a:pt x="750472" y="1428990"/>
                    <a:pt x="750174" y="1429056"/>
                  </a:cubicBezTo>
                  <a:cubicBezTo>
                    <a:pt x="749347" y="1429254"/>
                    <a:pt x="748587" y="1429750"/>
                    <a:pt x="747826" y="1430147"/>
                  </a:cubicBezTo>
                  <a:close/>
                  <a:moveTo>
                    <a:pt x="1729033" y="700790"/>
                  </a:moveTo>
                  <a:cubicBezTo>
                    <a:pt x="1728637" y="700062"/>
                    <a:pt x="1728207" y="699302"/>
                    <a:pt x="1727810" y="698541"/>
                  </a:cubicBezTo>
                  <a:cubicBezTo>
                    <a:pt x="1727413" y="698938"/>
                    <a:pt x="1726652" y="699401"/>
                    <a:pt x="1726718" y="699666"/>
                  </a:cubicBezTo>
                  <a:cubicBezTo>
                    <a:pt x="1726884" y="700492"/>
                    <a:pt x="1727413" y="701253"/>
                    <a:pt x="1727810" y="702014"/>
                  </a:cubicBezTo>
                  <a:cubicBezTo>
                    <a:pt x="1728174" y="701650"/>
                    <a:pt x="1728570" y="701253"/>
                    <a:pt x="1729033" y="700790"/>
                  </a:cubicBezTo>
                  <a:close/>
                  <a:moveTo>
                    <a:pt x="1656835" y="1467949"/>
                  </a:moveTo>
                  <a:cubicBezTo>
                    <a:pt x="1657001" y="1468776"/>
                    <a:pt x="1657530" y="1469537"/>
                    <a:pt x="1657927" y="1470298"/>
                  </a:cubicBezTo>
                  <a:cubicBezTo>
                    <a:pt x="1658324" y="1469934"/>
                    <a:pt x="1658687" y="1469537"/>
                    <a:pt x="1659150" y="1469074"/>
                  </a:cubicBezTo>
                  <a:cubicBezTo>
                    <a:pt x="1658753" y="1468346"/>
                    <a:pt x="1658357" y="1467586"/>
                    <a:pt x="1657927" y="1466825"/>
                  </a:cubicBezTo>
                  <a:cubicBezTo>
                    <a:pt x="1657530" y="1467189"/>
                    <a:pt x="1656769" y="1467685"/>
                    <a:pt x="1656835" y="1467949"/>
                  </a:cubicBezTo>
                  <a:close/>
                  <a:moveTo>
                    <a:pt x="937135" y="1467949"/>
                  </a:moveTo>
                  <a:cubicBezTo>
                    <a:pt x="937334" y="1468776"/>
                    <a:pt x="937830" y="1469537"/>
                    <a:pt x="938227" y="1470298"/>
                  </a:cubicBezTo>
                  <a:cubicBezTo>
                    <a:pt x="938624" y="1469934"/>
                    <a:pt x="939384" y="1469438"/>
                    <a:pt x="939318" y="1469173"/>
                  </a:cubicBezTo>
                  <a:cubicBezTo>
                    <a:pt x="939153" y="1468346"/>
                    <a:pt x="938624" y="1467586"/>
                    <a:pt x="938227" y="1466825"/>
                  </a:cubicBezTo>
                  <a:cubicBezTo>
                    <a:pt x="937830" y="1467189"/>
                    <a:pt x="937069" y="1467685"/>
                    <a:pt x="937135" y="1467949"/>
                  </a:cubicBezTo>
                  <a:close/>
                  <a:moveTo>
                    <a:pt x="2428923" y="1485412"/>
                  </a:moveTo>
                  <a:cubicBezTo>
                    <a:pt x="2429121" y="1486239"/>
                    <a:pt x="2429650" y="1486999"/>
                    <a:pt x="2430014" y="1487760"/>
                  </a:cubicBezTo>
                  <a:cubicBezTo>
                    <a:pt x="2430411" y="1487396"/>
                    <a:pt x="2430808" y="1486999"/>
                    <a:pt x="2431271" y="1486536"/>
                  </a:cubicBezTo>
                  <a:cubicBezTo>
                    <a:pt x="2430874" y="1485809"/>
                    <a:pt x="2430444" y="1485048"/>
                    <a:pt x="2430014" y="1484287"/>
                  </a:cubicBezTo>
                  <a:cubicBezTo>
                    <a:pt x="2429650" y="1484651"/>
                    <a:pt x="2428856" y="1485147"/>
                    <a:pt x="2428923" y="1485412"/>
                  </a:cubicBezTo>
                  <a:close/>
                  <a:moveTo>
                    <a:pt x="1299317" y="690306"/>
                  </a:moveTo>
                  <a:cubicBezTo>
                    <a:pt x="1298920" y="689578"/>
                    <a:pt x="1298490" y="688818"/>
                    <a:pt x="1298093" y="688057"/>
                  </a:cubicBezTo>
                  <a:cubicBezTo>
                    <a:pt x="1297696" y="688454"/>
                    <a:pt x="1296936" y="688917"/>
                    <a:pt x="1296969" y="689214"/>
                  </a:cubicBezTo>
                  <a:cubicBezTo>
                    <a:pt x="1297167" y="690041"/>
                    <a:pt x="1297696" y="690769"/>
                    <a:pt x="1298093" y="691563"/>
                  </a:cubicBezTo>
                  <a:cubicBezTo>
                    <a:pt x="1298457" y="691166"/>
                    <a:pt x="1298854" y="690769"/>
                    <a:pt x="1299317" y="690306"/>
                  </a:cubicBezTo>
                  <a:close/>
                  <a:moveTo>
                    <a:pt x="1147843" y="695035"/>
                  </a:moveTo>
                  <a:cubicBezTo>
                    <a:pt x="1148240" y="694672"/>
                    <a:pt x="1148637" y="694275"/>
                    <a:pt x="1149100" y="693812"/>
                  </a:cubicBezTo>
                  <a:cubicBezTo>
                    <a:pt x="1148670" y="693084"/>
                    <a:pt x="1148273" y="692323"/>
                    <a:pt x="1147843" y="691563"/>
                  </a:cubicBezTo>
                  <a:cubicBezTo>
                    <a:pt x="1147446" y="691960"/>
                    <a:pt x="1146685" y="692423"/>
                    <a:pt x="1146752" y="692687"/>
                  </a:cubicBezTo>
                  <a:cubicBezTo>
                    <a:pt x="1146950" y="693514"/>
                    <a:pt x="1147446" y="694275"/>
                    <a:pt x="1147843" y="695035"/>
                  </a:cubicBezTo>
                  <a:close/>
                  <a:moveTo>
                    <a:pt x="1755756" y="691563"/>
                  </a:moveTo>
                  <a:cubicBezTo>
                    <a:pt x="1755359" y="691926"/>
                    <a:pt x="1754599" y="692423"/>
                    <a:pt x="1754665" y="692687"/>
                  </a:cubicBezTo>
                  <a:cubicBezTo>
                    <a:pt x="1754830" y="693514"/>
                    <a:pt x="1755359" y="694275"/>
                    <a:pt x="1755756" y="695035"/>
                  </a:cubicBezTo>
                  <a:cubicBezTo>
                    <a:pt x="1756120" y="694638"/>
                    <a:pt x="1756517" y="694275"/>
                    <a:pt x="1756980" y="693812"/>
                  </a:cubicBezTo>
                  <a:cubicBezTo>
                    <a:pt x="1756583" y="693084"/>
                    <a:pt x="1756153" y="692323"/>
                    <a:pt x="1755756" y="691563"/>
                  </a:cubicBezTo>
                  <a:close/>
                  <a:moveTo>
                    <a:pt x="1462267" y="1473803"/>
                  </a:moveTo>
                  <a:cubicBezTo>
                    <a:pt x="1461870" y="1474564"/>
                    <a:pt x="1461440" y="1475325"/>
                    <a:pt x="1461044" y="1476052"/>
                  </a:cubicBezTo>
                  <a:cubicBezTo>
                    <a:pt x="1461507" y="1476515"/>
                    <a:pt x="1461903" y="1476912"/>
                    <a:pt x="1462267" y="1477276"/>
                  </a:cubicBezTo>
                  <a:cubicBezTo>
                    <a:pt x="1462664" y="1476515"/>
                    <a:pt x="1463193" y="1475755"/>
                    <a:pt x="1463359" y="1474961"/>
                  </a:cubicBezTo>
                  <a:cubicBezTo>
                    <a:pt x="1463425" y="1474663"/>
                    <a:pt x="1462664" y="1474200"/>
                    <a:pt x="1462267" y="1473803"/>
                  </a:cubicBezTo>
                  <a:close/>
                  <a:moveTo>
                    <a:pt x="975566" y="1474961"/>
                  </a:moveTo>
                  <a:cubicBezTo>
                    <a:pt x="975765" y="1475755"/>
                    <a:pt x="976261" y="1476515"/>
                    <a:pt x="976658" y="1477276"/>
                  </a:cubicBezTo>
                  <a:cubicBezTo>
                    <a:pt x="977054" y="1476912"/>
                    <a:pt x="977451" y="1476515"/>
                    <a:pt x="977914" y="1476052"/>
                  </a:cubicBezTo>
                  <a:cubicBezTo>
                    <a:pt x="977484" y="1475325"/>
                    <a:pt x="977088" y="1474564"/>
                    <a:pt x="976658" y="1473803"/>
                  </a:cubicBezTo>
                  <a:cubicBezTo>
                    <a:pt x="976261" y="1474200"/>
                    <a:pt x="975500" y="1474663"/>
                    <a:pt x="975566" y="1474961"/>
                  </a:cubicBezTo>
                  <a:close/>
                  <a:moveTo>
                    <a:pt x="1700359" y="1453364"/>
                  </a:moveTo>
                  <a:cubicBezTo>
                    <a:pt x="1699632" y="1453761"/>
                    <a:pt x="1698871" y="1454158"/>
                    <a:pt x="1698110" y="1454588"/>
                  </a:cubicBezTo>
                  <a:cubicBezTo>
                    <a:pt x="1698474" y="1454985"/>
                    <a:pt x="1698970" y="1455745"/>
                    <a:pt x="1699235" y="1455679"/>
                  </a:cubicBezTo>
                  <a:cubicBezTo>
                    <a:pt x="1700062" y="1455481"/>
                    <a:pt x="1700822" y="1454985"/>
                    <a:pt x="1701583" y="1454588"/>
                  </a:cubicBezTo>
                  <a:cubicBezTo>
                    <a:pt x="1701219" y="1454191"/>
                    <a:pt x="1700822" y="1453827"/>
                    <a:pt x="1700359" y="1453364"/>
                  </a:cubicBezTo>
                  <a:close/>
                  <a:moveTo>
                    <a:pt x="1639373" y="1453993"/>
                  </a:moveTo>
                  <a:cubicBezTo>
                    <a:pt x="1639538" y="1454819"/>
                    <a:pt x="1640067" y="1455547"/>
                    <a:pt x="1640464" y="1456341"/>
                  </a:cubicBezTo>
                  <a:cubicBezTo>
                    <a:pt x="1640828" y="1455944"/>
                    <a:pt x="1641622" y="1455481"/>
                    <a:pt x="1641556" y="1455183"/>
                  </a:cubicBezTo>
                  <a:cubicBezTo>
                    <a:pt x="1641357" y="1454356"/>
                    <a:pt x="1640828" y="1453629"/>
                    <a:pt x="1640464" y="1452835"/>
                  </a:cubicBezTo>
                  <a:cubicBezTo>
                    <a:pt x="1640067" y="1453232"/>
                    <a:pt x="1639307" y="1453695"/>
                    <a:pt x="1639373" y="1453993"/>
                  </a:cubicBezTo>
                  <a:close/>
                  <a:moveTo>
                    <a:pt x="1429095" y="1454588"/>
                  </a:moveTo>
                  <a:cubicBezTo>
                    <a:pt x="1428334" y="1454191"/>
                    <a:pt x="1427574" y="1453761"/>
                    <a:pt x="1426846" y="1453364"/>
                  </a:cubicBezTo>
                  <a:cubicBezTo>
                    <a:pt x="1426383" y="1453827"/>
                    <a:pt x="1425986" y="1454191"/>
                    <a:pt x="1425589" y="1454588"/>
                  </a:cubicBezTo>
                  <a:cubicBezTo>
                    <a:pt x="1426383" y="1454985"/>
                    <a:pt x="1427111" y="1455514"/>
                    <a:pt x="1427938" y="1455679"/>
                  </a:cubicBezTo>
                  <a:cubicBezTo>
                    <a:pt x="1428235" y="1455745"/>
                    <a:pt x="1428698" y="1454985"/>
                    <a:pt x="1429095" y="1454588"/>
                  </a:cubicBezTo>
                  <a:close/>
                  <a:moveTo>
                    <a:pt x="1320285" y="1450586"/>
                  </a:moveTo>
                  <a:cubicBezTo>
                    <a:pt x="1319822" y="1450123"/>
                    <a:pt x="1319425" y="1449759"/>
                    <a:pt x="1319028" y="1449362"/>
                  </a:cubicBezTo>
                  <a:cubicBezTo>
                    <a:pt x="1318665" y="1450123"/>
                    <a:pt x="1318135" y="1450884"/>
                    <a:pt x="1317937" y="1451711"/>
                  </a:cubicBezTo>
                  <a:cubicBezTo>
                    <a:pt x="1317871" y="1451975"/>
                    <a:pt x="1318665" y="1452471"/>
                    <a:pt x="1319028" y="1452868"/>
                  </a:cubicBezTo>
                  <a:cubicBezTo>
                    <a:pt x="1319458" y="1452074"/>
                    <a:pt x="1319888" y="1451314"/>
                    <a:pt x="1320285" y="1450586"/>
                  </a:cubicBezTo>
                  <a:close/>
                  <a:moveTo>
                    <a:pt x="801966" y="1466825"/>
                  </a:moveTo>
                  <a:cubicBezTo>
                    <a:pt x="802363" y="1466428"/>
                    <a:pt x="803124" y="1465965"/>
                    <a:pt x="803058" y="1465667"/>
                  </a:cubicBezTo>
                  <a:cubicBezTo>
                    <a:pt x="802892" y="1464841"/>
                    <a:pt x="802363" y="1464113"/>
                    <a:pt x="801966" y="1463319"/>
                  </a:cubicBezTo>
                  <a:cubicBezTo>
                    <a:pt x="801603" y="1463716"/>
                    <a:pt x="801206" y="1464113"/>
                    <a:pt x="800743" y="1464576"/>
                  </a:cubicBezTo>
                  <a:cubicBezTo>
                    <a:pt x="801140" y="1465304"/>
                    <a:pt x="801570" y="1466064"/>
                    <a:pt x="801966" y="1466825"/>
                  </a:cubicBezTo>
                  <a:close/>
                  <a:moveTo>
                    <a:pt x="1479134" y="1462658"/>
                  </a:moveTo>
                  <a:cubicBezTo>
                    <a:pt x="1479961" y="1462492"/>
                    <a:pt x="1480722" y="1461963"/>
                    <a:pt x="1481483" y="1461566"/>
                  </a:cubicBezTo>
                  <a:cubicBezTo>
                    <a:pt x="1481119" y="1461203"/>
                    <a:pt x="1480722" y="1460806"/>
                    <a:pt x="1480259" y="1460343"/>
                  </a:cubicBezTo>
                  <a:cubicBezTo>
                    <a:pt x="1479531" y="1460740"/>
                    <a:pt x="1478771" y="1461169"/>
                    <a:pt x="1478010" y="1461566"/>
                  </a:cubicBezTo>
                  <a:cubicBezTo>
                    <a:pt x="1478374" y="1461963"/>
                    <a:pt x="1478870" y="1462724"/>
                    <a:pt x="1479134" y="1462658"/>
                  </a:cubicBezTo>
                  <a:close/>
                  <a:moveTo>
                    <a:pt x="2390988" y="1459185"/>
                  </a:moveTo>
                  <a:cubicBezTo>
                    <a:pt x="2391815" y="1458987"/>
                    <a:pt x="2392575" y="1458457"/>
                    <a:pt x="2393336" y="1458094"/>
                  </a:cubicBezTo>
                  <a:cubicBezTo>
                    <a:pt x="2392939" y="1457697"/>
                    <a:pt x="2392575" y="1457300"/>
                    <a:pt x="2392079" y="1456837"/>
                  </a:cubicBezTo>
                  <a:cubicBezTo>
                    <a:pt x="2391352" y="1457234"/>
                    <a:pt x="2390591" y="1457664"/>
                    <a:pt x="2389830" y="1458094"/>
                  </a:cubicBezTo>
                  <a:cubicBezTo>
                    <a:pt x="2390227" y="1458457"/>
                    <a:pt x="2390690" y="1459251"/>
                    <a:pt x="2390988" y="1459185"/>
                  </a:cubicBezTo>
                  <a:close/>
                  <a:moveTo>
                    <a:pt x="1052924" y="1459185"/>
                  </a:moveTo>
                  <a:cubicBezTo>
                    <a:pt x="1053751" y="1458987"/>
                    <a:pt x="1054478" y="1458457"/>
                    <a:pt x="1055272" y="1458094"/>
                  </a:cubicBezTo>
                  <a:cubicBezTo>
                    <a:pt x="1054875" y="1457697"/>
                    <a:pt x="1054412" y="1456936"/>
                    <a:pt x="1054114" y="1457002"/>
                  </a:cubicBezTo>
                  <a:cubicBezTo>
                    <a:pt x="1053288" y="1457168"/>
                    <a:pt x="1052560" y="1457697"/>
                    <a:pt x="1051766" y="1458094"/>
                  </a:cubicBezTo>
                  <a:cubicBezTo>
                    <a:pt x="1052163" y="1458457"/>
                    <a:pt x="1052626" y="1459251"/>
                    <a:pt x="1052924" y="1459185"/>
                  </a:cubicBezTo>
                  <a:close/>
                  <a:moveTo>
                    <a:pt x="1060299" y="1075638"/>
                  </a:moveTo>
                  <a:cubicBezTo>
                    <a:pt x="1060994" y="1075275"/>
                    <a:pt x="1061457" y="1074349"/>
                    <a:pt x="1061887" y="1073588"/>
                  </a:cubicBezTo>
                  <a:cubicBezTo>
                    <a:pt x="1061953" y="1073456"/>
                    <a:pt x="1061192" y="1072893"/>
                    <a:pt x="1060795" y="1072497"/>
                  </a:cubicBezTo>
                  <a:cubicBezTo>
                    <a:pt x="1060134" y="1073026"/>
                    <a:pt x="1059175" y="1073456"/>
                    <a:pt x="1058811" y="1074150"/>
                  </a:cubicBezTo>
                  <a:cubicBezTo>
                    <a:pt x="1058116" y="1075638"/>
                    <a:pt x="1058844" y="1076366"/>
                    <a:pt x="1060299" y="1075638"/>
                  </a:cubicBezTo>
                  <a:close/>
                  <a:moveTo>
                    <a:pt x="1431939" y="941825"/>
                  </a:moveTo>
                  <a:cubicBezTo>
                    <a:pt x="1431741" y="941032"/>
                    <a:pt x="1431212" y="940271"/>
                    <a:pt x="1430848" y="939510"/>
                  </a:cubicBezTo>
                  <a:cubicBezTo>
                    <a:pt x="1430451" y="939874"/>
                    <a:pt x="1429690" y="940370"/>
                    <a:pt x="1429724" y="940635"/>
                  </a:cubicBezTo>
                  <a:cubicBezTo>
                    <a:pt x="1429922" y="941462"/>
                    <a:pt x="1430451" y="942222"/>
                    <a:pt x="1430848" y="942983"/>
                  </a:cubicBezTo>
                  <a:cubicBezTo>
                    <a:pt x="1431212" y="942586"/>
                    <a:pt x="1432006" y="942123"/>
                    <a:pt x="1431939" y="941825"/>
                  </a:cubicBezTo>
                  <a:close/>
                  <a:moveTo>
                    <a:pt x="1765149" y="1069851"/>
                  </a:moveTo>
                  <a:cubicBezTo>
                    <a:pt x="1765314" y="1070678"/>
                    <a:pt x="1765844" y="1071438"/>
                    <a:pt x="1766240" y="1072199"/>
                  </a:cubicBezTo>
                  <a:cubicBezTo>
                    <a:pt x="1766604" y="1071802"/>
                    <a:pt x="1767001" y="1071438"/>
                    <a:pt x="1767464" y="1070942"/>
                  </a:cubicBezTo>
                  <a:cubicBezTo>
                    <a:pt x="1767067" y="1070215"/>
                    <a:pt x="1766637" y="1069454"/>
                    <a:pt x="1766240" y="1068693"/>
                  </a:cubicBezTo>
                  <a:cubicBezTo>
                    <a:pt x="1765844" y="1069090"/>
                    <a:pt x="1765083" y="1069553"/>
                    <a:pt x="1765149" y="1069851"/>
                  </a:cubicBezTo>
                  <a:close/>
                  <a:moveTo>
                    <a:pt x="82300" y="1068693"/>
                  </a:moveTo>
                  <a:cubicBezTo>
                    <a:pt x="81903" y="1069090"/>
                    <a:pt x="81142" y="1069553"/>
                    <a:pt x="81208" y="1069851"/>
                  </a:cubicBezTo>
                  <a:cubicBezTo>
                    <a:pt x="81374" y="1070678"/>
                    <a:pt x="81903" y="1071438"/>
                    <a:pt x="82300" y="1072199"/>
                  </a:cubicBezTo>
                  <a:cubicBezTo>
                    <a:pt x="82664" y="1071802"/>
                    <a:pt x="83060" y="1071438"/>
                    <a:pt x="83523" y="1070975"/>
                  </a:cubicBezTo>
                  <a:cubicBezTo>
                    <a:pt x="83127" y="1070215"/>
                    <a:pt x="82697" y="1069454"/>
                    <a:pt x="82300" y="1068693"/>
                  </a:cubicBezTo>
                  <a:close/>
                  <a:moveTo>
                    <a:pt x="1522923" y="945232"/>
                  </a:moveTo>
                  <a:cubicBezTo>
                    <a:pt x="1522493" y="944504"/>
                    <a:pt x="1522096" y="943744"/>
                    <a:pt x="1521666" y="942983"/>
                  </a:cubicBezTo>
                  <a:cubicBezTo>
                    <a:pt x="1521269" y="943380"/>
                    <a:pt x="1520509" y="943843"/>
                    <a:pt x="1520575" y="944141"/>
                  </a:cubicBezTo>
                  <a:cubicBezTo>
                    <a:pt x="1520773" y="944967"/>
                    <a:pt x="1521269" y="945695"/>
                    <a:pt x="1521666" y="946489"/>
                  </a:cubicBezTo>
                  <a:cubicBezTo>
                    <a:pt x="1522063" y="946092"/>
                    <a:pt x="1522460" y="945695"/>
                    <a:pt x="1522923" y="945232"/>
                  </a:cubicBezTo>
                  <a:close/>
                  <a:moveTo>
                    <a:pt x="1593931" y="1066378"/>
                  </a:moveTo>
                  <a:cubicBezTo>
                    <a:pt x="1594129" y="1067172"/>
                    <a:pt x="1594658" y="1067932"/>
                    <a:pt x="1595022" y="1068693"/>
                  </a:cubicBezTo>
                  <a:cubicBezTo>
                    <a:pt x="1595419" y="1068329"/>
                    <a:pt x="1595816" y="1067932"/>
                    <a:pt x="1596279" y="1067469"/>
                  </a:cubicBezTo>
                  <a:cubicBezTo>
                    <a:pt x="1595882" y="1066742"/>
                    <a:pt x="1595452" y="1065981"/>
                    <a:pt x="1595022" y="1065220"/>
                  </a:cubicBezTo>
                  <a:cubicBezTo>
                    <a:pt x="1594658" y="1065617"/>
                    <a:pt x="1593897" y="1066080"/>
                    <a:pt x="1593931" y="1066378"/>
                  </a:cubicBezTo>
                  <a:close/>
                  <a:moveTo>
                    <a:pt x="1116391" y="1082683"/>
                  </a:moveTo>
                  <a:cubicBezTo>
                    <a:pt x="1116788" y="1082286"/>
                    <a:pt x="1117548" y="1081823"/>
                    <a:pt x="1117482" y="1081525"/>
                  </a:cubicBezTo>
                  <a:cubicBezTo>
                    <a:pt x="1117317" y="1080699"/>
                    <a:pt x="1116788" y="1079971"/>
                    <a:pt x="1116391" y="1079177"/>
                  </a:cubicBezTo>
                  <a:cubicBezTo>
                    <a:pt x="1116027" y="1079574"/>
                    <a:pt x="1115233" y="1080037"/>
                    <a:pt x="1115299" y="1080335"/>
                  </a:cubicBezTo>
                  <a:cubicBezTo>
                    <a:pt x="1115498" y="1081162"/>
                    <a:pt x="1116027" y="1081889"/>
                    <a:pt x="1116391" y="1082683"/>
                  </a:cubicBezTo>
                  <a:close/>
                  <a:moveTo>
                    <a:pt x="1634544" y="934847"/>
                  </a:moveTo>
                  <a:cubicBezTo>
                    <a:pt x="1634379" y="934020"/>
                    <a:pt x="1633850" y="933293"/>
                    <a:pt x="1633453" y="932499"/>
                  </a:cubicBezTo>
                  <a:cubicBezTo>
                    <a:pt x="1633089" y="932896"/>
                    <a:pt x="1632692" y="933293"/>
                    <a:pt x="1632229" y="933756"/>
                  </a:cubicBezTo>
                  <a:cubicBezTo>
                    <a:pt x="1632626" y="934483"/>
                    <a:pt x="1633056" y="935244"/>
                    <a:pt x="1633453" y="936005"/>
                  </a:cubicBezTo>
                  <a:cubicBezTo>
                    <a:pt x="1633850" y="935608"/>
                    <a:pt x="1634610" y="935145"/>
                    <a:pt x="1634544" y="934847"/>
                  </a:cubicBezTo>
                  <a:close/>
                  <a:moveTo>
                    <a:pt x="1453536" y="955220"/>
                  </a:moveTo>
                  <a:cubicBezTo>
                    <a:pt x="1454297" y="955617"/>
                    <a:pt x="1455057" y="956047"/>
                    <a:pt x="1455785" y="956444"/>
                  </a:cubicBezTo>
                  <a:cubicBezTo>
                    <a:pt x="1456248" y="955981"/>
                    <a:pt x="1456645" y="955584"/>
                    <a:pt x="1457042" y="955220"/>
                  </a:cubicBezTo>
                  <a:cubicBezTo>
                    <a:pt x="1456248" y="954823"/>
                    <a:pt x="1455520" y="954294"/>
                    <a:pt x="1454694" y="954129"/>
                  </a:cubicBezTo>
                  <a:cubicBezTo>
                    <a:pt x="1454396" y="954062"/>
                    <a:pt x="1453933" y="954823"/>
                    <a:pt x="1453536" y="955220"/>
                  </a:cubicBezTo>
                  <a:close/>
                  <a:moveTo>
                    <a:pt x="1234097" y="947646"/>
                  </a:moveTo>
                  <a:cubicBezTo>
                    <a:pt x="1234296" y="948440"/>
                    <a:pt x="1234792" y="949201"/>
                    <a:pt x="1235189" y="949961"/>
                  </a:cubicBezTo>
                  <a:cubicBezTo>
                    <a:pt x="1235585" y="949598"/>
                    <a:pt x="1235949" y="949201"/>
                    <a:pt x="1236412" y="948738"/>
                  </a:cubicBezTo>
                  <a:cubicBezTo>
                    <a:pt x="1236015" y="948010"/>
                    <a:pt x="1235619" y="947249"/>
                    <a:pt x="1235189" y="946489"/>
                  </a:cubicBezTo>
                  <a:cubicBezTo>
                    <a:pt x="1234792" y="946852"/>
                    <a:pt x="1234031" y="947349"/>
                    <a:pt x="1234097" y="947646"/>
                  </a:cubicBezTo>
                  <a:close/>
                  <a:moveTo>
                    <a:pt x="1296837" y="948738"/>
                  </a:moveTo>
                  <a:cubicBezTo>
                    <a:pt x="1297300" y="949201"/>
                    <a:pt x="1297696" y="949598"/>
                    <a:pt x="1298093" y="949961"/>
                  </a:cubicBezTo>
                  <a:cubicBezTo>
                    <a:pt x="1298457" y="949201"/>
                    <a:pt x="1298986" y="948440"/>
                    <a:pt x="1299185" y="947646"/>
                  </a:cubicBezTo>
                  <a:cubicBezTo>
                    <a:pt x="1299251" y="947349"/>
                    <a:pt x="1298457" y="946886"/>
                    <a:pt x="1298093" y="946489"/>
                  </a:cubicBezTo>
                  <a:cubicBezTo>
                    <a:pt x="1297663" y="947249"/>
                    <a:pt x="1297233" y="948010"/>
                    <a:pt x="1296837" y="948738"/>
                  </a:cubicBezTo>
                  <a:close/>
                  <a:moveTo>
                    <a:pt x="1380180" y="948242"/>
                  </a:moveTo>
                  <a:cubicBezTo>
                    <a:pt x="1379783" y="947845"/>
                    <a:pt x="1379387" y="947448"/>
                    <a:pt x="1378924" y="946985"/>
                  </a:cubicBezTo>
                  <a:cubicBezTo>
                    <a:pt x="1378196" y="947382"/>
                    <a:pt x="1377435" y="947812"/>
                    <a:pt x="1376675" y="948242"/>
                  </a:cubicBezTo>
                  <a:cubicBezTo>
                    <a:pt x="1377071" y="948605"/>
                    <a:pt x="1377534" y="949399"/>
                    <a:pt x="1377832" y="949333"/>
                  </a:cubicBezTo>
                  <a:cubicBezTo>
                    <a:pt x="1378659" y="949135"/>
                    <a:pt x="1379387" y="948605"/>
                    <a:pt x="1380180" y="948242"/>
                  </a:cubicBezTo>
                  <a:close/>
                  <a:moveTo>
                    <a:pt x="1690603" y="948738"/>
                  </a:moveTo>
                  <a:cubicBezTo>
                    <a:pt x="1690206" y="948010"/>
                    <a:pt x="1689776" y="947249"/>
                    <a:pt x="1689379" y="946489"/>
                  </a:cubicBezTo>
                  <a:cubicBezTo>
                    <a:pt x="1688982" y="946886"/>
                    <a:pt x="1688221" y="947349"/>
                    <a:pt x="1688288" y="947646"/>
                  </a:cubicBezTo>
                  <a:cubicBezTo>
                    <a:pt x="1688453" y="948440"/>
                    <a:pt x="1688982" y="949201"/>
                    <a:pt x="1689379" y="949961"/>
                  </a:cubicBezTo>
                  <a:cubicBezTo>
                    <a:pt x="1689743" y="949598"/>
                    <a:pt x="1690140" y="949201"/>
                    <a:pt x="1690603" y="948738"/>
                  </a:cubicBezTo>
                  <a:close/>
                  <a:moveTo>
                    <a:pt x="1705750" y="1059367"/>
                  </a:moveTo>
                  <a:cubicBezTo>
                    <a:pt x="1705915" y="1060193"/>
                    <a:pt x="1706445" y="1060954"/>
                    <a:pt x="1706841" y="1061715"/>
                  </a:cubicBezTo>
                  <a:cubicBezTo>
                    <a:pt x="1707205" y="1061351"/>
                    <a:pt x="1707602" y="1060954"/>
                    <a:pt x="1708065" y="1060491"/>
                  </a:cubicBezTo>
                  <a:cubicBezTo>
                    <a:pt x="1707668" y="1059763"/>
                    <a:pt x="1707238" y="1059003"/>
                    <a:pt x="1706841" y="1058242"/>
                  </a:cubicBezTo>
                  <a:cubicBezTo>
                    <a:pt x="1706445" y="1058606"/>
                    <a:pt x="1705684" y="1059102"/>
                    <a:pt x="1705750" y="1059367"/>
                  </a:cubicBezTo>
                  <a:close/>
                  <a:moveTo>
                    <a:pt x="1310297" y="1059962"/>
                  </a:moveTo>
                  <a:cubicBezTo>
                    <a:pt x="1311058" y="1060392"/>
                    <a:pt x="1311819" y="1060822"/>
                    <a:pt x="1312546" y="1061219"/>
                  </a:cubicBezTo>
                  <a:cubicBezTo>
                    <a:pt x="1313009" y="1060756"/>
                    <a:pt x="1313406" y="1060359"/>
                    <a:pt x="1313803" y="1059962"/>
                  </a:cubicBezTo>
                  <a:cubicBezTo>
                    <a:pt x="1313009" y="1059598"/>
                    <a:pt x="1312282" y="1059069"/>
                    <a:pt x="1311455" y="1058870"/>
                  </a:cubicBezTo>
                  <a:cubicBezTo>
                    <a:pt x="1311157" y="1058804"/>
                    <a:pt x="1310694" y="1059598"/>
                    <a:pt x="1310297" y="1059962"/>
                  </a:cubicBezTo>
                  <a:close/>
                  <a:moveTo>
                    <a:pt x="1045449" y="1105966"/>
                  </a:moveTo>
                  <a:cubicBezTo>
                    <a:pt x="1045383" y="1106264"/>
                    <a:pt x="1046144" y="1106727"/>
                    <a:pt x="1046541" y="1107124"/>
                  </a:cubicBezTo>
                  <a:cubicBezTo>
                    <a:pt x="1046938" y="1106363"/>
                    <a:pt x="1047367" y="1105603"/>
                    <a:pt x="1047764" y="1104875"/>
                  </a:cubicBezTo>
                  <a:cubicBezTo>
                    <a:pt x="1047301" y="1104412"/>
                    <a:pt x="1046904" y="1104015"/>
                    <a:pt x="1046541" y="1103618"/>
                  </a:cubicBezTo>
                  <a:cubicBezTo>
                    <a:pt x="1046144" y="1104412"/>
                    <a:pt x="1045615" y="1105140"/>
                    <a:pt x="1045449" y="1105966"/>
                  </a:cubicBezTo>
                  <a:close/>
                  <a:moveTo>
                    <a:pt x="1170564" y="920295"/>
                  </a:moveTo>
                  <a:cubicBezTo>
                    <a:pt x="1170928" y="920692"/>
                    <a:pt x="1171424" y="921452"/>
                    <a:pt x="1171722" y="921386"/>
                  </a:cubicBezTo>
                  <a:cubicBezTo>
                    <a:pt x="1172515" y="921188"/>
                    <a:pt x="1173276" y="920692"/>
                    <a:pt x="1174037" y="920295"/>
                  </a:cubicBezTo>
                  <a:cubicBezTo>
                    <a:pt x="1173673" y="919898"/>
                    <a:pt x="1173276" y="919501"/>
                    <a:pt x="1172813" y="919038"/>
                  </a:cubicBezTo>
                  <a:cubicBezTo>
                    <a:pt x="1172085" y="919468"/>
                    <a:pt x="1171325" y="919865"/>
                    <a:pt x="1170564" y="920295"/>
                  </a:cubicBezTo>
                  <a:close/>
                  <a:moveTo>
                    <a:pt x="1472156" y="921386"/>
                  </a:moveTo>
                  <a:cubicBezTo>
                    <a:pt x="1472983" y="921188"/>
                    <a:pt x="1473744" y="920692"/>
                    <a:pt x="1474504" y="920295"/>
                  </a:cubicBezTo>
                  <a:cubicBezTo>
                    <a:pt x="1474107" y="919898"/>
                    <a:pt x="1473744" y="919501"/>
                    <a:pt x="1473281" y="919038"/>
                  </a:cubicBezTo>
                  <a:cubicBezTo>
                    <a:pt x="1472520" y="919468"/>
                    <a:pt x="1471759" y="919865"/>
                    <a:pt x="1471032" y="920295"/>
                  </a:cubicBezTo>
                  <a:cubicBezTo>
                    <a:pt x="1471395" y="920692"/>
                    <a:pt x="1471891" y="921452"/>
                    <a:pt x="1472156" y="921386"/>
                  </a:cubicBezTo>
                  <a:close/>
                  <a:moveTo>
                    <a:pt x="1778444" y="920295"/>
                  </a:moveTo>
                  <a:cubicBezTo>
                    <a:pt x="1777684" y="919865"/>
                    <a:pt x="1776923" y="919468"/>
                    <a:pt x="1776195" y="919038"/>
                  </a:cubicBezTo>
                  <a:cubicBezTo>
                    <a:pt x="1775732" y="919501"/>
                    <a:pt x="1775335" y="919898"/>
                    <a:pt x="1774972" y="920295"/>
                  </a:cubicBezTo>
                  <a:cubicBezTo>
                    <a:pt x="1775732" y="920692"/>
                    <a:pt x="1776493" y="921188"/>
                    <a:pt x="1777320" y="921386"/>
                  </a:cubicBezTo>
                  <a:cubicBezTo>
                    <a:pt x="1777584" y="921452"/>
                    <a:pt x="1778047" y="920692"/>
                    <a:pt x="1778444" y="920295"/>
                  </a:cubicBezTo>
                  <a:close/>
                  <a:moveTo>
                    <a:pt x="1349257" y="1111853"/>
                  </a:moveTo>
                  <a:cubicBezTo>
                    <a:pt x="1349654" y="1112581"/>
                    <a:pt x="1350051" y="1113342"/>
                    <a:pt x="1350481" y="1114102"/>
                  </a:cubicBezTo>
                  <a:cubicBezTo>
                    <a:pt x="1350878" y="1113705"/>
                    <a:pt x="1351638" y="1113242"/>
                    <a:pt x="1351572" y="1112945"/>
                  </a:cubicBezTo>
                  <a:cubicBezTo>
                    <a:pt x="1351374" y="1112118"/>
                    <a:pt x="1350878" y="1111390"/>
                    <a:pt x="1350481" y="1110597"/>
                  </a:cubicBezTo>
                  <a:cubicBezTo>
                    <a:pt x="1350084" y="1110993"/>
                    <a:pt x="1349720" y="1111390"/>
                    <a:pt x="1349257" y="1111853"/>
                  </a:cubicBezTo>
                  <a:close/>
                  <a:moveTo>
                    <a:pt x="1484492" y="1090918"/>
                  </a:moveTo>
                  <a:cubicBezTo>
                    <a:pt x="1484029" y="1090455"/>
                    <a:pt x="1483632" y="1090058"/>
                    <a:pt x="1483235" y="1089661"/>
                  </a:cubicBezTo>
                  <a:cubicBezTo>
                    <a:pt x="1482839" y="1090455"/>
                    <a:pt x="1482343" y="1091183"/>
                    <a:pt x="1482144" y="1092010"/>
                  </a:cubicBezTo>
                  <a:cubicBezTo>
                    <a:pt x="1482078" y="1092307"/>
                    <a:pt x="1482839" y="1092770"/>
                    <a:pt x="1483235" y="1093167"/>
                  </a:cubicBezTo>
                  <a:cubicBezTo>
                    <a:pt x="1483665" y="1092406"/>
                    <a:pt x="1484062" y="1091646"/>
                    <a:pt x="1484492" y="1090918"/>
                  </a:cubicBezTo>
                  <a:close/>
                  <a:moveTo>
                    <a:pt x="1700921" y="931374"/>
                  </a:moveTo>
                  <a:cubicBezTo>
                    <a:pt x="1700756" y="930548"/>
                    <a:pt x="1700227" y="929787"/>
                    <a:pt x="1699830" y="929026"/>
                  </a:cubicBezTo>
                  <a:cubicBezTo>
                    <a:pt x="1699466" y="929423"/>
                    <a:pt x="1698672" y="929886"/>
                    <a:pt x="1698739" y="930184"/>
                  </a:cubicBezTo>
                  <a:cubicBezTo>
                    <a:pt x="1698937" y="931011"/>
                    <a:pt x="1699466" y="931738"/>
                    <a:pt x="1699830" y="932532"/>
                  </a:cubicBezTo>
                  <a:cubicBezTo>
                    <a:pt x="1700227" y="932135"/>
                    <a:pt x="1700988" y="931639"/>
                    <a:pt x="1700921" y="931374"/>
                  </a:cubicBezTo>
                  <a:close/>
                  <a:moveTo>
                    <a:pt x="1765612" y="929688"/>
                  </a:moveTo>
                  <a:cubicBezTo>
                    <a:pt x="1765347" y="929622"/>
                    <a:pt x="1764884" y="930382"/>
                    <a:pt x="1764488" y="930779"/>
                  </a:cubicBezTo>
                  <a:cubicBezTo>
                    <a:pt x="1765248" y="931176"/>
                    <a:pt x="1766009" y="931606"/>
                    <a:pt x="1766737" y="932003"/>
                  </a:cubicBezTo>
                  <a:cubicBezTo>
                    <a:pt x="1767200" y="931540"/>
                    <a:pt x="1767596" y="931143"/>
                    <a:pt x="1767960" y="930779"/>
                  </a:cubicBezTo>
                  <a:cubicBezTo>
                    <a:pt x="1767200" y="930382"/>
                    <a:pt x="1766439" y="929853"/>
                    <a:pt x="1765612" y="929688"/>
                  </a:cubicBezTo>
                  <a:close/>
                  <a:moveTo>
                    <a:pt x="1023820" y="1084436"/>
                  </a:moveTo>
                  <a:cubicBezTo>
                    <a:pt x="1024216" y="1084800"/>
                    <a:pt x="1024679" y="1085593"/>
                    <a:pt x="1024977" y="1085527"/>
                  </a:cubicBezTo>
                  <a:cubicBezTo>
                    <a:pt x="1025804" y="1085329"/>
                    <a:pt x="1026532" y="1084800"/>
                    <a:pt x="1027325" y="1084436"/>
                  </a:cubicBezTo>
                  <a:cubicBezTo>
                    <a:pt x="1026928" y="1084039"/>
                    <a:pt x="1026532" y="1083642"/>
                    <a:pt x="1026069" y="1083179"/>
                  </a:cubicBezTo>
                  <a:cubicBezTo>
                    <a:pt x="1025341" y="1083576"/>
                    <a:pt x="1024580" y="1084006"/>
                    <a:pt x="1023820" y="1084436"/>
                  </a:cubicBezTo>
                  <a:close/>
                  <a:moveTo>
                    <a:pt x="1355078" y="927869"/>
                  </a:moveTo>
                  <a:cubicBezTo>
                    <a:pt x="1354880" y="927042"/>
                    <a:pt x="1354350" y="926314"/>
                    <a:pt x="1353987" y="925520"/>
                  </a:cubicBezTo>
                  <a:cubicBezTo>
                    <a:pt x="1353590" y="925917"/>
                    <a:pt x="1353193" y="926314"/>
                    <a:pt x="1352730" y="926777"/>
                  </a:cubicBezTo>
                  <a:cubicBezTo>
                    <a:pt x="1353127" y="927505"/>
                    <a:pt x="1353557" y="928266"/>
                    <a:pt x="1353987" y="929026"/>
                  </a:cubicBezTo>
                  <a:cubicBezTo>
                    <a:pt x="1354350" y="928629"/>
                    <a:pt x="1355144" y="928166"/>
                    <a:pt x="1355078" y="927869"/>
                  </a:cubicBezTo>
                  <a:close/>
                  <a:moveTo>
                    <a:pt x="1457042" y="1094887"/>
                  </a:moveTo>
                  <a:cubicBezTo>
                    <a:pt x="1457802" y="1095317"/>
                    <a:pt x="1458563" y="1095747"/>
                    <a:pt x="1459291" y="1096144"/>
                  </a:cubicBezTo>
                  <a:cubicBezTo>
                    <a:pt x="1459754" y="1095681"/>
                    <a:pt x="1460151" y="1095284"/>
                    <a:pt x="1460514" y="1094887"/>
                  </a:cubicBezTo>
                  <a:cubicBezTo>
                    <a:pt x="1459754" y="1094523"/>
                    <a:pt x="1458993" y="1093994"/>
                    <a:pt x="1458166" y="1093795"/>
                  </a:cubicBezTo>
                  <a:cubicBezTo>
                    <a:pt x="1457902" y="1093729"/>
                    <a:pt x="1457439" y="1094523"/>
                    <a:pt x="1457042" y="1094887"/>
                  </a:cubicBezTo>
                  <a:close/>
                  <a:moveTo>
                    <a:pt x="992367" y="1094722"/>
                  </a:moveTo>
                  <a:cubicBezTo>
                    <a:pt x="992367" y="1094192"/>
                    <a:pt x="992367" y="1093663"/>
                    <a:pt x="992367" y="1093167"/>
                  </a:cubicBezTo>
                  <a:cubicBezTo>
                    <a:pt x="991474" y="1093465"/>
                    <a:pt x="990482" y="1093663"/>
                    <a:pt x="989688" y="1094159"/>
                  </a:cubicBezTo>
                  <a:cubicBezTo>
                    <a:pt x="988762" y="1094722"/>
                    <a:pt x="988994" y="1095780"/>
                    <a:pt x="990350" y="1096210"/>
                  </a:cubicBezTo>
                  <a:cubicBezTo>
                    <a:pt x="990813" y="1096375"/>
                    <a:pt x="991706" y="1095251"/>
                    <a:pt x="992367" y="1094722"/>
                  </a:cubicBezTo>
                  <a:close/>
                  <a:moveTo>
                    <a:pt x="118316" y="1095482"/>
                  </a:moveTo>
                  <a:cubicBezTo>
                    <a:pt x="118118" y="1094688"/>
                    <a:pt x="117622" y="1093928"/>
                    <a:pt x="117225" y="1093167"/>
                  </a:cubicBezTo>
                  <a:cubicBezTo>
                    <a:pt x="116828" y="1093531"/>
                    <a:pt x="116431" y="1093928"/>
                    <a:pt x="115968" y="1094391"/>
                  </a:cubicBezTo>
                  <a:cubicBezTo>
                    <a:pt x="116398" y="1095118"/>
                    <a:pt x="116795" y="1095879"/>
                    <a:pt x="117225" y="1096640"/>
                  </a:cubicBezTo>
                  <a:cubicBezTo>
                    <a:pt x="117622" y="1096243"/>
                    <a:pt x="118382" y="1095780"/>
                    <a:pt x="118316" y="1095482"/>
                  </a:cubicBezTo>
                  <a:close/>
                  <a:moveTo>
                    <a:pt x="1433097" y="983663"/>
                  </a:moveTo>
                  <a:cubicBezTo>
                    <a:pt x="1433560" y="984126"/>
                    <a:pt x="1433957" y="984489"/>
                    <a:pt x="1434321" y="984886"/>
                  </a:cubicBezTo>
                  <a:cubicBezTo>
                    <a:pt x="1434718" y="984126"/>
                    <a:pt x="1435247" y="983365"/>
                    <a:pt x="1435412" y="982538"/>
                  </a:cubicBezTo>
                  <a:cubicBezTo>
                    <a:pt x="1435478" y="982274"/>
                    <a:pt x="1434718" y="981777"/>
                    <a:pt x="1434321" y="981414"/>
                  </a:cubicBezTo>
                  <a:cubicBezTo>
                    <a:pt x="1433924" y="982174"/>
                    <a:pt x="1433494" y="982902"/>
                    <a:pt x="1433097" y="983663"/>
                  </a:cubicBezTo>
                  <a:close/>
                  <a:moveTo>
                    <a:pt x="1505295" y="983762"/>
                  </a:moveTo>
                  <a:cubicBezTo>
                    <a:pt x="1505097" y="982935"/>
                    <a:pt x="1504601" y="982174"/>
                    <a:pt x="1504204" y="981414"/>
                  </a:cubicBezTo>
                  <a:cubicBezTo>
                    <a:pt x="1503807" y="981777"/>
                    <a:pt x="1503046" y="982274"/>
                    <a:pt x="1503112" y="982538"/>
                  </a:cubicBezTo>
                  <a:cubicBezTo>
                    <a:pt x="1503278" y="983365"/>
                    <a:pt x="1503807" y="984126"/>
                    <a:pt x="1504204" y="984886"/>
                  </a:cubicBezTo>
                  <a:cubicBezTo>
                    <a:pt x="1504601" y="984489"/>
                    <a:pt x="1505361" y="984026"/>
                    <a:pt x="1505295" y="983762"/>
                  </a:cubicBezTo>
                  <a:close/>
                  <a:moveTo>
                    <a:pt x="1664310" y="984258"/>
                  </a:moveTo>
                  <a:cubicBezTo>
                    <a:pt x="1665137" y="984060"/>
                    <a:pt x="1665864" y="983530"/>
                    <a:pt x="1666658" y="983167"/>
                  </a:cubicBezTo>
                  <a:cubicBezTo>
                    <a:pt x="1666261" y="982770"/>
                    <a:pt x="1665864" y="982373"/>
                    <a:pt x="1665401" y="981910"/>
                  </a:cubicBezTo>
                  <a:cubicBezTo>
                    <a:pt x="1664674" y="982307"/>
                    <a:pt x="1663913" y="982737"/>
                    <a:pt x="1663152" y="983167"/>
                  </a:cubicBezTo>
                  <a:cubicBezTo>
                    <a:pt x="1663549" y="983530"/>
                    <a:pt x="1664012" y="984291"/>
                    <a:pt x="1664310" y="984258"/>
                  </a:cubicBezTo>
                  <a:close/>
                  <a:moveTo>
                    <a:pt x="1783703" y="984886"/>
                  </a:moveTo>
                  <a:cubicBezTo>
                    <a:pt x="1784100" y="984523"/>
                    <a:pt x="1784860" y="984026"/>
                    <a:pt x="1784794" y="983762"/>
                  </a:cubicBezTo>
                  <a:cubicBezTo>
                    <a:pt x="1784596" y="982935"/>
                    <a:pt x="1784100" y="982174"/>
                    <a:pt x="1783703" y="981414"/>
                  </a:cubicBezTo>
                  <a:cubicBezTo>
                    <a:pt x="1783306" y="981777"/>
                    <a:pt x="1782545" y="982274"/>
                    <a:pt x="1782612" y="982538"/>
                  </a:cubicBezTo>
                  <a:cubicBezTo>
                    <a:pt x="1782777" y="983365"/>
                    <a:pt x="1783306" y="984126"/>
                    <a:pt x="1783703" y="984886"/>
                  </a:cubicBezTo>
                  <a:close/>
                  <a:moveTo>
                    <a:pt x="103235" y="1016339"/>
                  </a:moveTo>
                  <a:cubicBezTo>
                    <a:pt x="102838" y="1016702"/>
                    <a:pt x="102077" y="1017199"/>
                    <a:pt x="102144" y="1017463"/>
                  </a:cubicBezTo>
                  <a:cubicBezTo>
                    <a:pt x="102342" y="1018290"/>
                    <a:pt x="102838" y="1019051"/>
                    <a:pt x="103235" y="1019811"/>
                  </a:cubicBezTo>
                  <a:cubicBezTo>
                    <a:pt x="103632" y="1019414"/>
                    <a:pt x="104029" y="1019051"/>
                    <a:pt x="104492" y="1018588"/>
                  </a:cubicBezTo>
                  <a:cubicBezTo>
                    <a:pt x="104095" y="1017827"/>
                    <a:pt x="103665" y="1017099"/>
                    <a:pt x="103235" y="1016339"/>
                  </a:cubicBezTo>
                  <a:close/>
                  <a:moveTo>
                    <a:pt x="1156574" y="1014586"/>
                  </a:moveTo>
                  <a:cubicBezTo>
                    <a:pt x="1157335" y="1014983"/>
                    <a:pt x="1158096" y="1015413"/>
                    <a:pt x="1158823" y="1015810"/>
                  </a:cubicBezTo>
                  <a:cubicBezTo>
                    <a:pt x="1159286" y="1015347"/>
                    <a:pt x="1159683" y="1014983"/>
                    <a:pt x="1160080" y="1014586"/>
                  </a:cubicBezTo>
                  <a:cubicBezTo>
                    <a:pt x="1159286" y="1014189"/>
                    <a:pt x="1158559" y="1013660"/>
                    <a:pt x="1157732" y="1013494"/>
                  </a:cubicBezTo>
                  <a:cubicBezTo>
                    <a:pt x="1157434" y="1013428"/>
                    <a:pt x="1156971" y="1014189"/>
                    <a:pt x="1156574" y="1014586"/>
                  </a:cubicBezTo>
                  <a:close/>
                  <a:moveTo>
                    <a:pt x="1685576" y="991435"/>
                  </a:moveTo>
                  <a:cubicBezTo>
                    <a:pt x="1686072" y="991600"/>
                    <a:pt x="1686932" y="990476"/>
                    <a:pt x="1687626" y="989947"/>
                  </a:cubicBezTo>
                  <a:cubicBezTo>
                    <a:pt x="1687626" y="989450"/>
                    <a:pt x="1687626" y="988921"/>
                    <a:pt x="1687626" y="988425"/>
                  </a:cubicBezTo>
                  <a:cubicBezTo>
                    <a:pt x="1687626" y="988425"/>
                    <a:pt x="1687593" y="988392"/>
                    <a:pt x="1687593" y="988392"/>
                  </a:cubicBezTo>
                  <a:cubicBezTo>
                    <a:pt x="1686700" y="988723"/>
                    <a:pt x="1685708" y="988888"/>
                    <a:pt x="1684914" y="989384"/>
                  </a:cubicBezTo>
                  <a:cubicBezTo>
                    <a:pt x="1684021" y="989980"/>
                    <a:pt x="1684220" y="991038"/>
                    <a:pt x="1685576" y="991435"/>
                  </a:cubicBezTo>
                  <a:close/>
                  <a:moveTo>
                    <a:pt x="1741766" y="991865"/>
                  </a:moveTo>
                  <a:cubicBezTo>
                    <a:pt x="1742163" y="991501"/>
                    <a:pt x="1742560" y="991104"/>
                    <a:pt x="1743023" y="990641"/>
                  </a:cubicBezTo>
                  <a:cubicBezTo>
                    <a:pt x="1742593" y="989913"/>
                    <a:pt x="1742196" y="989153"/>
                    <a:pt x="1741766" y="988392"/>
                  </a:cubicBezTo>
                  <a:cubicBezTo>
                    <a:pt x="1741370" y="988789"/>
                    <a:pt x="1740609" y="989252"/>
                    <a:pt x="1740675" y="989517"/>
                  </a:cubicBezTo>
                  <a:cubicBezTo>
                    <a:pt x="1740874" y="990343"/>
                    <a:pt x="1741370" y="991104"/>
                    <a:pt x="1741766" y="991865"/>
                  </a:cubicBezTo>
                  <a:close/>
                  <a:moveTo>
                    <a:pt x="1756352" y="989054"/>
                  </a:moveTo>
                  <a:cubicBezTo>
                    <a:pt x="1755525" y="989219"/>
                    <a:pt x="1754764" y="989748"/>
                    <a:pt x="1754003" y="990145"/>
                  </a:cubicBezTo>
                  <a:cubicBezTo>
                    <a:pt x="1754400" y="990509"/>
                    <a:pt x="1754863" y="991302"/>
                    <a:pt x="1755128" y="991236"/>
                  </a:cubicBezTo>
                  <a:cubicBezTo>
                    <a:pt x="1755955" y="991038"/>
                    <a:pt x="1756715" y="990509"/>
                    <a:pt x="1757476" y="990145"/>
                  </a:cubicBezTo>
                  <a:cubicBezTo>
                    <a:pt x="1757112" y="989748"/>
                    <a:pt x="1756616" y="988987"/>
                    <a:pt x="1756352" y="989054"/>
                  </a:cubicBezTo>
                  <a:close/>
                  <a:moveTo>
                    <a:pt x="1120988" y="994213"/>
                  </a:moveTo>
                  <a:cubicBezTo>
                    <a:pt x="1120822" y="993386"/>
                    <a:pt x="1120293" y="992658"/>
                    <a:pt x="1119896" y="991865"/>
                  </a:cubicBezTo>
                  <a:cubicBezTo>
                    <a:pt x="1119500" y="992262"/>
                    <a:pt x="1118739" y="992725"/>
                    <a:pt x="1118805" y="993022"/>
                  </a:cubicBezTo>
                  <a:cubicBezTo>
                    <a:pt x="1119003" y="993849"/>
                    <a:pt x="1119500" y="994577"/>
                    <a:pt x="1119896" y="995370"/>
                  </a:cubicBezTo>
                  <a:cubicBezTo>
                    <a:pt x="1120293" y="994974"/>
                    <a:pt x="1121054" y="994511"/>
                    <a:pt x="1120988" y="994213"/>
                  </a:cubicBezTo>
                  <a:close/>
                  <a:moveTo>
                    <a:pt x="65896" y="993022"/>
                  </a:moveTo>
                  <a:cubicBezTo>
                    <a:pt x="65962" y="992758"/>
                    <a:pt x="65201" y="992262"/>
                    <a:pt x="64804" y="991898"/>
                  </a:cubicBezTo>
                  <a:cubicBezTo>
                    <a:pt x="64407" y="992625"/>
                    <a:pt x="63977" y="993386"/>
                    <a:pt x="63580" y="994147"/>
                  </a:cubicBezTo>
                  <a:cubicBezTo>
                    <a:pt x="64044" y="994610"/>
                    <a:pt x="64440" y="994974"/>
                    <a:pt x="64804" y="995370"/>
                  </a:cubicBezTo>
                  <a:cubicBezTo>
                    <a:pt x="65201" y="994610"/>
                    <a:pt x="65730" y="993849"/>
                    <a:pt x="65896" y="993022"/>
                  </a:cubicBezTo>
                  <a:close/>
                  <a:moveTo>
                    <a:pt x="1291082" y="1005855"/>
                  </a:moveTo>
                  <a:cubicBezTo>
                    <a:pt x="1291479" y="1005458"/>
                    <a:pt x="1292239" y="1004995"/>
                    <a:pt x="1292173" y="1004697"/>
                  </a:cubicBezTo>
                  <a:cubicBezTo>
                    <a:pt x="1292008" y="1003870"/>
                    <a:pt x="1291479" y="1003143"/>
                    <a:pt x="1291082" y="1002349"/>
                  </a:cubicBezTo>
                  <a:cubicBezTo>
                    <a:pt x="1290718" y="1002746"/>
                    <a:pt x="1290321" y="1003143"/>
                    <a:pt x="1289858" y="1003606"/>
                  </a:cubicBezTo>
                  <a:cubicBezTo>
                    <a:pt x="1290255" y="1004333"/>
                    <a:pt x="1290685" y="1005094"/>
                    <a:pt x="1291082" y="1005855"/>
                  </a:cubicBezTo>
                  <a:close/>
                  <a:moveTo>
                    <a:pt x="1252056" y="1005193"/>
                  </a:moveTo>
                  <a:cubicBezTo>
                    <a:pt x="1252883" y="1005028"/>
                    <a:pt x="1253610" y="1004499"/>
                    <a:pt x="1254404" y="1004102"/>
                  </a:cubicBezTo>
                  <a:cubicBezTo>
                    <a:pt x="1254007" y="1003705"/>
                    <a:pt x="1253610" y="1003341"/>
                    <a:pt x="1253147" y="1002878"/>
                  </a:cubicBezTo>
                  <a:cubicBezTo>
                    <a:pt x="1252420" y="1003275"/>
                    <a:pt x="1251659" y="1003672"/>
                    <a:pt x="1250898" y="1004102"/>
                  </a:cubicBezTo>
                  <a:cubicBezTo>
                    <a:pt x="1251295" y="1004499"/>
                    <a:pt x="1251758" y="1005259"/>
                    <a:pt x="1252056" y="1005193"/>
                  </a:cubicBezTo>
                  <a:close/>
                  <a:moveTo>
                    <a:pt x="1687626" y="988425"/>
                  </a:moveTo>
                  <a:cubicBezTo>
                    <a:pt x="1687891" y="988690"/>
                    <a:pt x="1688420" y="988690"/>
                    <a:pt x="1689147" y="988326"/>
                  </a:cubicBezTo>
                  <a:cubicBezTo>
                    <a:pt x="1689842" y="987995"/>
                    <a:pt x="1690305" y="987036"/>
                    <a:pt x="1690735" y="986275"/>
                  </a:cubicBezTo>
                  <a:cubicBezTo>
                    <a:pt x="1690801" y="986143"/>
                    <a:pt x="1690040" y="985581"/>
                    <a:pt x="1689644" y="985184"/>
                  </a:cubicBezTo>
                  <a:cubicBezTo>
                    <a:pt x="1688982" y="985713"/>
                    <a:pt x="1688023" y="986143"/>
                    <a:pt x="1687659" y="986871"/>
                  </a:cubicBezTo>
                  <a:cubicBezTo>
                    <a:pt x="1687328" y="987565"/>
                    <a:pt x="1687328" y="988127"/>
                    <a:pt x="1687593" y="988392"/>
                  </a:cubicBezTo>
                  <a:cubicBezTo>
                    <a:pt x="1687593" y="988392"/>
                    <a:pt x="1687626" y="988425"/>
                    <a:pt x="1687626" y="988425"/>
                  </a:cubicBezTo>
                  <a:close/>
                  <a:moveTo>
                    <a:pt x="1617743" y="1000596"/>
                  </a:moveTo>
                  <a:cubicBezTo>
                    <a:pt x="1616982" y="1000232"/>
                    <a:pt x="1616222" y="999703"/>
                    <a:pt x="1615395" y="999505"/>
                  </a:cubicBezTo>
                  <a:cubicBezTo>
                    <a:pt x="1615130" y="999438"/>
                    <a:pt x="1614634" y="1000232"/>
                    <a:pt x="1614237" y="1000596"/>
                  </a:cubicBezTo>
                  <a:cubicBezTo>
                    <a:pt x="1614998" y="1001026"/>
                    <a:pt x="1615759" y="1001456"/>
                    <a:pt x="1616486" y="1001853"/>
                  </a:cubicBezTo>
                  <a:cubicBezTo>
                    <a:pt x="1616982" y="1001390"/>
                    <a:pt x="1617346" y="1000993"/>
                    <a:pt x="1617743" y="1000596"/>
                  </a:cubicBezTo>
                  <a:close/>
                  <a:moveTo>
                    <a:pt x="1563603" y="963951"/>
                  </a:moveTo>
                  <a:cubicBezTo>
                    <a:pt x="1563206" y="964348"/>
                    <a:pt x="1562445" y="964811"/>
                    <a:pt x="1562511" y="965109"/>
                  </a:cubicBezTo>
                  <a:cubicBezTo>
                    <a:pt x="1562677" y="965902"/>
                    <a:pt x="1563206" y="966663"/>
                    <a:pt x="1563603" y="967424"/>
                  </a:cubicBezTo>
                  <a:cubicBezTo>
                    <a:pt x="1563966" y="967060"/>
                    <a:pt x="1564363" y="966663"/>
                    <a:pt x="1564826" y="966200"/>
                  </a:cubicBezTo>
                  <a:cubicBezTo>
                    <a:pt x="1564430" y="965473"/>
                    <a:pt x="1564000" y="964712"/>
                    <a:pt x="1563603" y="963951"/>
                  </a:cubicBezTo>
                  <a:close/>
                  <a:moveTo>
                    <a:pt x="1677803" y="1038431"/>
                  </a:moveTo>
                  <a:cubicBezTo>
                    <a:pt x="1677969" y="1039258"/>
                    <a:pt x="1678498" y="1039986"/>
                    <a:pt x="1678895" y="1040780"/>
                  </a:cubicBezTo>
                  <a:cubicBezTo>
                    <a:pt x="1679259" y="1040383"/>
                    <a:pt x="1680052" y="1039920"/>
                    <a:pt x="1679986" y="1039622"/>
                  </a:cubicBezTo>
                  <a:cubicBezTo>
                    <a:pt x="1679788" y="1038795"/>
                    <a:pt x="1679259" y="1038068"/>
                    <a:pt x="1678895" y="1037274"/>
                  </a:cubicBezTo>
                  <a:cubicBezTo>
                    <a:pt x="1678498" y="1037671"/>
                    <a:pt x="1677737" y="1038134"/>
                    <a:pt x="1677803" y="1038431"/>
                  </a:cubicBezTo>
                  <a:close/>
                  <a:moveTo>
                    <a:pt x="1416263" y="1040118"/>
                  </a:moveTo>
                  <a:cubicBezTo>
                    <a:pt x="1417090" y="1039920"/>
                    <a:pt x="1417817" y="1039424"/>
                    <a:pt x="1418611" y="1039027"/>
                  </a:cubicBezTo>
                  <a:cubicBezTo>
                    <a:pt x="1418214" y="1038630"/>
                    <a:pt x="1417817" y="1038233"/>
                    <a:pt x="1417354" y="1037770"/>
                  </a:cubicBezTo>
                  <a:cubicBezTo>
                    <a:pt x="1416627" y="1038200"/>
                    <a:pt x="1415866" y="1038597"/>
                    <a:pt x="1415105" y="1039027"/>
                  </a:cubicBezTo>
                  <a:cubicBezTo>
                    <a:pt x="1415502" y="1039424"/>
                    <a:pt x="1415965" y="1040184"/>
                    <a:pt x="1416263" y="1040118"/>
                  </a:cubicBezTo>
                  <a:close/>
                  <a:moveTo>
                    <a:pt x="26373" y="967424"/>
                  </a:moveTo>
                  <a:cubicBezTo>
                    <a:pt x="25977" y="968185"/>
                    <a:pt x="25547" y="968945"/>
                    <a:pt x="25150" y="969673"/>
                  </a:cubicBezTo>
                  <a:cubicBezTo>
                    <a:pt x="25613" y="970136"/>
                    <a:pt x="26010" y="970533"/>
                    <a:pt x="26373" y="970930"/>
                  </a:cubicBezTo>
                  <a:cubicBezTo>
                    <a:pt x="26770" y="970136"/>
                    <a:pt x="27299" y="969408"/>
                    <a:pt x="27465" y="968581"/>
                  </a:cubicBezTo>
                  <a:cubicBezTo>
                    <a:pt x="27531" y="968284"/>
                    <a:pt x="26770" y="967821"/>
                    <a:pt x="26373" y="967424"/>
                  </a:cubicBezTo>
                  <a:close/>
                  <a:moveTo>
                    <a:pt x="1366852" y="1045410"/>
                  </a:moveTo>
                  <a:cubicBezTo>
                    <a:pt x="1367050" y="1046237"/>
                    <a:pt x="1367546" y="1046964"/>
                    <a:pt x="1367943" y="1047758"/>
                  </a:cubicBezTo>
                  <a:cubicBezTo>
                    <a:pt x="1368340" y="1047361"/>
                    <a:pt x="1368737" y="1046964"/>
                    <a:pt x="1369200" y="1046501"/>
                  </a:cubicBezTo>
                  <a:cubicBezTo>
                    <a:pt x="1368770" y="1045774"/>
                    <a:pt x="1368373" y="1045013"/>
                    <a:pt x="1367943" y="1044252"/>
                  </a:cubicBezTo>
                  <a:cubicBezTo>
                    <a:pt x="1367546" y="1044649"/>
                    <a:pt x="1366786" y="1045112"/>
                    <a:pt x="1366852" y="1045410"/>
                  </a:cubicBezTo>
                  <a:close/>
                  <a:moveTo>
                    <a:pt x="78794" y="1044252"/>
                  </a:moveTo>
                  <a:cubicBezTo>
                    <a:pt x="78397" y="1044649"/>
                    <a:pt x="77636" y="1045112"/>
                    <a:pt x="77703" y="1045410"/>
                  </a:cubicBezTo>
                  <a:cubicBezTo>
                    <a:pt x="77868" y="1046237"/>
                    <a:pt x="78397" y="1046964"/>
                    <a:pt x="78794" y="1047758"/>
                  </a:cubicBezTo>
                  <a:cubicBezTo>
                    <a:pt x="79191" y="1047361"/>
                    <a:pt x="79555" y="1046964"/>
                    <a:pt x="80018" y="1046501"/>
                  </a:cubicBezTo>
                  <a:cubicBezTo>
                    <a:pt x="79621" y="1045774"/>
                    <a:pt x="79191" y="1045013"/>
                    <a:pt x="78794" y="1044252"/>
                  </a:cubicBezTo>
                  <a:close/>
                  <a:moveTo>
                    <a:pt x="1119896" y="1026790"/>
                  </a:moveTo>
                  <a:cubicBezTo>
                    <a:pt x="1120293" y="1026426"/>
                    <a:pt x="1121054" y="1025930"/>
                    <a:pt x="1120988" y="1025665"/>
                  </a:cubicBezTo>
                  <a:cubicBezTo>
                    <a:pt x="1120822" y="1024838"/>
                    <a:pt x="1120293" y="1024078"/>
                    <a:pt x="1119896" y="1023317"/>
                  </a:cubicBezTo>
                  <a:cubicBezTo>
                    <a:pt x="1119500" y="1023714"/>
                    <a:pt x="1118739" y="1024177"/>
                    <a:pt x="1118805" y="1024442"/>
                  </a:cubicBezTo>
                  <a:cubicBezTo>
                    <a:pt x="1119003" y="1025268"/>
                    <a:pt x="1119500" y="1026029"/>
                    <a:pt x="1119896" y="1026790"/>
                  </a:cubicBezTo>
                  <a:close/>
                  <a:moveTo>
                    <a:pt x="1595022" y="977908"/>
                  </a:moveTo>
                  <a:cubicBezTo>
                    <a:pt x="1594658" y="978305"/>
                    <a:pt x="1593864" y="978768"/>
                    <a:pt x="1593931" y="979066"/>
                  </a:cubicBezTo>
                  <a:cubicBezTo>
                    <a:pt x="1594129" y="979892"/>
                    <a:pt x="1594658" y="980620"/>
                    <a:pt x="1595022" y="981414"/>
                  </a:cubicBezTo>
                  <a:cubicBezTo>
                    <a:pt x="1595419" y="981017"/>
                    <a:pt x="1595816" y="980620"/>
                    <a:pt x="1596279" y="980157"/>
                  </a:cubicBezTo>
                  <a:cubicBezTo>
                    <a:pt x="1595882" y="979429"/>
                    <a:pt x="1595452" y="978669"/>
                    <a:pt x="1595022" y="977908"/>
                  </a:cubicBezTo>
                  <a:close/>
                  <a:moveTo>
                    <a:pt x="1773219" y="977908"/>
                  </a:moveTo>
                  <a:cubicBezTo>
                    <a:pt x="1772822" y="978305"/>
                    <a:pt x="1772061" y="978768"/>
                    <a:pt x="1772127" y="979066"/>
                  </a:cubicBezTo>
                  <a:cubicBezTo>
                    <a:pt x="1772293" y="979892"/>
                    <a:pt x="1772822" y="980620"/>
                    <a:pt x="1773219" y="981414"/>
                  </a:cubicBezTo>
                  <a:cubicBezTo>
                    <a:pt x="1773616" y="981017"/>
                    <a:pt x="1773980" y="980620"/>
                    <a:pt x="1774443" y="980157"/>
                  </a:cubicBezTo>
                  <a:cubicBezTo>
                    <a:pt x="1774046" y="979429"/>
                    <a:pt x="1773616" y="978669"/>
                    <a:pt x="1773219" y="977908"/>
                  </a:cubicBezTo>
                  <a:close/>
                  <a:moveTo>
                    <a:pt x="1782612" y="1031453"/>
                  </a:moveTo>
                  <a:cubicBezTo>
                    <a:pt x="1782777" y="1032280"/>
                    <a:pt x="1783306" y="1033007"/>
                    <a:pt x="1783703" y="1033801"/>
                  </a:cubicBezTo>
                  <a:cubicBezTo>
                    <a:pt x="1784100" y="1033404"/>
                    <a:pt x="1784464" y="1033007"/>
                    <a:pt x="1784927" y="1032544"/>
                  </a:cubicBezTo>
                  <a:cubicBezTo>
                    <a:pt x="1784530" y="1031817"/>
                    <a:pt x="1784100" y="1031056"/>
                    <a:pt x="1783703" y="1030295"/>
                  </a:cubicBezTo>
                  <a:cubicBezTo>
                    <a:pt x="1783306" y="1030692"/>
                    <a:pt x="1782545" y="1031155"/>
                    <a:pt x="1782612" y="1031453"/>
                  </a:cubicBezTo>
                  <a:close/>
                  <a:moveTo>
                    <a:pt x="135944" y="1031552"/>
                  </a:moveTo>
                  <a:cubicBezTo>
                    <a:pt x="135481" y="1031056"/>
                    <a:pt x="135084" y="1030692"/>
                    <a:pt x="134687" y="1030295"/>
                  </a:cubicBezTo>
                  <a:cubicBezTo>
                    <a:pt x="134290" y="1031056"/>
                    <a:pt x="133794" y="1031817"/>
                    <a:pt x="133596" y="1032644"/>
                  </a:cubicBezTo>
                  <a:cubicBezTo>
                    <a:pt x="133530" y="1032941"/>
                    <a:pt x="134290" y="1033404"/>
                    <a:pt x="134687" y="1033801"/>
                  </a:cubicBezTo>
                  <a:cubicBezTo>
                    <a:pt x="135117" y="1033041"/>
                    <a:pt x="135514" y="1032280"/>
                    <a:pt x="135944" y="1031552"/>
                  </a:cubicBezTo>
                  <a:close/>
                  <a:moveTo>
                    <a:pt x="94570" y="1031817"/>
                  </a:moveTo>
                  <a:cubicBezTo>
                    <a:pt x="94934" y="1032511"/>
                    <a:pt x="95860" y="1033007"/>
                    <a:pt x="96620" y="1033404"/>
                  </a:cubicBezTo>
                  <a:cubicBezTo>
                    <a:pt x="96753" y="1033470"/>
                    <a:pt x="97315" y="1032743"/>
                    <a:pt x="97712" y="1032346"/>
                  </a:cubicBezTo>
                  <a:cubicBezTo>
                    <a:pt x="97183" y="1031651"/>
                    <a:pt x="96753" y="1030692"/>
                    <a:pt x="96058" y="1030362"/>
                  </a:cubicBezTo>
                  <a:cubicBezTo>
                    <a:pt x="95330" y="1029998"/>
                    <a:pt x="94801" y="1029998"/>
                    <a:pt x="94504" y="1030262"/>
                  </a:cubicBezTo>
                  <a:cubicBezTo>
                    <a:pt x="94504" y="1030262"/>
                    <a:pt x="94504" y="1030295"/>
                    <a:pt x="94504" y="1030295"/>
                  </a:cubicBezTo>
                  <a:cubicBezTo>
                    <a:pt x="94504" y="1030295"/>
                    <a:pt x="94504" y="1030295"/>
                    <a:pt x="94471" y="1030295"/>
                  </a:cubicBezTo>
                  <a:cubicBezTo>
                    <a:pt x="94206" y="1030560"/>
                    <a:pt x="94206" y="1031089"/>
                    <a:pt x="94570" y="1031817"/>
                  </a:cubicBezTo>
                  <a:close/>
                  <a:moveTo>
                    <a:pt x="1066418" y="1027947"/>
                  </a:moveTo>
                  <a:cubicBezTo>
                    <a:pt x="1066583" y="1028774"/>
                    <a:pt x="1067112" y="1029535"/>
                    <a:pt x="1067509" y="1030295"/>
                  </a:cubicBezTo>
                  <a:cubicBezTo>
                    <a:pt x="1067873" y="1029899"/>
                    <a:pt x="1068270" y="1029535"/>
                    <a:pt x="1068733" y="1029072"/>
                  </a:cubicBezTo>
                  <a:cubicBezTo>
                    <a:pt x="1068336" y="1028311"/>
                    <a:pt x="1067906" y="1027550"/>
                    <a:pt x="1067509" y="1026823"/>
                  </a:cubicBezTo>
                  <a:cubicBezTo>
                    <a:pt x="1067112" y="1027187"/>
                    <a:pt x="1066351" y="1027650"/>
                    <a:pt x="1066418" y="1027947"/>
                  </a:cubicBezTo>
                  <a:close/>
                  <a:moveTo>
                    <a:pt x="94504" y="1030262"/>
                  </a:moveTo>
                  <a:cubicBezTo>
                    <a:pt x="94173" y="1029369"/>
                    <a:pt x="94008" y="1028377"/>
                    <a:pt x="93511" y="1027583"/>
                  </a:cubicBezTo>
                  <a:cubicBezTo>
                    <a:pt x="92916" y="1026691"/>
                    <a:pt x="91858" y="1026922"/>
                    <a:pt x="91461" y="1028245"/>
                  </a:cubicBezTo>
                  <a:cubicBezTo>
                    <a:pt x="91296" y="1028741"/>
                    <a:pt x="92420" y="1029601"/>
                    <a:pt x="92949" y="1030295"/>
                  </a:cubicBezTo>
                  <a:cubicBezTo>
                    <a:pt x="93445" y="1030295"/>
                    <a:pt x="93974" y="1030295"/>
                    <a:pt x="94471" y="1030295"/>
                  </a:cubicBezTo>
                  <a:cubicBezTo>
                    <a:pt x="94504" y="1030295"/>
                    <a:pt x="94504" y="1030295"/>
                    <a:pt x="94504" y="1030295"/>
                  </a:cubicBezTo>
                  <a:cubicBezTo>
                    <a:pt x="94504" y="1030295"/>
                    <a:pt x="94504" y="1030262"/>
                    <a:pt x="94504" y="1030262"/>
                  </a:cubicBezTo>
                  <a:close/>
                  <a:moveTo>
                    <a:pt x="1656174" y="857423"/>
                  </a:moveTo>
                  <a:cubicBezTo>
                    <a:pt x="1655777" y="857060"/>
                    <a:pt x="1655314" y="856266"/>
                    <a:pt x="1655016" y="856332"/>
                  </a:cubicBezTo>
                  <a:cubicBezTo>
                    <a:pt x="1654222" y="856530"/>
                    <a:pt x="1653462" y="857060"/>
                    <a:pt x="1652701" y="857423"/>
                  </a:cubicBezTo>
                  <a:cubicBezTo>
                    <a:pt x="1653065" y="857820"/>
                    <a:pt x="1653528" y="858581"/>
                    <a:pt x="1653826" y="858515"/>
                  </a:cubicBezTo>
                  <a:cubicBezTo>
                    <a:pt x="1654652" y="858349"/>
                    <a:pt x="1655413" y="857820"/>
                    <a:pt x="1656174" y="857423"/>
                  </a:cubicBezTo>
                  <a:close/>
                  <a:moveTo>
                    <a:pt x="1238165" y="1215868"/>
                  </a:moveTo>
                  <a:cubicBezTo>
                    <a:pt x="1237702" y="1216364"/>
                    <a:pt x="1237338" y="1216728"/>
                    <a:pt x="1236941" y="1217124"/>
                  </a:cubicBezTo>
                  <a:cubicBezTo>
                    <a:pt x="1237702" y="1217521"/>
                    <a:pt x="1238463" y="1218017"/>
                    <a:pt x="1239290" y="1218216"/>
                  </a:cubicBezTo>
                  <a:cubicBezTo>
                    <a:pt x="1239554" y="1218282"/>
                    <a:pt x="1240050" y="1217521"/>
                    <a:pt x="1240414" y="1217124"/>
                  </a:cubicBezTo>
                  <a:cubicBezTo>
                    <a:pt x="1239653" y="1216694"/>
                    <a:pt x="1238926" y="1216298"/>
                    <a:pt x="1238165" y="1215868"/>
                  </a:cubicBezTo>
                  <a:close/>
                  <a:moveTo>
                    <a:pt x="1126676" y="862616"/>
                  </a:moveTo>
                  <a:cubicBezTo>
                    <a:pt x="1127371" y="862252"/>
                    <a:pt x="1127834" y="861326"/>
                    <a:pt x="1128264" y="860565"/>
                  </a:cubicBezTo>
                  <a:cubicBezTo>
                    <a:pt x="1128330" y="860433"/>
                    <a:pt x="1127569" y="859871"/>
                    <a:pt x="1127172" y="859474"/>
                  </a:cubicBezTo>
                  <a:cubicBezTo>
                    <a:pt x="1126478" y="860003"/>
                    <a:pt x="1125552" y="860433"/>
                    <a:pt x="1125188" y="861127"/>
                  </a:cubicBezTo>
                  <a:cubicBezTo>
                    <a:pt x="1124494" y="862616"/>
                    <a:pt x="1125221" y="863310"/>
                    <a:pt x="1126676" y="862616"/>
                  </a:cubicBezTo>
                  <a:close/>
                  <a:moveTo>
                    <a:pt x="1353987" y="1225856"/>
                  </a:moveTo>
                  <a:cubicBezTo>
                    <a:pt x="1353590" y="1226253"/>
                    <a:pt x="1352829" y="1226716"/>
                    <a:pt x="1352895" y="1227013"/>
                  </a:cubicBezTo>
                  <a:cubicBezTo>
                    <a:pt x="1353060" y="1227840"/>
                    <a:pt x="1353590" y="1228568"/>
                    <a:pt x="1353987" y="1229361"/>
                  </a:cubicBezTo>
                  <a:cubicBezTo>
                    <a:pt x="1354350" y="1228965"/>
                    <a:pt x="1354747" y="1228568"/>
                    <a:pt x="1355210" y="1228105"/>
                  </a:cubicBezTo>
                  <a:cubicBezTo>
                    <a:pt x="1354813" y="1227377"/>
                    <a:pt x="1354383" y="1226616"/>
                    <a:pt x="1353987" y="1225856"/>
                  </a:cubicBezTo>
                  <a:close/>
                  <a:moveTo>
                    <a:pt x="1179295" y="1225856"/>
                  </a:moveTo>
                  <a:cubicBezTo>
                    <a:pt x="1178899" y="1226253"/>
                    <a:pt x="1178138" y="1226716"/>
                    <a:pt x="1178204" y="1227013"/>
                  </a:cubicBezTo>
                  <a:cubicBezTo>
                    <a:pt x="1178369" y="1227840"/>
                    <a:pt x="1178899" y="1228568"/>
                    <a:pt x="1179295" y="1229361"/>
                  </a:cubicBezTo>
                  <a:cubicBezTo>
                    <a:pt x="1179692" y="1228965"/>
                    <a:pt x="1180056" y="1228568"/>
                    <a:pt x="1180519" y="1228105"/>
                  </a:cubicBezTo>
                  <a:cubicBezTo>
                    <a:pt x="1180122" y="1227377"/>
                    <a:pt x="1179725" y="1226616"/>
                    <a:pt x="1179295" y="1225856"/>
                  </a:cubicBezTo>
                  <a:close/>
                  <a:moveTo>
                    <a:pt x="1210152" y="1225194"/>
                  </a:moveTo>
                  <a:cubicBezTo>
                    <a:pt x="1210946" y="1225029"/>
                    <a:pt x="1211707" y="1224500"/>
                    <a:pt x="1212468" y="1224103"/>
                  </a:cubicBezTo>
                  <a:cubicBezTo>
                    <a:pt x="1212104" y="1223706"/>
                    <a:pt x="1211707" y="1223342"/>
                    <a:pt x="1211244" y="1222879"/>
                  </a:cubicBezTo>
                  <a:cubicBezTo>
                    <a:pt x="1210516" y="1223276"/>
                    <a:pt x="1209756" y="1223706"/>
                    <a:pt x="1208995" y="1224103"/>
                  </a:cubicBezTo>
                  <a:cubicBezTo>
                    <a:pt x="1209392" y="1224500"/>
                    <a:pt x="1209855" y="1225260"/>
                    <a:pt x="1210152" y="1225194"/>
                  </a:cubicBezTo>
                  <a:close/>
                  <a:moveTo>
                    <a:pt x="1184951" y="857159"/>
                  </a:moveTo>
                  <a:cubicBezTo>
                    <a:pt x="1184819" y="857622"/>
                    <a:pt x="1185943" y="858482"/>
                    <a:pt x="1186472" y="859176"/>
                  </a:cubicBezTo>
                  <a:cubicBezTo>
                    <a:pt x="1186968" y="859176"/>
                    <a:pt x="1187497" y="859176"/>
                    <a:pt x="1188027" y="859176"/>
                  </a:cubicBezTo>
                  <a:cubicBezTo>
                    <a:pt x="1187696" y="858283"/>
                    <a:pt x="1187531" y="857291"/>
                    <a:pt x="1187034" y="856497"/>
                  </a:cubicBezTo>
                  <a:cubicBezTo>
                    <a:pt x="1186439" y="855571"/>
                    <a:pt x="1185381" y="855803"/>
                    <a:pt x="1184951" y="857159"/>
                  </a:cubicBezTo>
                  <a:close/>
                  <a:moveTo>
                    <a:pt x="1036553" y="1219373"/>
                  </a:moveTo>
                  <a:cubicBezTo>
                    <a:pt x="1035825" y="1219770"/>
                    <a:pt x="1035064" y="1220200"/>
                    <a:pt x="1034304" y="1220630"/>
                  </a:cubicBezTo>
                  <a:cubicBezTo>
                    <a:pt x="1034701" y="1220994"/>
                    <a:pt x="1035164" y="1221788"/>
                    <a:pt x="1035461" y="1221722"/>
                  </a:cubicBezTo>
                  <a:cubicBezTo>
                    <a:pt x="1036288" y="1221523"/>
                    <a:pt x="1037016" y="1220994"/>
                    <a:pt x="1037809" y="1220630"/>
                  </a:cubicBezTo>
                  <a:cubicBezTo>
                    <a:pt x="1037413" y="1220233"/>
                    <a:pt x="1037016" y="1219836"/>
                    <a:pt x="1036553" y="1219373"/>
                  </a:cubicBezTo>
                  <a:close/>
                  <a:moveTo>
                    <a:pt x="1367943" y="855670"/>
                  </a:moveTo>
                  <a:cubicBezTo>
                    <a:pt x="1367546" y="856067"/>
                    <a:pt x="1366786" y="856530"/>
                    <a:pt x="1366852" y="856828"/>
                  </a:cubicBezTo>
                  <a:cubicBezTo>
                    <a:pt x="1367050" y="857655"/>
                    <a:pt x="1367546" y="858382"/>
                    <a:pt x="1367943" y="859176"/>
                  </a:cubicBezTo>
                  <a:cubicBezTo>
                    <a:pt x="1368340" y="858779"/>
                    <a:pt x="1368737" y="858382"/>
                    <a:pt x="1369200" y="857919"/>
                  </a:cubicBezTo>
                  <a:cubicBezTo>
                    <a:pt x="1368803" y="857192"/>
                    <a:pt x="1368373" y="856431"/>
                    <a:pt x="1367943" y="855670"/>
                  </a:cubicBezTo>
                  <a:close/>
                  <a:moveTo>
                    <a:pt x="1560097" y="855670"/>
                  </a:moveTo>
                  <a:cubicBezTo>
                    <a:pt x="1559700" y="856067"/>
                    <a:pt x="1558939" y="856530"/>
                    <a:pt x="1559006" y="856828"/>
                  </a:cubicBezTo>
                  <a:cubicBezTo>
                    <a:pt x="1559204" y="857655"/>
                    <a:pt x="1559700" y="858382"/>
                    <a:pt x="1560097" y="859176"/>
                  </a:cubicBezTo>
                  <a:cubicBezTo>
                    <a:pt x="1560494" y="858779"/>
                    <a:pt x="1560891" y="858382"/>
                    <a:pt x="1561354" y="857919"/>
                  </a:cubicBezTo>
                  <a:cubicBezTo>
                    <a:pt x="1560924" y="857192"/>
                    <a:pt x="1560527" y="856431"/>
                    <a:pt x="1560097" y="855670"/>
                  </a:cubicBezTo>
                  <a:close/>
                  <a:moveTo>
                    <a:pt x="1704427" y="1196751"/>
                  </a:moveTo>
                  <a:cubicBezTo>
                    <a:pt x="1704262" y="1195958"/>
                    <a:pt x="1703733" y="1195197"/>
                    <a:pt x="1703336" y="1194436"/>
                  </a:cubicBezTo>
                  <a:cubicBezTo>
                    <a:pt x="1702939" y="1194800"/>
                    <a:pt x="1702575" y="1195197"/>
                    <a:pt x="1702112" y="1195660"/>
                  </a:cubicBezTo>
                  <a:cubicBezTo>
                    <a:pt x="1702509" y="1196388"/>
                    <a:pt x="1702939" y="1197148"/>
                    <a:pt x="1703336" y="1197909"/>
                  </a:cubicBezTo>
                  <a:cubicBezTo>
                    <a:pt x="1703733" y="1197545"/>
                    <a:pt x="1704493" y="1197049"/>
                    <a:pt x="1704427" y="1196751"/>
                  </a:cubicBezTo>
                  <a:close/>
                  <a:moveTo>
                    <a:pt x="1171722" y="1197248"/>
                  </a:moveTo>
                  <a:cubicBezTo>
                    <a:pt x="1172515" y="1197082"/>
                    <a:pt x="1173276" y="1196553"/>
                    <a:pt x="1174037" y="1196156"/>
                  </a:cubicBezTo>
                  <a:cubicBezTo>
                    <a:pt x="1173673" y="1195792"/>
                    <a:pt x="1173276" y="1195395"/>
                    <a:pt x="1172813" y="1194932"/>
                  </a:cubicBezTo>
                  <a:cubicBezTo>
                    <a:pt x="1172085" y="1195329"/>
                    <a:pt x="1171325" y="1195759"/>
                    <a:pt x="1170564" y="1196156"/>
                  </a:cubicBezTo>
                  <a:cubicBezTo>
                    <a:pt x="1170928" y="1196553"/>
                    <a:pt x="1171424" y="1197314"/>
                    <a:pt x="1171722" y="1197248"/>
                  </a:cubicBezTo>
                  <a:close/>
                  <a:moveTo>
                    <a:pt x="944114" y="1196751"/>
                  </a:moveTo>
                  <a:cubicBezTo>
                    <a:pt x="944048" y="1197049"/>
                    <a:pt x="944841" y="1197512"/>
                    <a:pt x="945205" y="1197909"/>
                  </a:cubicBezTo>
                  <a:cubicBezTo>
                    <a:pt x="945635" y="1197148"/>
                    <a:pt x="946065" y="1196388"/>
                    <a:pt x="946462" y="1195660"/>
                  </a:cubicBezTo>
                  <a:cubicBezTo>
                    <a:pt x="945999" y="1195197"/>
                    <a:pt x="945602" y="1194800"/>
                    <a:pt x="945205" y="1194436"/>
                  </a:cubicBezTo>
                  <a:cubicBezTo>
                    <a:pt x="944841" y="1195197"/>
                    <a:pt x="944312" y="1195958"/>
                    <a:pt x="944114" y="1196751"/>
                  </a:cubicBezTo>
                  <a:close/>
                  <a:moveTo>
                    <a:pt x="1848989" y="1209551"/>
                  </a:moveTo>
                  <a:cubicBezTo>
                    <a:pt x="1849154" y="1210378"/>
                    <a:pt x="1849683" y="1211105"/>
                    <a:pt x="1850080" y="1211899"/>
                  </a:cubicBezTo>
                  <a:cubicBezTo>
                    <a:pt x="1850444" y="1211502"/>
                    <a:pt x="1850841" y="1211105"/>
                    <a:pt x="1851304" y="1210642"/>
                  </a:cubicBezTo>
                  <a:cubicBezTo>
                    <a:pt x="1850907" y="1209915"/>
                    <a:pt x="1850477" y="1209154"/>
                    <a:pt x="1850080" y="1208393"/>
                  </a:cubicBezTo>
                  <a:cubicBezTo>
                    <a:pt x="1849683" y="1208790"/>
                    <a:pt x="1848923" y="1209253"/>
                    <a:pt x="1848989" y="1209551"/>
                  </a:cubicBezTo>
                  <a:close/>
                  <a:moveTo>
                    <a:pt x="1277125" y="862682"/>
                  </a:moveTo>
                  <a:cubicBezTo>
                    <a:pt x="1276728" y="863046"/>
                    <a:pt x="1275968" y="863542"/>
                    <a:pt x="1276034" y="863806"/>
                  </a:cubicBezTo>
                  <a:cubicBezTo>
                    <a:pt x="1276199" y="864633"/>
                    <a:pt x="1276728" y="865394"/>
                    <a:pt x="1277125" y="866155"/>
                  </a:cubicBezTo>
                  <a:cubicBezTo>
                    <a:pt x="1277489" y="865791"/>
                    <a:pt x="1277886" y="865394"/>
                    <a:pt x="1278349" y="864931"/>
                  </a:cubicBezTo>
                  <a:cubicBezTo>
                    <a:pt x="1277952" y="864170"/>
                    <a:pt x="1277522" y="863410"/>
                    <a:pt x="1277125" y="862682"/>
                  </a:cubicBezTo>
                  <a:close/>
                  <a:moveTo>
                    <a:pt x="1540882" y="1210146"/>
                  </a:moveTo>
                  <a:cubicBezTo>
                    <a:pt x="1540485" y="1209749"/>
                    <a:pt x="1540022" y="1208988"/>
                    <a:pt x="1539757" y="1209055"/>
                  </a:cubicBezTo>
                  <a:cubicBezTo>
                    <a:pt x="1538930" y="1209220"/>
                    <a:pt x="1538170" y="1209749"/>
                    <a:pt x="1537409" y="1210146"/>
                  </a:cubicBezTo>
                  <a:cubicBezTo>
                    <a:pt x="1537773" y="1210543"/>
                    <a:pt x="1538269" y="1211304"/>
                    <a:pt x="1538533" y="1211237"/>
                  </a:cubicBezTo>
                  <a:cubicBezTo>
                    <a:pt x="1539360" y="1211039"/>
                    <a:pt x="1540121" y="1210543"/>
                    <a:pt x="1540882" y="1210146"/>
                  </a:cubicBezTo>
                  <a:close/>
                  <a:moveTo>
                    <a:pt x="974905" y="1262534"/>
                  </a:moveTo>
                  <a:cubicBezTo>
                    <a:pt x="974144" y="1262137"/>
                    <a:pt x="973383" y="1261607"/>
                    <a:pt x="972557" y="1261442"/>
                  </a:cubicBezTo>
                  <a:cubicBezTo>
                    <a:pt x="972292" y="1261376"/>
                    <a:pt x="971796" y="1262137"/>
                    <a:pt x="971399" y="1262534"/>
                  </a:cubicBezTo>
                  <a:cubicBezTo>
                    <a:pt x="972160" y="1262930"/>
                    <a:pt x="972920" y="1263360"/>
                    <a:pt x="973648" y="1263757"/>
                  </a:cubicBezTo>
                  <a:cubicBezTo>
                    <a:pt x="974144" y="1263294"/>
                    <a:pt x="974508" y="1262897"/>
                    <a:pt x="974905" y="1262534"/>
                  </a:cubicBezTo>
                  <a:close/>
                  <a:moveTo>
                    <a:pt x="944610" y="1263625"/>
                  </a:moveTo>
                  <a:cubicBezTo>
                    <a:pt x="945437" y="1263426"/>
                    <a:pt x="946197" y="1262897"/>
                    <a:pt x="946958" y="1262534"/>
                  </a:cubicBezTo>
                  <a:cubicBezTo>
                    <a:pt x="946561" y="1262137"/>
                    <a:pt x="946098" y="1261376"/>
                    <a:pt x="945801" y="1261442"/>
                  </a:cubicBezTo>
                  <a:cubicBezTo>
                    <a:pt x="945007" y="1261607"/>
                    <a:pt x="944246" y="1262137"/>
                    <a:pt x="943485" y="1262534"/>
                  </a:cubicBezTo>
                  <a:cubicBezTo>
                    <a:pt x="943849" y="1262897"/>
                    <a:pt x="944345" y="1263691"/>
                    <a:pt x="944610" y="1263625"/>
                  </a:cubicBezTo>
                  <a:close/>
                  <a:moveTo>
                    <a:pt x="1176385" y="838869"/>
                  </a:moveTo>
                  <a:cubicBezTo>
                    <a:pt x="1175558" y="839068"/>
                    <a:pt x="1174831" y="839597"/>
                    <a:pt x="1174037" y="839961"/>
                  </a:cubicBezTo>
                  <a:cubicBezTo>
                    <a:pt x="1174434" y="840358"/>
                    <a:pt x="1174930" y="841118"/>
                    <a:pt x="1175194" y="841052"/>
                  </a:cubicBezTo>
                  <a:cubicBezTo>
                    <a:pt x="1176021" y="840887"/>
                    <a:pt x="1176782" y="840358"/>
                    <a:pt x="1177543" y="839961"/>
                  </a:cubicBezTo>
                  <a:cubicBezTo>
                    <a:pt x="1177146" y="839564"/>
                    <a:pt x="1176683" y="838803"/>
                    <a:pt x="1176385" y="838869"/>
                  </a:cubicBezTo>
                  <a:close/>
                  <a:moveTo>
                    <a:pt x="532951" y="1253802"/>
                  </a:moveTo>
                  <a:cubicBezTo>
                    <a:pt x="532554" y="1254563"/>
                    <a:pt x="532125" y="1255291"/>
                    <a:pt x="531728" y="1256051"/>
                  </a:cubicBezTo>
                  <a:cubicBezTo>
                    <a:pt x="532191" y="1256514"/>
                    <a:pt x="532588" y="1256878"/>
                    <a:pt x="532951" y="1257275"/>
                  </a:cubicBezTo>
                  <a:cubicBezTo>
                    <a:pt x="533348" y="1256514"/>
                    <a:pt x="533877" y="1255754"/>
                    <a:pt x="534043" y="1254927"/>
                  </a:cubicBezTo>
                  <a:cubicBezTo>
                    <a:pt x="534109" y="1254662"/>
                    <a:pt x="533348" y="1254166"/>
                    <a:pt x="532951" y="1253802"/>
                  </a:cubicBezTo>
                  <a:close/>
                  <a:moveTo>
                    <a:pt x="1271205" y="840556"/>
                  </a:moveTo>
                  <a:cubicBezTo>
                    <a:pt x="1271040" y="839729"/>
                    <a:pt x="1270510" y="839002"/>
                    <a:pt x="1270114" y="838208"/>
                  </a:cubicBezTo>
                  <a:cubicBezTo>
                    <a:pt x="1269750" y="838605"/>
                    <a:pt x="1269353" y="839002"/>
                    <a:pt x="1268890" y="839465"/>
                  </a:cubicBezTo>
                  <a:cubicBezTo>
                    <a:pt x="1269287" y="840192"/>
                    <a:pt x="1269717" y="840953"/>
                    <a:pt x="1270114" y="841714"/>
                  </a:cubicBezTo>
                  <a:cubicBezTo>
                    <a:pt x="1270510" y="841317"/>
                    <a:pt x="1271271" y="840854"/>
                    <a:pt x="1271205" y="840556"/>
                  </a:cubicBezTo>
                  <a:close/>
                  <a:moveTo>
                    <a:pt x="1678895" y="838208"/>
                  </a:moveTo>
                  <a:cubicBezTo>
                    <a:pt x="1678498" y="838605"/>
                    <a:pt x="1677737" y="839068"/>
                    <a:pt x="1677803" y="839366"/>
                  </a:cubicBezTo>
                  <a:cubicBezTo>
                    <a:pt x="1677969" y="840192"/>
                    <a:pt x="1678498" y="840953"/>
                    <a:pt x="1678895" y="841714"/>
                  </a:cubicBezTo>
                  <a:cubicBezTo>
                    <a:pt x="1679259" y="841317"/>
                    <a:pt x="1680052" y="840854"/>
                    <a:pt x="1679986" y="840556"/>
                  </a:cubicBezTo>
                  <a:cubicBezTo>
                    <a:pt x="1679788" y="839729"/>
                    <a:pt x="1679259" y="839002"/>
                    <a:pt x="1678895" y="838208"/>
                  </a:cubicBezTo>
                  <a:close/>
                  <a:moveTo>
                    <a:pt x="906775" y="1271265"/>
                  </a:moveTo>
                  <a:cubicBezTo>
                    <a:pt x="906411" y="1272025"/>
                    <a:pt x="905882" y="1272786"/>
                    <a:pt x="905683" y="1273613"/>
                  </a:cubicBezTo>
                  <a:cubicBezTo>
                    <a:pt x="905617" y="1273878"/>
                    <a:pt x="906411" y="1274341"/>
                    <a:pt x="906775" y="1274737"/>
                  </a:cubicBezTo>
                  <a:cubicBezTo>
                    <a:pt x="907204" y="1273977"/>
                    <a:pt x="907634" y="1273216"/>
                    <a:pt x="908031" y="1272488"/>
                  </a:cubicBezTo>
                  <a:cubicBezTo>
                    <a:pt x="907568" y="1272025"/>
                    <a:pt x="907171" y="1271629"/>
                    <a:pt x="906775" y="1271265"/>
                  </a:cubicBezTo>
                  <a:close/>
                  <a:moveTo>
                    <a:pt x="693686" y="1271265"/>
                  </a:moveTo>
                  <a:cubicBezTo>
                    <a:pt x="693289" y="1271629"/>
                    <a:pt x="692528" y="1272125"/>
                    <a:pt x="692594" y="1272422"/>
                  </a:cubicBezTo>
                  <a:cubicBezTo>
                    <a:pt x="692760" y="1273216"/>
                    <a:pt x="693289" y="1273977"/>
                    <a:pt x="693686" y="1274737"/>
                  </a:cubicBezTo>
                  <a:cubicBezTo>
                    <a:pt x="694050" y="1274374"/>
                    <a:pt x="694446" y="1273977"/>
                    <a:pt x="694909" y="1273514"/>
                  </a:cubicBezTo>
                  <a:cubicBezTo>
                    <a:pt x="694513" y="1272786"/>
                    <a:pt x="694083" y="1272025"/>
                    <a:pt x="693686" y="1271265"/>
                  </a:cubicBezTo>
                  <a:close/>
                  <a:moveTo>
                    <a:pt x="477058" y="1271265"/>
                  </a:moveTo>
                  <a:cubicBezTo>
                    <a:pt x="476661" y="1271629"/>
                    <a:pt x="475901" y="1272125"/>
                    <a:pt x="475967" y="1272422"/>
                  </a:cubicBezTo>
                  <a:cubicBezTo>
                    <a:pt x="476165" y="1273216"/>
                    <a:pt x="476661" y="1273977"/>
                    <a:pt x="477058" y="1274737"/>
                  </a:cubicBezTo>
                  <a:cubicBezTo>
                    <a:pt x="477455" y="1274374"/>
                    <a:pt x="477852" y="1273977"/>
                    <a:pt x="478315" y="1273514"/>
                  </a:cubicBezTo>
                  <a:cubicBezTo>
                    <a:pt x="477918" y="1272786"/>
                    <a:pt x="477488" y="1272025"/>
                    <a:pt x="477058" y="1271265"/>
                  </a:cubicBezTo>
                  <a:close/>
                  <a:moveTo>
                    <a:pt x="1463359" y="830072"/>
                  </a:moveTo>
                  <a:cubicBezTo>
                    <a:pt x="1463193" y="829278"/>
                    <a:pt x="1462664" y="828518"/>
                    <a:pt x="1462267" y="827757"/>
                  </a:cubicBezTo>
                  <a:cubicBezTo>
                    <a:pt x="1461903" y="828121"/>
                    <a:pt x="1461110" y="828617"/>
                    <a:pt x="1461176" y="828881"/>
                  </a:cubicBezTo>
                  <a:cubicBezTo>
                    <a:pt x="1461374" y="829708"/>
                    <a:pt x="1461903" y="830469"/>
                    <a:pt x="1462267" y="831230"/>
                  </a:cubicBezTo>
                  <a:cubicBezTo>
                    <a:pt x="1462664" y="830866"/>
                    <a:pt x="1463425" y="830370"/>
                    <a:pt x="1463359" y="830072"/>
                  </a:cubicBezTo>
                  <a:close/>
                  <a:moveTo>
                    <a:pt x="1291677" y="1267098"/>
                  </a:moveTo>
                  <a:cubicBezTo>
                    <a:pt x="1291975" y="1267164"/>
                    <a:pt x="1292438" y="1266403"/>
                    <a:pt x="1292835" y="1266006"/>
                  </a:cubicBezTo>
                  <a:cubicBezTo>
                    <a:pt x="1292074" y="1265609"/>
                    <a:pt x="1291313" y="1265179"/>
                    <a:pt x="1290586" y="1264782"/>
                  </a:cubicBezTo>
                  <a:cubicBezTo>
                    <a:pt x="1290123" y="1265245"/>
                    <a:pt x="1289726" y="1265642"/>
                    <a:pt x="1289362" y="1266006"/>
                  </a:cubicBezTo>
                  <a:cubicBezTo>
                    <a:pt x="1290123" y="1266403"/>
                    <a:pt x="1290850" y="1266932"/>
                    <a:pt x="1291677" y="1267098"/>
                  </a:cubicBezTo>
                  <a:close/>
                  <a:moveTo>
                    <a:pt x="1760982" y="829477"/>
                  </a:moveTo>
                  <a:cubicBezTo>
                    <a:pt x="1760221" y="829113"/>
                    <a:pt x="1759460" y="828584"/>
                    <a:pt x="1758634" y="828385"/>
                  </a:cubicBezTo>
                  <a:cubicBezTo>
                    <a:pt x="1758369" y="828319"/>
                    <a:pt x="1757873" y="829113"/>
                    <a:pt x="1757509" y="829477"/>
                  </a:cubicBezTo>
                  <a:cubicBezTo>
                    <a:pt x="1758237" y="829907"/>
                    <a:pt x="1758997" y="830337"/>
                    <a:pt x="1759758" y="830733"/>
                  </a:cubicBezTo>
                  <a:cubicBezTo>
                    <a:pt x="1760221" y="830270"/>
                    <a:pt x="1760585" y="829874"/>
                    <a:pt x="1760982" y="829477"/>
                  </a:cubicBezTo>
                  <a:close/>
                  <a:moveTo>
                    <a:pt x="1911662" y="1262236"/>
                  </a:moveTo>
                  <a:cubicBezTo>
                    <a:pt x="1911497" y="1262699"/>
                    <a:pt x="1912621" y="1263592"/>
                    <a:pt x="1913150" y="1264286"/>
                  </a:cubicBezTo>
                  <a:cubicBezTo>
                    <a:pt x="1913680" y="1264286"/>
                    <a:pt x="1914176" y="1264286"/>
                    <a:pt x="1914705" y="1264286"/>
                  </a:cubicBezTo>
                  <a:cubicBezTo>
                    <a:pt x="1914374" y="1263360"/>
                    <a:pt x="1914209" y="1262368"/>
                    <a:pt x="1913713" y="1261574"/>
                  </a:cubicBezTo>
                  <a:cubicBezTo>
                    <a:pt x="1913117" y="1260648"/>
                    <a:pt x="1912059" y="1260880"/>
                    <a:pt x="1911662" y="1262236"/>
                  </a:cubicBezTo>
                  <a:close/>
                  <a:moveTo>
                    <a:pt x="1825110" y="834239"/>
                  </a:moveTo>
                  <a:cubicBezTo>
                    <a:pt x="1825838" y="833809"/>
                    <a:pt x="1826599" y="833412"/>
                    <a:pt x="1827359" y="832982"/>
                  </a:cubicBezTo>
                  <a:cubicBezTo>
                    <a:pt x="1826962" y="832586"/>
                    <a:pt x="1826499" y="831825"/>
                    <a:pt x="1826202" y="831891"/>
                  </a:cubicBezTo>
                  <a:cubicBezTo>
                    <a:pt x="1825375" y="832089"/>
                    <a:pt x="1824647" y="832586"/>
                    <a:pt x="1823853" y="832982"/>
                  </a:cubicBezTo>
                  <a:cubicBezTo>
                    <a:pt x="1824250" y="833379"/>
                    <a:pt x="1824647" y="833776"/>
                    <a:pt x="1825110" y="834239"/>
                  </a:cubicBezTo>
                  <a:close/>
                  <a:moveTo>
                    <a:pt x="968588" y="1240970"/>
                  </a:moveTo>
                  <a:cubicBezTo>
                    <a:pt x="968753" y="1241797"/>
                    <a:pt x="969282" y="1242524"/>
                    <a:pt x="969679" y="1243318"/>
                  </a:cubicBezTo>
                  <a:cubicBezTo>
                    <a:pt x="970076" y="1242921"/>
                    <a:pt x="970837" y="1242458"/>
                    <a:pt x="970771" y="1242161"/>
                  </a:cubicBezTo>
                  <a:cubicBezTo>
                    <a:pt x="970572" y="1241334"/>
                    <a:pt x="970076" y="1240606"/>
                    <a:pt x="969679" y="1239812"/>
                  </a:cubicBezTo>
                  <a:cubicBezTo>
                    <a:pt x="969282" y="1240209"/>
                    <a:pt x="968522" y="1240672"/>
                    <a:pt x="968588" y="1240970"/>
                  </a:cubicBezTo>
                  <a:close/>
                  <a:moveTo>
                    <a:pt x="889312" y="1239812"/>
                  </a:moveTo>
                  <a:cubicBezTo>
                    <a:pt x="889742" y="1239052"/>
                    <a:pt x="890172" y="1238291"/>
                    <a:pt x="890569" y="1237563"/>
                  </a:cubicBezTo>
                  <a:cubicBezTo>
                    <a:pt x="890106" y="1237100"/>
                    <a:pt x="889709" y="1236704"/>
                    <a:pt x="889312" y="1236340"/>
                  </a:cubicBezTo>
                  <a:cubicBezTo>
                    <a:pt x="888915" y="1237100"/>
                    <a:pt x="888419" y="1237861"/>
                    <a:pt x="888221" y="1238688"/>
                  </a:cubicBezTo>
                  <a:cubicBezTo>
                    <a:pt x="888154" y="1238953"/>
                    <a:pt x="888915" y="1239449"/>
                    <a:pt x="889312" y="1239812"/>
                  </a:cubicBezTo>
                  <a:close/>
                  <a:moveTo>
                    <a:pt x="1128628" y="850445"/>
                  </a:moveTo>
                  <a:cubicBezTo>
                    <a:pt x="1129025" y="850842"/>
                    <a:pt x="1129488" y="851602"/>
                    <a:pt x="1129785" y="851536"/>
                  </a:cubicBezTo>
                  <a:cubicBezTo>
                    <a:pt x="1130612" y="851338"/>
                    <a:pt x="1131340" y="850842"/>
                    <a:pt x="1132133" y="850445"/>
                  </a:cubicBezTo>
                  <a:cubicBezTo>
                    <a:pt x="1131737" y="850048"/>
                    <a:pt x="1131340" y="849684"/>
                    <a:pt x="1130877" y="849221"/>
                  </a:cubicBezTo>
                  <a:cubicBezTo>
                    <a:pt x="1130149" y="849618"/>
                    <a:pt x="1129388" y="850015"/>
                    <a:pt x="1128628" y="850445"/>
                  </a:cubicBezTo>
                  <a:close/>
                  <a:moveTo>
                    <a:pt x="1267865" y="849949"/>
                  </a:moveTo>
                  <a:cubicBezTo>
                    <a:pt x="1267402" y="849486"/>
                    <a:pt x="1267038" y="849089"/>
                    <a:pt x="1266641" y="848692"/>
                  </a:cubicBezTo>
                  <a:cubicBezTo>
                    <a:pt x="1266244" y="849486"/>
                    <a:pt x="1265715" y="850213"/>
                    <a:pt x="1265550" y="851040"/>
                  </a:cubicBezTo>
                  <a:cubicBezTo>
                    <a:pt x="1265483" y="851338"/>
                    <a:pt x="1266244" y="851801"/>
                    <a:pt x="1266641" y="852198"/>
                  </a:cubicBezTo>
                  <a:cubicBezTo>
                    <a:pt x="1267038" y="851437"/>
                    <a:pt x="1267468" y="850676"/>
                    <a:pt x="1267865" y="849949"/>
                  </a:cubicBezTo>
                  <a:close/>
                  <a:moveTo>
                    <a:pt x="1527421" y="849949"/>
                  </a:moveTo>
                  <a:cubicBezTo>
                    <a:pt x="1527818" y="850676"/>
                    <a:pt x="1528248" y="851437"/>
                    <a:pt x="1528645" y="852198"/>
                  </a:cubicBezTo>
                  <a:cubicBezTo>
                    <a:pt x="1529041" y="851801"/>
                    <a:pt x="1529802" y="851338"/>
                    <a:pt x="1529736" y="851040"/>
                  </a:cubicBezTo>
                  <a:cubicBezTo>
                    <a:pt x="1529571" y="850213"/>
                    <a:pt x="1529041" y="849486"/>
                    <a:pt x="1528645" y="848692"/>
                  </a:cubicBezTo>
                  <a:cubicBezTo>
                    <a:pt x="1528281" y="849089"/>
                    <a:pt x="1527884" y="849486"/>
                    <a:pt x="1527421" y="849949"/>
                  </a:cubicBezTo>
                  <a:close/>
                  <a:moveTo>
                    <a:pt x="885839" y="1232834"/>
                  </a:moveTo>
                  <a:cubicBezTo>
                    <a:pt x="886236" y="1232073"/>
                    <a:pt x="886666" y="1231313"/>
                    <a:pt x="887063" y="1230585"/>
                  </a:cubicBezTo>
                  <a:cubicBezTo>
                    <a:pt x="886600" y="1230122"/>
                    <a:pt x="886203" y="1229725"/>
                    <a:pt x="885839" y="1229361"/>
                  </a:cubicBezTo>
                  <a:cubicBezTo>
                    <a:pt x="885442" y="1230122"/>
                    <a:pt x="884913" y="1230883"/>
                    <a:pt x="884748" y="1231676"/>
                  </a:cubicBezTo>
                  <a:cubicBezTo>
                    <a:pt x="884682" y="1231974"/>
                    <a:pt x="885442" y="1232437"/>
                    <a:pt x="885839" y="1232834"/>
                  </a:cubicBezTo>
                  <a:close/>
                  <a:moveTo>
                    <a:pt x="1829112" y="845219"/>
                  </a:moveTo>
                  <a:cubicBezTo>
                    <a:pt x="1829509" y="844823"/>
                    <a:pt x="1830270" y="844360"/>
                    <a:pt x="1830203" y="844062"/>
                  </a:cubicBezTo>
                  <a:cubicBezTo>
                    <a:pt x="1830005" y="843235"/>
                    <a:pt x="1829509" y="842474"/>
                    <a:pt x="1829112" y="841714"/>
                  </a:cubicBezTo>
                  <a:cubicBezTo>
                    <a:pt x="1828715" y="842111"/>
                    <a:pt x="1828351" y="842474"/>
                    <a:pt x="1827888" y="842970"/>
                  </a:cubicBezTo>
                  <a:cubicBezTo>
                    <a:pt x="1828285" y="843698"/>
                    <a:pt x="1828682" y="844459"/>
                    <a:pt x="1829112" y="845219"/>
                  </a:cubicBezTo>
                  <a:close/>
                  <a:moveTo>
                    <a:pt x="2416057" y="1250297"/>
                  </a:moveTo>
                  <a:cubicBezTo>
                    <a:pt x="2416421" y="1249900"/>
                    <a:pt x="2417215" y="1249437"/>
                    <a:pt x="2417149" y="1249139"/>
                  </a:cubicBezTo>
                  <a:cubicBezTo>
                    <a:pt x="2416950" y="1248312"/>
                    <a:pt x="2416421" y="1247585"/>
                    <a:pt x="2416057" y="1246791"/>
                  </a:cubicBezTo>
                  <a:cubicBezTo>
                    <a:pt x="2415660" y="1247188"/>
                    <a:pt x="2414900" y="1247684"/>
                    <a:pt x="2414966" y="1247948"/>
                  </a:cubicBezTo>
                  <a:cubicBezTo>
                    <a:pt x="2415131" y="1248775"/>
                    <a:pt x="2415660" y="1249536"/>
                    <a:pt x="2416057" y="1250297"/>
                  </a:cubicBezTo>
                  <a:close/>
                  <a:moveTo>
                    <a:pt x="1238694" y="1246791"/>
                  </a:moveTo>
                  <a:cubicBezTo>
                    <a:pt x="1238264" y="1247551"/>
                    <a:pt x="1237834" y="1248312"/>
                    <a:pt x="1237438" y="1249040"/>
                  </a:cubicBezTo>
                  <a:cubicBezTo>
                    <a:pt x="1237901" y="1249536"/>
                    <a:pt x="1238297" y="1249900"/>
                    <a:pt x="1238694" y="1250297"/>
                  </a:cubicBezTo>
                  <a:cubicBezTo>
                    <a:pt x="1239058" y="1249536"/>
                    <a:pt x="1239587" y="1248775"/>
                    <a:pt x="1239786" y="1247948"/>
                  </a:cubicBezTo>
                  <a:cubicBezTo>
                    <a:pt x="1239852" y="1247684"/>
                    <a:pt x="1239058" y="1247188"/>
                    <a:pt x="1238694" y="1246791"/>
                  </a:cubicBezTo>
                  <a:close/>
                  <a:moveTo>
                    <a:pt x="1855967" y="1244476"/>
                  </a:moveTo>
                  <a:cubicBezTo>
                    <a:pt x="1856166" y="1245269"/>
                    <a:pt x="1856662" y="1246030"/>
                    <a:pt x="1857059" y="1246791"/>
                  </a:cubicBezTo>
                  <a:cubicBezTo>
                    <a:pt x="1857456" y="1246427"/>
                    <a:pt x="1858216" y="1245931"/>
                    <a:pt x="1858150" y="1245666"/>
                  </a:cubicBezTo>
                  <a:cubicBezTo>
                    <a:pt x="1857952" y="1244840"/>
                    <a:pt x="1857456" y="1244079"/>
                    <a:pt x="1857059" y="1243318"/>
                  </a:cubicBezTo>
                  <a:cubicBezTo>
                    <a:pt x="1856662" y="1243715"/>
                    <a:pt x="1855901" y="1244178"/>
                    <a:pt x="1855967" y="1244476"/>
                  </a:cubicBezTo>
                  <a:close/>
                  <a:moveTo>
                    <a:pt x="1699830" y="1246791"/>
                  </a:moveTo>
                  <a:cubicBezTo>
                    <a:pt x="1700227" y="1246427"/>
                    <a:pt x="1700988" y="1245931"/>
                    <a:pt x="1700921" y="1245666"/>
                  </a:cubicBezTo>
                  <a:cubicBezTo>
                    <a:pt x="1700756" y="1244840"/>
                    <a:pt x="1700227" y="1244079"/>
                    <a:pt x="1699830" y="1243318"/>
                  </a:cubicBezTo>
                  <a:cubicBezTo>
                    <a:pt x="1699466" y="1243682"/>
                    <a:pt x="1698672" y="1244178"/>
                    <a:pt x="1698739" y="1244476"/>
                  </a:cubicBezTo>
                  <a:cubicBezTo>
                    <a:pt x="1698937" y="1245269"/>
                    <a:pt x="1699466" y="1246030"/>
                    <a:pt x="1699830" y="1246791"/>
                  </a:cubicBezTo>
                  <a:close/>
                  <a:moveTo>
                    <a:pt x="1758005" y="1242061"/>
                  </a:moveTo>
                  <a:cubicBezTo>
                    <a:pt x="1758468" y="1242524"/>
                    <a:pt x="1758865" y="1242921"/>
                    <a:pt x="1759229" y="1243318"/>
                  </a:cubicBezTo>
                  <a:cubicBezTo>
                    <a:pt x="1759626" y="1242524"/>
                    <a:pt x="1760155" y="1241797"/>
                    <a:pt x="1760320" y="1240970"/>
                  </a:cubicBezTo>
                  <a:cubicBezTo>
                    <a:pt x="1760387" y="1240672"/>
                    <a:pt x="1759626" y="1240209"/>
                    <a:pt x="1759229" y="1239812"/>
                  </a:cubicBezTo>
                  <a:cubicBezTo>
                    <a:pt x="1758832" y="1240573"/>
                    <a:pt x="1758402" y="1241334"/>
                    <a:pt x="1758005" y="1242061"/>
                  </a:cubicBezTo>
                  <a:close/>
                  <a:moveTo>
                    <a:pt x="1602530" y="898103"/>
                  </a:moveTo>
                  <a:cubicBezTo>
                    <a:pt x="1601802" y="898500"/>
                    <a:pt x="1601041" y="898930"/>
                    <a:pt x="1600281" y="899327"/>
                  </a:cubicBezTo>
                  <a:cubicBezTo>
                    <a:pt x="1600677" y="899724"/>
                    <a:pt x="1601140" y="900484"/>
                    <a:pt x="1601438" y="900418"/>
                  </a:cubicBezTo>
                  <a:cubicBezTo>
                    <a:pt x="1602265" y="900253"/>
                    <a:pt x="1602993" y="899724"/>
                    <a:pt x="1603786" y="899327"/>
                  </a:cubicBezTo>
                  <a:cubicBezTo>
                    <a:pt x="1603389" y="898930"/>
                    <a:pt x="1602993" y="898566"/>
                    <a:pt x="1602530" y="898103"/>
                  </a:cubicBezTo>
                  <a:close/>
                  <a:moveTo>
                    <a:pt x="1581065" y="1138543"/>
                  </a:moveTo>
                  <a:cubicBezTo>
                    <a:pt x="1580668" y="1138940"/>
                    <a:pt x="1579908" y="1139403"/>
                    <a:pt x="1579974" y="1139701"/>
                  </a:cubicBezTo>
                  <a:cubicBezTo>
                    <a:pt x="1580172" y="1140528"/>
                    <a:pt x="1580668" y="1141255"/>
                    <a:pt x="1581065" y="1142049"/>
                  </a:cubicBezTo>
                  <a:cubicBezTo>
                    <a:pt x="1581462" y="1141652"/>
                    <a:pt x="1581826" y="1141255"/>
                    <a:pt x="1582322" y="1140792"/>
                  </a:cubicBezTo>
                  <a:cubicBezTo>
                    <a:pt x="1581892" y="1140065"/>
                    <a:pt x="1581495" y="1139304"/>
                    <a:pt x="1581065" y="1138543"/>
                  </a:cubicBezTo>
                  <a:close/>
                  <a:moveTo>
                    <a:pt x="907634" y="1141189"/>
                  </a:moveTo>
                  <a:cubicBezTo>
                    <a:pt x="907271" y="1141387"/>
                    <a:pt x="906940" y="1141553"/>
                    <a:pt x="906609" y="1141718"/>
                  </a:cubicBezTo>
                  <a:cubicBezTo>
                    <a:pt x="906675" y="1141817"/>
                    <a:pt x="906741" y="1141917"/>
                    <a:pt x="906775" y="1142049"/>
                  </a:cubicBezTo>
                  <a:cubicBezTo>
                    <a:pt x="907039" y="1141784"/>
                    <a:pt x="907337" y="1141487"/>
                    <a:pt x="907634" y="1141189"/>
                  </a:cubicBezTo>
                  <a:close/>
                  <a:moveTo>
                    <a:pt x="1645194" y="1158255"/>
                  </a:moveTo>
                  <a:cubicBezTo>
                    <a:pt x="1644797" y="1157527"/>
                    <a:pt x="1644367" y="1156766"/>
                    <a:pt x="1643937" y="1156006"/>
                  </a:cubicBezTo>
                  <a:cubicBezTo>
                    <a:pt x="1643573" y="1156403"/>
                    <a:pt x="1642779" y="1156866"/>
                    <a:pt x="1642845" y="1157163"/>
                  </a:cubicBezTo>
                  <a:cubicBezTo>
                    <a:pt x="1643044" y="1157990"/>
                    <a:pt x="1643573" y="1158718"/>
                    <a:pt x="1643937" y="1159511"/>
                  </a:cubicBezTo>
                  <a:cubicBezTo>
                    <a:pt x="1644334" y="1159115"/>
                    <a:pt x="1644731" y="1158718"/>
                    <a:pt x="1645194" y="1158255"/>
                  </a:cubicBezTo>
                  <a:close/>
                  <a:moveTo>
                    <a:pt x="1527553" y="1157163"/>
                  </a:moveTo>
                  <a:cubicBezTo>
                    <a:pt x="1527752" y="1157990"/>
                    <a:pt x="1528281" y="1158718"/>
                    <a:pt x="1528645" y="1159511"/>
                  </a:cubicBezTo>
                  <a:cubicBezTo>
                    <a:pt x="1529041" y="1159115"/>
                    <a:pt x="1529438" y="1158718"/>
                    <a:pt x="1529901" y="1158255"/>
                  </a:cubicBezTo>
                  <a:cubicBezTo>
                    <a:pt x="1529505" y="1157527"/>
                    <a:pt x="1529075" y="1156766"/>
                    <a:pt x="1528645" y="1156006"/>
                  </a:cubicBezTo>
                  <a:cubicBezTo>
                    <a:pt x="1528281" y="1156403"/>
                    <a:pt x="1527487" y="1156866"/>
                    <a:pt x="1527553" y="1157163"/>
                  </a:cubicBezTo>
                  <a:close/>
                  <a:moveTo>
                    <a:pt x="1590954" y="1151872"/>
                  </a:moveTo>
                  <a:cubicBezTo>
                    <a:pt x="1591781" y="1151673"/>
                    <a:pt x="1592508" y="1151144"/>
                    <a:pt x="1593302" y="1150780"/>
                  </a:cubicBezTo>
                  <a:cubicBezTo>
                    <a:pt x="1592905" y="1150383"/>
                    <a:pt x="1592442" y="1149623"/>
                    <a:pt x="1592145" y="1149689"/>
                  </a:cubicBezTo>
                  <a:cubicBezTo>
                    <a:pt x="1591318" y="1149854"/>
                    <a:pt x="1590557" y="1150383"/>
                    <a:pt x="1589796" y="1150780"/>
                  </a:cubicBezTo>
                  <a:cubicBezTo>
                    <a:pt x="1590193" y="1151144"/>
                    <a:pt x="1590656" y="1151938"/>
                    <a:pt x="1590954" y="1151872"/>
                  </a:cubicBezTo>
                  <a:close/>
                  <a:moveTo>
                    <a:pt x="1727810" y="897607"/>
                  </a:moveTo>
                  <a:cubicBezTo>
                    <a:pt x="1728174" y="896813"/>
                    <a:pt x="1728703" y="896086"/>
                    <a:pt x="1728901" y="895259"/>
                  </a:cubicBezTo>
                  <a:cubicBezTo>
                    <a:pt x="1728967" y="894961"/>
                    <a:pt x="1728174" y="894498"/>
                    <a:pt x="1727810" y="894101"/>
                  </a:cubicBezTo>
                  <a:cubicBezTo>
                    <a:pt x="1727380" y="894862"/>
                    <a:pt x="1726950" y="895623"/>
                    <a:pt x="1726553" y="896350"/>
                  </a:cubicBezTo>
                  <a:cubicBezTo>
                    <a:pt x="1727016" y="896813"/>
                    <a:pt x="1727413" y="897210"/>
                    <a:pt x="1727810" y="897607"/>
                  </a:cubicBezTo>
                  <a:close/>
                  <a:moveTo>
                    <a:pt x="1374922" y="1124586"/>
                  </a:moveTo>
                  <a:cubicBezTo>
                    <a:pt x="1374558" y="1124983"/>
                    <a:pt x="1373764" y="1125446"/>
                    <a:pt x="1373830" y="1125711"/>
                  </a:cubicBezTo>
                  <a:cubicBezTo>
                    <a:pt x="1374029" y="1126538"/>
                    <a:pt x="1374558" y="1127298"/>
                    <a:pt x="1374922" y="1128059"/>
                  </a:cubicBezTo>
                  <a:cubicBezTo>
                    <a:pt x="1375319" y="1127695"/>
                    <a:pt x="1375715" y="1127298"/>
                    <a:pt x="1376178" y="1126835"/>
                  </a:cubicBezTo>
                  <a:cubicBezTo>
                    <a:pt x="1375782" y="1126108"/>
                    <a:pt x="1375352" y="1125347"/>
                    <a:pt x="1374922" y="1124586"/>
                  </a:cubicBezTo>
                  <a:close/>
                  <a:moveTo>
                    <a:pt x="1129289" y="1126935"/>
                  </a:moveTo>
                  <a:cubicBezTo>
                    <a:pt x="1129223" y="1127199"/>
                    <a:pt x="1129984" y="1127695"/>
                    <a:pt x="1130381" y="1128059"/>
                  </a:cubicBezTo>
                  <a:cubicBezTo>
                    <a:pt x="1130810" y="1127298"/>
                    <a:pt x="1131207" y="1126571"/>
                    <a:pt x="1131604" y="1125810"/>
                  </a:cubicBezTo>
                  <a:cubicBezTo>
                    <a:pt x="1131141" y="1125347"/>
                    <a:pt x="1130777" y="1124950"/>
                    <a:pt x="1130381" y="1124586"/>
                  </a:cubicBezTo>
                  <a:cubicBezTo>
                    <a:pt x="1129984" y="1125347"/>
                    <a:pt x="1129455" y="1126108"/>
                    <a:pt x="1129289" y="1126935"/>
                  </a:cubicBezTo>
                  <a:close/>
                  <a:moveTo>
                    <a:pt x="1635206" y="1122834"/>
                  </a:moveTo>
                  <a:cubicBezTo>
                    <a:pt x="1635966" y="1123263"/>
                    <a:pt x="1636727" y="1123660"/>
                    <a:pt x="1637455" y="1124090"/>
                  </a:cubicBezTo>
                  <a:cubicBezTo>
                    <a:pt x="1637918" y="1123594"/>
                    <a:pt x="1638314" y="1123230"/>
                    <a:pt x="1638711" y="1122834"/>
                  </a:cubicBezTo>
                  <a:cubicBezTo>
                    <a:pt x="1637918" y="1122437"/>
                    <a:pt x="1637190" y="1121941"/>
                    <a:pt x="1636363" y="1121742"/>
                  </a:cubicBezTo>
                  <a:cubicBezTo>
                    <a:pt x="1636065" y="1121676"/>
                    <a:pt x="1635602" y="1122437"/>
                    <a:pt x="1635206" y="1122834"/>
                  </a:cubicBezTo>
                  <a:close/>
                  <a:moveTo>
                    <a:pt x="1592641" y="910406"/>
                  </a:moveTo>
                  <a:cubicBezTo>
                    <a:pt x="1592442" y="909579"/>
                    <a:pt x="1591946" y="908852"/>
                    <a:pt x="1591549" y="908058"/>
                  </a:cubicBezTo>
                  <a:cubicBezTo>
                    <a:pt x="1591152" y="908455"/>
                    <a:pt x="1590756" y="908852"/>
                    <a:pt x="1590293" y="909315"/>
                  </a:cubicBezTo>
                  <a:cubicBezTo>
                    <a:pt x="1590722" y="910042"/>
                    <a:pt x="1591119" y="910803"/>
                    <a:pt x="1591549" y="911564"/>
                  </a:cubicBezTo>
                  <a:cubicBezTo>
                    <a:pt x="1591946" y="911167"/>
                    <a:pt x="1592707" y="910704"/>
                    <a:pt x="1592641" y="910406"/>
                  </a:cubicBezTo>
                  <a:close/>
                  <a:moveTo>
                    <a:pt x="1482640" y="1137882"/>
                  </a:moveTo>
                  <a:cubicBezTo>
                    <a:pt x="1483467" y="1137716"/>
                    <a:pt x="1484195" y="1137187"/>
                    <a:pt x="1484988" y="1136790"/>
                  </a:cubicBezTo>
                  <a:cubicBezTo>
                    <a:pt x="1484591" y="1136426"/>
                    <a:pt x="1484128" y="1135633"/>
                    <a:pt x="1483831" y="1135699"/>
                  </a:cubicBezTo>
                  <a:cubicBezTo>
                    <a:pt x="1483004" y="1135897"/>
                    <a:pt x="1482276" y="1136426"/>
                    <a:pt x="1481483" y="1136790"/>
                  </a:cubicBezTo>
                  <a:cubicBezTo>
                    <a:pt x="1481880" y="1137187"/>
                    <a:pt x="1482343" y="1137948"/>
                    <a:pt x="1482640" y="1137882"/>
                  </a:cubicBezTo>
                  <a:close/>
                  <a:moveTo>
                    <a:pt x="1137954" y="1135699"/>
                  </a:moveTo>
                  <a:cubicBezTo>
                    <a:pt x="1137160" y="1135897"/>
                    <a:pt x="1136400" y="1136426"/>
                    <a:pt x="1135639" y="1136790"/>
                  </a:cubicBezTo>
                  <a:cubicBezTo>
                    <a:pt x="1136003" y="1137187"/>
                    <a:pt x="1136466" y="1137948"/>
                    <a:pt x="1136764" y="1137882"/>
                  </a:cubicBezTo>
                  <a:cubicBezTo>
                    <a:pt x="1137590" y="1137716"/>
                    <a:pt x="1138351" y="1137187"/>
                    <a:pt x="1139112" y="1136790"/>
                  </a:cubicBezTo>
                  <a:cubicBezTo>
                    <a:pt x="1138715" y="1136426"/>
                    <a:pt x="1138252" y="1135633"/>
                    <a:pt x="1137954" y="1135699"/>
                  </a:cubicBezTo>
                  <a:close/>
                  <a:moveTo>
                    <a:pt x="1753342" y="903428"/>
                  </a:moveTo>
                  <a:cubicBezTo>
                    <a:pt x="1753144" y="902601"/>
                    <a:pt x="1752647" y="901840"/>
                    <a:pt x="1752251" y="901080"/>
                  </a:cubicBezTo>
                  <a:cubicBezTo>
                    <a:pt x="1751854" y="901476"/>
                    <a:pt x="1751093" y="901939"/>
                    <a:pt x="1751159" y="902237"/>
                  </a:cubicBezTo>
                  <a:cubicBezTo>
                    <a:pt x="1751358" y="903064"/>
                    <a:pt x="1751854" y="903792"/>
                    <a:pt x="1752251" y="904585"/>
                  </a:cubicBezTo>
                  <a:cubicBezTo>
                    <a:pt x="1752647" y="904188"/>
                    <a:pt x="1753408" y="903725"/>
                    <a:pt x="1753342" y="903428"/>
                  </a:cubicBezTo>
                  <a:close/>
                  <a:moveTo>
                    <a:pt x="1118805" y="1181604"/>
                  </a:moveTo>
                  <a:cubicBezTo>
                    <a:pt x="1119003" y="1182431"/>
                    <a:pt x="1119500" y="1183159"/>
                    <a:pt x="1119896" y="1183952"/>
                  </a:cubicBezTo>
                  <a:cubicBezTo>
                    <a:pt x="1120293" y="1183555"/>
                    <a:pt x="1121054" y="1183092"/>
                    <a:pt x="1120988" y="1182795"/>
                  </a:cubicBezTo>
                  <a:cubicBezTo>
                    <a:pt x="1120822" y="1181968"/>
                    <a:pt x="1120293" y="1181240"/>
                    <a:pt x="1119896" y="1180447"/>
                  </a:cubicBezTo>
                  <a:cubicBezTo>
                    <a:pt x="1119500" y="1180843"/>
                    <a:pt x="1118739" y="1181306"/>
                    <a:pt x="1118805" y="1181604"/>
                  </a:cubicBezTo>
                  <a:close/>
                  <a:moveTo>
                    <a:pt x="307626" y="1182199"/>
                  </a:moveTo>
                  <a:cubicBezTo>
                    <a:pt x="308022" y="1182596"/>
                    <a:pt x="308485" y="1183357"/>
                    <a:pt x="308783" y="1183291"/>
                  </a:cubicBezTo>
                  <a:cubicBezTo>
                    <a:pt x="309577" y="1183092"/>
                    <a:pt x="310338" y="1182596"/>
                    <a:pt x="311098" y="1182199"/>
                  </a:cubicBezTo>
                  <a:cubicBezTo>
                    <a:pt x="310734" y="1181803"/>
                    <a:pt x="310338" y="1181439"/>
                    <a:pt x="309875" y="1180976"/>
                  </a:cubicBezTo>
                  <a:cubicBezTo>
                    <a:pt x="309147" y="1181373"/>
                    <a:pt x="308386" y="1181769"/>
                    <a:pt x="307626" y="1182199"/>
                  </a:cubicBezTo>
                  <a:close/>
                  <a:moveTo>
                    <a:pt x="1356864" y="1193775"/>
                  </a:moveTo>
                  <a:cubicBezTo>
                    <a:pt x="1357691" y="1193576"/>
                    <a:pt x="1358451" y="1193080"/>
                    <a:pt x="1359212" y="1192684"/>
                  </a:cubicBezTo>
                  <a:cubicBezTo>
                    <a:pt x="1358815" y="1192287"/>
                    <a:pt x="1358352" y="1191526"/>
                    <a:pt x="1358055" y="1191592"/>
                  </a:cubicBezTo>
                  <a:cubicBezTo>
                    <a:pt x="1357228" y="1191791"/>
                    <a:pt x="1356500" y="1192287"/>
                    <a:pt x="1355706" y="1192684"/>
                  </a:cubicBezTo>
                  <a:cubicBezTo>
                    <a:pt x="1356103" y="1193080"/>
                    <a:pt x="1356566" y="1193841"/>
                    <a:pt x="1356864" y="1193775"/>
                  </a:cubicBezTo>
                  <a:close/>
                  <a:moveTo>
                    <a:pt x="1182173" y="875977"/>
                  </a:moveTo>
                  <a:cubicBezTo>
                    <a:pt x="1183000" y="875812"/>
                    <a:pt x="1183760" y="875283"/>
                    <a:pt x="1184521" y="874886"/>
                  </a:cubicBezTo>
                  <a:cubicBezTo>
                    <a:pt x="1184157" y="874489"/>
                    <a:pt x="1183661" y="873728"/>
                    <a:pt x="1183363" y="873794"/>
                  </a:cubicBezTo>
                  <a:cubicBezTo>
                    <a:pt x="1182570" y="873993"/>
                    <a:pt x="1181809" y="874489"/>
                    <a:pt x="1181048" y="874886"/>
                  </a:cubicBezTo>
                  <a:cubicBezTo>
                    <a:pt x="1181412" y="875283"/>
                    <a:pt x="1181908" y="876043"/>
                    <a:pt x="1182173" y="875977"/>
                  </a:cubicBezTo>
                  <a:close/>
                  <a:moveTo>
                    <a:pt x="1431443" y="873794"/>
                  </a:moveTo>
                  <a:cubicBezTo>
                    <a:pt x="1430616" y="873993"/>
                    <a:pt x="1429856" y="874489"/>
                    <a:pt x="1429095" y="874886"/>
                  </a:cubicBezTo>
                  <a:cubicBezTo>
                    <a:pt x="1429492" y="875283"/>
                    <a:pt x="1429955" y="876043"/>
                    <a:pt x="1430220" y="875977"/>
                  </a:cubicBezTo>
                  <a:cubicBezTo>
                    <a:pt x="1431046" y="875812"/>
                    <a:pt x="1431807" y="875283"/>
                    <a:pt x="1432568" y="874886"/>
                  </a:cubicBezTo>
                  <a:cubicBezTo>
                    <a:pt x="1432204" y="874489"/>
                    <a:pt x="1431708" y="873728"/>
                    <a:pt x="1431443" y="873794"/>
                  </a:cubicBezTo>
                  <a:close/>
                  <a:moveTo>
                    <a:pt x="1633453" y="873133"/>
                  </a:moveTo>
                  <a:cubicBezTo>
                    <a:pt x="1633056" y="873894"/>
                    <a:pt x="1632626" y="874654"/>
                    <a:pt x="1632229" y="875382"/>
                  </a:cubicBezTo>
                  <a:cubicBezTo>
                    <a:pt x="1632692" y="875845"/>
                    <a:pt x="1633089" y="876242"/>
                    <a:pt x="1633453" y="876639"/>
                  </a:cubicBezTo>
                  <a:cubicBezTo>
                    <a:pt x="1633850" y="875845"/>
                    <a:pt x="1634379" y="875117"/>
                    <a:pt x="1634544" y="874291"/>
                  </a:cubicBezTo>
                  <a:cubicBezTo>
                    <a:pt x="1634610" y="873993"/>
                    <a:pt x="1633850" y="873530"/>
                    <a:pt x="1633453" y="873133"/>
                  </a:cubicBezTo>
                  <a:close/>
                  <a:moveTo>
                    <a:pt x="1643937" y="1190931"/>
                  </a:moveTo>
                  <a:cubicBezTo>
                    <a:pt x="1644334" y="1190534"/>
                    <a:pt x="1645094" y="1190071"/>
                    <a:pt x="1645028" y="1189773"/>
                  </a:cubicBezTo>
                  <a:cubicBezTo>
                    <a:pt x="1644863" y="1188946"/>
                    <a:pt x="1644334" y="1188219"/>
                    <a:pt x="1643937" y="1187425"/>
                  </a:cubicBezTo>
                  <a:cubicBezTo>
                    <a:pt x="1643573" y="1187822"/>
                    <a:pt x="1643176" y="1188219"/>
                    <a:pt x="1642713" y="1188682"/>
                  </a:cubicBezTo>
                  <a:cubicBezTo>
                    <a:pt x="1643110" y="1189409"/>
                    <a:pt x="1643540" y="1190170"/>
                    <a:pt x="1643937" y="1190931"/>
                  </a:cubicBezTo>
                  <a:close/>
                  <a:moveTo>
                    <a:pt x="1707437" y="873794"/>
                  </a:moveTo>
                  <a:cubicBezTo>
                    <a:pt x="1706610" y="873993"/>
                    <a:pt x="1705849" y="874489"/>
                    <a:pt x="1705089" y="874886"/>
                  </a:cubicBezTo>
                  <a:cubicBezTo>
                    <a:pt x="1705485" y="875283"/>
                    <a:pt x="1705949" y="876043"/>
                    <a:pt x="1706246" y="875977"/>
                  </a:cubicBezTo>
                  <a:cubicBezTo>
                    <a:pt x="1707073" y="875812"/>
                    <a:pt x="1707801" y="875283"/>
                    <a:pt x="1708594" y="874886"/>
                  </a:cubicBezTo>
                  <a:cubicBezTo>
                    <a:pt x="1708197" y="874489"/>
                    <a:pt x="1707734" y="873728"/>
                    <a:pt x="1707437" y="873794"/>
                  </a:cubicBezTo>
                  <a:close/>
                  <a:moveTo>
                    <a:pt x="1725395" y="874291"/>
                  </a:moveTo>
                  <a:cubicBezTo>
                    <a:pt x="1725462" y="873993"/>
                    <a:pt x="1724701" y="873530"/>
                    <a:pt x="1724304" y="873133"/>
                  </a:cubicBezTo>
                  <a:cubicBezTo>
                    <a:pt x="1723874" y="873894"/>
                    <a:pt x="1723477" y="874654"/>
                    <a:pt x="1723047" y="875382"/>
                  </a:cubicBezTo>
                  <a:cubicBezTo>
                    <a:pt x="1723543" y="875845"/>
                    <a:pt x="1723907" y="876242"/>
                    <a:pt x="1724304" y="876639"/>
                  </a:cubicBezTo>
                  <a:cubicBezTo>
                    <a:pt x="1724701" y="875878"/>
                    <a:pt x="1725197" y="875117"/>
                    <a:pt x="1725395" y="874291"/>
                  </a:cubicBezTo>
                  <a:close/>
                  <a:moveTo>
                    <a:pt x="1430848" y="1166490"/>
                  </a:moveTo>
                  <a:cubicBezTo>
                    <a:pt x="1431212" y="1166093"/>
                    <a:pt x="1432006" y="1165630"/>
                    <a:pt x="1431939" y="1165332"/>
                  </a:cubicBezTo>
                  <a:cubicBezTo>
                    <a:pt x="1431741" y="1164505"/>
                    <a:pt x="1431212" y="1163778"/>
                    <a:pt x="1430848" y="1162984"/>
                  </a:cubicBezTo>
                  <a:cubicBezTo>
                    <a:pt x="1430451" y="1163381"/>
                    <a:pt x="1429690" y="1163844"/>
                    <a:pt x="1429757" y="1164142"/>
                  </a:cubicBezTo>
                  <a:cubicBezTo>
                    <a:pt x="1429922" y="1164968"/>
                    <a:pt x="1430451" y="1165729"/>
                    <a:pt x="1430848" y="1166490"/>
                  </a:cubicBezTo>
                  <a:close/>
                  <a:moveTo>
                    <a:pt x="1600777" y="1161760"/>
                  </a:moveTo>
                  <a:cubicBezTo>
                    <a:pt x="1601240" y="1162223"/>
                    <a:pt x="1601637" y="1162620"/>
                    <a:pt x="1602033" y="1162984"/>
                  </a:cubicBezTo>
                  <a:cubicBezTo>
                    <a:pt x="1602397" y="1162223"/>
                    <a:pt x="1602926" y="1161463"/>
                    <a:pt x="1603125" y="1160636"/>
                  </a:cubicBezTo>
                  <a:cubicBezTo>
                    <a:pt x="1603191" y="1160371"/>
                    <a:pt x="1602397" y="1159908"/>
                    <a:pt x="1602033" y="1159511"/>
                  </a:cubicBezTo>
                  <a:cubicBezTo>
                    <a:pt x="1601603" y="1160272"/>
                    <a:pt x="1601174" y="1161033"/>
                    <a:pt x="1600777" y="1161760"/>
                  </a:cubicBezTo>
                  <a:close/>
                  <a:moveTo>
                    <a:pt x="1500698" y="1159511"/>
                  </a:moveTo>
                  <a:cubicBezTo>
                    <a:pt x="1500334" y="1159908"/>
                    <a:pt x="1499540" y="1160371"/>
                    <a:pt x="1499607" y="1160636"/>
                  </a:cubicBezTo>
                  <a:cubicBezTo>
                    <a:pt x="1499805" y="1161463"/>
                    <a:pt x="1500334" y="1162223"/>
                    <a:pt x="1500698" y="1162984"/>
                  </a:cubicBezTo>
                  <a:cubicBezTo>
                    <a:pt x="1501095" y="1162620"/>
                    <a:pt x="1501492" y="1162223"/>
                    <a:pt x="1501955" y="1161760"/>
                  </a:cubicBezTo>
                  <a:cubicBezTo>
                    <a:pt x="1501558" y="1161033"/>
                    <a:pt x="1501128" y="1160272"/>
                    <a:pt x="1500698" y="1159511"/>
                  </a:cubicBezTo>
                  <a:close/>
                  <a:moveTo>
                    <a:pt x="1491967" y="1161231"/>
                  </a:moveTo>
                  <a:cubicBezTo>
                    <a:pt x="1492364" y="1161628"/>
                    <a:pt x="1492827" y="1162389"/>
                    <a:pt x="1493124" y="1162323"/>
                  </a:cubicBezTo>
                  <a:cubicBezTo>
                    <a:pt x="1493951" y="1162157"/>
                    <a:pt x="1494679" y="1161628"/>
                    <a:pt x="1495472" y="1161231"/>
                  </a:cubicBezTo>
                  <a:cubicBezTo>
                    <a:pt x="1495076" y="1160867"/>
                    <a:pt x="1494613" y="1160074"/>
                    <a:pt x="1494315" y="1160140"/>
                  </a:cubicBezTo>
                  <a:cubicBezTo>
                    <a:pt x="1493488" y="1160338"/>
                    <a:pt x="1492760" y="1160867"/>
                    <a:pt x="1491967" y="1161231"/>
                  </a:cubicBezTo>
                  <a:close/>
                  <a:moveTo>
                    <a:pt x="1438422" y="1160140"/>
                  </a:moveTo>
                  <a:cubicBezTo>
                    <a:pt x="1437595" y="1160338"/>
                    <a:pt x="1436867" y="1160867"/>
                    <a:pt x="1436074" y="1161231"/>
                  </a:cubicBezTo>
                  <a:cubicBezTo>
                    <a:pt x="1436470" y="1161628"/>
                    <a:pt x="1436933" y="1162389"/>
                    <a:pt x="1437231" y="1162323"/>
                  </a:cubicBezTo>
                  <a:cubicBezTo>
                    <a:pt x="1438058" y="1162157"/>
                    <a:pt x="1438785" y="1161628"/>
                    <a:pt x="1439579" y="1161231"/>
                  </a:cubicBezTo>
                  <a:cubicBezTo>
                    <a:pt x="1439182" y="1160867"/>
                    <a:pt x="1438719" y="1160107"/>
                    <a:pt x="1438422" y="1160140"/>
                  </a:cubicBezTo>
                  <a:close/>
                  <a:moveTo>
                    <a:pt x="2509290" y="1171120"/>
                  </a:moveTo>
                  <a:cubicBezTo>
                    <a:pt x="2509455" y="1171947"/>
                    <a:pt x="2509984" y="1172707"/>
                    <a:pt x="2510381" y="1173468"/>
                  </a:cubicBezTo>
                  <a:cubicBezTo>
                    <a:pt x="2510745" y="1173071"/>
                    <a:pt x="2511539" y="1172608"/>
                    <a:pt x="2511473" y="1172344"/>
                  </a:cubicBezTo>
                  <a:cubicBezTo>
                    <a:pt x="2511274" y="1171517"/>
                    <a:pt x="2510745" y="1170756"/>
                    <a:pt x="2510381" y="1169995"/>
                  </a:cubicBezTo>
                  <a:cubicBezTo>
                    <a:pt x="2509984" y="1170359"/>
                    <a:pt x="2509224" y="1170822"/>
                    <a:pt x="2509290" y="1171120"/>
                  </a:cubicBezTo>
                  <a:close/>
                  <a:moveTo>
                    <a:pt x="1588044" y="1169995"/>
                  </a:moveTo>
                  <a:cubicBezTo>
                    <a:pt x="1587680" y="1170359"/>
                    <a:pt x="1586886" y="1170822"/>
                    <a:pt x="1586952" y="1171120"/>
                  </a:cubicBezTo>
                  <a:cubicBezTo>
                    <a:pt x="1587151" y="1171947"/>
                    <a:pt x="1587680" y="1172707"/>
                    <a:pt x="1588044" y="1173468"/>
                  </a:cubicBezTo>
                  <a:cubicBezTo>
                    <a:pt x="1588440" y="1173071"/>
                    <a:pt x="1588837" y="1172707"/>
                    <a:pt x="1589300" y="1172244"/>
                  </a:cubicBezTo>
                  <a:cubicBezTo>
                    <a:pt x="1588903" y="1171484"/>
                    <a:pt x="1588474" y="1170723"/>
                    <a:pt x="1588044" y="1169995"/>
                  </a:cubicBezTo>
                  <a:close/>
                  <a:moveTo>
                    <a:pt x="1497225" y="1173468"/>
                  </a:moveTo>
                  <a:cubicBezTo>
                    <a:pt x="1497589" y="1173071"/>
                    <a:pt x="1497986" y="1172707"/>
                    <a:pt x="1498449" y="1172244"/>
                  </a:cubicBezTo>
                  <a:cubicBezTo>
                    <a:pt x="1498052" y="1171484"/>
                    <a:pt x="1497622" y="1170756"/>
                    <a:pt x="1497225" y="1169995"/>
                  </a:cubicBezTo>
                  <a:cubicBezTo>
                    <a:pt x="1496828" y="1170359"/>
                    <a:pt x="1496068" y="1170855"/>
                    <a:pt x="1496134" y="1171120"/>
                  </a:cubicBezTo>
                  <a:cubicBezTo>
                    <a:pt x="1496299" y="1171947"/>
                    <a:pt x="1496828" y="1172707"/>
                    <a:pt x="1497225" y="1173468"/>
                  </a:cubicBezTo>
                  <a:close/>
                  <a:moveTo>
                    <a:pt x="1388912" y="883617"/>
                  </a:moveTo>
                  <a:cubicBezTo>
                    <a:pt x="1388515" y="884014"/>
                    <a:pt x="1387754" y="884477"/>
                    <a:pt x="1387820" y="884775"/>
                  </a:cubicBezTo>
                  <a:cubicBezTo>
                    <a:pt x="1388019" y="885601"/>
                    <a:pt x="1388515" y="886329"/>
                    <a:pt x="1388912" y="887123"/>
                  </a:cubicBezTo>
                  <a:cubicBezTo>
                    <a:pt x="1389308" y="886726"/>
                    <a:pt x="1389672" y="886329"/>
                    <a:pt x="1390168" y="885866"/>
                  </a:cubicBezTo>
                  <a:cubicBezTo>
                    <a:pt x="1389738" y="885138"/>
                    <a:pt x="1389341" y="884378"/>
                    <a:pt x="1388912" y="883617"/>
                  </a:cubicBezTo>
                  <a:close/>
                  <a:moveTo>
                    <a:pt x="1438422" y="884279"/>
                  </a:moveTo>
                  <a:cubicBezTo>
                    <a:pt x="1437595" y="884477"/>
                    <a:pt x="1436867" y="884973"/>
                    <a:pt x="1436074" y="885370"/>
                  </a:cubicBezTo>
                  <a:cubicBezTo>
                    <a:pt x="1436470" y="885767"/>
                    <a:pt x="1436933" y="886527"/>
                    <a:pt x="1437231" y="886461"/>
                  </a:cubicBezTo>
                  <a:cubicBezTo>
                    <a:pt x="1438058" y="886263"/>
                    <a:pt x="1438785" y="885767"/>
                    <a:pt x="1439579" y="885370"/>
                  </a:cubicBezTo>
                  <a:cubicBezTo>
                    <a:pt x="1439182" y="884973"/>
                    <a:pt x="1438719" y="884212"/>
                    <a:pt x="1438422" y="884279"/>
                  </a:cubicBezTo>
                  <a:close/>
                  <a:moveTo>
                    <a:pt x="1835826" y="886693"/>
                  </a:moveTo>
                  <a:cubicBezTo>
                    <a:pt x="1836289" y="886825"/>
                    <a:pt x="1837149" y="885701"/>
                    <a:pt x="1837843" y="885172"/>
                  </a:cubicBezTo>
                  <a:cubicBezTo>
                    <a:pt x="1837843" y="884675"/>
                    <a:pt x="1837843" y="884146"/>
                    <a:pt x="1837843" y="883617"/>
                  </a:cubicBezTo>
                  <a:cubicBezTo>
                    <a:pt x="1836950" y="883948"/>
                    <a:pt x="1835958" y="884113"/>
                    <a:pt x="1835164" y="884609"/>
                  </a:cubicBezTo>
                  <a:cubicBezTo>
                    <a:pt x="1834238" y="885205"/>
                    <a:pt x="1834470" y="886263"/>
                    <a:pt x="1835826" y="886693"/>
                  </a:cubicBezTo>
                  <a:close/>
                  <a:moveTo>
                    <a:pt x="1791938" y="889372"/>
                  </a:moveTo>
                  <a:cubicBezTo>
                    <a:pt x="1791508" y="888611"/>
                    <a:pt x="1791111" y="887883"/>
                    <a:pt x="1790681" y="887123"/>
                  </a:cubicBezTo>
                  <a:cubicBezTo>
                    <a:pt x="1790284" y="887487"/>
                    <a:pt x="1789524" y="887983"/>
                    <a:pt x="1789590" y="888247"/>
                  </a:cubicBezTo>
                  <a:cubicBezTo>
                    <a:pt x="1789788" y="889074"/>
                    <a:pt x="1790284" y="889835"/>
                    <a:pt x="1790681" y="890595"/>
                  </a:cubicBezTo>
                  <a:cubicBezTo>
                    <a:pt x="1791078" y="890232"/>
                    <a:pt x="1791442" y="889835"/>
                    <a:pt x="1791938" y="889372"/>
                  </a:cubicBezTo>
                  <a:close/>
                  <a:moveTo>
                    <a:pt x="2188945" y="356302"/>
                  </a:moveTo>
                  <a:cubicBezTo>
                    <a:pt x="2188582" y="356699"/>
                    <a:pt x="2187788" y="357162"/>
                    <a:pt x="2187854" y="357460"/>
                  </a:cubicBezTo>
                  <a:cubicBezTo>
                    <a:pt x="2188052" y="358287"/>
                    <a:pt x="2188582" y="359014"/>
                    <a:pt x="2188945" y="359808"/>
                  </a:cubicBezTo>
                  <a:cubicBezTo>
                    <a:pt x="2189342" y="359411"/>
                    <a:pt x="2189739" y="359014"/>
                    <a:pt x="2190202" y="358551"/>
                  </a:cubicBezTo>
                  <a:cubicBezTo>
                    <a:pt x="2189805" y="357824"/>
                    <a:pt x="2189375" y="357063"/>
                    <a:pt x="2188945" y="356302"/>
                  </a:cubicBezTo>
                  <a:close/>
                  <a:moveTo>
                    <a:pt x="2127165" y="351672"/>
                  </a:moveTo>
                  <a:cubicBezTo>
                    <a:pt x="2126967" y="350845"/>
                    <a:pt x="2126471" y="350085"/>
                    <a:pt x="2126074" y="349324"/>
                  </a:cubicBezTo>
                  <a:cubicBezTo>
                    <a:pt x="2125677" y="349721"/>
                    <a:pt x="2124916" y="350184"/>
                    <a:pt x="2124982" y="350482"/>
                  </a:cubicBezTo>
                  <a:cubicBezTo>
                    <a:pt x="2125181" y="351275"/>
                    <a:pt x="2125677" y="352036"/>
                    <a:pt x="2126074" y="352797"/>
                  </a:cubicBezTo>
                  <a:cubicBezTo>
                    <a:pt x="2126471" y="352433"/>
                    <a:pt x="2127231" y="351937"/>
                    <a:pt x="2127165" y="351672"/>
                  </a:cubicBezTo>
                  <a:close/>
                  <a:moveTo>
                    <a:pt x="683202" y="1941752"/>
                  </a:moveTo>
                  <a:cubicBezTo>
                    <a:pt x="682805" y="1942149"/>
                    <a:pt x="682044" y="1942612"/>
                    <a:pt x="682110" y="1942910"/>
                  </a:cubicBezTo>
                  <a:cubicBezTo>
                    <a:pt x="682276" y="1943703"/>
                    <a:pt x="682805" y="1944464"/>
                    <a:pt x="683202" y="1945225"/>
                  </a:cubicBezTo>
                  <a:cubicBezTo>
                    <a:pt x="683565" y="1944861"/>
                    <a:pt x="683962" y="1944464"/>
                    <a:pt x="684425" y="1944001"/>
                  </a:cubicBezTo>
                  <a:cubicBezTo>
                    <a:pt x="684028" y="1943273"/>
                    <a:pt x="683598" y="1942513"/>
                    <a:pt x="683202" y="1941752"/>
                  </a:cubicBezTo>
                  <a:close/>
                  <a:moveTo>
                    <a:pt x="1227119" y="1923132"/>
                  </a:moveTo>
                  <a:cubicBezTo>
                    <a:pt x="1227053" y="1923430"/>
                    <a:pt x="1227813" y="1923893"/>
                    <a:pt x="1228210" y="1924290"/>
                  </a:cubicBezTo>
                  <a:cubicBezTo>
                    <a:pt x="1228607" y="1923529"/>
                    <a:pt x="1229037" y="1922768"/>
                    <a:pt x="1229434" y="1922041"/>
                  </a:cubicBezTo>
                  <a:cubicBezTo>
                    <a:pt x="1228971" y="1921578"/>
                    <a:pt x="1228574" y="1921181"/>
                    <a:pt x="1228210" y="1920784"/>
                  </a:cubicBezTo>
                  <a:cubicBezTo>
                    <a:pt x="1227813" y="1921578"/>
                    <a:pt x="1227284" y="1922338"/>
                    <a:pt x="1227119" y="1923132"/>
                  </a:cubicBezTo>
                  <a:close/>
                  <a:moveTo>
                    <a:pt x="1384314" y="1911457"/>
                  </a:moveTo>
                  <a:cubicBezTo>
                    <a:pt x="1384513" y="1912284"/>
                    <a:pt x="1385042" y="1913045"/>
                    <a:pt x="1385406" y="1913805"/>
                  </a:cubicBezTo>
                  <a:cubicBezTo>
                    <a:pt x="1385803" y="1913409"/>
                    <a:pt x="1386200" y="1913045"/>
                    <a:pt x="1386663" y="1912582"/>
                  </a:cubicBezTo>
                  <a:cubicBezTo>
                    <a:pt x="1386266" y="1911821"/>
                    <a:pt x="1385836" y="1911093"/>
                    <a:pt x="1385406" y="1910333"/>
                  </a:cubicBezTo>
                  <a:cubicBezTo>
                    <a:pt x="1385042" y="1910697"/>
                    <a:pt x="1384248" y="1911193"/>
                    <a:pt x="1384314" y="1911457"/>
                  </a:cubicBezTo>
                  <a:close/>
                  <a:moveTo>
                    <a:pt x="1351572" y="1968541"/>
                  </a:moveTo>
                  <a:cubicBezTo>
                    <a:pt x="1351374" y="1967714"/>
                    <a:pt x="1350878" y="1966954"/>
                    <a:pt x="1350481" y="1966193"/>
                  </a:cubicBezTo>
                  <a:cubicBezTo>
                    <a:pt x="1350084" y="1966590"/>
                    <a:pt x="1349323" y="1967053"/>
                    <a:pt x="1349389" y="1967350"/>
                  </a:cubicBezTo>
                  <a:cubicBezTo>
                    <a:pt x="1349588" y="1968177"/>
                    <a:pt x="1350084" y="1968905"/>
                    <a:pt x="1350481" y="1969699"/>
                  </a:cubicBezTo>
                  <a:cubicBezTo>
                    <a:pt x="1350878" y="1969302"/>
                    <a:pt x="1351638" y="1968839"/>
                    <a:pt x="1351572" y="1968541"/>
                  </a:cubicBezTo>
                  <a:close/>
                  <a:moveTo>
                    <a:pt x="627275" y="1980150"/>
                  </a:moveTo>
                  <a:cubicBezTo>
                    <a:pt x="626912" y="1980547"/>
                    <a:pt x="626118" y="1981010"/>
                    <a:pt x="626184" y="1981307"/>
                  </a:cubicBezTo>
                  <a:cubicBezTo>
                    <a:pt x="626382" y="1982134"/>
                    <a:pt x="626912" y="1982895"/>
                    <a:pt x="627275" y="1983655"/>
                  </a:cubicBezTo>
                  <a:cubicBezTo>
                    <a:pt x="627672" y="1983259"/>
                    <a:pt x="628069" y="1982895"/>
                    <a:pt x="628532" y="1982432"/>
                  </a:cubicBezTo>
                  <a:cubicBezTo>
                    <a:pt x="628135" y="1981671"/>
                    <a:pt x="627705" y="1980910"/>
                    <a:pt x="627275" y="1980150"/>
                  </a:cubicBezTo>
                  <a:close/>
                  <a:moveTo>
                    <a:pt x="1380180" y="1978430"/>
                  </a:moveTo>
                  <a:cubicBezTo>
                    <a:pt x="1379387" y="1978033"/>
                    <a:pt x="1378659" y="1977504"/>
                    <a:pt x="1377832" y="1977338"/>
                  </a:cubicBezTo>
                  <a:cubicBezTo>
                    <a:pt x="1377534" y="1977272"/>
                    <a:pt x="1377071" y="1978033"/>
                    <a:pt x="1376675" y="1978430"/>
                  </a:cubicBezTo>
                  <a:cubicBezTo>
                    <a:pt x="1377435" y="1978827"/>
                    <a:pt x="1378196" y="1979257"/>
                    <a:pt x="1378924" y="1979654"/>
                  </a:cubicBezTo>
                  <a:cubicBezTo>
                    <a:pt x="1379387" y="1979191"/>
                    <a:pt x="1379783" y="1978794"/>
                    <a:pt x="1380180" y="1978430"/>
                  </a:cubicBezTo>
                  <a:close/>
                  <a:moveTo>
                    <a:pt x="1041977" y="344595"/>
                  </a:moveTo>
                  <a:cubicBezTo>
                    <a:pt x="1042340" y="344992"/>
                    <a:pt x="1042704" y="345421"/>
                    <a:pt x="1043035" y="345818"/>
                  </a:cubicBezTo>
                  <a:cubicBezTo>
                    <a:pt x="1043465" y="345058"/>
                    <a:pt x="1043862" y="344297"/>
                    <a:pt x="1044292" y="343569"/>
                  </a:cubicBezTo>
                  <a:cubicBezTo>
                    <a:pt x="1043829" y="343106"/>
                    <a:pt x="1043432" y="342710"/>
                    <a:pt x="1043035" y="342346"/>
                  </a:cubicBezTo>
                  <a:cubicBezTo>
                    <a:pt x="1042671" y="343073"/>
                    <a:pt x="1042175" y="343801"/>
                    <a:pt x="1041977" y="344595"/>
                  </a:cubicBezTo>
                  <a:close/>
                  <a:moveTo>
                    <a:pt x="1434916" y="1963349"/>
                  </a:moveTo>
                  <a:cubicBezTo>
                    <a:pt x="1434089" y="1963547"/>
                    <a:pt x="1433362" y="1964076"/>
                    <a:pt x="1432568" y="1964440"/>
                  </a:cubicBezTo>
                  <a:cubicBezTo>
                    <a:pt x="1432965" y="1964837"/>
                    <a:pt x="1433362" y="1965234"/>
                    <a:pt x="1433825" y="1965697"/>
                  </a:cubicBezTo>
                  <a:cubicBezTo>
                    <a:pt x="1434552" y="1965300"/>
                    <a:pt x="1435313" y="1964870"/>
                    <a:pt x="1436074" y="1964440"/>
                  </a:cubicBezTo>
                  <a:cubicBezTo>
                    <a:pt x="1435677" y="1964076"/>
                    <a:pt x="1435214" y="1963282"/>
                    <a:pt x="1434916" y="1963349"/>
                  </a:cubicBezTo>
                  <a:close/>
                  <a:moveTo>
                    <a:pt x="642357" y="1963845"/>
                  </a:moveTo>
                  <a:cubicBezTo>
                    <a:pt x="642423" y="1963547"/>
                    <a:pt x="641662" y="1963084"/>
                    <a:pt x="641265" y="1962720"/>
                  </a:cubicBezTo>
                  <a:cubicBezTo>
                    <a:pt x="640835" y="1963448"/>
                    <a:pt x="640438" y="1964209"/>
                    <a:pt x="640041" y="1964969"/>
                  </a:cubicBezTo>
                  <a:cubicBezTo>
                    <a:pt x="640504" y="1965432"/>
                    <a:pt x="640868" y="1965796"/>
                    <a:pt x="641265" y="1966193"/>
                  </a:cubicBezTo>
                  <a:cubicBezTo>
                    <a:pt x="641662" y="1965432"/>
                    <a:pt x="642158" y="1964672"/>
                    <a:pt x="642357" y="1963845"/>
                  </a:cubicBezTo>
                  <a:close/>
                  <a:moveTo>
                    <a:pt x="1213129" y="413320"/>
                  </a:moveTo>
                  <a:cubicBezTo>
                    <a:pt x="1213327" y="414147"/>
                    <a:pt x="1213824" y="414908"/>
                    <a:pt x="1214220" y="415668"/>
                  </a:cubicBezTo>
                  <a:cubicBezTo>
                    <a:pt x="1214617" y="415271"/>
                    <a:pt x="1215014" y="414908"/>
                    <a:pt x="1215477" y="414412"/>
                  </a:cubicBezTo>
                  <a:cubicBezTo>
                    <a:pt x="1215047" y="413684"/>
                    <a:pt x="1214650" y="412923"/>
                    <a:pt x="1214220" y="412163"/>
                  </a:cubicBezTo>
                  <a:cubicBezTo>
                    <a:pt x="1213857" y="412560"/>
                    <a:pt x="1213063" y="413023"/>
                    <a:pt x="1213129" y="413320"/>
                  </a:cubicBezTo>
                  <a:close/>
                  <a:moveTo>
                    <a:pt x="1967754" y="406342"/>
                  </a:moveTo>
                  <a:cubicBezTo>
                    <a:pt x="1967952" y="407169"/>
                    <a:pt x="1968481" y="407896"/>
                    <a:pt x="1968845" y="408690"/>
                  </a:cubicBezTo>
                  <a:cubicBezTo>
                    <a:pt x="1969242" y="408293"/>
                    <a:pt x="1969639" y="407896"/>
                    <a:pt x="1970102" y="407433"/>
                  </a:cubicBezTo>
                  <a:cubicBezTo>
                    <a:pt x="1969705" y="406706"/>
                    <a:pt x="1969275" y="405945"/>
                    <a:pt x="1968845" y="405184"/>
                  </a:cubicBezTo>
                  <a:cubicBezTo>
                    <a:pt x="1968481" y="405581"/>
                    <a:pt x="1967688" y="406044"/>
                    <a:pt x="1967754" y="406342"/>
                  </a:cubicBezTo>
                  <a:close/>
                  <a:moveTo>
                    <a:pt x="2012038" y="407433"/>
                  </a:moveTo>
                  <a:cubicBezTo>
                    <a:pt x="2011608" y="406706"/>
                    <a:pt x="2011212" y="405945"/>
                    <a:pt x="2010782" y="405184"/>
                  </a:cubicBezTo>
                  <a:cubicBezTo>
                    <a:pt x="2010385" y="405581"/>
                    <a:pt x="2009624" y="406044"/>
                    <a:pt x="2009690" y="406342"/>
                  </a:cubicBezTo>
                  <a:cubicBezTo>
                    <a:pt x="2009889" y="407169"/>
                    <a:pt x="2010385" y="407896"/>
                    <a:pt x="2010782" y="408690"/>
                  </a:cubicBezTo>
                  <a:cubicBezTo>
                    <a:pt x="2011178" y="408293"/>
                    <a:pt x="2011575" y="407929"/>
                    <a:pt x="2012038" y="407433"/>
                  </a:cubicBezTo>
                  <a:close/>
                  <a:moveTo>
                    <a:pt x="2088734" y="407532"/>
                  </a:moveTo>
                  <a:cubicBezTo>
                    <a:pt x="2088536" y="406706"/>
                    <a:pt x="2088040" y="405978"/>
                    <a:pt x="2087643" y="405184"/>
                  </a:cubicBezTo>
                  <a:cubicBezTo>
                    <a:pt x="2087246" y="405581"/>
                    <a:pt x="2086485" y="406044"/>
                    <a:pt x="2086552" y="406342"/>
                  </a:cubicBezTo>
                  <a:cubicBezTo>
                    <a:pt x="2086750" y="407169"/>
                    <a:pt x="2087246" y="407896"/>
                    <a:pt x="2087643" y="408690"/>
                  </a:cubicBezTo>
                  <a:cubicBezTo>
                    <a:pt x="2088040" y="408293"/>
                    <a:pt x="2088801" y="407830"/>
                    <a:pt x="2088734" y="407532"/>
                  </a:cubicBezTo>
                  <a:close/>
                  <a:moveTo>
                    <a:pt x="1162924" y="418017"/>
                  </a:moveTo>
                  <a:cubicBezTo>
                    <a:pt x="1162726" y="417190"/>
                    <a:pt x="1162230" y="416429"/>
                    <a:pt x="1161833" y="415668"/>
                  </a:cubicBezTo>
                  <a:cubicBezTo>
                    <a:pt x="1161436" y="416065"/>
                    <a:pt x="1160675" y="416528"/>
                    <a:pt x="1160741" y="416826"/>
                  </a:cubicBezTo>
                  <a:cubicBezTo>
                    <a:pt x="1160907" y="417653"/>
                    <a:pt x="1161436" y="418380"/>
                    <a:pt x="1161833" y="419174"/>
                  </a:cubicBezTo>
                  <a:cubicBezTo>
                    <a:pt x="1162230" y="418777"/>
                    <a:pt x="1162990" y="418314"/>
                    <a:pt x="1162924" y="418017"/>
                  </a:cubicBezTo>
                  <a:close/>
                  <a:moveTo>
                    <a:pt x="768794" y="1898096"/>
                  </a:moveTo>
                  <a:cubicBezTo>
                    <a:pt x="769191" y="1898493"/>
                    <a:pt x="769654" y="1899253"/>
                    <a:pt x="769919" y="1899187"/>
                  </a:cubicBezTo>
                  <a:cubicBezTo>
                    <a:pt x="770746" y="1899022"/>
                    <a:pt x="771506" y="1898493"/>
                    <a:pt x="772267" y="1898096"/>
                  </a:cubicBezTo>
                  <a:cubicBezTo>
                    <a:pt x="771903" y="1897699"/>
                    <a:pt x="771407" y="1896938"/>
                    <a:pt x="771142" y="1897004"/>
                  </a:cubicBezTo>
                  <a:cubicBezTo>
                    <a:pt x="770316" y="1897203"/>
                    <a:pt x="769555" y="1897699"/>
                    <a:pt x="768794" y="1898096"/>
                  </a:cubicBezTo>
                  <a:close/>
                  <a:moveTo>
                    <a:pt x="676190" y="1903321"/>
                  </a:moveTo>
                  <a:cubicBezTo>
                    <a:pt x="675826" y="1903718"/>
                    <a:pt x="675033" y="1904181"/>
                    <a:pt x="675099" y="1904479"/>
                  </a:cubicBezTo>
                  <a:cubicBezTo>
                    <a:pt x="675297" y="1905306"/>
                    <a:pt x="675826" y="1906066"/>
                    <a:pt x="676190" y="1906827"/>
                  </a:cubicBezTo>
                  <a:cubicBezTo>
                    <a:pt x="676587" y="1906430"/>
                    <a:pt x="676984" y="1906066"/>
                    <a:pt x="677447" y="1905570"/>
                  </a:cubicBezTo>
                  <a:cubicBezTo>
                    <a:pt x="677050" y="1904843"/>
                    <a:pt x="676620" y="1904082"/>
                    <a:pt x="676190" y="1903321"/>
                  </a:cubicBezTo>
                  <a:close/>
                  <a:moveTo>
                    <a:pt x="784504" y="1882386"/>
                  </a:moveTo>
                  <a:cubicBezTo>
                    <a:pt x="784934" y="1881625"/>
                    <a:pt x="785364" y="1880865"/>
                    <a:pt x="785761" y="1880137"/>
                  </a:cubicBezTo>
                  <a:cubicBezTo>
                    <a:pt x="785298" y="1879674"/>
                    <a:pt x="784901" y="1879277"/>
                    <a:pt x="784504" y="1878880"/>
                  </a:cubicBezTo>
                  <a:cubicBezTo>
                    <a:pt x="784107" y="1879674"/>
                    <a:pt x="783611" y="1880402"/>
                    <a:pt x="783413" y="1881229"/>
                  </a:cubicBezTo>
                  <a:cubicBezTo>
                    <a:pt x="783346" y="1881526"/>
                    <a:pt x="784107" y="1881989"/>
                    <a:pt x="784504" y="1882386"/>
                  </a:cubicBezTo>
                  <a:close/>
                  <a:moveTo>
                    <a:pt x="1409284" y="1876069"/>
                  </a:moveTo>
                  <a:cubicBezTo>
                    <a:pt x="1408987" y="1876003"/>
                    <a:pt x="1408524" y="1876764"/>
                    <a:pt x="1408127" y="1877161"/>
                  </a:cubicBezTo>
                  <a:cubicBezTo>
                    <a:pt x="1408888" y="1877557"/>
                    <a:pt x="1409648" y="1877987"/>
                    <a:pt x="1410376" y="1878384"/>
                  </a:cubicBezTo>
                  <a:cubicBezTo>
                    <a:pt x="1410839" y="1877921"/>
                    <a:pt x="1411236" y="1877524"/>
                    <a:pt x="1411633" y="1877161"/>
                  </a:cubicBezTo>
                  <a:cubicBezTo>
                    <a:pt x="1410839" y="1876764"/>
                    <a:pt x="1410111" y="1876235"/>
                    <a:pt x="1409284" y="1876069"/>
                  </a:cubicBezTo>
                  <a:close/>
                  <a:moveTo>
                    <a:pt x="1365562" y="1876532"/>
                  </a:moveTo>
                  <a:cubicBezTo>
                    <a:pt x="1365628" y="1876268"/>
                    <a:pt x="1364834" y="1875805"/>
                    <a:pt x="1364471" y="1875408"/>
                  </a:cubicBezTo>
                  <a:cubicBezTo>
                    <a:pt x="1364041" y="1876168"/>
                    <a:pt x="1363611" y="1876929"/>
                    <a:pt x="1363214" y="1877657"/>
                  </a:cubicBezTo>
                  <a:cubicBezTo>
                    <a:pt x="1363677" y="1878120"/>
                    <a:pt x="1364074" y="1878517"/>
                    <a:pt x="1364471" y="1878880"/>
                  </a:cubicBezTo>
                  <a:cubicBezTo>
                    <a:pt x="1364834" y="1878120"/>
                    <a:pt x="1365364" y="1877359"/>
                    <a:pt x="1365562" y="1876532"/>
                  </a:cubicBezTo>
                  <a:close/>
                  <a:moveTo>
                    <a:pt x="2091149" y="384249"/>
                  </a:moveTo>
                  <a:cubicBezTo>
                    <a:pt x="2090752" y="384613"/>
                    <a:pt x="2089991" y="385109"/>
                    <a:pt x="2090057" y="385374"/>
                  </a:cubicBezTo>
                  <a:cubicBezTo>
                    <a:pt x="2090223" y="386200"/>
                    <a:pt x="2090752" y="386961"/>
                    <a:pt x="2091149" y="387722"/>
                  </a:cubicBezTo>
                  <a:cubicBezTo>
                    <a:pt x="2091513" y="387325"/>
                    <a:pt x="2091909" y="386961"/>
                    <a:pt x="2092372" y="386498"/>
                  </a:cubicBezTo>
                  <a:cubicBezTo>
                    <a:pt x="2091976" y="385770"/>
                    <a:pt x="2091546" y="385010"/>
                    <a:pt x="2091149" y="384249"/>
                  </a:cubicBezTo>
                  <a:close/>
                  <a:moveTo>
                    <a:pt x="455495" y="2084263"/>
                  </a:moveTo>
                  <a:cubicBezTo>
                    <a:pt x="456321" y="2084098"/>
                    <a:pt x="457082" y="2083569"/>
                    <a:pt x="457843" y="2083172"/>
                  </a:cubicBezTo>
                  <a:cubicBezTo>
                    <a:pt x="457446" y="2082808"/>
                    <a:pt x="456983" y="2082014"/>
                    <a:pt x="456685" y="2082080"/>
                  </a:cubicBezTo>
                  <a:cubicBezTo>
                    <a:pt x="455858" y="2082279"/>
                    <a:pt x="455131" y="2082808"/>
                    <a:pt x="454337" y="2083172"/>
                  </a:cubicBezTo>
                  <a:cubicBezTo>
                    <a:pt x="454734" y="2083569"/>
                    <a:pt x="455230" y="2084329"/>
                    <a:pt x="455495" y="2084263"/>
                  </a:cubicBezTo>
                  <a:close/>
                  <a:moveTo>
                    <a:pt x="422918" y="2083172"/>
                  </a:moveTo>
                  <a:cubicBezTo>
                    <a:pt x="422521" y="2082808"/>
                    <a:pt x="422058" y="2082014"/>
                    <a:pt x="421760" y="2082080"/>
                  </a:cubicBezTo>
                  <a:cubicBezTo>
                    <a:pt x="420933" y="2082279"/>
                    <a:pt x="420206" y="2082808"/>
                    <a:pt x="419412" y="2083172"/>
                  </a:cubicBezTo>
                  <a:cubicBezTo>
                    <a:pt x="419809" y="2083569"/>
                    <a:pt x="420272" y="2084329"/>
                    <a:pt x="420570" y="2084263"/>
                  </a:cubicBezTo>
                  <a:cubicBezTo>
                    <a:pt x="421396" y="2084098"/>
                    <a:pt x="422124" y="2083569"/>
                    <a:pt x="422918" y="2083172"/>
                  </a:cubicBezTo>
                  <a:close/>
                  <a:moveTo>
                    <a:pt x="293636" y="2093656"/>
                  </a:moveTo>
                  <a:cubicBezTo>
                    <a:pt x="294396" y="2094086"/>
                    <a:pt x="295157" y="2094516"/>
                    <a:pt x="295885" y="2094913"/>
                  </a:cubicBezTo>
                  <a:cubicBezTo>
                    <a:pt x="296348" y="2094450"/>
                    <a:pt x="296745" y="2094053"/>
                    <a:pt x="297141" y="2093656"/>
                  </a:cubicBezTo>
                  <a:cubicBezTo>
                    <a:pt x="296348" y="2093259"/>
                    <a:pt x="295620" y="2092763"/>
                    <a:pt x="294793" y="2092565"/>
                  </a:cubicBezTo>
                  <a:cubicBezTo>
                    <a:pt x="294529" y="2092498"/>
                    <a:pt x="294033" y="2093259"/>
                    <a:pt x="293636" y="2093656"/>
                  </a:cubicBezTo>
                  <a:close/>
                  <a:moveTo>
                    <a:pt x="161542" y="2093061"/>
                  </a:moveTo>
                  <a:cubicBezTo>
                    <a:pt x="161741" y="2093887"/>
                    <a:pt x="162237" y="2094648"/>
                    <a:pt x="162634" y="2095409"/>
                  </a:cubicBezTo>
                  <a:cubicBezTo>
                    <a:pt x="163031" y="2095012"/>
                    <a:pt x="163395" y="2094648"/>
                    <a:pt x="163891" y="2094152"/>
                  </a:cubicBezTo>
                  <a:cubicBezTo>
                    <a:pt x="163461" y="2093424"/>
                    <a:pt x="163064" y="2092664"/>
                    <a:pt x="162634" y="2091903"/>
                  </a:cubicBezTo>
                  <a:cubicBezTo>
                    <a:pt x="162237" y="2092300"/>
                    <a:pt x="161476" y="2092763"/>
                    <a:pt x="161542" y="2093061"/>
                  </a:cubicBezTo>
                  <a:close/>
                  <a:moveTo>
                    <a:pt x="380981" y="2090150"/>
                  </a:moveTo>
                  <a:cubicBezTo>
                    <a:pt x="380617" y="2089786"/>
                    <a:pt x="380121" y="2088993"/>
                    <a:pt x="379857" y="2089059"/>
                  </a:cubicBezTo>
                  <a:cubicBezTo>
                    <a:pt x="379030" y="2089257"/>
                    <a:pt x="378269" y="2089786"/>
                    <a:pt x="377509" y="2090150"/>
                  </a:cubicBezTo>
                  <a:cubicBezTo>
                    <a:pt x="377872" y="2090547"/>
                    <a:pt x="378369" y="2091308"/>
                    <a:pt x="378633" y="2091242"/>
                  </a:cubicBezTo>
                  <a:cubicBezTo>
                    <a:pt x="379460" y="2091076"/>
                    <a:pt x="380221" y="2090547"/>
                    <a:pt x="380981" y="2090150"/>
                  </a:cubicBezTo>
                  <a:close/>
                  <a:moveTo>
                    <a:pt x="384487" y="2055258"/>
                  </a:moveTo>
                  <a:cubicBezTo>
                    <a:pt x="385248" y="2055622"/>
                    <a:pt x="386008" y="2056151"/>
                    <a:pt x="386835" y="2056350"/>
                  </a:cubicBezTo>
                  <a:cubicBezTo>
                    <a:pt x="387100" y="2056416"/>
                    <a:pt x="387596" y="2055622"/>
                    <a:pt x="387960" y="2055258"/>
                  </a:cubicBezTo>
                  <a:cubicBezTo>
                    <a:pt x="387199" y="2054828"/>
                    <a:pt x="386471" y="2054398"/>
                    <a:pt x="385711" y="2054001"/>
                  </a:cubicBezTo>
                  <a:cubicBezTo>
                    <a:pt x="385248" y="2054465"/>
                    <a:pt x="384884" y="2054861"/>
                    <a:pt x="384487" y="2055258"/>
                  </a:cubicBezTo>
                  <a:close/>
                  <a:moveTo>
                    <a:pt x="190580" y="2070968"/>
                  </a:moveTo>
                  <a:cubicBezTo>
                    <a:pt x="190977" y="2070571"/>
                    <a:pt x="191738" y="2070108"/>
                    <a:pt x="191672" y="2069810"/>
                  </a:cubicBezTo>
                  <a:cubicBezTo>
                    <a:pt x="191507" y="2068984"/>
                    <a:pt x="190977" y="2068223"/>
                    <a:pt x="190580" y="2067462"/>
                  </a:cubicBezTo>
                  <a:cubicBezTo>
                    <a:pt x="190184" y="2067859"/>
                    <a:pt x="189820" y="2068223"/>
                    <a:pt x="189357" y="2068719"/>
                  </a:cubicBezTo>
                  <a:cubicBezTo>
                    <a:pt x="189754" y="2069447"/>
                    <a:pt x="190184" y="2070207"/>
                    <a:pt x="190580" y="2070968"/>
                  </a:cubicBezTo>
                  <a:close/>
                  <a:moveTo>
                    <a:pt x="644176" y="2066801"/>
                  </a:moveTo>
                  <a:cubicBezTo>
                    <a:pt x="644969" y="2066635"/>
                    <a:pt x="645730" y="2066106"/>
                    <a:pt x="646491" y="2065709"/>
                  </a:cubicBezTo>
                  <a:cubicBezTo>
                    <a:pt x="646127" y="2065345"/>
                    <a:pt x="645730" y="2064949"/>
                    <a:pt x="645267" y="2064486"/>
                  </a:cubicBezTo>
                  <a:cubicBezTo>
                    <a:pt x="644539" y="2064882"/>
                    <a:pt x="643779" y="2065312"/>
                    <a:pt x="643018" y="2065709"/>
                  </a:cubicBezTo>
                  <a:cubicBezTo>
                    <a:pt x="643415" y="2066106"/>
                    <a:pt x="643878" y="2066867"/>
                    <a:pt x="644176" y="2066801"/>
                  </a:cubicBezTo>
                  <a:close/>
                  <a:moveTo>
                    <a:pt x="391465" y="2065709"/>
                  </a:moveTo>
                  <a:cubicBezTo>
                    <a:pt x="391069" y="2065345"/>
                    <a:pt x="390605" y="2064552"/>
                    <a:pt x="390308" y="2064618"/>
                  </a:cubicBezTo>
                  <a:cubicBezTo>
                    <a:pt x="389514" y="2064816"/>
                    <a:pt x="388753" y="2065345"/>
                    <a:pt x="387993" y="2065709"/>
                  </a:cubicBezTo>
                  <a:cubicBezTo>
                    <a:pt x="388357" y="2066106"/>
                    <a:pt x="388753" y="2066503"/>
                    <a:pt x="389216" y="2066966"/>
                  </a:cubicBezTo>
                  <a:cubicBezTo>
                    <a:pt x="389944" y="2066569"/>
                    <a:pt x="390705" y="2066139"/>
                    <a:pt x="391465" y="2065709"/>
                  </a:cubicBezTo>
                  <a:close/>
                  <a:moveTo>
                    <a:pt x="994120" y="258506"/>
                  </a:moveTo>
                  <a:cubicBezTo>
                    <a:pt x="993723" y="258903"/>
                    <a:pt x="992963" y="259366"/>
                    <a:pt x="993029" y="259663"/>
                  </a:cubicBezTo>
                  <a:cubicBezTo>
                    <a:pt x="993227" y="260490"/>
                    <a:pt x="993723" y="261251"/>
                    <a:pt x="994120" y="262012"/>
                  </a:cubicBezTo>
                  <a:cubicBezTo>
                    <a:pt x="994517" y="261615"/>
                    <a:pt x="994914" y="261251"/>
                    <a:pt x="995377" y="260788"/>
                  </a:cubicBezTo>
                  <a:cubicBezTo>
                    <a:pt x="994980" y="260027"/>
                    <a:pt x="994550" y="259300"/>
                    <a:pt x="994120" y="258506"/>
                  </a:cubicBezTo>
                  <a:close/>
                  <a:moveTo>
                    <a:pt x="603430" y="2136651"/>
                  </a:moveTo>
                  <a:cubicBezTo>
                    <a:pt x="603727" y="2136717"/>
                    <a:pt x="604190" y="2135956"/>
                    <a:pt x="604587" y="2135559"/>
                  </a:cubicBezTo>
                  <a:cubicBezTo>
                    <a:pt x="603827" y="2135162"/>
                    <a:pt x="603066" y="2134733"/>
                    <a:pt x="602338" y="2134336"/>
                  </a:cubicBezTo>
                  <a:cubicBezTo>
                    <a:pt x="601875" y="2134799"/>
                    <a:pt x="601478" y="2135196"/>
                    <a:pt x="601082" y="2135559"/>
                  </a:cubicBezTo>
                  <a:cubicBezTo>
                    <a:pt x="601875" y="2135956"/>
                    <a:pt x="602603" y="2136485"/>
                    <a:pt x="603430" y="2136651"/>
                  </a:cubicBezTo>
                  <a:close/>
                  <a:moveTo>
                    <a:pt x="527726" y="2132087"/>
                  </a:moveTo>
                  <a:cubicBezTo>
                    <a:pt x="528123" y="2132451"/>
                    <a:pt x="528586" y="2133244"/>
                    <a:pt x="528883" y="2133178"/>
                  </a:cubicBezTo>
                  <a:cubicBezTo>
                    <a:pt x="529710" y="2132980"/>
                    <a:pt x="530438" y="2132451"/>
                    <a:pt x="531232" y="2132087"/>
                  </a:cubicBezTo>
                  <a:cubicBezTo>
                    <a:pt x="530835" y="2131690"/>
                    <a:pt x="530372" y="2130929"/>
                    <a:pt x="530074" y="2130995"/>
                  </a:cubicBezTo>
                  <a:cubicBezTo>
                    <a:pt x="529247" y="2131161"/>
                    <a:pt x="528487" y="2131690"/>
                    <a:pt x="527726" y="2132087"/>
                  </a:cubicBezTo>
                  <a:close/>
                  <a:moveTo>
                    <a:pt x="1940402" y="240547"/>
                  </a:moveTo>
                  <a:cubicBezTo>
                    <a:pt x="1941130" y="240150"/>
                    <a:pt x="1941891" y="239720"/>
                    <a:pt x="1942651" y="239324"/>
                  </a:cubicBezTo>
                  <a:cubicBezTo>
                    <a:pt x="1942255" y="238927"/>
                    <a:pt x="1941791" y="238166"/>
                    <a:pt x="1941494" y="238232"/>
                  </a:cubicBezTo>
                  <a:cubicBezTo>
                    <a:pt x="1940998" y="238331"/>
                    <a:pt x="1940568" y="238563"/>
                    <a:pt x="1940105" y="238827"/>
                  </a:cubicBezTo>
                  <a:cubicBezTo>
                    <a:pt x="1940072" y="239290"/>
                    <a:pt x="1940072" y="239754"/>
                    <a:pt x="1940072" y="240217"/>
                  </a:cubicBezTo>
                  <a:cubicBezTo>
                    <a:pt x="1940171" y="240349"/>
                    <a:pt x="1940270" y="240415"/>
                    <a:pt x="1940402" y="240547"/>
                  </a:cubicBezTo>
                  <a:close/>
                  <a:moveTo>
                    <a:pt x="574292" y="2112210"/>
                  </a:moveTo>
                  <a:cubicBezTo>
                    <a:pt x="575119" y="2112011"/>
                    <a:pt x="575847" y="2111515"/>
                    <a:pt x="576641" y="2111118"/>
                  </a:cubicBezTo>
                  <a:cubicBezTo>
                    <a:pt x="576244" y="2110722"/>
                    <a:pt x="575781" y="2109961"/>
                    <a:pt x="575483" y="2110027"/>
                  </a:cubicBezTo>
                  <a:cubicBezTo>
                    <a:pt x="574656" y="2110226"/>
                    <a:pt x="573929" y="2110722"/>
                    <a:pt x="573135" y="2111118"/>
                  </a:cubicBezTo>
                  <a:cubicBezTo>
                    <a:pt x="573532" y="2111515"/>
                    <a:pt x="573995" y="2112276"/>
                    <a:pt x="574292" y="2112210"/>
                  </a:cubicBezTo>
                  <a:close/>
                  <a:moveTo>
                    <a:pt x="314604" y="2107646"/>
                  </a:moveTo>
                  <a:cubicBezTo>
                    <a:pt x="315365" y="2108043"/>
                    <a:pt x="316125" y="2108473"/>
                    <a:pt x="316853" y="2108870"/>
                  </a:cubicBezTo>
                  <a:cubicBezTo>
                    <a:pt x="317316" y="2108406"/>
                    <a:pt x="317713" y="2108010"/>
                    <a:pt x="318110" y="2107646"/>
                  </a:cubicBezTo>
                  <a:cubicBezTo>
                    <a:pt x="317316" y="2107249"/>
                    <a:pt x="316588" y="2106720"/>
                    <a:pt x="315761" y="2106554"/>
                  </a:cubicBezTo>
                  <a:cubicBezTo>
                    <a:pt x="315464" y="2106488"/>
                    <a:pt x="315001" y="2107249"/>
                    <a:pt x="314604" y="2107646"/>
                  </a:cubicBezTo>
                  <a:close/>
                  <a:moveTo>
                    <a:pt x="86368" y="2105231"/>
                  </a:moveTo>
                  <a:cubicBezTo>
                    <a:pt x="86665" y="2105298"/>
                    <a:pt x="87128" y="2104537"/>
                    <a:pt x="87525" y="2104140"/>
                  </a:cubicBezTo>
                  <a:cubicBezTo>
                    <a:pt x="86765" y="2103710"/>
                    <a:pt x="86004" y="2103313"/>
                    <a:pt x="85276" y="2102883"/>
                  </a:cubicBezTo>
                  <a:cubicBezTo>
                    <a:pt x="84813" y="2103346"/>
                    <a:pt x="84416" y="2103743"/>
                    <a:pt x="84020" y="2104140"/>
                  </a:cubicBezTo>
                  <a:cubicBezTo>
                    <a:pt x="84813" y="2104537"/>
                    <a:pt x="85541" y="2105033"/>
                    <a:pt x="86368" y="2105231"/>
                  </a:cubicBezTo>
                  <a:close/>
                  <a:moveTo>
                    <a:pt x="626680" y="2007435"/>
                  </a:moveTo>
                  <a:cubicBezTo>
                    <a:pt x="627507" y="2007269"/>
                    <a:pt x="628267" y="2006740"/>
                    <a:pt x="629028" y="2006343"/>
                  </a:cubicBezTo>
                  <a:cubicBezTo>
                    <a:pt x="628664" y="2005980"/>
                    <a:pt x="628168" y="2005186"/>
                    <a:pt x="627904" y="2005252"/>
                  </a:cubicBezTo>
                  <a:cubicBezTo>
                    <a:pt x="627077" y="2005450"/>
                    <a:pt x="626316" y="2005980"/>
                    <a:pt x="625556" y="2006343"/>
                  </a:cubicBezTo>
                  <a:cubicBezTo>
                    <a:pt x="625952" y="2006740"/>
                    <a:pt x="626415" y="2007501"/>
                    <a:pt x="626680" y="2007435"/>
                  </a:cubicBezTo>
                  <a:close/>
                  <a:moveTo>
                    <a:pt x="581866" y="2008096"/>
                  </a:moveTo>
                  <a:cubicBezTo>
                    <a:pt x="582296" y="2007336"/>
                    <a:pt x="582726" y="2006575"/>
                    <a:pt x="583123" y="2005847"/>
                  </a:cubicBezTo>
                  <a:cubicBezTo>
                    <a:pt x="582660" y="2005384"/>
                    <a:pt x="582263" y="2004987"/>
                    <a:pt x="581866" y="2004624"/>
                  </a:cubicBezTo>
                  <a:cubicBezTo>
                    <a:pt x="581502" y="2005384"/>
                    <a:pt x="580973" y="2006145"/>
                    <a:pt x="580775" y="2006972"/>
                  </a:cubicBezTo>
                  <a:cubicBezTo>
                    <a:pt x="580709" y="2007236"/>
                    <a:pt x="581502" y="2007699"/>
                    <a:pt x="581866" y="2008096"/>
                  </a:cubicBezTo>
                  <a:close/>
                  <a:moveTo>
                    <a:pt x="2229129" y="302162"/>
                  </a:moveTo>
                  <a:cubicBezTo>
                    <a:pt x="2228368" y="301765"/>
                    <a:pt x="2227608" y="301335"/>
                    <a:pt x="2226880" y="300938"/>
                  </a:cubicBezTo>
                  <a:cubicBezTo>
                    <a:pt x="2226417" y="301401"/>
                    <a:pt x="2226020" y="301798"/>
                    <a:pt x="2225656" y="302162"/>
                  </a:cubicBezTo>
                  <a:cubicBezTo>
                    <a:pt x="2226417" y="302559"/>
                    <a:pt x="2227178" y="303088"/>
                    <a:pt x="2227971" y="303254"/>
                  </a:cubicBezTo>
                  <a:cubicBezTo>
                    <a:pt x="2228269" y="303320"/>
                    <a:pt x="2228732" y="302559"/>
                    <a:pt x="2229129" y="302162"/>
                  </a:cubicBezTo>
                  <a:close/>
                  <a:moveTo>
                    <a:pt x="485789" y="2016828"/>
                  </a:moveTo>
                  <a:cubicBezTo>
                    <a:pt x="485426" y="2016431"/>
                    <a:pt x="484929" y="2015670"/>
                    <a:pt x="484665" y="2015736"/>
                  </a:cubicBezTo>
                  <a:cubicBezTo>
                    <a:pt x="483838" y="2015935"/>
                    <a:pt x="483077" y="2016431"/>
                    <a:pt x="482317" y="2016828"/>
                  </a:cubicBezTo>
                  <a:cubicBezTo>
                    <a:pt x="482714" y="2017224"/>
                    <a:pt x="483177" y="2017985"/>
                    <a:pt x="483474" y="2017919"/>
                  </a:cubicBezTo>
                  <a:cubicBezTo>
                    <a:pt x="484268" y="2017754"/>
                    <a:pt x="485029" y="2017224"/>
                    <a:pt x="485789" y="2016828"/>
                  </a:cubicBezTo>
                  <a:close/>
                  <a:moveTo>
                    <a:pt x="1945000" y="294092"/>
                  </a:moveTo>
                  <a:cubicBezTo>
                    <a:pt x="1944173" y="294291"/>
                    <a:pt x="1943445" y="294820"/>
                    <a:pt x="1942651" y="295184"/>
                  </a:cubicBezTo>
                  <a:cubicBezTo>
                    <a:pt x="1943048" y="295581"/>
                    <a:pt x="1943511" y="296341"/>
                    <a:pt x="1943809" y="296275"/>
                  </a:cubicBezTo>
                  <a:cubicBezTo>
                    <a:pt x="1944636" y="296110"/>
                    <a:pt x="1945363" y="295581"/>
                    <a:pt x="1946157" y="295184"/>
                  </a:cubicBezTo>
                  <a:cubicBezTo>
                    <a:pt x="1945760" y="294820"/>
                    <a:pt x="1945297" y="294026"/>
                    <a:pt x="1945000" y="294092"/>
                  </a:cubicBezTo>
                  <a:close/>
                  <a:moveTo>
                    <a:pt x="1321939" y="1996984"/>
                  </a:moveTo>
                  <a:cubicBezTo>
                    <a:pt x="1322766" y="1996785"/>
                    <a:pt x="1323493" y="1996256"/>
                    <a:pt x="1324287" y="1995892"/>
                  </a:cubicBezTo>
                  <a:cubicBezTo>
                    <a:pt x="1323890" y="1995495"/>
                    <a:pt x="1323427" y="1994735"/>
                    <a:pt x="1323130" y="1994801"/>
                  </a:cubicBezTo>
                  <a:cubicBezTo>
                    <a:pt x="1322303" y="1994966"/>
                    <a:pt x="1321575" y="1995495"/>
                    <a:pt x="1320781" y="1995892"/>
                  </a:cubicBezTo>
                  <a:cubicBezTo>
                    <a:pt x="1321178" y="1996256"/>
                    <a:pt x="1321641" y="1997050"/>
                    <a:pt x="1321939" y="1996984"/>
                  </a:cubicBezTo>
                  <a:close/>
                  <a:moveTo>
                    <a:pt x="1422117" y="2037796"/>
                  </a:moveTo>
                  <a:cubicBezTo>
                    <a:pt x="1421720" y="2037399"/>
                    <a:pt x="1421224" y="2036638"/>
                    <a:pt x="1420959" y="2036704"/>
                  </a:cubicBezTo>
                  <a:cubicBezTo>
                    <a:pt x="1420132" y="2036870"/>
                    <a:pt x="1419372" y="2037399"/>
                    <a:pt x="1418611" y="2037796"/>
                  </a:cubicBezTo>
                  <a:cubicBezTo>
                    <a:pt x="1419008" y="2038160"/>
                    <a:pt x="1419372" y="2038556"/>
                    <a:pt x="1419835" y="2039019"/>
                  </a:cubicBezTo>
                  <a:cubicBezTo>
                    <a:pt x="1420595" y="2038623"/>
                    <a:pt x="1421356" y="2038193"/>
                    <a:pt x="1422117" y="2037796"/>
                  </a:cubicBezTo>
                  <a:close/>
                  <a:moveTo>
                    <a:pt x="689089" y="2019738"/>
                  </a:moveTo>
                  <a:cubicBezTo>
                    <a:pt x="689155" y="2019969"/>
                    <a:pt x="689254" y="2020201"/>
                    <a:pt x="689353" y="2020432"/>
                  </a:cubicBezTo>
                  <a:cubicBezTo>
                    <a:pt x="689783" y="2020069"/>
                    <a:pt x="690180" y="2019705"/>
                    <a:pt x="690577" y="2019308"/>
                  </a:cubicBezTo>
                  <a:cubicBezTo>
                    <a:pt x="690445" y="2019076"/>
                    <a:pt x="690312" y="2018812"/>
                    <a:pt x="690180" y="2018580"/>
                  </a:cubicBezTo>
                  <a:cubicBezTo>
                    <a:pt x="689783" y="2018977"/>
                    <a:pt x="689022" y="2019440"/>
                    <a:pt x="689089" y="2019738"/>
                  </a:cubicBezTo>
                  <a:close/>
                  <a:moveTo>
                    <a:pt x="534043" y="2020929"/>
                  </a:moveTo>
                  <a:cubicBezTo>
                    <a:pt x="533877" y="2020102"/>
                    <a:pt x="533348" y="2019341"/>
                    <a:pt x="532951" y="2018580"/>
                  </a:cubicBezTo>
                  <a:cubicBezTo>
                    <a:pt x="532588" y="2018977"/>
                    <a:pt x="531794" y="2019440"/>
                    <a:pt x="531860" y="2019705"/>
                  </a:cubicBezTo>
                  <a:cubicBezTo>
                    <a:pt x="532058" y="2020532"/>
                    <a:pt x="532588" y="2021292"/>
                    <a:pt x="532951" y="2022053"/>
                  </a:cubicBezTo>
                  <a:cubicBezTo>
                    <a:pt x="533348" y="2021689"/>
                    <a:pt x="534109" y="2021226"/>
                    <a:pt x="534043" y="2020929"/>
                  </a:cubicBezTo>
                  <a:close/>
                  <a:moveTo>
                    <a:pt x="677943" y="2030784"/>
                  </a:moveTo>
                  <a:cubicBezTo>
                    <a:pt x="678108" y="2030950"/>
                    <a:pt x="678241" y="2031148"/>
                    <a:pt x="678406" y="2031313"/>
                  </a:cubicBezTo>
                  <a:cubicBezTo>
                    <a:pt x="678869" y="2030817"/>
                    <a:pt x="679332" y="2030288"/>
                    <a:pt x="679795" y="2029792"/>
                  </a:cubicBezTo>
                  <a:cubicBezTo>
                    <a:pt x="679200" y="2030123"/>
                    <a:pt x="678571" y="2030454"/>
                    <a:pt x="677943" y="2030784"/>
                  </a:cubicBezTo>
                  <a:close/>
                  <a:moveTo>
                    <a:pt x="1253908" y="291182"/>
                  </a:moveTo>
                  <a:cubicBezTo>
                    <a:pt x="1253445" y="290719"/>
                    <a:pt x="1253048" y="290355"/>
                    <a:pt x="1252651" y="289958"/>
                  </a:cubicBezTo>
                  <a:cubicBezTo>
                    <a:pt x="1252287" y="290719"/>
                    <a:pt x="1251758" y="291480"/>
                    <a:pt x="1251560" y="292306"/>
                  </a:cubicBezTo>
                  <a:cubicBezTo>
                    <a:pt x="1251494" y="292571"/>
                    <a:pt x="1252287" y="293067"/>
                    <a:pt x="1252651" y="293431"/>
                  </a:cubicBezTo>
                  <a:cubicBezTo>
                    <a:pt x="1253081" y="292670"/>
                    <a:pt x="1253511" y="291943"/>
                    <a:pt x="1253908" y="291182"/>
                  </a:cubicBezTo>
                  <a:close/>
                  <a:moveTo>
                    <a:pt x="1374922" y="2025559"/>
                  </a:moveTo>
                  <a:cubicBezTo>
                    <a:pt x="1374558" y="2025956"/>
                    <a:pt x="1373764" y="2026419"/>
                    <a:pt x="1373830" y="2026716"/>
                  </a:cubicBezTo>
                  <a:cubicBezTo>
                    <a:pt x="1374029" y="2027543"/>
                    <a:pt x="1374558" y="2028271"/>
                    <a:pt x="1374922" y="2029065"/>
                  </a:cubicBezTo>
                  <a:cubicBezTo>
                    <a:pt x="1375319" y="2028668"/>
                    <a:pt x="1375715" y="2028271"/>
                    <a:pt x="1376178" y="2027808"/>
                  </a:cubicBezTo>
                  <a:cubicBezTo>
                    <a:pt x="1375782" y="2027080"/>
                    <a:pt x="1375352" y="2026319"/>
                    <a:pt x="1374922" y="2025559"/>
                  </a:cubicBezTo>
                  <a:close/>
                  <a:moveTo>
                    <a:pt x="1016841" y="1650148"/>
                  </a:moveTo>
                  <a:cubicBezTo>
                    <a:pt x="1017238" y="1650545"/>
                    <a:pt x="1017701" y="1651306"/>
                    <a:pt x="1017999" y="1651240"/>
                  </a:cubicBezTo>
                  <a:cubicBezTo>
                    <a:pt x="1018792" y="1651074"/>
                    <a:pt x="1019553" y="1650545"/>
                    <a:pt x="1020314" y="1650148"/>
                  </a:cubicBezTo>
                  <a:cubicBezTo>
                    <a:pt x="1019950" y="1649784"/>
                    <a:pt x="1019454" y="1648991"/>
                    <a:pt x="1019189" y="1649057"/>
                  </a:cubicBezTo>
                  <a:cubicBezTo>
                    <a:pt x="1018363" y="1649255"/>
                    <a:pt x="1017602" y="1649784"/>
                    <a:pt x="1016841" y="1650148"/>
                  </a:cubicBezTo>
                  <a:close/>
                  <a:moveTo>
                    <a:pt x="2643136" y="1641417"/>
                  </a:moveTo>
                  <a:cubicBezTo>
                    <a:pt x="2642706" y="1642178"/>
                    <a:pt x="2642309" y="1642938"/>
                    <a:pt x="2641879" y="1643666"/>
                  </a:cubicBezTo>
                  <a:cubicBezTo>
                    <a:pt x="2642342" y="1644129"/>
                    <a:pt x="2642739" y="1644526"/>
                    <a:pt x="2643136" y="1644923"/>
                  </a:cubicBezTo>
                  <a:cubicBezTo>
                    <a:pt x="2643533" y="1644129"/>
                    <a:pt x="2644029" y="1643401"/>
                    <a:pt x="2644227" y="1642574"/>
                  </a:cubicBezTo>
                  <a:cubicBezTo>
                    <a:pt x="2644293" y="1642277"/>
                    <a:pt x="2643533" y="1641814"/>
                    <a:pt x="2643136" y="1641417"/>
                  </a:cubicBezTo>
                  <a:close/>
                  <a:moveTo>
                    <a:pt x="1345288" y="1642938"/>
                  </a:moveTo>
                  <a:cubicBezTo>
                    <a:pt x="1345652" y="1643666"/>
                    <a:pt x="1346578" y="1644129"/>
                    <a:pt x="1347339" y="1644526"/>
                  </a:cubicBezTo>
                  <a:cubicBezTo>
                    <a:pt x="1347471" y="1644592"/>
                    <a:pt x="1348033" y="1643864"/>
                    <a:pt x="1348463" y="1643467"/>
                  </a:cubicBezTo>
                  <a:cubicBezTo>
                    <a:pt x="1347901" y="1642773"/>
                    <a:pt x="1347471" y="1641814"/>
                    <a:pt x="1346777" y="1641483"/>
                  </a:cubicBezTo>
                  <a:cubicBezTo>
                    <a:pt x="1346049" y="1641119"/>
                    <a:pt x="1345520" y="1641152"/>
                    <a:pt x="1345222" y="1641384"/>
                  </a:cubicBezTo>
                  <a:cubicBezTo>
                    <a:pt x="1345222" y="1641417"/>
                    <a:pt x="1345222" y="1641417"/>
                    <a:pt x="1345222" y="1641417"/>
                  </a:cubicBezTo>
                  <a:cubicBezTo>
                    <a:pt x="1344958" y="1641715"/>
                    <a:pt x="1344958" y="1642244"/>
                    <a:pt x="1345288" y="1642938"/>
                  </a:cubicBezTo>
                  <a:close/>
                  <a:moveTo>
                    <a:pt x="1086724" y="1643170"/>
                  </a:moveTo>
                  <a:cubicBezTo>
                    <a:pt x="1086327" y="1642773"/>
                    <a:pt x="1085864" y="1642012"/>
                    <a:pt x="1085567" y="1642078"/>
                  </a:cubicBezTo>
                  <a:cubicBezTo>
                    <a:pt x="1084740" y="1642277"/>
                    <a:pt x="1083979" y="1642773"/>
                    <a:pt x="1083219" y="1643170"/>
                  </a:cubicBezTo>
                  <a:cubicBezTo>
                    <a:pt x="1083615" y="1643567"/>
                    <a:pt x="1083979" y="1643930"/>
                    <a:pt x="1084442" y="1644426"/>
                  </a:cubicBezTo>
                  <a:cubicBezTo>
                    <a:pt x="1085203" y="1643997"/>
                    <a:pt x="1085964" y="1643600"/>
                    <a:pt x="1086724" y="1643170"/>
                  </a:cubicBezTo>
                  <a:close/>
                  <a:moveTo>
                    <a:pt x="2067270" y="559502"/>
                  </a:moveTo>
                  <a:cubicBezTo>
                    <a:pt x="2066443" y="559701"/>
                    <a:pt x="2065716" y="560197"/>
                    <a:pt x="2064922" y="560594"/>
                  </a:cubicBezTo>
                  <a:cubicBezTo>
                    <a:pt x="2065319" y="560991"/>
                    <a:pt x="2065716" y="561355"/>
                    <a:pt x="2066179" y="561851"/>
                  </a:cubicBezTo>
                  <a:cubicBezTo>
                    <a:pt x="2066906" y="561421"/>
                    <a:pt x="2067667" y="561024"/>
                    <a:pt x="2068428" y="560594"/>
                  </a:cubicBezTo>
                  <a:cubicBezTo>
                    <a:pt x="2068031" y="560197"/>
                    <a:pt x="2067568" y="559436"/>
                    <a:pt x="2067270" y="559502"/>
                  </a:cubicBezTo>
                  <a:close/>
                  <a:moveTo>
                    <a:pt x="991739" y="1661228"/>
                  </a:moveTo>
                  <a:cubicBezTo>
                    <a:pt x="991540" y="1660401"/>
                    <a:pt x="991011" y="1659673"/>
                    <a:pt x="990647" y="1658879"/>
                  </a:cubicBezTo>
                  <a:cubicBezTo>
                    <a:pt x="990251" y="1659276"/>
                    <a:pt x="989490" y="1659739"/>
                    <a:pt x="989556" y="1660037"/>
                  </a:cubicBezTo>
                  <a:cubicBezTo>
                    <a:pt x="989721" y="1660864"/>
                    <a:pt x="990251" y="1661591"/>
                    <a:pt x="990647" y="1662385"/>
                  </a:cubicBezTo>
                  <a:cubicBezTo>
                    <a:pt x="991011" y="1661988"/>
                    <a:pt x="991805" y="1661525"/>
                    <a:pt x="991739" y="1661228"/>
                  </a:cubicBezTo>
                  <a:close/>
                  <a:moveTo>
                    <a:pt x="1959485" y="547232"/>
                  </a:moveTo>
                  <a:cubicBezTo>
                    <a:pt x="1959287" y="546406"/>
                    <a:pt x="1958758" y="545645"/>
                    <a:pt x="1958394" y="544884"/>
                  </a:cubicBezTo>
                  <a:cubicBezTo>
                    <a:pt x="1957997" y="545281"/>
                    <a:pt x="1957237" y="545744"/>
                    <a:pt x="1957270" y="546042"/>
                  </a:cubicBezTo>
                  <a:cubicBezTo>
                    <a:pt x="1957468" y="546836"/>
                    <a:pt x="1957997" y="547596"/>
                    <a:pt x="1958394" y="548357"/>
                  </a:cubicBezTo>
                  <a:cubicBezTo>
                    <a:pt x="1958758" y="547993"/>
                    <a:pt x="1959519" y="547497"/>
                    <a:pt x="1959485" y="547232"/>
                  </a:cubicBezTo>
                  <a:close/>
                  <a:moveTo>
                    <a:pt x="2124982" y="546042"/>
                  </a:moveTo>
                  <a:cubicBezTo>
                    <a:pt x="2125181" y="546836"/>
                    <a:pt x="2125677" y="547596"/>
                    <a:pt x="2126074" y="548357"/>
                  </a:cubicBezTo>
                  <a:cubicBezTo>
                    <a:pt x="2126471" y="547993"/>
                    <a:pt x="2126835" y="547596"/>
                    <a:pt x="2127298" y="547133"/>
                  </a:cubicBezTo>
                  <a:cubicBezTo>
                    <a:pt x="2126901" y="546406"/>
                    <a:pt x="2126504" y="545645"/>
                    <a:pt x="2126074" y="544884"/>
                  </a:cubicBezTo>
                  <a:cubicBezTo>
                    <a:pt x="2125677" y="545281"/>
                    <a:pt x="2124916" y="545744"/>
                    <a:pt x="2124982" y="546042"/>
                  </a:cubicBezTo>
                  <a:close/>
                  <a:moveTo>
                    <a:pt x="1238694" y="1651901"/>
                  </a:moveTo>
                  <a:cubicBezTo>
                    <a:pt x="1238297" y="1652298"/>
                    <a:pt x="1237537" y="1652761"/>
                    <a:pt x="1237603" y="1653059"/>
                  </a:cubicBezTo>
                  <a:cubicBezTo>
                    <a:pt x="1237768" y="1653885"/>
                    <a:pt x="1238297" y="1654613"/>
                    <a:pt x="1238694" y="1655407"/>
                  </a:cubicBezTo>
                  <a:cubicBezTo>
                    <a:pt x="1239058" y="1655010"/>
                    <a:pt x="1239455" y="1654613"/>
                    <a:pt x="1239918" y="1654150"/>
                  </a:cubicBezTo>
                  <a:cubicBezTo>
                    <a:pt x="1239521" y="1653422"/>
                    <a:pt x="1239091" y="1652662"/>
                    <a:pt x="1238694" y="1651901"/>
                  </a:cubicBezTo>
                  <a:close/>
                  <a:moveTo>
                    <a:pt x="2026491" y="571078"/>
                  </a:moveTo>
                  <a:cubicBezTo>
                    <a:pt x="2025731" y="570648"/>
                    <a:pt x="2024970" y="570251"/>
                    <a:pt x="2024242" y="569821"/>
                  </a:cubicBezTo>
                  <a:cubicBezTo>
                    <a:pt x="2023779" y="570284"/>
                    <a:pt x="2023382" y="570681"/>
                    <a:pt x="2023019" y="571078"/>
                  </a:cubicBezTo>
                  <a:cubicBezTo>
                    <a:pt x="2023779" y="571475"/>
                    <a:pt x="2024540" y="571971"/>
                    <a:pt x="2025367" y="572169"/>
                  </a:cubicBezTo>
                  <a:cubicBezTo>
                    <a:pt x="2025631" y="572236"/>
                    <a:pt x="2026127" y="571475"/>
                    <a:pt x="2026491" y="571078"/>
                  </a:cubicBezTo>
                  <a:close/>
                  <a:moveTo>
                    <a:pt x="1423837" y="1630933"/>
                  </a:moveTo>
                  <a:cubicBezTo>
                    <a:pt x="1424266" y="1630205"/>
                    <a:pt x="1424696" y="1629444"/>
                    <a:pt x="1425093" y="1628684"/>
                  </a:cubicBezTo>
                  <a:cubicBezTo>
                    <a:pt x="1424630" y="1628221"/>
                    <a:pt x="1424233" y="1627857"/>
                    <a:pt x="1423837" y="1627460"/>
                  </a:cubicBezTo>
                  <a:cubicBezTo>
                    <a:pt x="1423473" y="1628221"/>
                    <a:pt x="1422944" y="1628981"/>
                    <a:pt x="1422745" y="1629808"/>
                  </a:cubicBezTo>
                  <a:cubicBezTo>
                    <a:pt x="1422679" y="1630073"/>
                    <a:pt x="1423473" y="1630569"/>
                    <a:pt x="1423837" y="1630933"/>
                  </a:cubicBezTo>
                  <a:close/>
                  <a:moveTo>
                    <a:pt x="1262044" y="1626303"/>
                  </a:moveTo>
                  <a:cubicBezTo>
                    <a:pt x="1261978" y="1626600"/>
                    <a:pt x="1262738" y="1627063"/>
                    <a:pt x="1263135" y="1627460"/>
                  </a:cubicBezTo>
                  <a:cubicBezTo>
                    <a:pt x="1263565" y="1626699"/>
                    <a:pt x="1263995" y="1625939"/>
                    <a:pt x="1264392" y="1625211"/>
                  </a:cubicBezTo>
                  <a:cubicBezTo>
                    <a:pt x="1263929" y="1624748"/>
                    <a:pt x="1263532" y="1624351"/>
                    <a:pt x="1263135" y="1623954"/>
                  </a:cubicBezTo>
                  <a:cubicBezTo>
                    <a:pt x="1262738" y="1624748"/>
                    <a:pt x="1262242" y="1625476"/>
                    <a:pt x="1262044" y="1626303"/>
                  </a:cubicBezTo>
                  <a:close/>
                  <a:moveTo>
                    <a:pt x="800247" y="1622201"/>
                  </a:moveTo>
                  <a:cubicBezTo>
                    <a:pt x="800610" y="1622598"/>
                    <a:pt x="801007" y="1622995"/>
                    <a:pt x="801470" y="1623458"/>
                  </a:cubicBezTo>
                  <a:cubicBezTo>
                    <a:pt x="802198" y="1623061"/>
                    <a:pt x="802959" y="1622631"/>
                    <a:pt x="803719" y="1622201"/>
                  </a:cubicBezTo>
                  <a:cubicBezTo>
                    <a:pt x="803322" y="1621838"/>
                    <a:pt x="802859" y="1621044"/>
                    <a:pt x="802562" y="1621110"/>
                  </a:cubicBezTo>
                  <a:cubicBezTo>
                    <a:pt x="801768" y="1621309"/>
                    <a:pt x="801007" y="1621838"/>
                    <a:pt x="800247" y="1622201"/>
                  </a:cubicBezTo>
                  <a:close/>
                  <a:moveTo>
                    <a:pt x="1190375" y="1617637"/>
                  </a:moveTo>
                  <a:cubicBezTo>
                    <a:pt x="1189548" y="1617836"/>
                    <a:pt x="1188787" y="1618332"/>
                    <a:pt x="1188027" y="1618729"/>
                  </a:cubicBezTo>
                  <a:cubicBezTo>
                    <a:pt x="1188424" y="1619126"/>
                    <a:pt x="1188887" y="1619886"/>
                    <a:pt x="1189184" y="1619820"/>
                  </a:cubicBezTo>
                  <a:cubicBezTo>
                    <a:pt x="1189978" y="1619622"/>
                    <a:pt x="1190739" y="1619126"/>
                    <a:pt x="1191499" y="1618729"/>
                  </a:cubicBezTo>
                  <a:cubicBezTo>
                    <a:pt x="1191135" y="1618332"/>
                    <a:pt x="1190672" y="1617571"/>
                    <a:pt x="1190375" y="1617637"/>
                  </a:cubicBezTo>
                  <a:close/>
                  <a:moveTo>
                    <a:pt x="1118805" y="1619324"/>
                  </a:moveTo>
                  <a:cubicBezTo>
                    <a:pt x="1118739" y="1619622"/>
                    <a:pt x="1119500" y="1620085"/>
                    <a:pt x="1119896" y="1620482"/>
                  </a:cubicBezTo>
                  <a:cubicBezTo>
                    <a:pt x="1120326" y="1619721"/>
                    <a:pt x="1120756" y="1618960"/>
                    <a:pt x="1121153" y="1618233"/>
                  </a:cubicBezTo>
                  <a:cubicBezTo>
                    <a:pt x="1120690" y="1617770"/>
                    <a:pt x="1120293" y="1617373"/>
                    <a:pt x="1119896" y="1616976"/>
                  </a:cubicBezTo>
                  <a:cubicBezTo>
                    <a:pt x="1119500" y="1617770"/>
                    <a:pt x="1119003" y="1618497"/>
                    <a:pt x="1118805" y="1619324"/>
                  </a:cubicBezTo>
                  <a:close/>
                  <a:moveTo>
                    <a:pt x="1345222" y="1641384"/>
                  </a:moveTo>
                  <a:cubicBezTo>
                    <a:pt x="1344925" y="1640491"/>
                    <a:pt x="1344726" y="1639532"/>
                    <a:pt x="1344230" y="1638738"/>
                  </a:cubicBezTo>
                  <a:cubicBezTo>
                    <a:pt x="1343668" y="1637812"/>
                    <a:pt x="1342609" y="1638043"/>
                    <a:pt x="1342180" y="1639399"/>
                  </a:cubicBezTo>
                  <a:cubicBezTo>
                    <a:pt x="1342014" y="1639862"/>
                    <a:pt x="1343139" y="1640722"/>
                    <a:pt x="1343668" y="1641417"/>
                  </a:cubicBezTo>
                  <a:cubicBezTo>
                    <a:pt x="1344197" y="1641417"/>
                    <a:pt x="1344693" y="1641417"/>
                    <a:pt x="1345222" y="1641417"/>
                  </a:cubicBezTo>
                  <a:cubicBezTo>
                    <a:pt x="1345222" y="1641417"/>
                    <a:pt x="1345222" y="1641417"/>
                    <a:pt x="1345222" y="1641384"/>
                  </a:cubicBezTo>
                  <a:close/>
                  <a:moveTo>
                    <a:pt x="1219479" y="1639664"/>
                  </a:moveTo>
                  <a:cubicBezTo>
                    <a:pt x="1220240" y="1640094"/>
                    <a:pt x="1221000" y="1640524"/>
                    <a:pt x="1221728" y="1640921"/>
                  </a:cubicBezTo>
                  <a:cubicBezTo>
                    <a:pt x="1222191" y="1640458"/>
                    <a:pt x="1222588" y="1640061"/>
                    <a:pt x="1222952" y="1639664"/>
                  </a:cubicBezTo>
                  <a:cubicBezTo>
                    <a:pt x="1222191" y="1639300"/>
                    <a:pt x="1221430" y="1638771"/>
                    <a:pt x="1220603" y="1638573"/>
                  </a:cubicBezTo>
                  <a:cubicBezTo>
                    <a:pt x="1220339" y="1638540"/>
                    <a:pt x="1219843" y="1639300"/>
                    <a:pt x="1219479" y="1639664"/>
                  </a:cubicBezTo>
                  <a:close/>
                  <a:moveTo>
                    <a:pt x="1378427" y="1634438"/>
                  </a:moveTo>
                  <a:cubicBezTo>
                    <a:pt x="1378857" y="1633678"/>
                    <a:pt x="1379254" y="1632917"/>
                    <a:pt x="1379684" y="1632190"/>
                  </a:cubicBezTo>
                  <a:cubicBezTo>
                    <a:pt x="1379221" y="1631726"/>
                    <a:pt x="1378824" y="1631330"/>
                    <a:pt x="1378427" y="1630933"/>
                  </a:cubicBezTo>
                  <a:cubicBezTo>
                    <a:pt x="1378031" y="1631726"/>
                    <a:pt x="1377534" y="1632454"/>
                    <a:pt x="1377336" y="1633281"/>
                  </a:cubicBezTo>
                  <a:cubicBezTo>
                    <a:pt x="1377270" y="1633579"/>
                    <a:pt x="1378031" y="1634042"/>
                    <a:pt x="1378427" y="1634438"/>
                  </a:cubicBezTo>
                  <a:close/>
                  <a:moveTo>
                    <a:pt x="1038934" y="1686165"/>
                  </a:moveTo>
                  <a:cubicBezTo>
                    <a:pt x="1039761" y="1685966"/>
                    <a:pt x="1040521" y="1685470"/>
                    <a:pt x="1041282" y="1685073"/>
                  </a:cubicBezTo>
                  <a:cubicBezTo>
                    <a:pt x="1040918" y="1684676"/>
                    <a:pt x="1040521" y="1684312"/>
                    <a:pt x="1040058" y="1683816"/>
                  </a:cubicBezTo>
                  <a:cubicBezTo>
                    <a:pt x="1039331" y="1684246"/>
                    <a:pt x="1038570" y="1684643"/>
                    <a:pt x="1037809" y="1685073"/>
                  </a:cubicBezTo>
                  <a:cubicBezTo>
                    <a:pt x="1038173" y="1685470"/>
                    <a:pt x="1038669" y="1686231"/>
                    <a:pt x="1038934" y="1686165"/>
                  </a:cubicBezTo>
                  <a:close/>
                  <a:moveTo>
                    <a:pt x="1373830" y="1680972"/>
                  </a:moveTo>
                  <a:cubicBezTo>
                    <a:pt x="1374029" y="1681799"/>
                    <a:pt x="1374558" y="1682560"/>
                    <a:pt x="1374922" y="1683320"/>
                  </a:cubicBezTo>
                  <a:cubicBezTo>
                    <a:pt x="1375319" y="1682956"/>
                    <a:pt x="1376079" y="1682460"/>
                    <a:pt x="1376013" y="1682196"/>
                  </a:cubicBezTo>
                  <a:cubicBezTo>
                    <a:pt x="1375848" y="1681369"/>
                    <a:pt x="1375319" y="1680608"/>
                    <a:pt x="1374922" y="1679848"/>
                  </a:cubicBezTo>
                  <a:cubicBezTo>
                    <a:pt x="1374558" y="1680211"/>
                    <a:pt x="1373764" y="1680707"/>
                    <a:pt x="1373830" y="1680972"/>
                  </a:cubicBezTo>
                  <a:close/>
                  <a:moveTo>
                    <a:pt x="1175790" y="1697310"/>
                  </a:moveTo>
                  <a:cubicBezTo>
                    <a:pt x="1176220" y="1696549"/>
                    <a:pt x="1176650" y="1695789"/>
                    <a:pt x="1177046" y="1695061"/>
                  </a:cubicBezTo>
                  <a:cubicBezTo>
                    <a:pt x="1176583" y="1694598"/>
                    <a:pt x="1176187" y="1694201"/>
                    <a:pt x="1175790" y="1693804"/>
                  </a:cubicBezTo>
                  <a:cubicBezTo>
                    <a:pt x="1175426" y="1694598"/>
                    <a:pt x="1174897" y="1695326"/>
                    <a:pt x="1174698" y="1696153"/>
                  </a:cubicBezTo>
                  <a:cubicBezTo>
                    <a:pt x="1174632" y="1696450"/>
                    <a:pt x="1175393" y="1696913"/>
                    <a:pt x="1175790" y="1697310"/>
                  </a:cubicBezTo>
                  <a:close/>
                  <a:moveTo>
                    <a:pt x="968588" y="1691456"/>
                  </a:moveTo>
                  <a:cubicBezTo>
                    <a:pt x="968753" y="1692283"/>
                    <a:pt x="969282" y="1693044"/>
                    <a:pt x="969679" y="1693804"/>
                  </a:cubicBezTo>
                  <a:cubicBezTo>
                    <a:pt x="970076" y="1693407"/>
                    <a:pt x="970440" y="1693044"/>
                    <a:pt x="970903" y="1692581"/>
                  </a:cubicBezTo>
                  <a:cubicBezTo>
                    <a:pt x="970506" y="1691820"/>
                    <a:pt x="970076" y="1691059"/>
                    <a:pt x="969679" y="1690332"/>
                  </a:cubicBezTo>
                  <a:cubicBezTo>
                    <a:pt x="969282" y="1690695"/>
                    <a:pt x="968522" y="1691192"/>
                    <a:pt x="968588" y="1691456"/>
                  </a:cubicBezTo>
                  <a:close/>
                  <a:moveTo>
                    <a:pt x="1182173" y="1665229"/>
                  </a:moveTo>
                  <a:cubicBezTo>
                    <a:pt x="1183000" y="1665031"/>
                    <a:pt x="1183760" y="1664502"/>
                    <a:pt x="1184521" y="1664138"/>
                  </a:cubicBezTo>
                  <a:cubicBezTo>
                    <a:pt x="1184157" y="1663741"/>
                    <a:pt x="1183760" y="1663344"/>
                    <a:pt x="1183297" y="1662881"/>
                  </a:cubicBezTo>
                  <a:cubicBezTo>
                    <a:pt x="1182570" y="1663278"/>
                    <a:pt x="1181809" y="1663708"/>
                    <a:pt x="1181048" y="1664138"/>
                  </a:cubicBezTo>
                  <a:cubicBezTo>
                    <a:pt x="1181412" y="1664502"/>
                    <a:pt x="1181908" y="1665262"/>
                    <a:pt x="1182173" y="1665229"/>
                  </a:cubicBezTo>
                  <a:close/>
                  <a:moveTo>
                    <a:pt x="1136764" y="1661724"/>
                  </a:moveTo>
                  <a:cubicBezTo>
                    <a:pt x="1137590" y="1661525"/>
                    <a:pt x="1138351" y="1661029"/>
                    <a:pt x="1139112" y="1660632"/>
                  </a:cubicBezTo>
                  <a:cubicBezTo>
                    <a:pt x="1138715" y="1660235"/>
                    <a:pt x="1138252" y="1659475"/>
                    <a:pt x="1137954" y="1659541"/>
                  </a:cubicBezTo>
                  <a:cubicBezTo>
                    <a:pt x="1137160" y="1659739"/>
                    <a:pt x="1136400" y="1660235"/>
                    <a:pt x="1135639" y="1660632"/>
                  </a:cubicBezTo>
                  <a:cubicBezTo>
                    <a:pt x="1136003" y="1661029"/>
                    <a:pt x="1136466" y="1661790"/>
                    <a:pt x="1136764" y="1661724"/>
                  </a:cubicBezTo>
                  <a:close/>
                  <a:moveTo>
                    <a:pt x="1230591" y="532052"/>
                  </a:moveTo>
                  <a:cubicBezTo>
                    <a:pt x="1230790" y="532879"/>
                    <a:pt x="1231319" y="533639"/>
                    <a:pt x="1231683" y="534400"/>
                  </a:cubicBezTo>
                  <a:cubicBezTo>
                    <a:pt x="1232080" y="534003"/>
                    <a:pt x="1232477" y="533639"/>
                    <a:pt x="1232940" y="533176"/>
                  </a:cubicBezTo>
                  <a:cubicBezTo>
                    <a:pt x="1232543" y="532416"/>
                    <a:pt x="1232113" y="531655"/>
                    <a:pt x="1231683" y="530927"/>
                  </a:cubicBezTo>
                  <a:cubicBezTo>
                    <a:pt x="1231319" y="531291"/>
                    <a:pt x="1230525" y="531787"/>
                    <a:pt x="1230591" y="532052"/>
                  </a:cubicBezTo>
                  <a:close/>
                  <a:moveTo>
                    <a:pt x="1067509" y="1672836"/>
                  </a:moveTo>
                  <a:cubicBezTo>
                    <a:pt x="1067112" y="1673233"/>
                    <a:pt x="1066351" y="1673696"/>
                    <a:pt x="1066418" y="1673994"/>
                  </a:cubicBezTo>
                  <a:cubicBezTo>
                    <a:pt x="1066583" y="1674820"/>
                    <a:pt x="1067112" y="1675581"/>
                    <a:pt x="1067509" y="1676342"/>
                  </a:cubicBezTo>
                  <a:cubicBezTo>
                    <a:pt x="1067873" y="1675945"/>
                    <a:pt x="1068270" y="1675581"/>
                    <a:pt x="1068733" y="1675085"/>
                  </a:cubicBezTo>
                  <a:cubicBezTo>
                    <a:pt x="1068336" y="1674357"/>
                    <a:pt x="1067906" y="1673597"/>
                    <a:pt x="1067509" y="1672836"/>
                  </a:cubicBezTo>
                  <a:close/>
                  <a:moveTo>
                    <a:pt x="1050377" y="1675945"/>
                  </a:moveTo>
                  <a:cubicBezTo>
                    <a:pt x="1050509" y="1676044"/>
                    <a:pt x="1051072" y="1675284"/>
                    <a:pt x="1051469" y="1674887"/>
                  </a:cubicBezTo>
                  <a:cubicBezTo>
                    <a:pt x="1050939" y="1674192"/>
                    <a:pt x="1050509" y="1673266"/>
                    <a:pt x="1049815" y="1672902"/>
                  </a:cubicBezTo>
                  <a:cubicBezTo>
                    <a:pt x="1048327" y="1672208"/>
                    <a:pt x="1047632" y="1672902"/>
                    <a:pt x="1048327" y="1674357"/>
                  </a:cubicBezTo>
                  <a:cubicBezTo>
                    <a:pt x="1048690" y="1675085"/>
                    <a:pt x="1049616" y="1675548"/>
                    <a:pt x="1050377" y="1675945"/>
                  </a:cubicBezTo>
                  <a:close/>
                  <a:moveTo>
                    <a:pt x="789729" y="1674589"/>
                  </a:moveTo>
                  <a:cubicBezTo>
                    <a:pt x="789002" y="1674192"/>
                    <a:pt x="788241" y="1673762"/>
                    <a:pt x="787481" y="1673365"/>
                  </a:cubicBezTo>
                  <a:cubicBezTo>
                    <a:pt x="787017" y="1673828"/>
                    <a:pt x="786654" y="1674225"/>
                    <a:pt x="786257" y="1674589"/>
                  </a:cubicBezTo>
                  <a:cubicBezTo>
                    <a:pt x="787017" y="1674986"/>
                    <a:pt x="787778" y="1675515"/>
                    <a:pt x="788605" y="1675680"/>
                  </a:cubicBezTo>
                  <a:cubicBezTo>
                    <a:pt x="788903" y="1675747"/>
                    <a:pt x="789366" y="1674986"/>
                    <a:pt x="789729" y="1674589"/>
                  </a:cubicBezTo>
                  <a:close/>
                  <a:moveTo>
                    <a:pt x="1363379" y="1670521"/>
                  </a:moveTo>
                  <a:cubicBezTo>
                    <a:pt x="1363545" y="1671315"/>
                    <a:pt x="1364074" y="1672075"/>
                    <a:pt x="1364471" y="1672836"/>
                  </a:cubicBezTo>
                  <a:cubicBezTo>
                    <a:pt x="1364834" y="1672472"/>
                    <a:pt x="1365628" y="1671976"/>
                    <a:pt x="1365562" y="1671712"/>
                  </a:cubicBezTo>
                  <a:cubicBezTo>
                    <a:pt x="1365364" y="1670885"/>
                    <a:pt x="1364834" y="1670124"/>
                    <a:pt x="1364471" y="1669363"/>
                  </a:cubicBezTo>
                  <a:cubicBezTo>
                    <a:pt x="1364074" y="1669760"/>
                    <a:pt x="1363313" y="1670223"/>
                    <a:pt x="1363379" y="1670521"/>
                  </a:cubicBezTo>
                  <a:close/>
                  <a:moveTo>
                    <a:pt x="1005696" y="1671712"/>
                  </a:moveTo>
                  <a:cubicBezTo>
                    <a:pt x="1005530" y="1670885"/>
                    <a:pt x="1005001" y="1670124"/>
                    <a:pt x="1004604" y="1669363"/>
                  </a:cubicBezTo>
                  <a:cubicBezTo>
                    <a:pt x="1004207" y="1669760"/>
                    <a:pt x="1003447" y="1670223"/>
                    <a:pt x="1003513" y="1670521"/>
                  </a:cubicBezTo>
                  <a:cubicBezTo>
                    <a:pt x="1003711" y="1671315"/>
                    <a:pt x="1004207" y="1672075"/>
                    <a:pt x="1004604" y="1672836"/>
                  </a:cubicBezTo>
                  <a:cubicBezTo>
                    <a:pt x="1005001" y="1672472"/>
                    <a:pt x="1005762" y="1671976"/>
                    <a:pt x="1005696" y="1671712"/>
                  </a:cubicBezTo>
                  <a:close/>
                  <a:moveTo>
                    <a:pt x="1438422" y="1574411"/>
                  </a:moveTo>
                  <a:cubicBezTo>
                    <a:pt x="1438719" y="1574477"/>
                    <a:pt x="1439182" y="1573717"/>
                    <a:pt x="1439579" y="1573320"/>
                  </a:cubicBezTo>
                  <a:cubicBezTo>
                    <a:pt x="1438819" y="1572923"/>
                    <a:pt x="1438058" y="1572493"/>
                    <a:pt x="1437330" y="1572096"/>
                  </a:cubicBezTo>
                  <a:cubicBezTo>
                    <a:pt x="1436867" y="1572559"/>
                    <a:pt x="1436470" y="1572956"/>
                    <a:pt x="1436074" y="1573320"/>
                  </a:cubicBezTo>
                  <a:cubicBezTo>
                    <a:pt x="1436867" y="1573717"/>
                    <a:pt x="1437595" y="1574246"/>
                    <a:pt x="1438422" y="1574411"/>
                  </a:cubicBezTo>
                  <a:close/>
                  <a:moveTo>
                    <a:pt x="2523246" y="1569252"/>
                  </a:moveTo>
                  <a:cubicBezTo>
                    <a:pt x="2523445" y="1570045"/>
                    <a:pt x="2523974" y="1570806"/>
                    <a:pt x="2524338" y="1571567"/>
                  </a:cubicBezTo>
                  <a:cubicBezTo>
                    <a:pt x="2524735" y="1571203"/>
                    <a:pt x="2525495" y="1570707"/>
                    <a:pt x="2525429" y="1570442"/>
                  </a:cubicBezTo>
                  <a:cubicBezTo>
                    <a:pt x="2525264" y="1569616"/>
                    <a:pt x="2524735" y="1568855"/>
                    <a:pt x="2524338" y="1568094"/>
                  </a:cubicBezTo>
                  <a:cubicBezTo>
                    <a:pt x="2523974" y="1568458"/>
                    <a:pt x="2523180" y="1568954"/>
                    <a:pt x="2523246" y="1569252"/>
                  </a:cubicBezTo>
                  <a:close/>
                  <a:moveTo>
                    <a:pt x="1041282" y="1568094"/>
                  </a:moveTo>
                  <a:cubicBezTo>
                    <a:pt x="1040389" y="1568425"/>
                    <a:pt x="1039397" y="1568590"/>
                    <a:pt x="1038603" y="1569086"/>
                  </a:cubicBezTo>
                  <a:cubicBezTo>
                    <a:pt x="1037677" y="1569682"/>
                    <a:pt x="1037909" y="1570740"/>
                    <a:pt x="1039265" y="1571137"/>
                  </a:cubicBezTo>
                  <a:cubicBezTo>
                    <a:pt x="1039728" y="1571302"/>
                    <a:pt x="1040621" y="1570178"/>
                    <a:pt x="1041282" y="1569649"/>
                  </a:cubicBezTo>
                  <a:cubicBezTo>
                    <a:pt x="1041282" y="1569153"/>
                    <a:pt x="1041282" y="1568623"/>
                    <a:pt x="1041282" y="1568127"/>
                  </a:cubicBezTo>
                  <a:cubicBezTo>
                    <a:pt x="1041282" y="1568094"/>
                    <a:pt x="1041282" y="1568094"/>
                    <a:pt x="1041282" y="1568094"/>
                  </a:cubicBezTo>
                  <a:close/>
                  <a:moveTo>
                    <a:pt x="1246930" y="1580827"/>
                  </a:moveTo>
                  <a:cubicBezTo>
                    <a:pt x="1246500" y="1580067"/>
                    <a:pt x="1246103" y="1579339"/>
                    <a:pt x="1245673" y="1578578"/>
                  </a:cubicBezTo>
                  <a:cubicBezTo>
                    <a:pt x="1245276" y="1578942"/>
                    <a:pt x="1244515" y="1579438"/>
                    <a:pt x="1244581" y="1579703"/>
                  </a:cubicBezTo>
                  <a:cubicBezTo>
                    <a:pt x="1244780" y="1580530"/>
                    <a:pt x="1245276" y="1581290"/>
                    <a:pt x="1245673" y="1582051"/>
                  </a:cubicBezTo>
                  <a:cubicBezTo>
                    <a:pt x="1246070" y="1581654"/>
                    <a:pt x="1246433" y="1581290"/>
                    <a:pt x="1246930" y="1580827"/>
                  </a:cubicBezTo>
                  <a:close/>
                  <a:moveTo>
                    <a:pt x="1471660" y="1551756"/>
                  </a:moveTo>
                  <a:cubicBezTo>
                    <a:pt x="1471858" y="1552583"/>
                    <a:pt x="1472355" y="1553344"/>
                    <a:pt x="1472751" y="1554104"/>
                  </a:cubicBezTo>
                  <a:cubicBezTo>
                    <a:pt x="1473148" y="1553741"/>
                    <a:pt x="1473909" y="1553244"/>
                    <a:pt x="1473843" y="1552980"/>
                  </a:cubicBezTo>
                  <a:cubicBezTo>
                    <a:pt x="1473677" y="1552153"/>
                    <a:pt x="1473148" y="1551392"/>
                    <a:pt x="1472751" y="1550632"/>
                  </a:cubicBezTo>
                  <a:cubicBezTo>
                    <a:pt x="1472355" y="1551029"/>
                    <a:pt x="1471594" y="1551492"/>
                    <a:pt x="1471660" y="1551756"/>
                  </a:cubicBezTo>
                  <a:close/>
                  <a:moveTo>
                    <a:pt x="1278216" y="1552980"/>
                  </a:moveTo>
                  <a:cubicBezTo>
                    <a:pt x="1278018" y="1552153"/>
                    <a:pt x="1277489" y="1551392"/>
                    <a:pt x="1277125" y="1550632"/>
                  </a:cubicBezTo>
                  <a:cubicBezTo>
                    <a:pt x="1276728" y="1551029"/>
                    <a:pt x="1275968" y="1551492"/>
                    <a:pt x="1276034" y="1551789"/>
                  </a:cubicBezTo>
                  <a:cubicBezTo>
                    <a:pt x="1276199" y="1552616"/>
                    <a:pt x="1276728" y="1553344"/>
                    <a:pt x="1277125" y="1554137"/>
                  </a:cubicBezTo>
                  <a:cubicBezTo>
                    <a:pt x="1277489" y="1553741"/>
                    <a:pt x="1278283" y="1553244"/>
                    <a:pt x="1278216" y="1552980"/>
                  </a:cubicBezTo>
                  <a:close/>
                  <a:moveTo>
                    <a:pt x="70724" y="1551756"/>
                  </a:moveTo>
                  <a:cubicBezTo>
                    <a:pt x="70890" y="1552583"/>
                    <a:pt x="71419" y="1553344"/>
                    <a:pt x="71816" y="1554104"/>
                  </a:cubicBezTo>
                  <a:cubicBezTo>
                    <a:pt x="72179" y="1553741"/>
                    <a:pt x="72576" y="1553344"/>
                    <a:pt x="73039" y="1552881"/>
                  </a:cubicBezTo>
                  <a:cubicBezTo>
                    <a:pt x="72642" y="1552153"/>
                    <a:pt x="72213" y="1551392"/>
                    <a:pt x="71816" y="1550632"/>
                  </a:cubicBezTo>
                  <a:cubicBezTo>
                    <a:pt x="71419" y="1551029"/>
                    <a:pt x="70658" y="1551492"/>
                    <a:pt x="70724" y="1551756"/>
                  </a:cubicBezTo>
                  <a:close/>
                  <a:moveTo>
                    <a:pt x="1042803" y="1568028"/>
                  </a:moveTo>
                  <a:cubicBezTo>
                    <a:pt x="1043531" y="1567664"/>
                    <a:pt x="1043994" y="1566738"/>
                    <a:pt x="1044391" y="1565978"/>
                  </a:cubicBezTo>
                  <a:cubicBezTo>
                    <a:pt x="1044457" y="1565845"/>
                    <a:pt x="1043729" y="1565283"/>
                    <a:pt x="1043333" y="1564886"/>
                  </a:cubicBezTo>
                  <a:cubicBezTo>
                    <a:pt x="1042638" y="1565415"/>
                    <a:pt x="1041712" y="1565845"/>
                    <a:pt x="1041348" y="1566540"/>
                  </a:cubicBezTo>
                  <a:cubicBezTo>
                    <a:pt x="1040984" y="1567267"/>
                    <a:pt x="1041017" y="1567797"/>
                    <a:pt x="1041282" y="1568094"/>
                  </a:cubicBezTo>
                  <a:cubicBezTo>
                    <a:pt x="1041282" y="1568094"/>
                    <a:pt x="1041282" y="1568094"/>
                    <a:pt x="1041282" y="1568127"/>
                  </a:cubicBezTo>
                  <a:cubicBezTo>
                    <a:pt x="1041580" y="1568392"/>
                    <a:pt x="1042109" y="1568392"/>
                    <a:pt x="1042803" y="1568028"/>
                  </a:cubicBezTo>
                  <a:close/>
                  <a:moveTo>
                    <a:pt x="829318" y="1563927"/>
                  </a:moveTo>
                  <a:cubicBezTo>
                    <a:pt x="830145" y="1563762"/>
                    <a:pt x="830905" y="1563232"/>
                    <a:pt x="831666" y="1562836"/>
                  </a:cubicBezTo>
                  <a:cubicBezTo>
                    <a:pt x="831269" y="1562472"/>
                    <a:pt x="830905" y="1562075"/>
                    <a:pt x="830442" y="1561612"/>
                  </a:cubicBezTo>
                  <a:cubicBezTo>
                    <a:pt x="829682" y="1562009"/>
                    <a:pt x="828954" y="1562439"/>
                    <a:pt x="828193" y="1562836"/>
                  </a:cubicBezTo>
                  <a:cubicBezTo>
                    <a:pt x="828557" y="1563232"/>
                    <a:pt x="829053" y="1563993"/>
                    <a:pt x="829318" y="1563927"/>
                  </a:cubicBezTo>
                  <a:close/>
                  <a:moveTo>
                    <a:pt x="1051766" y="1615223"/>
                  </a:moveTo>
                  <a:cubicBezTo>
                    <a:pt x="1052163" y="1615620"/>
                    <a:pt x="1052560" y="1616017"/>
                    <a:pt x="1053023" y="1616480"/>
                  </a:cubicBezTo>
                  <a:cubicBezTo>
                    <a:pt x="1053751" y="1616083"/>
                    <a:pt x="1054511" y="1615653"/>
                    <a:pt x="1055272" y="1615223"/>
                  </a:cubicBezTo>
                  <a:cubicBezTo>
                    <a:pt x="1054875" y="1614859"/>
                    <a:pt x="1054412" y="1614066"/>
                    <a:pt x="1054114" y="1614132"/>
                  </a:cubicBezTo>
                  <a:cubicBezTo>
                    <a:pt x="1053288" y="1614330"/>
                    <a:pt x="1052560" y="1614859"/>
                    <a:pt x="1051766" y="1615223"/>
                  </a:cubicBezTo>
                  <a:close/>
                  <a:moveTo>
                    <a:pt x="978410" y="1615223"/>
                  </a:moveTo>
                  <a:cubicBezTo>
                    <a:pt x="978807" y="1615620"/>
                    <a:pt x="979171" y="1616017"/>
                    <a:pt x="979634" y="1616480"/>
                  </a:cubicBezTo>
                  <a:cubicBezTo>
                    <a:pt x="980395" y="1616083"/>
                    <a:pt x="981156" y="1615653"/>
                    <a:pt x="981883" y="1615223"/>
                  </a:cubicBezTo>
                  <a:cubicBezTo>
                    <a:pt x="981519" y="1614859"/>
                    <a:pt x="981056" y="1614066"/>
                    <a:pt x="980759" y="1614132"/>
                  </a:cubicBezTo>
                  <a:cubicBezTo>
                    <a:pt x="979932" y="1614330"/>
                    <a:pt x="979171" y="1614859"/>
                    <a:pt x="978410" y="1615223"/>
                  </a:cubicBezTo>
                  <a:close/>
                  <a:moveTo>
                    <a:pt x="940641" y="1614628"/>
                  </a:moveTo>
                  <a:cubicBezTo>
                    <a:pt x="940807" y="1615455"/>
                    <a:pt x="941336" y="1616215"/>
                    <a:pt x="941733" y="1616976"/>
                  </a:cubicBezTo>
                  <a:cubicBezTo>
                    <a:pt x="942096" y="1616579"/>
                    <a:pt x="942493" y="1616215"/>
                    <a:pt x="942956" y="1615752"/>
                  </a:cubicBezTo>
                  <a:cubicBezTo>
                    <a:pt x="942559" y="1614992"/>
                    <a:pt x="942129" y="1614264"/>
                    <a:pt x="941733" y="1613503"/>
                  </a:cubicBezTo>
                  <a:cubicBezTo>
                    <a:pt x="941336" y="1613867"/>
                    <a:pt x="940575" y="1614363"/>
                    <a:pt x="940641" y="1614628"/>
                  </a:cubicBezTo>
                  <a:close/>
                  <a:moveTo>
                    <a:pt x="1198511" y="585035"/>
                  </a:moveTo>
                  <a:cubicBezTo>
                    <a:pt x="1199271" y="585465"/>
                    <a:pt x="1200032" y="585895"/>
                    <a:pt x="1200760" y="586292"/>
                  </a:cubicBezTo>
                  <a:cubicBezTo>
                    <a:pt x="1201223" y="585829"/>
                    <a:pt x="1201620" y="585432"/>
                    <a:pt x="1201983" y="585035"/>
                  </a:cubicBezTo>
                  <a:cubicBezTo>
                    <a:pt x="1201223" y="584671"/>
                    <a:pt x="1200462" y="584142"/>
                    <a:pt x="1199668" y="583943"/>
                  </a:cubicBezTo>
                  <a:cubicBezTo>
                    <a:pt x="1199371" y="583877"/>
                    <a:pt x="1198908" y="584638"/>
                    <a:pt x="1198511" y="585035"/>
                  </a:cubicBezTo>
                  <a:close/>
                  <a:moveTo>
                    <a:pt x="1424928" y="1612346"/>
                  </a:moveTo>
                  <a:cubicBezTo>
                    <a:pt x="1424763" y="1611519"/>
                    <a:pt x="1424233" y="1610758"/>
                    <a:pt x="1423837" y="1609998"/>
                  </a:cubicBezTo>
                  <a:cubicBezTo>
                    <a:pt x="1423473" y="1610394"/>
                    <a:pt x="1422679" y="1610857"/>
                    <a:pt x="1422745" y="1611155"/>
                  </a:cubicBezTo>
                  <a:cubicBezTo>
                    <a:pt x="1422944" y="1611949"/>
                    <a:pt x="1423473" y="1612710"/>
                    <a:pt x="1423837" y="1613470"/>
                  </a:cubicBezTo>
                  <a:cubicBezTo>
                    <a:pt x="1424233" y="1613106"/>
                    <a:pt x="1424994" y="1612610"/>
                    <a:pt x="1424928" y="1612346"/>
                  </a:cubicBezTo>
                  <a:close/>
                  <a:moveTo>
                    <a:pt x="1271866" y="1611750"/>
                  </a:moveTo>
                  <a:cubicBezTo>
                    <a:pt x="1272660" y="1612114"/>
                    <a:pt x="1273388" y="1612643"/>
                    <a:pt x="1274215" y="1612842"/>
                  </a:cubicBezTo>
                  <a:cubicBezTo>
                    <a:pt x="1274512" y="1612908"/>
                    <a:pt x="1274975" y="1612114"/>
                    <a:pt x="1275372" y="1611750"/>
                  </a:cubicBezTo>
                  <a:cubicBezTo>
                    <a:pt x="1274612" y="1611320"/>
                    <a:pt x="1273851" y="1610891"/>
                    <a:pt x="1273123" y="1610494"/>
                  </a:cubicBezTo>
                  <a:cubicBezTo>
                    <a:pt x="1272660" y="1610957"/>
                    <a:pt x="1272263" y="1611354"/>
                    <a:pt x="1271866" y="1611750"/>
                  </a:cubicBezTo>
                  <a:close/>
                  <a:moveTo>
                    <a:pt x="1170068" y="1611221"/>
                  </a:moveTo>
                  <a:cubicBezTo>
                    <a:pt x="1169605" y="1610758"/>
                    <a:pt x="1169208" y="1610394"/>
                    <a:pt x="1168811" y="1609998"/>
                  </a:cubicBezTo>
                  <a:cubicBezTo>
                    <a:pt x="1168414" y="1610758"/>
                    <a:pt x="1167885" y="1611519"/>
                    <a:pt x="1167720" y="1612346"/>
                  </a:cubicBezTo>
                  <a:cubicBezTo>
                    <a:pt x="1167654" y="1612610"/>
                    <a:pt x="1168414" y="1613106"/>
                    <a:pt x="1168811" y="1613470"/>
                  </a:cubicBezTo>
                  <a:cubicBezTo>
                    <a:pt x="1169241" y="1612743"/>
                    <a:pt x="1169638" y="1611982"/>
                    <a:pt x="1170068" y="1611221"/>
                  </a:cubicBezTo>
                  <a:close/>
                  <a:moveTo>
                    <a:pt x="1319028" y="1589029"/>
                  </a:moveTo>
                  <a:cubicBezTo>
                    <a:pt x="1319425" y="1588269"/>
                    <a:pt x="1319955" y="1587508"/>
                    <a:pt x="1320120" y="1586681"/>
                  </a:cubicBezTo>
                  <a:cubicBezTo>
                    <a:pt x="1320186" y="1586417"/>
                    <a:pt x="1319425" y="1585954"/>
                    <a:pt x="1319028" y="1585557"/>
                  </a:cubicBezTo>
                  <a:cubicBezTo>
                    <a:pt x="1318632" y="1586317"/>
                    <a:pt x="1318202" y="1587078"/>
                    <a:pt x="1317805" y="1587806"/>
                  </a:cubicBezTo>
                  <a:cubicBezTo>
                    <a:pt x="1318268" y="1588269"/>
                    <a:pt x="1318665" y="1588666"/>
                    <a:pt x="1319028" y="1589029"/>
                  </a:cubicBezTo>
                  <a:close/>
                  <a:moveTo>
                    <a:pt x="1985712" y="593105"/>
                  </a:moveTo>
                  <a:cubicBezTo>
                    <a:pt x="1986539" y="592939"/>
                    <a:pt x="1987300" y="592410"/>
                    <a:pt x="1988060" y="592013"/>
                  </a:cubicBezTo>
                  <a:cubicBezTo>
                    <a:pt x="1987697" y="591649"/>
                    <a:pt x="1987201" y="590856"/>
                    <a:pt x="1986936" y="590922"/>
                  </a:cubicBezTo>
                  <a:cubicBezTo>
                    <a:pt x="1986109" y="591120"/>
                    <a:pt x="1985349" y="591649"/>
                    <a:pt x="1984588" y="592013"/>
                  </a:cubicBezTo>
                  <a:cubicBezTo>
                    <a:pt x="1984985" y="592410"/>
                    <a:pt x="1985448" y="593171"/>
                    <a:pt x="1985712" y="593105"/>
                  </a:cubicBezTo>
                  <a:close/>
                  <a:moveTo>
                    <a:pt x="1406374" y="1582051"/>
                  </a:moveTo>
                  <a:cubicBezTo>
                    <a:pt x="1405977" y="1582448"/>
                    <a:pt x="1405216" y="1582911"/>
                    <a:pt x="1405283" y="1583209"/>
                  </a:cubicBezTo>
                  <a:cubicBezTo>
                    <a:pt x="1405481" y="1584035"/>
                    <a:pt x="1405977" y="1584763"/>
                    <a:pt x="1406374" y="1585557"/>
                  </a:cubicBezTo>
                  <a:cubicBezTo>
                    <a:pt x="1406771" y="1585160"/>
                    <a:pt x="1407168" y="1584763"/>
                    <a:pt x="1407631" y="1584300"/>
                  </a:cubicBezTo>
                  <a:cubicBezTo>
                    <a:pt x="1407234" y="1583572"/>
                    <a:pt x="1406804" y="1582812"/>
                    <a:pt x="1406374" y="1582051"/>
                  </a:cubicBezTo>
                  <a:close/>
                  <a:moveTo>
                    <a:pt x="8911" y="1582051"/>
                  </a:moveTo>
                  <a:cubicBezTo>
                    <a:pt x="8514" y="1582812"/>
                    <a:pt x="8084" y="1583572"/>
                    <a:pt x="7687" y="1584300"/>
                  </a:cubicBezTo>
                  <a:cubicBezTo>
                    <a:pt x="8150" y="1584763"/>
                    <a:pt x="8514" y="1585160"/>
                    <a:pt x="8911" y="1585557"/>
                  </a:cubicBezTo>
                  <a:cubicBezTo>
                    <a:pt x="9308" y="1584763"/>
                    <a:pt x="9837" y="1584035"/>
                    <a:pt x="10002" y="1583209"/>
                  </a:cubicBezTo>
                  <a:cubicBezTo>
                    <a:pt x="10069" y="1582911"/>
                    <a:pt x="9308" y="1582448"/>
                    <a:pt x="8911" y="1582051"/>
                  </a:cubicBezTo>
                  <a:close/>
                  <a:moveTo>
                    <a:pt x="1252651" y="1606492"/>
                  </a:moveTo>
                  <a:cubicBezTo>
                    <a:pt x="1253081" y="1605731"/>
                    <a:pt x="1253511" y="1604970"/>
                    <a:pt x="1253908" y="1604243"/>
                  </a:cubicBezTo>
                  <a:cubicBezTo>
                    <a:pt x="1253445" y="1603780"/>
                    <a:pt x="1253048" y="1603383"/>
                    <a:pt x="1252651" y="1603019"/>
                  </a:cubicBezTo>
                  <a:cubicBezTo>
                    <a:pt x="1252287" y="1603780"/>
                    <a:pt x="1251758" y="1604541"/>
                    <a:pt x="1251560" y="1605367"/>
                  </a:cubicBezTo>
                  <a:cubicBezTo>
                    <a:pt x="1251494" y="1605632"/>
                    <a:pt x="1252287" y="1606128"/>
                    <a:pt x="1252651" y="1606492"/>
                  </a:cubicBezTo>
                  <a:close/>
                  <a:moveTo>
                    <a:pt x="1112323" y="1602358"/>
                  </a:moveTo>
                  <a:cubicBezTo>
                    <a:pt x="1113150" y="1602159"/>
                    <a:pt x="1113877" y="1601663"/>
                    <a:pt x="1114671" y="1601266"/>
                  </a:cubicBezTo>
                  <a:cubicBezTo>
                    <a:pt x="1114274" y="1600869"/>
                    <a:pt x="1113877" y="1600473"/>
                    <a:pt x="1113414" y="1600010"/>
                  </a:cubicBezTo>
                  <a:cubicBezTo>
                    <a:pt x="1112687" y="1600440"/>
                    <a:pt x="1111926" y="1600836"/>
                    <a:pt x="1111165" y="1601266"/>
                  </a:cubicBezTo>
                  <a:cubicBezTo>
                    <a:pt x="1111562" y="1601663"/>
                    <a:pt x="1112025" y="1602424"/>
                    <a:pt x="1112323" y="1602358"/>
                  </a:cubicBezTo>
                  <a:close/>
                  <a:moveTo>
                    <a:pt x="1454197" y="1597165"/>
                  </a:moveTo>
                  <a:cubicBezTo>
                    <a:pt x="1454396" y="1597992"/>
                    <a:pt x="1454892" y="1598753"/>
                    <a:pt x="1455289" y="1599513"/>
                  </a:cubicBezTo>
                  <a:cubicBezTo>
                    <a:pt x="1455686" y="1599117"/>
                    <a:pt x="1456446" y="1598654"/>
                    <a:pt x="1456380" y="1598356"/>
                  </a:cubicBezTo>
                  <a:cubicBezTo>
                    <a:pt x="1456215" y="1597529"/>
                    <a:pt x="1455686" y="1596801"/>
                    <a:pt x="1455289" y="1596008"/>
                  </a:cubicBezTo>
                  <a:cubicBezTo>
                    <a:pt x="1454892" y="1596405"/>
                    <a:pt x="1454131" y="1596868"/>
                    <a:pt x="1454197" y="1597165"/>
                  </a:cubicBezTo>
                  <a:close/>
                  <a:moveTo>
                    <a:pt x="2064426" y="448344"/>
                  </a:moveTo>
                  <a:cubicBezTo>
                    <a:pt x="2063963" y="447881"/>
                    <a:pt x="2063566" y="447485"/>
                    <a:pt x="2063202" y="447088"/>
                  </a:cubicBezTo>
                  <a:cubicBezTo>
                    <a:pt x="2062805" y="447881"/>
                    <a:pt x="2062276" y="448609"/>
                    <a:pt x="2062111" y="449436"/>
                  </a:cubicBezTo>
                  <a:cubicBezTo>
                    <a:pt x="2062045" y="449733"/>
                    <a:pt x="2062805" y="450196"/>
                    <a:pt x="2063202" y="450593"/>
                  </a:cubicBezTo>
                  <a:cubicBezTo>
                    <a:pt x="2063599" y="449833"/>
                    <a:pt x="2064029" y="449072"/>
                    <a:pt x="2064426" y="448344"/>
                  </a:cubicBezTo>
                  <a:close/>
                  <a:moveTo>
                    <a:pt x="2406664" y="449436"/>
                  </a:moveTo>
                  <a:cubicBezTo>
                    <a:pt x="2406466" y="448609"/>
                    <a:pt x="2405970" y="447881"/>
                    <a:pt x="2405573" y="447088"/>
                  </a:cubicBezTo>
                  <a:cubicBezTo>
                    <a:pt x="2405176" y="447485"/>
                    <a:pt x="2404779" y="447881"/>
                    <a:pt x="2404316" y="448344"/>
                  </a:cubicBezTo>
                  <a:cubicBezTo>
                    <a:pt x="2404746" y="449072"/>
                    <a:pt x="2405143" y="449833"/>
                    <a:pt x="2405573" y="450593"/>
                  </a:cubicBezTo>
                  <a:cubicBezTo>
                    <a:pt x="2405937" y="450196"/>
                    <a:pt x="2406731" y="449733"/>
                    <a:pt x="2406664" y="449436"/>
                  </a:cubicBezTo>
                  <a:close/>
                  <a:moveTo>
                    <a:pt x="1186274" y="454099"/>
                  </a:moveTo>
                  <a:cubicBezTo>
                    <a:pt x="1186671" y="453702"/>
                    <a:pt x="1187068" y="453305"/>
                    <a:pt x="1187531" y="452842"/>
                  </a:cubicBezTo>
                  <a:cubicBezTo>
                    <a:pt x="1187101" y="452115"/>
                    <a:pt x="1186704" y="451354"/>
                    <a:pt x="1186274" y="450593"/>
                  </a:cubicBezTo>
                  <a:cubicBezTo>
                    <a:pt x="1185877" y="450990"/>
                    <a:pt x="1185116" y="451453"/>
                    <a:pt x="1185182" y="451751"/>
                  </a:cubicBezTo>
                  <a:cubicBezTo>
                    <a:pt x="1185381" y="452545"/>
                    <a:pt x="1185877" y="453305"/>
                    <a:pt x="1186274" y="454099"/>
                  </a:cubicBezTo>
                  <a:close/>
                  <a:moveTo>
                    <a:pt x="1122311" y="1789253"/>
                  </a:moveTo>
                  <a:cubicBezTo>
                    <a:pt x="1122476" y="1790080"/>
                    <a:pt x="1123005" y="1790807"/>
                    <a:pt x="1123402" y="1791601"/>
                  </a:cubicBezTo>
                  <a:cubicBezTo>
                    <a:pt x="1123766" y="1791204"/>
                    <a:pt x="1124163" y="1790807"/>
                    <a:pt x="1124626" y="1790344"/>
                  </a:cubicBezTo>
                  <a:cubicBezTo>
                    <a:pt x="1124229" y="1789617"/>
                    <a:pt x="1123799" y="1788856"/>
                    <a:pt x="1123402" y="1788095"/>
                  </a:cubicBezTo>
                  <a:cubicBezTo>
                    <a:pt x="1123005" y="1788492"/>
                    <a:pt x="1122245" y="1788955"/>
                    <a:pt x="1122311" y="1789253"/>
                  </a:cubicBezTo>
                  <a:close/>
                  <a:moveTo>
                    <a:pt x="1013335" y="1789848"/>
                  </a:moveTo>
                  <a:cubicBezTo>
                    <a:pt x="1013732" y="1790212"/>
                    <a:pt x="1014195" y="1791006"/>
                    <a:pt x="1014493" y="1790940"/>
                  </a:cubicBezTo>
                  <a:cubicBezTo>
                    <a:pt x="1015320" y="1790741"/>
                    <a:pt x="1016047" y="1790212"/>
                    <a:pt x="1016841" y="1789848"/>
                  </a:cubicBezTo>
                  <a:cubicBezTo>
                    <a:pt x="1016444" y="1789451"/>
                    <a:pt x="1016047" y="1789054"/>
                    <a:pt x="1015584" y="1788591"/>
                  </a:cubicBezTo>
                  <a:cubicBezTo>
                    <a:pt x="1014857" y="1788988"/>
                    <a:pt x="1014096" y="1789418"/>
                    <a:pt x="1013335" y="1789848"/>
                  </a:cubicBezTo>
                  <a:close/>
                  <a:moveTo>
                    <a:pt x="1955980" y="456447"/>
                  </a:moveTo>
                  <a:cubicBezTo>
                    <a:pt x="1955781" y="455620"/>
                    <a:pt x="1955285" y="454860"/>
                    <a:pt x="1954888" y="454099"/>
                  </a:cubicBezTo>
                  <a:cubicBezTo>
                    <a:pt x="1954491" y="454463"/>
                    <a:pt x="1954128" y="454860"/>
                    <a:pt x="1953632" y="455323"/>
                  </a:cubicBezTo>
                  <a:cubicBezTo>
                    <a:pt x="1954062" y="456050"/>
                    <a:pt x="1954458" y="456811"/>
                    <a:pt x="1954888" y="457572"/>
                  </a:cubicBezTo>
                  <a:cubicBezTo>
                    <a:pt x="1955285" y="457175"/>
                    <a:pt x="1956046" y="456712"/>
                    <a:pt x="1955980" y="456447"/>
                  </a:cubicBezTo>
                  <a:close/>
                  <a:moveTo>
                    <a:pt x="1309140" y="1783961"/>
                  </a:moveTo>
                  <a:cubicBezTo>
                    <a:pt x="1309437" y="1784027"/>
                    <a:pt x="1309900" y="1783234"/>
                    <a:pt x="1310297" y="1782870"/>
                  </a:cubicBezTo>
                  <a:cubicBezTo>
                    <a:pt x="1309537" y="1782440"/>
                    <a:pt x="1308776" y="1782010"/>
                    <a:pt x="1308048" y="1781613"/>
                  </a:cubicBezTo>
                  <a:cubicBezTo>
                    <a:pt x="1307585" y="1782076"/>
                    <a:pt x="1307188" y="1782473"/>
                    <a:pt x="1306791" y="1782870"/>
                  </a:cubicBezTo>
                  <a:cubicBezTo>
                    <a:pt x="1307585" y="1783234"/>
                    <a:pt x="1308346" y="1783763"/>
                    <a:pt x="1309140" y="1783961"/>
                  </a:cubicBezTo>
                  <a:close/>
                  <a:moveTo>
                    <a:pt x="2384605" y="454099"/>
                  </a:moveTo>
                  <a:cubicBezTo>
                    <a:pt x="2384208" y="454463"/>
                    <a:pt x="2383447" y="454959"/>
                    <a:pt x="2383513" y="455224"/>
                  </a:cubicBezTo>
                  <a:cubicBezTo>
                    <a:pt x="2383712" y="456050"/>
                    <a:pt x="2384208" y="456811"/>
                    <a:pt x="2384605" y="457572"/>
                  </a:cubicBezTo>
                  <a:cubicBezTo>
                    <a:pt x="2385002" y="457208"/>
                    <a:pt x="2385366" y="456811"/>
                    <a:pt x="2385862" y="456348"/>
                  </a:cubicBezTo>
                  <a:cubicBezTo>
                    <a:pt x="2385432" y="455587"/>
                    <a:pt x="2385035" y="454860"/>
                    <a:pt x="2384605" y="454099"/>
                  </a:cubicBezTo>
                  <a:close/>
                  <a:moveTo>
                    <a:pt x="2039224" y="426649"/>
                  </a:moveTo>
                  <a:cubicBezTo>
                    <a:pt x="2038497" y="427045"/>
                    <a:pt x="2037736" y="427475"/>
                    <a:pt x="2036975" y="427905"/>
                  </a:cubicBezTo>
                  <a:cubicBezTo>
                    <a:pt x="2037372" y="428269"/>
                    <a:pt x="2037835" y="429063"/>
                    <a:pt x="2038133" y="428997"/>
                  </a:cubicBezTo>
                  <a:cubicBezTo>
                    <a:pt x="2038960" y="428798"/>
                    <a:pt x="2039687" y="428269"/>
                    <a:pt x="2040481" y="427905"/>
                  </a:cubicBezTo>
                  <a:cubicBezTo>
                    <a:pt x="2040084" y="427508"/>
                    <a:pt x="2039687" y="427112"/>
                    <a:pt x="2039224" y="426649"/>
                  </a:cubicBezTo>
                  <a:close/>
                  <a:moveTo>
                    <a:pt x="1461672" y="1836316"/>
                  </a:moveTo>
                  <a:cubicBezTo>
                    <a:pt x="1462499" y="1836150"/>
                    <a:pt x="1463259" y="1835621"/>
                    <a:pt x="1464020" y="1835224"/>
                  </a:cubicBezTo>
                  <a:cubicBezTo>
                    <a:pt x="1463623" y="1834860"/>
                    <a:pt x="1463259" y="1834463"/>
                    <a:pt x="1462796" y="1834000"/>
                  </a:cubicBezTo>
                  <a:cubicBezTo>
                    <a:pt x="1462036" y="1834397"/>
                    <a:pt x="1461275" y="1834827"/>
                    <a:pt x="1460547" y="1835224"/>
                  </a:cubicBezTo>
                  <a:cubicBezTo>
                    <a:pt x="1460911" y="1835621"/>
                    <a:pt x="1461374" y="1836382"/>
                    <a:pt x="1461672" y="1836316"/>
                  </a:cubicBezTo>
                  <a:close/>
                  <a:moveTo>
                    <a:pt x="960948" y="1835224"/>
                  </a:moveTo>
                  <a:cubicBezTo>
                    <a:pt x="961312" y="1835621"/>
                    <a:pt x="961709" y="1836018"/>
                    <a:pt x="962172" y="1836481"/>
                  </a:cubicBezTo>
                  <a:cubicBezTo>
                    <a:pt x="962899" y="1836084"/>
                    <a:pt x="963660" y="1835654"/>
                    <a:pt x="964421" y="1835224"/>
                  </a:cubicBezTo>
                  <a:cubicBezTo>
                    <a:pt x="964024" y="1834860"/>
                    <a:pt x="963561" y="1834067"/>
                    <a:pt x="963296" y="1834133"/>
                  </a:cubicBezTo>
                  <a:cubicBezTo>
                    <a:pt x="962469" y="1834331"/>
                    <a:pt x="961709" y="1834860"/>
                    <a:pt x="960948" y="1835224"/>
                  </a:cubicBezTo>
                  <a:close/>
                  <a:moveTo>
                    <a:pt x="969183" y="1808534"/>
                  </a:moveTo>
                  <a:cubicBezTo>
                    <a:pt x="969911" y="1808137"/>
                    <a:pt x="970671" y="1807707"/>
                    <a:pt x="971432" y="1807311"/>
                  </a:cubicBezTo>
                  <a:cubicBezTo>
                    <a:pt x="971035" y="1806914"/>
                    <a:pt x="970572" y="1806153"/>
                    <a:pt x="970275" y="1806219"/>
                  </a:cubicBezTo>
                  <a:cubicBezTo>
                    <a:pt x="969448" y="1806385"/>
                    <a:pt x="968720" y="1806914"/>
                    <a:pt x="967926" y="1807311"/>
                  </a:cubicBezTo>
                  <a:cubicBezTo>
                    <a:pt x="968323" y="1807707"/>
                    <a:pt x="968687" y="1808071"/>
                    <a:pt x="969183" y="1808534"/>
                  </a:cubicBezTo>
                  <a:close/>
                  <a:moveTo>
                    <a:pt x="1988060" y="431378"/>
                  </a:moveTo>
                  <a:cubicBezTo>
                    <a:pt x="1988821" y="431808"/>
                    <a:pt x="1989582" y="432205"/>
                    <a:pt x="1990309" y="432635"/>
                  </a:cubicBezTo>
                  <a:cubicBezTo>
                    <a:pt x="1990772" y="432172"/>
                    <a:pt x="1991169" y="431775"/>
                    <a:pt x="1991566" y="431378"/>
                  </a:cubicBezTo>
                  <a:cubicBezTo>
                    <a:pt x="1990772" y="430981"/>
                    <a:pt x="1990045" y="430485"/>
                    <a:pt x="1989218" y="430287"/>
                  </a:cubicBezTo>
                  <a:cubicBezTo>
                    <a:pt x="1988920" y="430220"/>
                    <a:pt x="1988457" y="430981"/>
                    <a:pt x="1988060" y="431378"/>
                  </a:cubicBezTo>
                  <a:close/>
                  <a:moveTo>
                    <a:pt x="2050965" y="502948"/>
                  </a:moveTo>
                  <a:cubicBezTo>
                    <a:pt x="2050634" y="502055"/>
                    <a:pt x="2050436" y="501063"/>
                    <a:pt x="2049940" y="500269"/>
                  </a:cubicBezTo>
                  <a:cubicBezTo>
                    <a:pt x="2049378" y="499376"/>
                    <a:pt x="2048319" y="499607"/>
                    <a:pt x="2047889" y="500930"/>
                  </a:cubicBezTo>
                  <a:cubicBezTo>
                    <a:pt x="2047757" y="501426"/>
                    <a:pt x="2048849" y="502286"/>
                    <a:pt x="2049411" y="502981"/>
                  </a:cubicBezTo>
                  <a:cubicBezTo>
                    <a:pt x="2049907" y="502981"/>
                    <a:pt x="2050403" y="502981"/>
                    <a:pt x="2050932" y="502981"/>
                  </a:cubicBezTo>
                  <a:cubicBezTo>
                    <a:pt x="2050932" y="502981"/>
                    <a:pt x="2050932" y="502948"/>
                    <a:pt x="2050965" y="502948"/>
                  </a:cubicBezTo>
                  <a:close/>
                  <a:moveTo>
                    <a:pt x="2051031" y="504502"/>
                  </a:moveTo>
                  <a:cubicBezTo>
                    <a:pt x="2051362" y="505197"/>
                    <a:pt x="2052321" y="505660"/>
                    <a:pt x="2053082" y="506090"/>
                  </a:cubicBezTo>
                  <a:cubicBezTo>
                    <a:pt x="2053214" y="506156"/>
                    <a:pt x="2053776" y="505395"/>
                    <a:pt x="2054173" y="504998"/>
                  </a:cubicBezTo>
                  <a:cubicBezTo>
                    <a:pt x="2053611" y="504337"/>
                    <a:pt x="2053214" y="503378"/>
                    <a:pt x="2052487" y="503014"/>
                  </a:cubicBezTo>
                  <a:cubicBezTo>
                    <a:pt x="2051759" y="502683"/>
                    <a:pt x="2051230" y="502683"/>
                    <a:pt x="2050965" y="502948"/>
                  </a:cubicBezTo>
                  <a:cubicBezTo>
                    <a:pt x="2050965" y="502948"/>
                    <a:pt x="2050932" y="502948"/>
                    <a:pt x="2050932" y="502981"/>
                  </a:cubicBezTo>
                  <a:cubicBezTo>
                    <a:pt x="2050668" y="503245"/>
                    <a:pt x="2050668" y="503775"/>
                    <a:pt x="2051031" y="504502"/>
                  </a:cubicBezTo>
                  <a:close/>
                  <a:moveTo>
                    <a:pt x="1004604" y="1735708"/>
                  </a:moveTo>
                  <a:cubicBezTo>
                    <a:pt x="1005001" y="1735311"/>
                    <a:pt x="1005398" y="1734947"/>
                    <a:pt x="1005861" y="1734484"/>
                  </a:cubicBezTo>
                  <a:cubicBezTo>
                    <a:pt x="1005431" y="1733756"/>
                    <a:pt x="1005034" y="1732996"/>
                    <a:pt x="1004604" y="1732235"/>
                  </a:cubicBezTo>
                  <a:cubicBezTo>
                    <a:pt x="1004207" y="1732599"/>
                    <a:pt x="1003447" y="1733095"/>
                    <a:pt x="1003513" y="1733360"/>
                  </a:cubicBezTo>
                  <a:cubicBezTo>
                    <a:pt x="1003711" y="1734186"/>
                    <a:pt x="1004207" y="1734947"/>
                    <a:pt x="1004604" y="1735708"/>
                  </a:cubicBezTo>
                  <a:close/>
                  <a:moveTo>
                    <a:pt x="1197056" y="489289"/>
                  </a:moveTo>
                  <a:cubicBezTo>
                    <a:pt x="1196361" y="489851"/>
                    <a:pt x="1195402" y="490248"/>
                    <a:pt x="1195071" y="490975"/>
                  </a:cubicBezTo>
                  <a:cubicBezTo>
                    <a:pt x="1194344" y="492431"/>
                    <a:pt x="1195071" y="493158"/>
                    <a:pt x="1196559" y="492431"/>
                  </a:cubicBezTo>
                  <a:cubicBezTo>
                    <a:pt x="1197254" y="492100"/>
                    <a:pt x="1197717" y="491141"/>
                    <a:pt x="1198114" y="490380"/>
                  </a:cubicBezTo>
                  <a:cubicBezTo>
                    <a:pt x="1198180" y="490248"/>
                    <a:pt x="1197452" y="489686"/>
                    <a:pt x="1197056" y="489289"/>
                  </a:cubicBezTo>
                  <a:close/>
                  <a:moveTo>
                    <a:pt x="1066418" y="1698435"/>
                  </a:moveTo>
                  <a:cubicBezTo>
                    <a:pt x="1066583" y="1699261"/>
                    <a:pt x="1067112" y="1700022"/>
                    <a:pt x="1067509" y="1700783"/>
                  </a:cubicBezTo>
                  <a:cubicBezTo>
                    <a:pt x="1067873" y="1700419"/>
                    <a:pt x="1068666" y="1699923"/>
                    <a:pt x="1068600" y="1699625"/>
                  </a:cubicBezTo>
                  <a:cubicBezTo>
                    <a:pt x="1068402" y="1698831"/>
                    <a:pt x="1067873" y="1698071"/>
                    <a:pt x="1067509" y="1697310"/>
                  </a:cubicBezTo>
                  <a:cubicBezTo>
                    <a:pt x="1067112" y="1697674"/>
                    <a:pt x="1066351" y="1698170"/>
                    <a:pt x="1066418" y="1698435"/>
                  </a:cubicBezTo>
                  <a:close/>
                  <a:moveTo>
                    <a:pt x="1963620" y="522196"/>
                  </a:moveTo>
                  <a:cubicBezTo>
                    <a:pt x="1962859" y="521766"/>
                    <a:pt x="1962098" y="521336"/>
                    <a:pt x="1961371" y="520939"/>
                  </a:cubicBezTo>
                  <a:cubicBezTo>
                    <a:pt x="1960908" y="521402"/>
                    <a:pt x="1960511" y="521799"/>
                    <a:pt x="1960114" y="522196"/>
                  </a:cubicBezTo>
                  <a:cubicBezTo>
                    <a:pt x="1960908" y="522560"/>
                    <a:pt x="1961635" y="523089"/>
                    <a:pt x="1962462" y="523288"/>
                  </a:cubicBezTo>
                  <a:cubicBezTo>
                    <a:pt x="1962760" y="523354"/>
                    <a:pt x="1963223" y="522560"/>
                    <a:pt x="1963620" y="522196"/>
                  </a:cubicBezTo>
                  <a:close/>
                  <a:moveTo>
                    <a:pt x="847409" y="1714773"/>
                  </a:moveTo>
                  <a:cubicBezTo>
                    <a:pt x="846979" y="1715533"/>
                    <a:pt x="846549" y="1716261"/>
                    <a:pt x="846152" y="1717022"/>
                  </a:cubicBezTo>
                  <a:cubicBezTo>
                    <a:pt x="846615" y="1717485"/>
                    <a:pt x="847012" y="1717848"/>
                    <a:pt x="847409" y="1718245"/>
                  </a:cubicBezTo>
                  <a:cubicBezTo>
                    <a:pt x="847772" y="1717485"/>
                    <a:pt x="848302" y="1716724"/>
                    <a:pt x="848500" y="1715897"/>
                  </a:cubicBezTo>
                  <a:cubicBezTo>
                    <a:pt x="848533" y="1715632"/>
                    <a:pt x="847772" y="1715136"/>
                    <a:pt x="847409" y="1714773"/>
                  </a:cubicBezTo>
                  <a:close/>
                  <a:moveTo>
                    <a:pt x="1944404" y="509959"/>
                  </a:moveTo>
                  <a:cubicBezTo>
                    <a:pt x="1944801" y="509562"/>
                    <a:pt x="1945562" y="509099"/>
                    <a:pt x="1945496" y="508802"/>
                  </a:cubicBezTo>
                  <a:cubicBezTo>
                    <a:pt x="1945297" y="507975"/>
                    <a:pt x="1944801" y="507247"/>
                    <a:pt x="1944404" y="506454"/>
                  </a:cubicBezTo>
                  <a:cubicBezTo>
                    <a:pt x="1944007" y="506850"/>
                    <a:pt x="1943610" y="507247"/>
                    <a:pt x="1943147" y="507710"/>
                  </a:cubicBezTo>
                  <a:cubicBezTo>
                    <a:pt x="1943577" y="508438"/>
                    <a:pt x="1943974" y="509199"/>
                    <a:pt x="1944404" y="509959"/>
                  </a:cubicBezTo>
                  <a:close/>
                  <a:moveTo>
                    <a:pt x="1988722" y="511117"/>
                  </a:moveTo>
                  <a:cubicBezTo>
                    <a:pt x="1988920" y="511944"/>
                    <a:pt x="1989416" y="512671"/>
                    <a:pt x="1989813" y="513432"/>
                  </a:cubicBezTo>
                  <a:cubicBezTo>
                    <a:pt x="1990210" y="513068"/>
                    <a:pt x="1990971" y="512605"/>
                    <a:pt x="1990905" y="512307"/>
                  </a:cubicBezTo>
                  <a:cubicBezTo>
                    <a:pt x="1990739" y="511481"/>
                    <a:pt x="1990210" y="510720"/>
                    <a:pt x="1989813" y="509959"/>
                  </a:cubicBezTo>
                  <a:cubicBezTo>
                    <a:pt x="1989416" y="510356"/>
                    <a:pt x="1988656" y="510819"/>
                    <a:pt x="1988722" y="511117"/>
                  </a:cubicBezTo>
                  <a:close/>
                  <a:moveTo>
                    <a:pt x="810698" y="1709514"/>
                  </a:moveTo>
                  <a:cubicBezTo>
                    <a:pt x="809937" y="1709117"/>
                    <a:pt x="809176" y="1708687"/>
                    <a:pt x="808449" y="1708290"/>
                  </a:cubicBezTo>
                  <a:cubicBezTo>
                    <a:pt x="807986" y="1708753"/>
                    <a:pt x="807622" y="1709150"/>
                    <a:pt x="807225" y="1709514"/>
                  </a:cubicBezTo>
                  <a:cubicBezTo>
                    <a:pt x="807986" y="1709911"/>
                    <a:pt x="808746" y="1710440"/>
                    <a:pt x="809573" y="1710605"/>
                  </a:cubicBezTo>
                  <a:cubicBezTo>
                    <a:pt x="809838" y="1710672"/>
                    <a:pt x="810334" y="1709911"/>
                    <a:pt x="810698" y="1709514"/>
                  </a:cubicBezTo>
                  <a:close/>
                  <a:moveTo>
                    <a:pt x="1210748" y="1763654"/>
                  </a:moveTo>
                  <a:cubicBezTo>
                    <a:pt x="1211145" y="1762894"/>
                    <a:pt x="1211575" y="1762133"/>
                    <a:pt x="1211971" y="1761405"/>
                  </a:cubicBezTo>
                  <a:cubicBezTo>
                    <a:pt x="1211508" y="1760942"/>
                    <a:pt x="1211112" y="1760545"/>
                    <a:pt x="1210748" y="1760149"/>
                  </a:cubicBezTo>
                  <a:cubicBezTo>
                    <a:pt x="1210351" y="1760942"/>
                    <a:pt x="1209822" y="1761670"/>
                    <a:pt x="1209656" y="1762497"/>
                  </a:cubicBezTo>
                  <a:cubicBezTo>
                    <a:pt x="1209590" y="1762794"/>
                    <a:pt x="1210351" y="1763257"/>
                    <a:pt x="1210748" y="1763654"/>
                  </a:cubicBezTo>
                  <a:close/>
                  <a:moveTo>
                    <a:pt x="742601" y="1760149"/>
                  </a:moveTo>
                  <a:cubicBezTo>
                    <a:pt x="742997" y="1759388"/>
                    <a:pt x="743427" y="1758627"/>
                    <a:pt x="743824" y="1757900"/>
                  </a:cubicBezTo>
                  <a:cubicBezTo>
                    <a:pt x="743361" y="1757437"/>
                    <a:pt x="742964" y="1757040"/>
                    <a:pt x="742601" y="1756676"/>
                  </a:cubicBezTo>
                  <a:cubicBezTo>
                    <a:pt x="742204" y="1757437"/>
                    <a:pt x="741675" y="1758197"/>
                    <a:pt x="741509" y="1759024"/>
                  </a:cubicBezTo>
                  <a:cubicBezTo>
                    <a:pt x="741443" y="1759289"/>
                    <a:pt x="742204" y="1759785"/>
                    <a:pt x="742601" y="1760149"/>
                  </a:cubicBezTo>
                  <a:close/>
                  <a:moveTo>
                    <a:pt x="2302485" y="462797"/>
                  </a:moveTo>
                  <a:cubicBezTo>
                    <a:pt x="2302121" y="462433"/>
                    <a:pt x="2301658" y="461640"/>
                    <a:pt x="2301360" y="461706"/>
                  </a:cubicBezTo>
                  <a:cubicBezTo>
                    <a:pt x="2300533" y="461904"/>
                    <a:pt x="2299773" y="462433"/>
                    <a:pt x="2299012" y="462797"/>
                  </a:cubicBezTo>
                  <a:cubicBezTo>
                    <a:pt x="2299376" y="463194"/>
                    <a:pt x="2299872" y="463955"/>
                    <a:pt x="2300137" y="463889"/>
                  </a:cubicBezTo>
                  <a:cubicBezTo>
                    <a:pt x="2300963" y="463723"/>
                    <a:pt x="2301724" y="463194"/>
                    <a:pt x="2302485" y="462797"/>
                  </a:cubicBezTo>
                  <a:close/>
                  <a:moveTo>
                    <a:pt x="2183720" y="483766"/>
                  </a:moveTo>
                  <a:cubicBezTo>
                    <a:pt x="2183323" y="483369"/>
                    <a:pt x="2182926" y="483005"/>
                    <a:pt x="2182463" y="482542"/>
                  </a:cubicBezTo>
                  <a:cubicBezTo>
                    <a:pt x="2181736" y="482939"/>
                    <a:pt x="2180975" y="483336"/>
                    <a:pt x="2180214" y="483766"/>
                  </a:cubicBezTo>
                  <a:cubicBezTo>
                    <a:pt x="2180611" y="484162"/>
                    <a:pt x="2181074" y="484923"/>
                    <a:pt x="2181372" y="484857"/>
                  </a:cubicBezTo>
                  <a:cubicBezTo>
                    <a:pt x="2182199" y="484658"/>
                    <a:pt x="2182926" y="484162"/>
                    <a:pt x="2183720" y="483766"/>
                  </a:cubicBezTo>
                  <a:close/>
                  <a:moveTo>
                    <a:pt x="1434916" y="1736369"/>
                  </a:moveTo>
                  <a:cubicBezTo>
                    <a:pt x="1434089" y="1736535"/>
                    <a:pt x="1433362" y="1737064"/>
                    <a:pt x="1432568" y="1737461"/>
                  </a:cubicBezTo>
                  <a:cubicBezTo>
                    <a:pt x="1432965" y="1737857"/>
                    <a:pt x="1433428" y="1738618"/>
                    <a:pt x="1433725" y="1738552"/>
                  </a:cubicBezTo>
                  <a:cubicBezTo>
                    <a:pt x="1434552" y="1738354"/>
                    <a:pt x="1435280" y="1737857"/>
                    <a:pt x="1436074" y="1737461"/>
                  </a:cubicBezTo>
                  <a:cubicBezTo>
                    <a:pt x="1435677" y="1737064"/>
                    <a:pt x="1435214" y="1736303"/>
                    <a:pt x="1434916" y="1736369"/>
                  </a:cubicBezTo>
                  <a:close/>
                  <a:moveTo>
                    <a:pt x="897547" y="1737957"/>
                  </a:moveTo>
                  <a:cubicBezTo>
                    <a:pt x="897150" y="1737229"/>
                    <a:pt x="896720" y="1736468"/>
                    <a:pt x="896290" y="1735708"/>
                  </a:cubicBezTo>
                  <a:cubicBezTo>
                    <a:pt x="895927" y="1736105"/>
                    <a:pt x="895133" y="1736568"/>
                    <a:pt x="895199" y="1736865"/>
                  </a:cubicBezTo>
                  <a:cubicBezTo>
                    <a:pt x="895397" y="1737692"/>
                    <a:pt x="895927" y="1738420"/>
                    <a:pt x="896290" y="1739213"/>
                  </a:cubicBezTo>
                  <a:cubicBezTo>
                    <a:pt x="896687" y="1738817"/>
                    <a:pt x="897084" y="1738420"/>
                    <a:pt x="897547" y="1737957"/>
                  </a:cubicBezTo>
                  <a:close/>
                  <a:moveTo>
                    <a:pt x="2037637" y="486676"/>
                  </a:moveTo>
                  <a:cubicBezTo>
                    <a:pt x="2037835" y="487470"/>
                    <a:pt x="2038331" y="488230"/>
                    <a:pt x="2038728" y="488991"/>
                  </a:cubicBezTo>
                  <a:cubicBezTo>
                    <a:pt x="2039125" y="488627"/>
                    <a:pt x="2039522" y="488230"/>
                    <a:pt x="2039985" y="487767"/>
                  </a:cubicBezTo>
                  <a:cubicBezTo>
                    <a:pt x="2039555" y="487040"/>
                    <a:pt x="2039158" y="486279"/>
                    <a:pt x="2038728" y="485518"/>
                  </a:cubicBezTo>
                  <a:cubicBezTo>
                    <a:pt x="2038331" y="485915"/>
                    <a:pt x="2037571" y="486378"/>
                    <a:pt x="2037637" y="486676"/>
                  </a:cubicBezTo>
                  <a:close/>
                  <a:moveTo>
                    <a:pt x="926651" y="1750822"/>
                  </a:moveTo>
                  <a:cubicBezTo>
                    <a:pt x="926850" y="1751649"/>
                    <a:pt x="927346" y="1752410"/>
                    <a:pt x="927743" y="1753170"/>
                  </a:cubicBezTo>
                  <a:cubicBezTo>
                    <a:pt x="928140" y="1752773"/>
                    <a:pt x="928537" y="1752410"/>
                    <a:pt x="929000" y="1751947"/>
                  </a:cubicBezTo>
                  <a:cubicBezTo>
                    <a:pt x="928570" y="1751186"/>
                    <a:pt x="928173" y="1750425"/>
                    <a:pt x="927743" y="1749698"/>
                  </a:cubicBezTo>
                  <a:cubicBezTo>
                    <a:pt x="927346" y="1750061"/>
                    <a:pt x="926585" y="1750557"/>
                    <a:pt x="926651" y="1750822"/>
                  </a:cubicBezTo>
                  <a:close/>
                  <a:moveTo>
                    <a:pt x="861365" y="1746192"/>
                  </a:moveTo>
                  <a:cubicBezTo>
                    <a:pt x="860969" y="1746589"/>
                    <a:pt x="860208" y="1747052"/>
                    <a:pt x="860274" y="1747349"/>
                  </a:cubicBezTo>
                  <a:cubicBezTo>
                    <a:pt x="860472" y="1748176"/>
                    <a:pt x="860969" y="1748904"/>
                    <a:pt x="861365" y="1749698"/>
                  </a:cubicBezTo>
                  <a:cubicBezTo>
                    <a:pt x="861762" y="1749301"/>
                    <a:pt x="862159" y="1748904"/>
                    <a:pt x="862622" y="1748441"/>
                  </a:cubicBezTo>
                  <a:cubicBezTo>
                    <a:pt x="862192" y="1747713"/>
                    <a:pt x="861795" y="1746953"/>
                    <a:pt x="861365" y="1746192"/>
                  </a:cubicBezTo>
                  <a:close/>
                  <a:moveTo>
                    <a:pt x="2198834" y="479201"/>
                  </a:moveTo>
                  <a:cubicBezTo>
                    <a:pt x="2198570" y="479135"/>
                    <a:pt x="2198074" y="479896"/>
                    <a:pt x="2197710" y="480293"/>
                  </a:cubicBezTo>
                  <a:cubicBezTo>
                    <a:pt x="2198470" y="480690"/>
                    <a:pt x="2199198" y="481120"/>
                    <a:pt x="2199959" y="481517"/>
                  </a:cubicBezTo>
                  <a:cubicBezTo>
                    <a:pt x="2200422" y="481054"/>
                    <a:pt x="2200786" y="480657"/>
                    <a:pt x="2201182" y="480293"/>
                  </a:cubicBezTo>
                  <a:cubicBezTo>
                    <a:pt x="2200422" y="479896"/>
                    <a:pt x="2199661" y="479367"/>
                    <a:pt x="2198834" y="47920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959B50B-AF55-C621-261E-5ACCF3D6DEC4}"/>
              </a:ext>
            </a:extLst>
          </p:cNvPr>
          <p:cNvGrpSpPr/>
          <p:nvPr/>
        </p:nvGrpSpPr>
        <p:grpSpPr>
          <a:xfrm rot="1381639">
            <a:off x="1937480" y="1147186"/>
            <a:ext cx="1411936" cy="1260424"/>
            <a:chOff x="6452894" y="5331089"/>
            <a:chExt cx="1200142" cy="122125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397E29-F8C6-A5EC-A586-804D16A20C2C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50DA721-6969-7529-1990-E49E24C3D1AD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C079C3-414E-8168-E4AD-751B48FDA8F7}"/>
              </a:ext>
            </a:extLst>
          </p:cNvPr>
          <p:cNvGrpSpPr/>
          <p:nvPr/>
        </p:nvGrpSpPr>
        <p:grpSpPr>
          <a:xfrm rot="10856068">
            <a:off x="1079418" y="1407442"/>
            <a:ext cx="782550" cy="796317"/>
            <a:chOff x="6452894" y="5331089"/>
            <a:chExt cx="1200142" cy="1221256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365BFB3-18F3-26AB-B86F-DF580C96649D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2B8B3AB-330B-0000-E6A2-0F044294EB2E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7AEB140-E30A-99D1-84EC-B673BDF56F39}"/>
              </a:ext>
            </a:extLst>
          </p:cNvPr>
          <p:cNvGrpSpPr/>
          <p:nvPr/>
        </p:nvGrpSpPr>
        <p:grpSpPr>
          <a:xfrm>
            <a:off x="8621835" y="5617365"/>
            <a:ext cx="2126243" cy="2156157"/>
            <a:chOff x="9761542" y="1403215"/>
            <a:chExt cx="1712486" cy="1736578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8B6CE9B-37B5-237D-D961-1BEBE9A635E6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A1F20F4-7F65-BBC9-0F0C-231AC6B94C21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F60BC12-E770-06D0-1347-C76E1A68EE84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C3782E4-B14A-4447-7D19-1A48A3B70428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BD16552-31E9-0FC4-7A97-67D55F96F365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48B829B-9695-4DC0-FEA5-3B8A89780944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3E4B881-3B52-20D6-A216-61B72EB118F9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6693605-0268-EEC7-0F00-F3A906D8DDEA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AE45EDB-90CC-5196-A484-ABD68E573DAF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0798243-CCEB-CC02-45D2-09C5D0FE05BB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5D954F8-6FAA-3002-072B-8222CB4279C6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651F857-F689-2718-F86B-3BBCF92DD4C2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149F2E9-20B9-22E0-0E1D-DD99DCC1647C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E0E4059-D4C7-F120-B6C1-3FA363E5975A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31CF780-C5D1-6043-C6E4-6203EDC98578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F174363-0044-771A-6DE8-1A40A5617ECD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BDE02F6-FDE1-3176-BECC-36A42EFB70DA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D68A236-9E11-C267-92BF-DC57161D3AF8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46D0948-F9EE-2399-966D-6965FED344D6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33DBD17-132E-9015-0564-FC57131D26CE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B6A717D-83D9-5014-BBAF-A17DB87F6FD6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A8B16D4-B252-058E-11F4-054260B54D19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8E0CAAB-7887-5CC6-95A4-6492CA074AA8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3F0236-B994-A5E9-255D-003C1C14B862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AA29029-D212-D058-6560-43E2A8AE542D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B2CAD5B-F711-A99B-4CBE-E77F0AA9CB7D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153E18B-232B-B681-9CB6-752259719023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DB5BD0E-10D2-EFB8-ABD3-2C3A79A8C18F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872CE96-5B3D-2C6E-DAC7-A7F18A710F1F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BBBB151-2437-D7C6-CCC8-D43FBAFD31C2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F496919-B5A8-0AD1-118B-0B2C3943FF28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34DDA23-A329-888F-BF7D-7276308E8B48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5694ECC-CC8A-7092-883E-D8DE1D8495EC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4CDE6E1-34C4-4121-81D8-B5B4342CC50F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B7DEE36-A3D4-5569-59AE-2F0A052BE4CC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3DB5374-3826-1E81-6DA1-E033963F798E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DA494DD-966E-9CB6-7191-E4742D733823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1F92A90-7E5D-005E-6F9B-3113C8E3D4C4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1AE0732-57C2-775D-C41B-5B07464D2B4F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830C142-BACA-B094-14E5-99501F0949F6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3FAAD22-C7E3-CEB3-ADA1-F2E07218924E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F8439BB-44C0-4835-CCDA-077DAD985CA4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C112B08-7760-24D2-774C-662B98FC6581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475D2AC-FDFE-E4DB-4BA6-773AB370D7F0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2FAA036-05C8-3A63-AC19-CD00096AAB57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EF40C8D-039E-E849-7BC6-D1DEFEF5550F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42DBB7C-8EFC-020D-FAC0-069D4C53949D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187A146-0B6F-7BC7-DD29-1A6C548B985C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1A1EFE6-3544-7ED6-5338-6F00ABEBCFF2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7A7D53B-869C-241D-6049-22C0F9D38D46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78F446E-BACF-9E1D-F62D-293F601474FF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90BE0F4-4256-8132-B702-159099D52C88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2D9F843-1CB9-6C32-68B9-8D8C4EE7CD20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9AB0813-6190-885B-0D11-E30063681628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0E275E8-82BB-9781-831E-249FD1720D71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180A98A-7DE5-E664-BF55-F7275D473C8A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C625BBD-55EE-01B0-A379-9A5F29783146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216C34-4A29-D31A-C75C-D8ECDBABCFDE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AE43316-4417-216E-9C87-EB1F2FB4D87D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B9FB819-17E4-7EAB-278C-498D3A95F248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57CD473-EB15-0D25-824A-27716454A58E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D8BA77A-810D-6CD3-AF52-2B5706BDA014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C58AEF7-952B-7AAF-78B4-339FCC7885B6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448D42B-6A44-804A-CCD0-C104CFBF5D1A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5778B7B-B24E-DAD8-E773-8486AD5CAFE6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90AD13D-23C0-D992-9398-B9AF752FCD53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62DA395-4A1F-832B-A30C-E766273F1FA5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9C90261-4406-30A1-35FA-02066FC5381F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CEBE767-D2F0-94F2-5CCC-185179598739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6295DC2-2576-CBB7-68BA-226D7B6CD215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1DD55B6-CEE7-703D-0E27-F70A24B58B7D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89F2449-C565-F810-4390-C5430224538C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2495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Rectangle: Rounded Corners 485">
            <a:extLst>
              <a:ext uri="{FF2B5EF4-FFF2-40B4-BE49-F238E27FC236}">
                <a16:creationId xmlns:a16="http://schemas.microsoft.com/office/drawing/2014/main" id="{C7C6CDC9-7D44-2F40-1C90-17A829E5E293}"/>
              </a:ext>
            </a:extLst>
          </p:cNvPr>
          <p:cNvSpPr/>
          <p:nvPr/>
        </p:nvSpPr>
        <p:spPr>
          <a:xfrm>
            <a:off x="7493001" y="5314069"/>
            <a:ext cx="749300" cy="749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5" name="Rectangle: Rounded Corners 484">
            <a:extLst>
              <a:ext uri="{FF2B5EF4-FFF2-40B4-BE49-F238E27FC236}">
                <a16:creationId xmlns:a16="http://schemas.microsoft.com/office/drawing/2014/main" id="{DBECC832-2B50-C79B-07DD-4BB72EDDC06F}"/>
              </a:ext>
            </a:extLst>
          </p:cNvPr>
          <p:cNvSpPr/>
          <p:nvPr/>
        </p:nvSpPr>
        <p:spPr>
          <a:xfrm>
            <a:off x="7493001" y="4122938"/>
            <a:ext cx="749300" cy="7493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4" name="Rectangle: Rounded Corners 483">
            <a:extLst>
              <a:ext uri="{FF2B5EF4-FFF2-40B4-BE49-F238E27FC236}">
                <a16:creationId xmlns:a16="http://schemas.microsoft.com/office/drawing/2014/main" id="{E50D3A2A-CEB8-F455-C67A-CD0BB7566C1E}"/>
              </a:ext>
            </a:extLst>
          </p:cNvPr>
          <p:cNvSpPr/>
          <p:nvPr/>
        </p:nvSpPr>
        <p:spPr>
          <a:xfrm>
            <a:off x="7493001" y="2934594"/>
            <a:ext cx="749300" cy="749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3" name="Rectangle: Rounded Corners 482">
            <a:extLst>
              <a:ext uri="{FF2B5EF4-FFF2-40B4-BE49-F238E27FC236}">
                <a16:creationId xmlns:a16="http://schemas.microsoft.com/office/drawing/2014/main" id="{3CF48EE7-7434-5A54-53B5-955649426CC2}"/>
              </a:ext>
            </a:extLst>
          </p:cNvPr>
          <p:cNvSpPr/>
          <p:nvPr/>
        </p:nvSpPr>
        <p:spPr>
          <a:xfrm>
            <a:off x="7493001" y="1746250"/>
            <a:ext cx="749300" cy="7493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47D9B-0B85-B9E2-493E-E46940FC856C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703E130-00CF-AB11-6496-8BC5AD90309F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18</a:t>
            </a:fld>
            <a:endParaRPr lang="en-US" sz="1100" dirty="0"/>
          </a:p>
        </p:txBody>
      </p:sp>
      <p:sp>
        <p:nvSpPr>
          <p:cNvPr id="20" name="Freeform 355">
            <a:extLst>
              <a:ext uri="{FF2B5EF4-FFF2-40B4-BE49-F238E27FC236}">
                <a16:creationId xmlns:a16="http://schemas.microsoft.com/office/drawing/2014/main" id="{CF9B725D-28AC-A743-5951-4D33048E416A}"/>
              </a:ext>
            </a:extLst>
          </p:cNvPr>
          <p:cNvSpPr>
            <a:spLocks/>
          </p:cNvSpPr>
          <p:nvPr/>
        </p:nvSpPr>
        <p:spPr bwMode="auto">
          <a:xfrm>
            <a:off x="5052828" y="1580255"/>
            <a:ext cx="1832343" cy="4784685"/>
          </a:xfrm>
          <a:custGeom>
            <a:avLst/>
            <a:gdLst>
              <a:gd name="T0" fmla="*/ 499 w 531"/>
              <a:gd name="T1" fmla="*/ 644 h 1391"/>
              <a:gd name="T2" fmla="*/ 472 w 531"/>
              <a:gd name="T3" fmla="*/ 469 h 1391"/>
              <a:gd name="T4" fmla="*/ 383 w 531"/>
              <a:gd name="T5" fmla="*/ 221 h 1391"/>
              <a:gd name="T6" fmla="*/ 320 w 531"/>
              <a:gd name="T7" fmla="*/ 125 h 1391"/>
              <a:gd name="T8" fmla="*/ 333 w 531"/>
              <a:gd name="T9" fmla="*/ 92 h 1391"/>
              <a:gd name="T10" fmla="*/ 325 w 531"/>
              <a:gd name="T11" fmla="*/ 74 h 1391"/>
              <a:gd name="T12" fmla="*/ 266 w 531"/>
              <a:gd name="T13" fmla="*/ 0 h 1391"/>
              <a:gd name="T14" fmla="*/ 266 w 531"/>
              <a:gd name="T15" fmla="*/ 0 h 1391"/>
              <a:gd name="T16" fmla="*/ 208 w 531"/>
              <a:gd name="T17" fmla="*/ 95 h 1391"/>
              <a:gd name="T18" fmla="*/ 199 w 531"/>
              <a:gd name="T19" fmla="*/ 117 h 1391"/>
              <a:gd name="T20" fmla="*/ 223 w 531"/>
              <a:gd name="T21" fmla="*/ 159 h 1391"/>
              <a:gd name="T22" fmla="*/ 75 w 531"/>
              <a:gd name="T23" fmla="*/ 296 h 1391"/>
              <a:gd name="T24" fmla="*/ 43 w 531"/>
              <a:gd name="T25" fmla="*/ 579 h 1391"/>
              <a:gd name="T26" fmla="*/ 16 w 531"/>
              <a:gd name="T27" fmla="*/ 685 h 1391"/>
              <a:gd name="T28" fmla="*/ 4 w 531"/>
              <a:gd name="T29" fmla="*/ 752 h 1391"/>
              <a:gd name="T30" fmla="*/ 22 w 531"/>
              <a:gd name="T31" fmla="*/ 720 h 1391"/>
              <a:gd name="T32" fmla="*/ 20 w 531"/>
              <a:gd name="T33" fmla="*/ 774 h 1391"/>
              <a:gd name="T34" fmla="*/ 25 w 531"/>
              <a:gd name="T35" fmla="*/ 758 h 1391"/>
              <a:gd name="T36" fmla="*/ 42 w 531"/>
              <a:gd name="T37" fmla="*/ 755 h 1391"/>
              <a:gd name="T38" fmla="*/ 48 w 531"/>
              <a:gd name="T39" fmla="*/ 783 h 1391"/>
              <a:gd name="T40" fmla="*/ 76 w 531"/>
              <a:gd name="T41" fmla="*/ 704 h 1391"/>
              <a:gd name="T42" fmla="*/ 93 w 531"/>
              <a:gd name="T43" fmla="*/ 694 h 1391"/>
              <a:gd name="T44" fmla="*/ 72 w 531"/>
              <a:gd name="T45" fmla="*/ 652 h 1391"/>
              <a:gd name="T46" fmla="*/ 123 w 531"/>
              <a:gd name="T47" fmla="*/ 457 h 1391"/>
              <a:gd name="T48" fmla="*/ 150 w 531"/>
              <a:gd name="T49" fmla="*/ 566 h 1391"/>
              <a:gd name="T50" fmla="*/ 151 w 531"/>
              <a:gd name="T51" fmla="*/ 926 h 1391"/>
              <a:gd name="T52" fmla="*/ 145 w 531"/>
              <a:gd name="T53" fmla="*/ 1183 h 1391"/>
              <a:gd name="T54" fmla="*/ 133 w 531"/>
              <a:gd name="T55" fmla="*/ 1304 h 1391"/>
              <a:gd name="T56" fmla="*/ 105 w 531"/>
              <a:gd name="T57" fmla="*/ 1364 h 1391"/>
              <a:gd name="T58" fmla="*/ 124 w 531"/>
              <a:gd name="T59" fmla="*/ 1380 h 1391"/>
              <a:gd name="T60" fmla="*/ 142 w 531"/>
              <a:gd name="T61" fmla="*/ 1379 h 1391"/>
              <a:gd name="T62" fmla="*/ 175 w 531"/>
              <a:gd name="T63" fmla="*/ 1359 h 1391"/>
              <a:gd name="T64" fmla="*/ 191 w 531"/>
              <a:gd name="T65" fmla="*/ 1283 h 1391"/>
              <a:gd name="T66" fmla="*/ 201 w 531"/>
              <a:gd name="T67" fmla="*/ 1172 h 1391"/>
              <a:gd name="T68" fmla="*/ 231 w 531"/>
              <a:gd name="T69" fmla="*/ 940 h 1391"/>
              <a:gd name="T70" fmla="*/ 266 w 531"/>
              <a:gd name="T71" fmla="*/ 735 h 1391"/>
              <a:gd name="T72" fmla="*/ 300 w 531"/>
              <a:gd name="T73" fmla="*/ 940 h 1391"/>
              <a:gd name="T74" fmla="*/ 331 w 531"/>
              <a:gd name="T75" fmla="*/ 1172 h 1391"/>
              <a:gd name="T76" fmla="*/ 340 w 531"/>
              <a:gd name="T77" fmla="*/ 1283 h 1391"/>
              <a:gd name="T78" fmla="*/ 356 w 531"/>
              <a:gd name="T79" fmla="*/ 1359 h 1391"/>
              <a:gd name="T80" fmla="*/ 389 w 531"/>
              <a:gd name="T81" fmla="*/ 1379 h 1391"/>
              <a:gd name="T82" fmla="*/ 408 w 531"/>
              <a:gd name="T83" fmla="*/ 1380 h 1391"/>
              <a:gd name="T84" fmla="*/ 426 w 531"/>
              <a:gd name="T85" fmla="*/ 1364 h 1391"/>
              <a:gd name="T86" fmla="*/ 399 w 531"/>
              <a:gd name="T87" fmla="*/ 1304 h 1391"/>
              <a:gd name="T88" fmla="*/ 386 w 531"/>
              <a:gd name="T89" fmla="*/ 1183 h 1391"/>
              <a:gd name="T90" fmla="*/ 381 w 531"/>
              <a:gd name="T91" fmla="*/ 926 h 1391"/>
              <a:gd name="T92" fmla="*/ 381 w 531"/>
              <a:gd name="T93" fmla="*/ 566 h 1391"/>
              <a:gd name="T94" fmla="*/ 408 w 531"/>
              <a:gd name="T95" fmla="*/ 457 h 1391"/>
              <a:gd name="T96" fmla="*/ 459 w 531"/>
              <a:gd name="T97" fmla="*/ 648 h 1391"/>
              <a:gd name="T98" fmla="*/ 438 w 531"/>
              <a:gd name="T99" fmla="*/ 694 h 1391"/>
              <a:gd name="T100" fmla="*/ 455 w 531"/>
              <a:gd name="T101" fmla="*/ 704 h 1391"/>
              <a:gd name="T102" fmla="*/ 484 w 531"/>
              <a:gd name="T103" fmla="*/ 783 h 1391"/>
              <a:gd name="T104" fmla="*/ 489 w 531"/>
              <a:gd name="T105" fmla="*/ 755 h 1391"/>
              <a:gd name="T106" fmla="*/ 506 w 531"/>
              <a:gd name="T107" fmla="*/ 758 h 1391"/>
              <a:gd name="T108" fmla="*/ 511 w 531"/>
              <a:gd name="T109" fmla="*/ 774 h 1391"/>
              <a:gd name="T110" fmla="*/ 510 w 531"/>
              <a:gd name="T111" fmla="*/ 720 h 1391"/>
              <a:gd name="T112" fmla="*/ 527 w 531"/>
              <a:gd name="T113" fmla="*/ 752 h 1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31" h="1391">
                <a:moveTo>
                  <a:pt x="526" y="721"/>
                </a:moveTo>
                <a:cubicBezTo>
                  <a:pt x="522" y="708"/>
                  <a:pt x="519" y="696"/>
                  <a:pt x="515" y="685"/>
                </a:cubicBezTo>
                <a:cubicBezTo>
                  <a:pt x="511" y="674"/>
                  <a:pt x="501" y="651"/>
                  <a:pt x="499" y="644"/>
                </a:cubicBezTo>
                <a:cubicBezTo>
                  <a:pt x="497" y="638"/>
                  <a:pt x="493" y="624"/>
                  <a:pt x="493" y="622"/>
                </a:cubicBezTo>
                <a:cubicBezTo>
                  <a:pt x="490" y="614"/>
                  <a:pt x="488" y="601"/>
                  <a:pt x="488" y="579"/>
                </a:cubicBezTo>
                <a:cubicBezTo>
                  <a:pt x="488" y="526"/>
                  <a:pt x="478" y="481"/>
                  <a:pt x="472" y="469"/>
                </a:cubicBezTo>
                <a:cubicBezTo>
                  <a:pt x="466" y="457"/>
                  <a:pt x="463" y="447"/>
                  <a:pt x="456" y="398"/>
                </a:cubicBezTo>
                <a:cubicBezTo>
                  <a:pt x="449" y="348"/>
                  <a:pt x="462" y="356"/>
                  <a:pt x="456" y="296"/>
                </a:cubicBezTo>
                <a:cubicBezTo>
                  <a:pt x="450" y="236"/>
                  <a:pt x="404" y="226"/>
                  <a:pt x="383" y="221"/>
                </a:cubicBezTo>
                <a:cubicBezTo>
                  <a:pt x="362" y="216"/>
                  <a:pt x="320" y="199"/>
                  <a:pt x="312" y="193"/>
                </a:cubicBezTo>
                <a:cubicBezTo>
                  <a:pt x="308" y="190"/>
                  <a:pt x="308" y="174"/>
                  <a:pt x="308" y="159"/>
                </a:cubicBezTo>
                <a:cubicBezTo>
                  <a:pt x="314" y="149"/>
                  <a:pt x="317" y="137"/>
                  <a:pt x="320" y="125"/>
                </a:cubicBezTo>
                <a:cubicBezTo>
                  <a:pt x="321" y="127"/>
                  <a:pt x="323" y="129"/>
                  <a:pt x="325" y="129"/>
                </a:cubicBezTo>
                <a:cubicBezTo>
                  <a:pt x="327" y="129"/>
                  <a:pt x="331" y="121"/>
                  <a:pt x="332" y="117"/>
                </a:cubicBezTo>
                <a:cubicBezTo>
                  <a:pt x="333" y="113"/>
                  <a:pt x="335" y="98"/>
                  <a:pt x="333" y="92"/>
                </a:cubicBezTo>
                <a:cubicBezTo>
                  <a:pt x="331" y="87"/>
                  <a:pt x="327" y="91"/>
                  <a:pt x="326" y="93"/>
                </a:cubicBezTo>
                <a:cubicBezTo>
                  <a:pt x="325" y="94"/>
                  <a:pt x="324" y="95"/>
                  <a:pt x="323" y="95"/>
                </a:cubicBezTo>
                <a:cubicBezTo>
                  <a:pt x="324" y="88"/>
                  <a:pt x="324" y="81"/>
                  <a:pt x="325" y="74"/>
                </a:cubicBezTo>
                <a:cubicBezTo>
                  <a:pt x="327" y="59"/>
                  <a:pt x="326" y="46"/>
                  <a:pt x="321" y="32"/>
                </a:cubicBezTo>
                <a:cubicBezTo>
                  <a:pt x="311" y="3"/>
                  <a:pt x="271" y="1"/>
                  <a:pt x="266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60" y="1"/>
                  <a:pt x="220" y="3"/>
                  <a:pt x="210" y="32"/>
                </a:cubicBezTo>
                <a:cubicBezTo>
                  <a:pt x="205" y="46"/>
                  <a:pt x="204" y="59"/>
                  <a:pt x="206" y="74"/>
                </a:cubicBezTo>
                <a:cubicBezTo>
                  <a:pt x="207" y="81"/>
                  <a:pt x="208" y="88"/>
                  <a:pt x="208" y="95"/>
                </a:cubicBezTo>
                <a:cubicBezTo>
                  <a:pt x="207" y="95"/>
                  <a:pt x="206" y="94"/>
                  <a:pt x="205" y="93"/>
                </a:cubicBezTo>
                <a:cubicBezTo>
                  <a:pt x="204" y="91"/>
                  <a:pt x="200" y="87"/>
                  <a:pt x="198" y="92"/>
                </a:cubicBezTo>
                <a:cubicBezTo>
                  <a:pt x="196" y="98"/>
                  <a:pt x="198" y="113"/>
                  <a:pt x="199" y="117"/>
                </a:cubicBezTo>
                <a:cubicBezTo>
                  <a:pt x="200" y="121"/>
                  <a:pt x="204" y="129"/>
                  <a:pt x="207" y="129"/>
                </a:cubicBezTo>
                <a:cubicBezTo>
                  <a:pt x="209" y="129"/>
                  <a:pt x="211" y="127"/>
                  <a:pt x="212" y="125"/>
                </a:cubicBezTo>
                <a:cubicBezTo>
                  <a:pt x="214" y="137"/>
                  <a:pt x="217" y="149"/>
                  <a:pt x="223" y="159"/>
                </a:cubicBezTo>
                <a:cubicBezTo>
                  <a:pt x="224" y="174"/>
                  <a:pt x="223" y="190"/>
                  <a:pt x="219" y="193"/>
                </a:cubicBezTo>
                <a:cubicBezTo>
                  <a:pt x="211" y="199"/>
                  <a:pt x="169" y="216"/>
                  <a:pt x="148" y="221"/>
                </a:cubicBezTo>
                <a:cubicBezTo>
                  <a:pt x="128" y="226"/>
                  <a:pt x="82" y="236"/>
                  <a:pt x="75" y="296"/>
                </a:cubicBezTo>
                <a:cubicBezTo>
                  <a:pt x="69" y="356"/>
                  <a:pt x="82" y="348"/>
                  <a:pt x="75" y="398"/>
                </a:cubicBezTo>
                <a:cubicBezTo>
                  <a:pt x="69" y="447"/>
                  <a:pt x="65" y="457"/>
                  <a:pt x="59" y="469"/>
                </a:cubicBezTo>
                <a:cubicBezTo>
                  <a:pt x="54" y="481"/>
                  <a:pt x="43" y="526"/>
                  <a:pt x="43" y="579"/>
                </a:cubicBezTo>
                <a:cubicBezTo>
                  <a:pt x="43" y="601"/>
                  <a:pt x="41" y="614"/>
                  <a:pt x="39" y="622"/>
                </a:cubicBezTo>
                <a:cubicBezTo>
                  <a:pt x="38" y="624"/>
                  <a:pt x="35" y="638"/>
                  <a:pt x="33" y="644"/>
                </a:cubicBezTo>
                <a:cubicBezTo>
                  <a:pt x="31" y="651"/>
                  <a:pt x="21" y="674"/>
                  <a:pt x="16" y="685"/>
                </a:cubicBezTo>
                <a:cubicBezTo>
                  <a:pt x="12" y="696"/>
                  <a:pt x="10" y="708"/>
                  <a:pt x="6" y="721"/>
                </a:cubicBezTo>
                <a:cubicBezTo>
                  <a:pt x="3" y="729"/>
                  <a:pt x="0" y="740"/>
                  <a:pt x="0" y="745"/>
                </a:cubicBezTo>
                <a:cubicBezTo>
                  <a:pt x="0" y="749"/>
                  <a:pt x="2" y="751"/>
                  <a:pt x="4" y="752"/>
                </a:cubicBezTo>
                <a:cubicBezTo>
                  <a:pt x="8" y="754"/>
                  <a:pt x="11" y="748"/>
                  <a:pt x="14" y="740"/>
                </a:cubicBezTo>
                <a:cubicBezTo>
                  <a:pt x="16" y="734"/>
                  <a:pt x="20" y="720"/>
                  <a:pt x="22" y="715"/>
                </a:cubicBezTo>
                <a:cubicBezTo>
                  <a:pt x="23" y="713"/>
                  <a:pt x="23" y="717"/>
                  <a:pt x="22" y="720"/>
                </a:cubicBezTo>
                <a:cubicBezTo>
                  <a:pt x="20" y="728"/>
                  <a:pt x="14" y="744"/>
                  <a:pt x="12" y="754"/>
                </a:cubicBezTo>
                <a:cubicBezTo>
                  <a:pt x="9" y="763"/>
                  <a:pt x="8" y="772"/>
                  <a:pt x="11" y="775"/>
                </a:cubicBezTo>
                <a:cubicBezTo>
                  <a:pt x="14" y="778"/>
                  <a:pt x="18" y="778"/>
                  <a:pt x="20" y="774"/>
                </a:cubicBezTo>
                <a:cubicBezTo>
                  <a:pt x="22" y="769"/>
                  <a:pt x="23" y="760"/>
                  <a:pt x="25" y="754"/>
                </a:cubicBezTo>
                <a:cubicBezTo>
                  <a:pt x="29" y="742"/>
                  <a:pt x="37" y="719"/>
                  <a:pt x="37" y="719"/>
                </a:cubicBezTo>
                <a:cubicBezTo>
                  <a:pt x="37" y="719"/>
                  <a:pt x="29" y="748"/>
                  <a:pt x="25" y="758"/>
                </a:cubicBezTo>
                <a:cubicBezTo>
                  <a:pt x="25" y="759"/>
                  <a:pt x="23" y="770"/>
                  <a:pt x="22" y="777"/>
                </a:cubicBezTo>
                <a:cubicBezTo>
                  <a:pt x="21" y="784"/>
                  <a:pt x="23" y="790"/>
                  <a:pt x="28" y="789"/>
                </a:cubicBezTo>
                <a:cubicBezTo>
                  <a:pt x="38" y="787"/>
                  <a:pt x="38" y="768"/>
                  <a:pt x="42" y="755"/>
                </a:cubicBezTo>
                <a:cubicBezTo>
                  <a:pt x="45" y="742"/>
                  <a:pt x="52" y="721"/>
                  <a:pt x="52" y="721"/>
                </a:cubicBezTo>
                <a:cubicBezTo>
                  <a:pt x="52" y="721"/>
                  <a:pt x="47" y="747"/>
                  <a:pt x="43" y="762"/>
                </a:cubicBezTo>
                <a:cubicBezTo>
                  <a:pt x="40" y="776"/>
                  <a:pt x="41" y="785"/>
                  <a:pt x="48" y="783"/>
                </a:cubicBezTo>
                <a:cubicBezTo>
                  <a:pt x="54" y="780"/>
                  <a:pt x="57" y="770"/>
                  <a:pt x="58" y="764"/>
                </a:cubicBezTo>
                <a:cubicBezTo>
                  <a:pt x="59" y="759"/>
                  <a:pt x="62" y="748"/>
                  <a:pt x="64" y="739"/>
                </a:cubicBezTo>
                <a:cubicBezTo>
                  <a:pt x="66" y="730"/>
                  <a:pt x="72" y="703"/>
                  <a:pt x="76" y="704"/>
                </a:cubicBezTo>
                <a:cubicBezTo>
                  <a:pt x="79" y="705"/>
                  <a:pt x="79" y="725"/>
                  <a:pt x="89" y="734"/>
                </a:cubicBezTo>
                <a:cubicBezTo>
                  <a:pt x="100" y="744"/>
                  <a:pt x="107" y="736"/>
                  <a:pt x="104" y="729"/>
                </a:cubicBezTo>
                <a:cubicBezTo>
                  <a:pt x="101" y="722"/>
                  <a:pt x="96" y="714"/>
                  <a:pt x="93" y="694"/>
                </a:cubicBezTo>
                <a:cubicBezTo>
                  <a:pt x="91" y="682"/>
                  <a:pt x="85" y="671"/>
                  <a:pt x="77" y="661"/>
                </a:cubicBezTo>
                <a:cubicBezTo>
                  <a:pt x="75" y="660"/>
                  <a:pt x="74" y="658"/>
                  <a:pt x="73" y="656"/>
                </a:cubicBezTo>
                <a:cubicBezTo>
                  <a:pt x="72" y="655"/>
                  <a:pt x="72" y="654"/>
                  <a:pt x="72" y="652"/>
                </a:cubicBezTo>
                <a:cubicBezTo>
                  <a:pt x="74" y="645"/>
                  <a:pt x="76" y="638"/>
                  <a:pt x="76" y="638"/>
                </a:cubicBezTo>
                <a:cubicBezTo>
                  <a:pt x="83" y="616"/>
                  <a:pt x="101" y="563"/>
                  <a:pt x="112" y="531"/>
                </a:cubicBezTo>
                <a:cubicBezTo>
                  <a:pt x="126" y="489"/>
                  <a:pt x="121" y="475"/>
                  <a:pt x="123" y="457"/>
                </a:cubicBezTo>
                <a:cubicBezTo>
                  <a:pt x="125" y="445"/>
                  <a:pt x="137" y="416"/>
                  <a:pt x="146" y="384"/>
                </a:cubicBezTo>
                <a:cubicBezTo>
                  <a:pt x="159" y="413"/>
                  <a:pt x="173" y="454"/>
                  <a:pt x="165" y="495"/>
                </a:cubicBezTo>
                <a:cubicBezTo>
                  <a:pt x="150" y="566"/>
                  <a:pt x="155" y="545"/>
                  <a:pt x="150" y="566"/>
                </a:cubicBezTo>
                <a:cubicBezTo>
                  <a:pt x="145" y="589"/>
                  <a:pt x="140" y="612"/>
                  <a:pt x="138" y="635"/>
                </a:cubicBezTo>
                <a:cubicBezTo>
                  <a:pt x="133" y="688"/>
                  <a:pt x="129" y="741"/>
                  <a:pt x="137" y="793"/>
                </a:cubicBezTo>
                <a:cubicBezTo>
                  <a:pt x="140" y="812"/>
                  <a:pt x="151" y="922"/>
                  <a:pt x="151" y="926"/>
                </a:cubicBezTo>
                <a:cubicBezTo>
                  <a:pt x="148" y="940"/>
                  <a:pt x="140" y="970"/>
                  <a:pt x="136" y="987"/>
                </a:cubicBezTo>
                <a:cubicBezTo>
                  <a:pt x="133" y="1004"/>
                  <a:pt x="135" y="1029"/>
                  <a:pt x="136" y="1075"/>
                </a:cubicBezTo>
                <a:cubicBezTo>
                  <a:pt x="137" y="1122"/>
                  <a:pt x="143" y="1157"/>
                  <a:pt x="145" y="1183"/>
                </a:cubicBezTo>
                <a:cubicBezTo>
                  <a:pt x="147" y="1204"/>
                  <a:pt x="144" y="1260"/>
                  <a:pt x="143" y="1276"/>
                </a:cubicBezTo>
                <a:cubicBezTo>
                  <a:pt x="143" y="1278"/>
                  <a:pt x="142" y="1281"/>
                  <a:pt x="141" y="1283"/>
                </a:cubicBezTo>
                <a:cubicBezTo>
                  <a:pt x="139" y="1289"/>
                  <a:pt x="136" y="1297"/>
                  <a:pt x="133" y="1304"/>
                </a:cubicBezTo>
                <a:cubicBezTo>
                  <a:pt x="126" y="1316"/>
                  <a:pt x="112" y="1339"/>
                  <a:pt x="107" y="1344"/>
                </a:cubicBezTo>
                <a:cubicBezTo>
                  <a:pt x="102" y="1349"/>
                  <a:pt x="94" y="1360"/>
                  <a:pt x="102" y="1364"/>
                </a:cubicBezTo>
                <a:cubicBezTo>
                  <a:pt x="104" y="1365"/>
                  <a:pt x="105" y="1364"/>
                  <a:pt x="105" y="1364"/>
                </a:cubicBezTo>
                <a:cubicBezTo>
                  <a:pt x="105" y="1368"/>
                  <a:pt x="106" y="1372"/>
                  <a:pt x="109" y="1373"/>
                </a:cubicBezTo>
                <a:cubicBezTo>
                  <a:pt x="110" y="1374"/>
                  <a:pt x="113" y="1373"/>
                  <a:pt x="113" y="1373"/>
                </a:cubicBezTo>
                <a:cubicBezTo>
                  <a:pt x="113" y="1376"/>
                  <a:pt x="116" y="1382"/>
                  <a:pt x="124" y="1380"/>
                </a:cubicBezTo>
                <a:cubicBezTo>
                  <a:pt x="124" y="1380"/>
                  <a:pt x="126" y="1386"/>
                  <a:pt x="131" y="1387"/>
                </a:cubicBezTo>
                <a:cubicBezTo>
                  <a:pt x="133" y="1387"/>
                  <a:pt x="135" y="1387"/>
                  <a:pt x="137" y="1386"/>
                </a:cubicBezTo>
                <a:cubicBezTo>
                  <a:pt x="138" y="1385"/>
                  <a:pt x="140" y="1384"/>
                  <a:pt x="142" y="1379"/>
                </a:cubicBezTo>
                <a:cubicBezTo>
                  <a:pt x="142" y="1379"/>
                  <a:pt x="141" y="1385"/>
                  <a:pt x="148" y="1388"/>
                </a:cubicBezTo>
                <a:cubicBezTo>
                  <a:pt x="155" y="1391"/>
                  <a:pt x="163" y="1387"/>
                  <a:pt x="168" y="1378"/>
                </a:cubicBezTo>
                <a:cubicBezTo>
                  <a:pt x="172" y="1369"/>
                  <a:pt x="172" y="1367"/>
                  <a:pt x="175" y="1359"/>
                </a:cubicBezTo>
                <a:cubicBezTo>
                  <a:pt x="179" y="1351"/>
                  <a:pt x="177" y="1330"/>
                  <a:pt x="180" y="1322"/>
                </a:cubicBezTo>
                <a:cubicBezTo>
                  <a:pt x="183" y="1313"/>
                  <a:pt x="190" y="1310"/>
                  <a:pt x="191" y="1303"/>
                </a:cubicBezTo>
                <a:cubicBezTo>
                  <a:pt x="192" y="1299"/>
                  <a:pt x="192" y="1291"/>
                  <a:pt x="191" y="1283"/>
                </a:cubicBezTo>
                <a:cubicBezTo>
                  <a:pt x="191" y="1283"/>
                  <a:pt x="191" y="1251"/>
                  <a:pt x="191" y="1251"/>
                </a:cubicBezTo>
                <a:cubicBezTo>
                  <a:pt x="192" y="1237"/>
                  <a:pt x="192" y="1237"/>
                  <a:pt x="192" y="1237"/>
                </a:cubicBezTo>
                <a:cubicBezTo>
                  <a:pt x="194" y="1215"/>
                  <a:pt x="196" y="1193"/>
                  <a:pt x="201" y="1172"/>
                </a:cubicBezTo>
                <a:cubicBezTo>
                  <a:pt x="207" y="1135"/>
                  <a:pt x="217" y="1075"/>
                  <a:pt x="220" y="1039"/>
                </a:cubicBezTo>
                <a:cubicBezTo>
                  <a:pt x="224" y="990"/>
                  <a:pt x="228" y="949"/>
                  <a:pt x="231" y="941"/>
                </a:cubicBezTo>
                <a:cubicBezTo>
                  <a:pt x="231" y="941"/>
                  <a:pt x="231" y="941"/>
                  <a:pt x="231" y="940"/>
                </a:cubicBezTo>
                <a:cubicBezTo>
                  <a:pt x="241" y="910"/>
                  <a:pt x="248" y="879"/>
                  <a:pt x="252" y="848"/>
                </a:cubicBezTo>
                <a:cubicBezTo>
                  <a:pt x="253" y="838"/>
                  <a:pt x="254" y="827"/>
                  <a:pt x="255" y="816"/>
                </a:cubicBezTo>
                <a:cubicBezTo>
                  <a:pt x="258" y="764"/>
                  <a:pt x="256" y="736"/>
                  <a:pt x="266" y="735"/>
                </a:cubicBezTo>
                <a:cubicBezTo>
                  <a:pt x="275" y="736"/>
                  <a:pt x="273" y="764"/>
                  <a:pt x="277" y="816"/>
                </a:cubicBezTo>
                <a:cubicBezTo>
                  <a:pt x="278" y="827"/>
                  <a:pt x="279" y="838"/>
                  <a:pt x="280" y="848"/>
                </a:cubicBezTo>
                <a:cubicBezTo>
                  <a:pt x="283" y="879"/>
                  <a:pt x="290" y="910"/>
                  <a:pt x="300" y="940"/>
                </a:cubicBezTo>
                <a:cubicBezTo>
                  <a:pt x="300" y="941"/>
                  <a:pt x="300" y="941"/>
                  <a:pt x="300" y="941"/>
                </a:cubicBezTo>
                <a:cubicBezTo>
                  <a:pt x="303" y="949"/>
                  <a:pt x="307" y="990"/>
                  <a:pt x="311" y="1039"/>
                </a:cubicBezTo>
                <a:cubicBezTo>
                  <a:pt x="314" y="1075"/>
                  <a:pt x="324" y="1135"/>
                  <a:pt x="331" y="1172"/>
                </a:cubicBezTo>
                <a:cubicBezTo>
                  <a:pt x="335" y="1193"/>
                  <a:pt x="338" y="1215"/>
                  <a:pt x="339" y="1237"/>
                </a:cubicBezTo>
                <a:cubicBezTo>
                  <a:pt x="340" y="1251"/>
                  <a:pt x="340" y="1251"/>
                  <a:pt x="340" y="1251"/>
                </a:cubicBezTo>
                <a:cubicBezTo>
                  <a:pt x="340" y="1251"/>
                  <a:pt x="340" y="1283"/>
                  <a:pt x="340" y="1283"/>
                </a:cubicBezTo>
                <a:cubicBezTo>
                  <a:pt x="339" y="1291"/>
                  <a:pt x="340" y="1299"/>
                  <a:pt x="340" y="1303"/>
                </a:cubicBezTo>
                <a:cubicBezTo>
                  <a:pt x="341" y="1310"/>
                  <a:pt x="349" y="1313"/>
                  <a:pt x="351" y="1322"/>
                </a:cubicBezTo>
                <a:cubicBezTo>
                  <a:pt x="354" y="1330"/>
                  <a:pt x="352" y="1351"/>
                  <a:pt x="356" y="1359"/>
                </a:cubicBezTo>
                <a:cubicBezTo>
                  <a:pt x="360" y="1367"/>
                  <a:pt x="359" y="1369"/>
                  <a:pt x="363" y="1378"/>
                </a:cubicBezTo>
                <a:cubicBezTo>
                  <a:pt x="368" y="1387"/>
                  <a:pt x="376" y="1391"/>
                  <a:pt x="384" y="1388"/>
                </a:cubicBezTo>
                <a:cubicBezTo>
                  <a:pt x="391" y="1385"/>
                  <a:pt x="389" y="1379"/>
                  <a:pt x="389" y="1379"/>
                </a:cubicBezTo>
                <a:cubicBezTo>
                  <a:pt x="391" y="1384"/>
                  <a:pt x="393" y="1385"/>
                  <a:pt x="395" y="1386"/>
                </a:cubicBezTo>
                <a:cubicBezTo>
                  <a:pt x="396" y="1387"/>
                  <a:pt x="398" y="1387"/>
                  <a:pt x="400" y="1387"/>
                </a:cubicBezTo>
                <a:cubicBezTo>
                  <a:pt x="406" y="1386"/>
                  <a:pt x="408" y="1380"/>
                  <a:pt x="408" y="1380"/>
                </a:cubicBezTo>
                <a:cubicBezTo>
                  <a:pt x="415" y="1382"/>
                  <a:pt x="418" y="1376"/>
                  <a:pt x="418" y="1373"/>
                </a:cubicBezTo>
                <a:cubicBezTo>
                  <a:pt x="418" y="1373"/>
                  <a:pt x="421" y="1374"/>
                  <a:pt x="423" y="1373"/>
                </a:cubicBezTo>
                <a:cubicBezTo>
                  <a:pt x="425" y="1372"/>
                  <a:pt x="427" y="1368"/>
                  <a:pt x="426" y="1364"/>
                </a:cubicBezTo>
                <a:cubicBezTo>
                  <a:pt x="426" y="1364"/>
                  <a:pt x="427" y="1365"/>
                  <a:pt x="430" y="1364"/>
                </a:cubicBezTo>
                <a:cubicBezTo>
                  <a:pt x="437" y="1360"/>
                  <a:pt x="429" y="1349"/>
                  <a:pt x="424" y="1344"/>
                </a:cubicBezTo>
                <a:cubicBezTo>
                  <a:pt x="419" y="1339"/>
                  <a:pt x="405" y="1316"/>
                  <a:pt x="399" y="1304"/>
                </a:cubicBezTo>
                <a:cubicBezTo>
                  <a:pt x="395" y="1297"/>
                  <a:pt x="392" y="1289"/>
                  <a:pt x="390" y="1283"/>
                </a:cubicBezTo>
                <a:cubicBezTo>
                  <a:pt x="389" y="1281"/>
                  <a:pt x="389" y="1278"/>
                  <a:pt x="389" y="1276"/>
                </a:cubicBezTo>
                <a:cubicBezTo>
                  <a:pt x="388" y="1260"/>
                  <a:pt x="384" y="1204"/>
                  <a:pt x="386" y="1183"/>
                </a:cubicBezTo>
                <a:cubicBezTo>
                  <a:pt x="388" y="1157"/>
                  <a:pt x="394" y="1122"/>
                  <a:pt x="395" y="1075"/>
                </a:cubicBezTo>
                <a:cubicBezTo>
                  <a:pt x="397" y="1029"/>
                  <a:pt x="398" y="1004"/>
                  <a:pt x="395" y="987"/>
                </a:cubicBezTo>
                <a:cubicBezTo>
                  <a:pt x="392" y="970"/>
                  <a:pt x="383" y="940"/>
                  <a:pt x="381" y="926"/>
                </a:cubicBezTo>
                <a:cubicBezTo>
                  <a:pt x="380" y="922"/>
                  <a:pt x="391" y="812"/>
                  <a:pt x="394" y="793"/>
                </a:cubicBezTo>
                <a:cubicBezTo>
                  <a:pt x="402" y="741"/>
                  <a:pt x="398" y="688"/>
                  <a:pt x="393" y="635"/>
                </a:cubicBezTo>
                <a:cubicBezTo>
                  <a:pt x="391" y="612"/>
                  <a:pt x="386" y="589"/>
                  <a:pt x="381" y="566"/>
                </a:cubicBezTo>
                <a:cubicBezTo>
                  <a:pt x="376" y="545"/>
                  <a:pt x="381" y="566"/>
                  <a:pt x="367" y="495"/>
                </a:cubicBezTo>
                <a:cubicBezTo>
                  <a:pt x="358" y="454"/>
                  <a:pt x="372" y="413"/>
                  <a:pt x="385" y="384"/>
                </a:cubicBezTo>
                <a:cubicBezTo>
                  <a:pt x="394" y="416"/>
                  <a:pt x="407" y="445"/>
                  <a:pt x="408" y="457"/>
                </a:cubicBezTo>
                <a:cubicBezTo>
                  <a:pt x="410" y="475"/>
                  <a:pt x="405" y="489"/>
                  <a:pt x="419" y="531"/>
                </a:cubicBezTo>
                <a:cubicBezTo>
                  <a:pt x="431" y="563"/>
                  <a:pt x="448" y="616"/>
                  <a:pt x="455" y="638"/>
                </a:cubicBezTo>
                <a:cubicBezTo>
                  <a:pt x="459" y="648"/>
                  <a:pt x="459" y="648"/>
                  <a:pt x="459" y="648"/>
                </a:cubicBezTo>
                <a:cubicBezTo>
                  <a:pt x="459" y="650"/>
                  <a:pt x="460" y="653"/>
                  <a:pt x="458" y="656"/>
                </a:cubicBezTo>
                <a:cubicBezTo>
                  <a:pt x="458" y="658"/>
                  <a:pt x="456" y="660"/>
                  <a:pt x="455" y="661"/>
                </a:cubicBezTo>
                <a:cubicBezTo>
                  <a:pt x="447" y="671"/>
                  <a:pt x="441" y="682"/>
                  <a:pt x="438" y="694"/>
                </a:cubicBezTo>
                <a:cubicBezTo>
                  <a:pt x="435" y="714"/>
                  <a:pt x="431" y="722"/>
                  <a:pt x="427" y="729"/>
                </a:cubicBezTo>
                <a:cubicBezTo>
                  <a:pt x="424" y="736"/>
                  <a:pt x="431" y="744"/>
                  <a:pt x="442" y="734"/>
                </a:cubicBezTo>
                <a:cubicBezTo>
                  <a:pt x="453" y="725"/>
                  <a:pt x="452" y="705"/>
                  <a:pt x="455" y="704"/>
                </a:cubicBezTo>
                <a:cubicBezTo>
                  <a:pt x="459" y="703"/>
                  <a:pt x="466" y="730"/>
                  <a:pt x="467" y="739"/>
                </a:cubicBezTo>
                <a:cubicBezTo>
                  <a:pt x="469" y="748"/>
                  <a:pt x="472" y="759"/>
                  <a:pt x="473" y="764"/>
                </a:cubicBezTo>
                <a:cubicBezTo>
                  <a:pt x="474" y="770"/>
                  <a:pt x="477" y="780"/>
                  <a:pt x="484" y="783"/>
                </a:cubicBezTo>
                <a:cubicBezTo>
                  <a:pt x="490" y="785"/>
                  <a:pt x="492" y="776"/>
                  <a:pt x="488" y="762"/>
                </a:cubicBezTo>
                <a:cubicBezTo>
                  <a:pt x="485" y="747"/>
                  <a:pt x="479" y="721"/>
                  <a:pt x="479" y="721"/>
                </a:cubicBezTo>
                <a:cubicBezTo>
                  <a:pt x="479" y="721"/>
                  <a:pt x="486" y="742"/>
                  <a:pt x="489" y="755"/>
                </a:cubicBezTo>
                <a:cubicBezTo>
                  <a:pt x="493" y="768"/>
                  <a:pt x="494" y="787"/>
                  <a:pt x="503" y="789"/>
                </a:cubicBezTo>
                <a:cubicBezTo>
                  <a:pt x="508" y="790"/>
                  <a:pt x="510" y="784"/>
                  <a:pt x="509" y="777"/>
                </a:cubicBezTo>
                <a:cubicBezTo>
                  <a:pt x="509" y="770"/>
                  <a:pt x="506" y="759"/>
                  <a:pt x="506" y="758"/>
                </a:cubicBezTo>
                <a:cubicBezTo>
                  <a:pt x="503" y="748"/>
                  <a:pt x="495" y="719"/>
                  <a:pt x="495" y="719"/>
                </a:cubicBezTo>
                <a:cubicBezTo>
                  <a:pt x="495" y="719"/>
                  <a:pt x="503" y="742"/>
                  <a:pt x="506" y="754"/>
                </a:cubicBezTo>
                <a:cubicBezTo>
                  <a:pt x="508" y="760"/>
                  <a:pt x="509" y="769"/>
                  <a:pt x="511" y="774"/>
                </a:cubicBezTo>
                <a:cubicBezTo>
                  <a:pt x="513" y="778"/>
                  <a:pt x="518" y="778"/>
                  <a:pt x="521" y="775"/>
                </a:cubicBezTo>
                <a:cubicBezTo>
                  <a:pt x="524" y="772"/>
                  <a:pt x="522" y="763"/>
                  <a:pt x="520" y="754"/>
                </a:cubicBezTo>
                <a:cubicBezTo>
                  <a:pt x="517" y="744"/>
                  <a:pt x="512" y="728"/>
                  <a:pt x="510" y="720"/>
                </a:cubicBezTo>
                <a:cubicBezTo>
                  <a:pt x="509" y="717"/>
                  <a:pt x="508" y="713"/>
                  <a:pt x="509" y="715"/>
                </a:cubicBezTo>
                <a:cubicBezTo>
                  <a:pt x="512" y="720"/>
                  <a:pt x="515" y="734"/>
                  <a:pt x="517" y="740"/>
                </a:cubicBezTo>
                <a:cubicBezTo>
                  <a:pt x="520" y="748"/>
                  <a:pt x="523" y="754"/>
                  <a:pt x="527" y="752"/>
                </a:cubicBezTo>
                <a:cubicBezTo>
                  <a:pt x="530" y="751"/>
                  <a:pt x="531" y="749"/>
                  <a:pt x="531" y="745"/>
                </a:cubicBezTo>
                <a:cubicBezTo>
                  <a:pt x="531" y="740"/>
                  <a:pt x="528" y="729"/>
                  <a:pt x="526" y="721"/>
                </a:cubicBezTo>
                <a:close/>
              </a:path>
            </a:pathLst>
          </a:custGeom>
          <a:solidFill>
            <a:srgbClr val="FFCAA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358">
            <a:extLst>
              <a:ext uri="{FF2B5EF4-FFF2-40B4-BE49-F238E27FC236}">
                <a16:creationId xmlns:a16="http://schemas.microsoft.com/office/drawing/2014/main" id="{CD747403-45AC-6913-8DDB-84F7A2399990}"/>
              </a:ext>
            </a:extLst>
          </p:cNvPr>
          <p:cNvSpPr>
            <a:spLocks/>
          </p:cNvSpPr>
          <p:nvPr/>
        </p:nvSpPr>
        <p:spPr bwMode="auto">
          <a:xfrm>
            <a:off x="5361721" y="4064004"/>
            <a:ext cx="52533" cy="50431"/>
          </a:xfrm>
          <a:custGeom>
            <a:avLst/>
            <a:gdLst>
              <a:gd name="T0" fmla="*/ 7 w 15"/>
              <a:gd name="T1" fmla="*/ 14 h 15"/>
              <a:gd name="T2" fmla="*/ 9 w 15"/>
              <a:gd name="T3" fmla="*/ 0 h 15"/>
              <a:gd name="T4" fmla="*/ 11 w 15"/>
              <a:gd name="T5" fmla="*/ 2 h 15"/>
              <a:gd name="T6" fmla="*/ 15 w 15"/>
              <a:gd name="T7" fmla="*/ 9 h 15"/>
              <a:gd name="T8" fmla="*/ 7 w 15"/>
              <a:gd name="T9" fmla="*/ 14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" h="15">
                <a:moveTo>
                  <a:pt x="7" y="14"/>
                </a:moveTo>
                <a:cubicBezTo>
                  <a:pt x="7" y="14"/>
                  <a:pt x="0" y="6"/>
                  <a:pt x="9" y="0"/>
                </a:cubicBezTo>
                <a:cubicBezTo>
                  <a:pt x="9" y="0"/>
                  <a:pt x="11" y="0"/>
                  <a:pt x="11" y="2"/>
                </a:cubicBezTo>
                <a:cubicBezTo>
                  <a:pt x="12" y="4"/>
                  <a:pt x="15" y="8"/>
                  <a:pt x="15" y="9"/>
                </a:cubicBezTo>
                <a:cubicBezTo>
                  <a:pt x="14" y="10"/>
                  <a:pt x="13" y="15"/>
                  <a:pt x="7" y="1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359">
            <a:extLst>
              <a:ext uri="{FF2B5EF4-FFF2-40B4-BE49-F238E27FC236}">
                <a16:creationId xmlns:a16="http://schemas.microsoft.com/office/drawing/2014/main" id="{50F02907-BCA8-3F2B-2BE7-7885B31D5F58}"/>
              </a:ext>
            </a:extLst>
          </p:cNvPr>
          <p:cNvSpPr>
            <a:spLocks/>
          </p:cNvSpPr>
          <p:nvPr/>
        </p:nvSpPr>
        <p:spPr bwMode="auto">
          <a:xfrm>
            <a:off x="5197820" y="4221601"/>
            <a:ext cx="44129" cy="44129"/>
          </a:xfrm>
          <a:custGeom>
            <a:avLst/>
            <a:gdLst>
              <a:gd name="T0" fmla="*/ 0 w 13"/>
              <a:gd name="T1" fmla="*/ 9 h 13"/>
              <a:gd name="T2" fmla="*/ 7 w 13"/>
              <a:gd name="T3" fmla="*/ 0 h 13"/>
              <a:gd name="T4" fmla="*/ 9 w 13"/>
              <a:gd name="T5" fmla="*/ 11 h 13"/>
              <a:gd name="T6" fmla="*/ 0 w 13"/>
              <a:gd name="T7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" h="13">
                <a:moveTo>
                  <a:pt x="0" y="9"/>
                </a:moveTo>
                <a:cubicBezTo>
                  <a:pt x="0" y="9"/>
                  <a:pt x="2" y="0"/>
                  <a:pt x="7" y="0"/>
                </a:cubicBezTo>
                <a:cubicBezTo>
                  <a:pt x="13" y="1"/>
                  <a:pt x="10" y="8"/>
                  <a:pt x="9" y="11"/>
                </a:cubicBezTo>
                <a:cubicBezTo>
                  <a:pt x="7" y="13"/>
                  <a:pt x="1" y="13"/>
                  <a:pt x="0" y="9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360">
            <a:extLst>
              <a:ext uri="{FF2B5EF4-FFF2-40B4-BE49-F238E27FC236}">
                <a16:creationId xmlns:a16="http://schemas.microsoft.com/office/drawing/2014/main" id="{01B8C042-11D3-A67B-9474-8439AFB2DB07}"/>
              </a:ext>
            </a:extLst>
          </p:cNvPr>
          <p:cNvSpPr>
            <a:spLocks/>
          </p:cNvSpPr>
          <p:nvPr/>
        </p:nvSpPr>
        <p:spPr bwMode="auto">
          <a:xfrm>
            <a:off x="5130577" y="4238413"/>
            <a:ext cx="42026" cy="48331"/>
          </a:xfrm>
          <a:custGeom>
            <a:avLst/>
            <a:gdLst>
              <a:gd name="T0" fmla="*/ 0 w 12"/>
              <a:gd name="T1" fmla="*/ 10 h 14"/>
              <a:gd name="T2" fmla="*/ 6 w 12"/>
              <a:gd name="T3" fmla="*/ 1 h 14"/>
              <a:gd name="T4" fmla="*/ 9 w 12"/>
              <a:gd name="T5" fmla="*/ 12 h 14"/>
              <a:gd name="T6" fmla="*/ 0 w 12"/>
              <a:gd name="T7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14">
                <a:moveTo>
                  <a:pt x="0" y="10"/>
                </a:moveTo>
                <a:cubicBezTo>
                  <a:pt x="0" y="10"/>
                  <a:pt x="1" y="0"/>
                  <a:pt x="6" y="1"/>
                </a:cubicBezTo>
                <a:cubicBezTo>
                  <a:pt x="12" y="1"/>
                  <a:pt x="10" y="9"/>
                  <a:pt x="9" y="12"/>
                </a:cubicBezTo>
                <a:cubicBezTo>
                  <a:pt x="8" y="14"/>
                  <a:pt x="1" y="14"/>
                  <a:pt x="0" y="10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361">
            <a:extLst>
              <a:ext uri="{FF2B5EF4-FFF2-40B4-BE49-F238E27FC236}">
                <a16:creationId xmlns:a16="http://schemas.microsoft.com/office/drawing/2014/main" id="{626FCE16-9169-6AE7-56AB-DF85A4F3729F}"/>
              </a:ext>
            </a:extLst>
          </p:cNvPr>
          <p:cNvSpPr>
            <a:spLocks/>
          </p:cNvSpPr>
          <p:nvPr/>
        </p:nvSpPr>
        <p:spPr bwMode="auto">
          <a:xfrm>
            <a:off x="5086449" y="4204791"/>
            <a:ext cx="37824" cy="44129"/>
          </a:xfrm>
          <a:custGeom>
            <a:avLst/>
            <a:gdLst>
              <a:gd name="T0" fmla="*/ 0 w 11"/>
              <a:gd name="T1" fmla="*/ 9 h 13"/>
              <a:gd name="T2" fmla="*/ 6 w 11"/>
              <a:gd name="T3" fmla="*/ 0 h 13"/>
              <a:gd name="T4" fmla="*/ 9 w 11"/>
              <a:gd name="T5" fmla="*/ 10 h 13"/>
              <a:gd name="T6" fmla="*/ 0 w 11"/>
              <a:gd name="T7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" h="13">
                <a:moveTo>
                  <a:pt x="0" y="9"/>
                </a:moveTo>
                <a:cubicBezTo>
                  <a:pt x="0" y="9"/>
                  <a:pt x="1" y="0"/>
                  <a:pt x="6" y="0"/>
                </a:cubicBezTo>
                <a:cubicBezTo>
                  <a:pt x="11" y="1"/>
                  <a:pt x="10" y="8"/>
                  <a:pt x="9" y="10"/>
                </a:cubicBezTo>
                <a:cubicBezTo>
                  <a:pt x="7" y="13"/>
                  <a:pt x="1" y="13"/>
                  <a:pt x="0" y="9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362">
            <a:extLst>
              <a:ext uri="{FF2B5EF4-FFF2-40B4-BE49-F238E27FC236}">
                <a16:creationId xmlns:a16="http://schemas.microsoft.com/office/drawing/2014/main" id="{4DE59958-24C6-211F-116F-CFE6D75ACA3F}"/>
              </a:ext>
            </a:extLst>
          </p:cNvPr>
          <p:cNvSpPr>
            <a:spLocks/>
          </p:cNvSpPr>
          <p:nvPr/>
        </p:nvSpPr>
        <p:spPr bwMode="auto">
          <a:xfrm>
            <a:off x="5054930" y="4124942"/>
            <a:ext cx="35723" cy="37824"/>
          </a:xfrm>
          <a:custGeom>
            <a:avLst/>
            <a:gdLst>
              <a:gd name="T0" fmla="*/ 0 w 10"/>
              <a:gd name="T1" fmla="*/ 8 h 11"/>
              <a:gd name="T2" fmla="*/ 5 w 10"/>
              <a:gd name="T3" fmla="*/ 0 h 11"/>
              <a:gd name="T4" fmla="*/ 7 w 10"/>
              <a:gd name="T5" fmla="*/ 9 h 11"/>
              <a:gd name="T6" fmla="*/ 0 w 10"/>
              <a:gd name="T7" fmla="*/ 8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" h="11">
                <a:moveTo>
                  <a:pt x="0" y="8"/>
                </a:moveTo>
                <a:cubicBezTo>
                  <a:pt x="0" y="8"/>
                  <a:pt x="2" y="0"/>
                  <a:pt x="5" y="0"/>
                </a:cubicBezTo>
                <a:cubicBezTo>
                  <a:pt x="10" y="1"/>
                  <a:pt x="8" y="7"/>
                  <a:pt x="7" y="9"/>
                </a:cubicBezTo>
                <a:cubicBezTo>
                  <a:pt x="7" y="11"/>
                  <a:pt x="1" y="11"/>
                  <a:pt x="0" y="8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363">
            <a:extLst>
              <a:ext uri="{FF2B5EF4-FFF2-40B4-BE49-F238E27FC236}">
                <a16:creationId xmlns:a16="http://schemas.microsoft.com/office/drawing/2014/main" id="{AEF061C7-850A-498B-B03C-D55847A83169}"/>
              </a:ext>
            </a:extLst>
          </p:cNvPr>
          <p:cNvSpPr>
            <a:spLocks/>
          </p:cNvSpPr>
          <p:nvPr/>
        </p:nvSpPr>
        <p:spPr bwMode="auto">
          <a:xfrm>
            <a:off x="6525848" y="4064004"/>
            <a:ext cx="48331" cy="50431"/>
          </a:xfrm>
          <a:custGeom>
            <a:avLst/>
            <a:gdLst>
              <a:gd name="T0" fmla="*/ 7 w 14"/>
              <a:gd name="T1" fmla="*/ 14 h 15"/>
              <a:gd name="T2" fmla="*/ 5 w 14"/>
              <a:gd name="T3" fmla="*/ 0 h 15"/>
              <a:gd name="T4" fmla="*/ 3 w 14"/>
              <a:gd name="T5" fmla="*/ 2 h 15"/>
              <a:gd name="T6" fmla="*/ 0 w 14"/>
              <a:gd name="T7" fmla="*/ 9 h 15"/>
              <a:gd name="T8" fmla="*/ 7 w 14"/>
              <a:gd name="T9" fmla="*/ 14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" h="15">
                <a:moveTo>
                  <a:pt x="7" y="14"/>
                </a:moveTo>
                <a:cubicBezTo>
                  <a:pt x="7" y="14"/>
                  <a:pt x="14" y="6"/>
                  <a:pt x="5" y="0"/>
                </a:cubicBezTo>
                <a:cubicBezTo>
                  <a:pt x="5" y="0"/>
                  <a:pt x="4" y="0"/>
                  <a:pt x="3" y="2"/>
                </a:cubicBezTo>
                <a:cubicBezTo>
                  <a:pt x="2" y="4"/>
                  <a:pt x="0" y="8"/>
                  <a:pt x="0" y="9"/>
                </a:cubicBezTo>
                <a:cubicBezTo>
                  <a:pt x="0" y="10"/>
                  <a:pt x="2" y="15"/>
                  <a:pt x="7" y="1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364">
            <a:extLst>
              <a:ext uri="{FF2B5EF4-FFF2-40B4-BE49-F238E27FC236}">
                <a16:creationId xmlns:a16="http://schemas.microsoft.com/office/drawing/2014/main" id="{6A5A2163-35E2-FB9A-9F69-2BA61FE25D7B}"/>
              </a:ext>
            </a:extLst>
          </p:cNvPr>
          <p:cNvSpPr>
            <a:spLocks/>
          </p:cNvSpPr>
          <p:nvPr/>
        </p:nvSpPr>
        <p:spPr bwMode="auto">
          <a:xfrm>
            <a:off x="6698155" y="4221601"/>
            <a:ext cx="42026" cy="44129"/>
          </a:xfrm>
          <a:custGeom>
            <a:avLst/>
            <a:gdLst>
              <a:gd name="T0" fmla="*/ 12 w 12"/>
              <a:gd name="T1" fmla="*/ 9 h 13"/>
              <a:gd name="T2" fmla="*/ 6 w 12"/>
              <a:gd name="T3" fmla="*/ 0 h 13"/>
              <a:gd name="T4" fmla="*/ 4 w 12"/>
              <a:gd name="T5" fmla="*/ 11 h 13"/>
              <a:gd name="T6" fmla="*/ 12 w 12"/>
              <a:gd name="T7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13">
                <a:moveTo>
                  <a:pt x="12" y="9"/>
                </a:moveTo>
                <a:cubicBezTo>
                  <a:pt x="12" y="9"/>
                  <a:pt x="11" y="0"/>
                  <a:pt x="6" y="0"/>
                </a:cubicBezTo>
                <a:cubicBezTo>
                  <a:pt x="0" y="1"/>
                  <a:pt x="2" y="8"/>
                  <a:pt x="4" y="11"/>
                </a:cubicBezTo>
                <a:cubicBezTo>
                  <a:pt x="5" y="13"/>
                  <a:pt x="11" y="13"/>
                  <a:pt x="12" y="9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365">
            <a:extLst>
              <a:ext uri="{FF2B5EF4-FFF2-40B4-BE49-F238E27FC236}">
                <a16:creationId xmlns:a16="http://schemas.microsoft.com/office/drawing/2014/main" id="{1FAD1F70-29C7-56C7-5C31-08B500E543CE}"/>
              </a:ext>
            </a:extLst>
          </p:cNvPr>
          <p:cNvSpPr>
            <a:spLocks/>
          </p:cNvSpPr>
          <p:nvPr/>
        </p:nvSpPr>
        <p:spPr bwMode="auto">
          <a:xfrm>
            <a:off x="6767498" y="4238413"/>
            <a:ext cx="39925" cy="48331"/>
          </a:xfrm>
          <a:custGeom>
            <a:avLst/>
            <a:gdLst>
              <a:gd name="T0" fmla="*/ 12 w 12"/>
              <a:gd name="T1" fmla="*/ 10 h 14"/>
              <a:gd name="T2" fmla="*/ 5 w 12"/>
              <a:gd name="T3" fmla="*/ 1 h 14"/>
              <a:gd name="T4" fmla="*/ 2 w 12"/>
              <a:gd name="T5" fmla="*/ 12 h 14"/>
              <a:gd name="T6" fmla="*/ 12 w 12"/>
              <a:gd name="T7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14">
                <a:moveTo>
                  <a:pt x="12" y="10"/>
                </a:moveTo>
                <a:cubicBezTo>
                  <a:pt x="12" y="10"/>
                  <a:pt x="10" y="0"/>
                  <a:pt x="5" y="1"/>
                </a:cubicBezTo>
                <a:cubicBezTo>
                  <a:pt x="0" y="1"/>
                  <a:pt x="1" y="9"/>
                  <a:pt x="2" y="12"/>
                </a:cubicBezTo>
                <a:cubicBezTo>
                  <a:pt x="4" y="14"/>
                  <a:pt x="10" y="14"/>
                  <a:pt x="12" y="10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66">
            <a:extLst>
              <a:ext uri="{FF2B5EF4-FFF2-40B4-BE49-F238E27FC236}">
                <a16:creationId xmlns:a16="http://schemas.microsoft.com/office/drawing/2014/main" id="{87FA4300-4559-DEFA-0A9C-0FA26F8C47EE}"/>
              </a:ext>
            </a:extLst>
          </p:cNvPr>
          <p:cNvSpPr>
            <a:spLocks/>
          </p:cNvSpPr>
          <p:nvPr/>
        </p:nvSpPr>
        <p:spPr bwMode="auto">
          <a:xfrm>
            <a:off x="6811626" y="4204791"/>
            <a:ext cx="37824" cy="44129"/>
          </a:xfrm>
          <a:custGeom>
            <a:avLst/>
            <a:gdLst>
              <a:gd name="T0" fmla="*/ 11 w 11"/>
              <a:gd name="T1" fmla="*/ 9 h 13"/>
              <a:gd name="T2" fmla="*/ 5 w 11"/>
              <a:gd name="T3" fmla="*/ 0 h 13"/>
              <a:gd name="T4" fmla="*/ 3 w 11"/>
              <a:gd name="T5" fmla="*/ 10 h 13"/>
              <a:gd name="T6" fmla="*/ 11 w 11"/>
              <a:gd name="T7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" h="13">
                <a:moveTo>
                  <a:pt x="11" y="9"/>
                </a:moveTo>
                <a:cubicBezTo>
                  <a:pt x="11" y="9"/>
                  <a:pt x="10" y="0"/>
                  <a:pt x="5" y="0"/>
                </a:cubicBezTo>
                <a:cubicBezTo>
                  <a:pt x="0" y="1"/>
                  <a:pt x="2" y="8"/>
                  <a:pt x="3" y="10"/>
                </a:cubicBezTo>
                <a:cubicBezTo>
                  <a:pt x="4" y="13"/>
                  <a:pt x="10" y="13"/>
                  <a:pt x="11" y="9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367">
            <a:extLst>
              <a:ext uri="{FF2B5EF4-FFF2-40B4-BE49-F238E27FC236}">
                <a16:creationId xmlns:a16="http://schemas.microsoft.com/office/drawing/2014/main" id="{45405FA3-CABF-7B72-899A-FDB9AE76D754}"/>
              </a:ext>
            </a:extLst>
          </p:cNvPr>
          <p:cNvSpPr>
            <a:spLocks/>
          </p:cNvSpPr>
          <p:nvPr/>
        </p:nvSpPr>
        <p:spPr bwMode="auto">
          <a:xfrm>
            <a:off x="6849449" y="4124942"/>
            <a:ext cx="31521" cy="37824"/>
          </a:xfrm>
          <a:custGeom>
            <a:avLst/>
            <a:gdLst>
              <a:gd name="T0" fmla="*/ 9 w 9"/>
              <a:gd name="T1" fmla="*/ 8 h 11"/>
              <a:gd name="T2" fmla="*/ 4 w 9"/>
              <a:gd name="T3" fmla="*/ 0 h 11"/>
              <a:gd name="T4" fmla="*/ 2 w 9"/>
              <a:gd name="T5" fmla="*/ 9 h 11"/>
              <a:gd name="T6" fmla="*/ 9 w 9"/>
              <a:gd name="T7" fmla="*/ 8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11">
                <a:moveTo>
                  <a:pt x="9" y="8"/>
                </a:moveTo>
                <a:cubicBezTo>
                  <a:pt x="9" y="8"/>
                  <a:pt x="8" y="0"/>
                  <a:pt x="4" y="0"/>
                </a:cubicBezTo>
                <a:cubicBezTo>
                  <a:pt x="0" y="1"/>
                  <a:pt x="1" y="7"/>
                  <a:pt x="2" y="9"/>
                </a:cubicBezTo>
                <a:cubicBezTo>
                  <a:pt x="3" y="11"/>
                  <a:pt x="8" y="11"/>
                  <a:pt x="9" y="8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357">
            <a:extLst>
              <a:ext uri="{FF2B5EF4-FFF2-40B4-BE49-F238E27FC236}">
                <a16:creationId xmlns:a16="http://schemas.microsoft.com/office/drawing/2014/main" id="{81237669-A7D2-CF1C-30B3-E9164C33E383}"/>
              </a:ext>
            </a:extLst>
          </p:cNvPr>
          <p:cNvSpPr>
            <a:spLocks/>
          </p:cNvSpPr>
          <p:nvPr/>
        </p:nvSpPr>
        <p:spPr bwMode="auto">
          <a:xfrm>
            <a:off x="5718944" y="1552937"/>
            <a:ext cx="495909" cy="422364"/>
          </a:xfrm>
          <a:custGeom>
            <a:avLst/>
            <a:gdLst>
              <a:gd name="T0" fmla="*/ 102 w 144"/>
              <a:gd name="T1" fmla="*/ 5 h 123"/>
              <a:gd name="T2" fmla="*/ 72 w 144"/>
              <a:gd name="T3" fmla="*/ 0 h 123"/>
              <a:gd name="T4" fmla="*/ 42 w 144"/>
              <a:gd name="T5" fmla="*/ 5 h 123"/>
              <a:gd name="T6" fmla="*/ 5 w 144"/>
              <a:gd name="T7" fmla="*/ 56 h 123"/>
              <a:gd name="T8" fmla="*/ 11 w 144"/>
              <a:gd name="T9" fmla="*/ 98 h 123"/>
              <a:gd name="T10" fmla="*/ 11 w 144"/>
              <a:gd name="T11" fmla="*/ 100 h 123"/>
              <a:gd name="T12" fmla="*/ 16 w 144"/>
              <a:gd name="T13" fmla="*/ 123 h 123"/>
              <a:gd name="T14" fmla="*/ 22 w 144"/>
              <a:gd name="T15" fmla="*/ 116 h 123"/>
              <a:gd name="T16" fmla="*/ 20 w 144"/>
              <a:gd name="T17" fmla="*/ 94 h 123"/>
              <a:gd name="T18" fmla="*/ 21 w 144"/>
              <a:gd name="T19" fmla="*/ 71 h 123"/>
              <a:gd name="T20" fmla="*/ 43 w 144"/>
              <a:gd name="T21" fmla="*/ 42 h 123"/>
              <a:gd name="T22" fmla="*/ 67 w 144"/>
              <a:gd name="T23" fmla="*/ 44 h 123"/>
              <a:gd name="T24" fmla="*/ 72 w 144"/>
              <a:gd name="T25" fmla="*/ 46 h 123"/>
              <a:gd name="T26" fmla="*/ 78 w 144"/>
              <a:gd name="T27" fmla="*/ 44 h 123"/>
              <a:gd name="T28" fmla="*/ 101 w 144"/>
              <a:gd name="T29" fmla="*/ 42 h 123"/>
              <a:gd name="T30" fmla="*/ 124 w 144"/>
              <a:gd name="T31" fmla="*/ 71 h 123"/>
              <a:gd name="T32" fmla="*/ 125 w 144"/>
              <a:gd name="T33" fmla="*/ 94 h 123"/>
              <a:gd name="T34" fmla="*/ 123 w 144"/>
              <a:gd name="T35" fmla="*/ 116 h 123"/>
              <a:gd name="T36" fmla="*/ 128 w 144"/>
              <a:gd name="T37" fmla="*/ 123 h 123"/>
              <a:gd name="T38" fmla="*/ 133 w 144"/>
              <a:gd name="T39" fmla="*/ 100 h 123"/>
              <a:gd name="T40" fmla="*/ 134 w 144"/>
              <a:gd name="T41" fmla="*/ 98 h 123"/>
              <a:gd name="T42" fmla="*/ 139 w 144"/>
              <a:gd name="T43" fmla="*/ 56 h 123"/>
              <a:gd name="T44" fmla="*/ 102 w 144"/>
              <a:gd name="T45" fmla="*/ 5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44" h="123">
                <a:moveTo>
                  <a:pt x="102" y="5"/>
                </a:moveTo>
                <a:cubicBezTo>
                  <a:pt x="92" y="2"/>
                  <a:pt x="82" y="1"/>
                  <a:pt x="72" y="0"/>
                </a:cubicBezTo>
                <a:cubicBezTo>
                  <a:pt x="63" y="1"/>
                  <a:pt x="53" y="2"/>
                  <a:pt x="42" y="5"/>
                </a:cubicBezTo>
                <a:cubicBezTo>
                  <a:pt x="0" y="19"/>
                  <a:pt x="4" y="38"/>
                  <a:pt x="5" y="56"/>
                </a:cubicBezTo>
                <a:cubicBezTo>
                  <a:pt x="6" y="75"/>
                  <a:pt x="9" y="90"/>
                  <a:pt x="11" y="98"/>
                </a:cubicBezTo>
                <a:cubicBezTo>
                  <a:pt x="11" y="98"/>
                  <a:pt x="11" y="99"/>
                  <a:pt x="11" y="100"/>
                </a:cubicBezTo>
                <a:cubicBezTo>
                  <a:pt x="14" y="107"/>
                  <a:pt x="16" y="115"/>
                  <a:pt x="16" y="123"/>
                </a:cubicBezTo>
                <a:cubicBezTo>
                  <a:pt x="19" y="123"/>
                  <a:pt x="22" y="119"/>
                  <a:pt x="22" y="116"/>
                </a:cubicBezTo>
                <a:cubicBezTo>
                  <a:pt x="22" y="111"/>
                  <a:pt x="20" y="105"/>
                  <a:pt x="20" y="94"/>
                </a:cubicBezTo>
                <a:cubicBezTo>
                  <a:pt x="19" y="89"/>
                  <a:pt x="20" y="80"/>
                  <a:pt x="21" y="71"/>
                </a:cubicBezTo>
                <a:cubicBezTo>
                  <a:pt x="22" y="46"/>
                  <a:pt x="26" y="46"/>
                  <a:pt x="43" y="42"/>
                </a:cubicBezTo>
                <a:cubicBezTo>
                  <a:pt x="53" y="40"/>
                  <a:pt x="61" y="41"/>
                  <a:pt x="67" y="44"/>
                </a:cubicBezTo>
                <a:cubicBezTo>
                  <a:pt x="68" y="45"/>
                  <a:pt x="70" y="45"/>
                  <a:pt x="72" y="46"/>
                </a:cubicBezTo>
                <a:cubicBezTo>
                  <a:pt x="74" y="45"/>
                  <a:pt x="76" y="45"/>
                  <a:pt x="78" y="44"/>
                </a:cubicBezTo>
                <a:cubicBezTo>
                  <a:pt x="83" y="41"/>
                  <a:pt x="92" y="40"/>
                  <a:pt x="101" y="42"/>
                </a:cubicBezTo>
                <a:cubicBezTo>
                  <a:pt x="118" y="46"/>
                  <a:pt x="123" y="46"/>
                  <a:pt x="124" y="71"/>
                </a:cubicBezTo>
                <a:cubicBezTo>
                  <a:pt x="124" y="80"/>
                  <a:pt x="125" y="89"/>
                  <a:pt x="125" y="94"/>
                </a:cubicBezTo>
                <a:cubicBezTo>
                  <a:pt x="124" y="105"/>
                  <a:pt x="123" y="111"/>
                  <a:pt x="123" y="116"/>
                </a:cubicBezTo>
                <a:cubicBezTo>
                  <a:pt x="122" y="119"/>
                  <a:pt x="126" y="123"/>
                  <a:pt x="128" y="123"/>
                </a:cubicBezTo>
                <a:cubicBezTo>
                  <a:pt x="128" y="115"/>
                  <a:pt x="130" y="107"/>
                  <a:pt x="133" y="100"/>
                </a:cubicBezTo>
                <a:cubicBezTo>
                  <a:pt x="133" y="99"/>
                  <a:pt x="133" y="98"/>
                  <a:pt x="134" y="98"/>
                </a:cubicBezTo>
                <a:cubicBezTo>
                  <a:pt x="135" y="90"/>
                  <a:pt x="139" y="75"/>
                  <a:pt x="139" y="56"/>
                </a:cubicBezTo>
                <a:cubicBezTo>
                  <a:pt x="140" y="38"/>
                  <a:pt x="144" y="19"/>
                  <a:pt x="102" y="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368">
            <a:extLst>
              <a:ext uri="{FF2B5EF4-FFF2-40B4-BE49-F238E27FC236}">
                <a16:creationId xmlns:a16="http://schemas.microsoft.com/office/drawing/2014/main" id="{ED4773E3-BE22-A8CC-FCCD-282EE0DD34E4}"/>
              </a:ext>
            </a:extLst>
          </p:cNvPr>
          <p:cNvSpPr>
            <a:spLocks/>
          </p:cNvSpPr>
          <p:nvPr/>
        </p:nvSpPr>
        <p:spPr bwMode="auto">
          <a:xfrm>
            <a:off x="5548737" y="6308203"/>
            <a:ext cx="52533" cy="35723"/>
          </a:xfrm>
          <a:custGeom>
            <a:avLst/>
            <a:gdLst>
              <a:gd name="T0" fmla="*/ 0 w 15"/>
              <a:gd name="T1" fmla="*/ 4 h 10"/>
              <a:gd name="T2" fmla="*/ 14 w 15"/>
              <a:gd name="T3" fmla="*/ 7 h 10"/>
              <a:gd name="T4" fmla="*/ 9 w 15"/>
              <a:gd name="T5" fmla="*/ 1 h 10"/>
              <a:gd name="T6" fmla="*/ 0 w 15"/>
              <a:gd name="T7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" h="10">
                <a:moveTo>
                  <a:pt x="0" y="4"/>
                </a:moveTo>
                <a:cubicBezTo>
                  <a:pt x="0" y="4"/>
                  <a:pt x="6" y="10"/>
                  <a:pt x="14" y="7"/>
                </a:cubicBezTo>
                <a:cubicBezTo>
                  <a:pt x="14" y="7"/>
                  <a:pt x="15" y="2"/>
                  <a:pt x="9" y="1"/>
                </a:cubicBezTo>
                <a:cubicBezTo>
                  <a:pt x="1" y="0"/>
                  <a:pt x="0" y="4"/>
                  <a:pt x="0" y="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369">
            <a:extLst>
              <a:ext uri="{FF2B5EF4-FFF2-40B4-BE49-F238E27FC236}">
                <a16:creationId xmlns:a16="http://schemas.microsoft.com/office/drawing/2014/main" id="{25D2E5BD-429E-CE08-C853-6047619A1281}"/>
              </a:ext>
            </a:extLst>
          </p:cNvPr>
          <p:cNvSpPr>
            <a:spLocks/>
          </p:cNvSpPr>
          <p:nvPr/>
        </p:nvSpPr>
        <p:spPr bwMode="auto">
          <a:xfrm>
            <a:off x="5489901" y="6308203"/>
            <a:ext cx="42026" cy="37824"/>
          </a:xfrm>
          <a:custGeom>
            <a:avLst/>
            <a:gdLst>
              <a:gd name="T0" fmla="*/ 0 w 12"/>
              <a:gd name="T1" fmla="*/ 4 h 11"/>
              <a:gd name="T2" fmla="*/ 10 w 12"/>
              <a:gd name="T3" fmla="*/ 7 h 11"/>
              <a:gd name="T4" fmla="*/ 5 w 12"/>
              <a:gd name="T5" fmla="*/ 2 h 11"/>
              <a:gd name="T6" fmla="*/ 0 w 12"/>
              <a:gd name="T7" fmla="*/ 4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11">
                <a:moveTo>
                  <a:pt x="0" y="4"/>
                </a:moveTo>
                <a:cubicBezTo>
                  <a:pt x="0" y="4"/>
                  <a:pt x="3" y="11"/>
                  <a:pt x="10" y="7"/>
                </a:cubicBezTo>
                <a:cubicBezTo>
                  <a:pt x="10" y="7"/>
                  <a:pt x="12" y="3"/>
                  <a:pt x="5" y="2"/>
                </a:cubicBezTo>
                <a:cubicBezTo>
                  <a:pt x="0" y="0"/>
                  <a:pt x="0" y="4"/>
                  <a:pt x="0" y="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370">
            <a:extLst>
              <a:ext uri="{FF2B5EF4-FFF2-40B4-BE49-F238E27FC236}">
                <a16:creationId xmlns:a16="http://schemas.microsoft.com/office/drawing/2014/main" id="{ADF63C0A-FE8C-98B6-5DDE-674DDF97836F}"/>
              </a:ext>
            </a:extLst>
          </p:cNvPr>
          <p:cNvSpPr>
            <a:spLocks/>
          </p:cNvSpPr>
          <p:nvPr/>
        </p:nvSpPr>
        <p:spPr bwMode="auto">
          <a:xfrm>
            <a:off x="5447874" y="6291393"/>
            <a:ext cx="35723" cy="31521"/>
          </a:xfrm>
          <a:custGeom>
            <a:avLst/>
            <a:gdLst>
              <a:gd name="T0" fmla="*/ 0 w 10"/>
              <a:gd name="T1" fmla="*/ 4 h 9"/>
              <a:gd name="T2" fmla="*/ 8 w 10"/>
              <a:gd name="T3" fmla="*/ 6 h 9"/>
              <a:gd name="T4" fmla="*/ 4 w 10"/>
              <a:gd name="T5" fmla="*/ 1 h 9"/>
              <a:gd name="T6" fmla="*/ 0 w 10"/>
              <a:gd name="T7" fmla="*/ 4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" h="9">
                <a:moveTo>
                  <a:pt x="0" y="4"/>
                </a:moveTo>
                <a:cubicBezTo>
                  <a:pt x="0" y="4"/>
                  <a:pt x="2" y="9"/>
                  <a:pt x="8" y="6"/>
                </a:cubicBezTo>
                <a:cubicBezTo>
                  <a:pt x="8" y="6"/>
                  <a:pt x="10" y="2"/>
                  <a:pt x="4" y="1"/>
                </a:cubicBezTo>
                <a:cubicBezTo>
                  <a:pt x="0" y="0"/>
                  <a:pt x="0" y="4"/>
                  <a:pt x="0" y="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371">
            <a:extLst>
              <a:ext uri="{FF2B5EF4-FFF2-40B4-BE49-F238E27FC236}">
                <a16:creationId xmlns:a16="http://schemas.microsoft.com/office/drawing/2014/main" id="{62B7C1B9-9C4F-BE21-F413-DA3C02726BB4}"/>
              </a:ext>
            </a:extLst>
          </p:cNvPr>
          <p:cNvSpPr>
            <a:spLocks/>
          </p:cNvSpPr>
          <p:nvPr/>
        </p:nvSpPr>
        <p:spPr bwMode="auto">
          <a:xfrm>
            <a:off x="5418456" y="6270380"/>
            <a:ext cx="29418" cy="27318"/>
          </a:xfrm>
          <a:custGeom>
            <a:avLst/>
            <a:gdLst>
              <a:gd name="T0" fmla="*/ 0 w 9"/>
              <a:gd name="T1" fmla="*/ 3 h 8"/>
              <a:gd name="T2" fmla="*/ 7 w 9"/>
              <a:gd name="T3" fmla="*/ 5 h 8"/>
              <a:gd name="T4" fmla="*/ 5 w 9"/>
              <a:gd name="T5" fmla="*/ 1 h 8"/>
              <a:gd name="T6" fmla="*/ 0 w 9"/>
              <a:gd name="T7" fmla="*/ 3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8">
                <a:moveTo>
                  <a:pt x="0" y="3"/>
                </a:moveTo>
                <a:cubicBezTo>
                  <a:pt x="0" y="3"/>
                  <a:pt x="2" y="8"/>
                  <a:pt x="7" y="5"/>
                </a:cubicBezTo>
                <a:cubicBezTo>
                  <a:pt x="7" y="5"/>
                  <a:pt x="9" y="3"/>
                  <a:pt x="5" y="1"/>
                </a:cubicBezTo>
                <a:cubicBezTo>
                  <a:pt x="1" y="0"/>
                  <a:pt x="0" y="3"/>
                  <a:pt x="0" y="3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372">
            <a:extLst>
              <a:ext uri="{FF2B5EF4-FFF2-40B4-BE49-F238E27FC236}">
                <a16:creationId xmlns:a16="http://schemas.microsoft.com/office/drawing/2014/main" id="{F1AD76F9-F0B4-97E5-EE9C-D4BED5EACB3F}"/>
              </a:ext>
            </a:extLst>
          </p:cNvPr>
          <p:cNvSpPr>
            <a:spLocks/>
          </p:cNvSpPr>
          <p:nvPr/>
        </p:nvSpPr>
        <p:spPr bwMode="auto">
          <a:xfrm>
            <a:off x="5397443" y="6243062"/>
            <a:ext cx="21013" cy="21013"/>
          </a:xfrm>
          <a:custGeom>
            <a:avLst/>
            <a:gdLst>
              <a:gd name="T0" fmla="*/ 0 w 6"/>
              <a:gd name="T1" fmla="*/ 2 h 6"/>
              <a:gd name="T2" fmla="*/ 5 w 6"/>
              <a:gd name="T3" fmla="*/ 4 h 6"/>
              <a:gd name="T4" fmla="*/ 3 w 6"/>
              <a:gd name="T5" fmla="*/ 1 h 6"/>
              <a:gd name="T6" fmla="*/ 0 w 6"/>
              <a:gd name="T7" fmla="*/ 2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6">
                <a:moveTo>
                  <a:pt x="0" y="2"/>
                </a:moveTo>
                <a:cubicBezTo>
                  <a:pt x="0" y="2"/>
                  <a:pt x="2" y="6"/>
                  <a:pt x="5" y="4"/>
                </a:cubicBezTo>
                <a:cubicBezTo>
                  <a:pt x="5" y="4"/>
                  <a:pt x="6" y="3"/>
                  <a:pt x="3" y="1"/>
                </a:cubicBezTo>
                <a:cubicBezTo>
                  <a:pt x="1" y="0"/>
                  <a:pt x="0" y="2"/>
                  <a:pt x="0" y="2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373">
            <a:extLst>
              <a:ext uri="{FF2B5EF4-FFF2-40B4-BE49-F238E27FC236}">
                <a16:creationId xmlns:a16="http://schemas.microsoft.com/office/drawing/2014/main" id="{2F9E3E76-7B15-C556-5F74-30212340C57A}"/>
              </a:ext>
            </a:extLst>
          </p:cNvPr>
          <p:cNvSpPr>
            <a:spLocks/>
          </p:cNvSpPr>
          <p:nvPr/>
        </p:nvSpPr>
        <p:spPr bwMode="auto">
          <a:xfrm>
            <a:off x="6336730" y="6308203"/>
            <a:ext cx="50431" cy="35723"/>
          </a:xfrm>
          <a:custGeom>
            <a:avLst/>
            <a:gdLst>
              <a:gd name="T0" fmla="*/ 15 w 15"/>
              <a:gd name="T1" fmla="*/ 4 h 10"/>
              <a:gd name="T2" fmla="*/ 1 w 15"/>
              <a:gd name="T3" fmla="*/ 7 h 10"/>
              <a:gd name="T4" fmla="*/ 6 w 15"/>
              <a:gd name="T5" fmla="*/ 1 h 10"/>
              <a:gd name="T6" fmla="*/ 15 w 15"/>
              <a:gd name="T7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" h="10">
                <a:moveTo>
                  <a:pt x="15" y="4"/>
                </a:moveTo>
                <a:cubicBezTo>
                  <a:pt x="15" y="4"/>
                  <a:pt x="9" y="10"/>
                  <a:pt x="1" y="7"/>
                </a:cubicBezTo>
                <a:cubicBezTo>
                  <a:pt x="1" y="7"/>
                  <a:pt x="0" y="2"/>
                  <a:pt x="6" y="1"/>
                </a:cubicBezTo>
                <a:cubicBezTo>
                  <a:pt x="14" y="0"/>
                  <a:pt x="15" y="4"/>
                  <a:pt x="15" y="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374">
            <a:extLst>
              <a:ext uri="{FF2B5EF4-FFF2-40B4-BE49-F238E27FC236}">
                <a16:creationId xmlns:a16="http://schemas.microsoft.com/office/drawing/2014/main" id="{17EDA838-FF8D-A7C5-0FB5-0078701644EA}"/>
              </a:ext>
            </a:extLst>
          </p:cNvPr>
          <p:cNvSpPr>
            <a:spLocks/>
          </p:cNvSpPr>
          <p:nvPr/>
        </p:nvSpPr>
        <p:spPr bwMode="auto">
          <a:xfrm>
            <a:off x="6408174" y="6308203"/>
            <a:ext cx="37824" cy="37824"/>
          </a:xfrm>
          <a:custGeom>
            <a:avLst/>
            <a:gdLst>
              <a:gd name="T0" fmla="*/ 11 w 11"/>
              <a:gd name="T1" fmla="*/ 4 h 11"/>
              <a:gd name="T2" fmla="*/ 2 w 11"/>
              <a:gd name="T3" fmla="*/ 7 h 11"/>
              <a:gd name="T4" fmla="*/ 6 w 11"/>
              <a:gd name="T5" fmla="*/ 2 h 11"/>
              <a:gd name="T6" fmla="*/ 11 w 11"/>
              <a:gd name="T7" fmla="*/ 4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" h="11">
                <a:moveTo>
                  <a:pt x="11" y="4"/>
                </a:moveTo>
                <a:cubicBezTo>
                  <a:pt x="11" y="4"/>
                  <a:pt x="9" y="11"/>
                  <a:pt x="2" y="7"/>
                </a:cubicBezTo>
                <a:cubicBezTo>
                  <a:pt x="2" y="7"/>
                  <a:pt x="0" y="3"/>
                  <a:pt x="6" y="2"/>
                </a:cubicBezTo>
                <a:cubicBezTo>
                  <a:pt x="11" y="0"/>
                  <a:pt x="11" y="4"/>
                  <a:pt x="11" y="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375">
            <a:extLst>
              <a:ext uri="{FF2B5EF4-FFF2-40B4-BE49-F238E27FC236}">
                <a16:creationId xmlns:a16="http://schemas.microsoft.com/office/drawing/2014/main" id="{AE4175DA-3BBC-649F-B503-21E250751181}"/>
              </a:ext>
            </a:extLst>
          </p:cNvPr>
          <p:cNvSpPr>
            <a:spLocks/>
          </p:cNvSpPr>
          <p:nvPr/>
        </p:nvSpPr>
        <p:spPr bwMode="auto">
          <a:xfrm>
            <a:off x="6456504" y="6291393"/>
            <a:ext cx="31521" cy="31521"/>
          </a:xfrm>
          <a:custGeom>
            <a:avLst/>
            <a:gdLst>
              <a:gd name="T0" fmla="*/ 9 w 9"/>
              <a:gd name="T1" fmla="*/ 4 h 9"/>
              <a:gd name="T2" fmla="*/ 1 w 9"/>
              <a:gd name="T3" fmla="*/ 6 h 9"/>
              <a:gd name="T4" fmla="*/ 5 w 9"/>
              <a:gd name="T5" fmla="*/ 1 h 9"/>
              <a:gd name="T6" fmla="*/ 9 w 9"/>
              <a:gd name="T7" fmla="*/ 4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9">
                <a:moveTo>
                  <a:pt x="9" y="4"/>
                </a:moveTo>
                <a:cubicBezTo>
                  <a:pt x="9" y="4"/>
                  <a:pt x="7" y="9"/>
                  <a:pt x="1" y="6"/>
                </a:cubicBezTo>
                <a:cubicBezTo>
                  <a:pt x="1" y="6"/>
                  <a:pt x="0" y="2"/>
                  <a:pt x="5" y="1"/>
                </a:cubicBezTo>
                <a:cubicBezTo>
                  <a:pt x="9" y="0"/>
                  <a:pt x="9" y="4"/>
                  <a:pt x="9" y="4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376">
            <a:extLst>
              <a:ext uri="{FF2B5EF4-FFF2-40B4-BE49-F238E27FC236}">
                <a16:creationId xmlns:a16="http://schemas.microsoft.com/office/drawing/2014/main" id="{069957D7-BEFD-D5CE-6A0F-BE624AE230EE}"/>
              </a:ext>
            </a:extLst>
          </p:cNvPr>
          <p:cNvSpPr>
            <a:spLocks/>
          </p:cNvSpPr>
          <p:nvPr/>
        </p:nvSpPr>
        <p:spPr bwMode="auto">
          <a:xfrm>
            <a:off x="6488024" y="6270380"/>
            <a:ext cx="31521" cy="27318"/>
          </a:xfrm>
          <a:custGeom>
            <a:avLst/>
            <a:gdLst>
              <a:gd name="T0" fmla="*/ 9 w 9"/>
              <a:gd name="T1" fmla="*/ 3 h 8"/>
              <a:gd name="T2" fmla="*/ 2 w 9"/>
              <a:gd name="T3" fmla="*/ 5 h 8"/>
              <a:gd name="T4" fmla="*/ 4 w 9"/>
              <a:gd name="T5" fmla="*/ 1 h 8"/>
              <a:gd name="T6" fmla="*/ 9 w 9"/>
              <a:gd name="T7" fmla="*/ 3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8">
                <a:moveTo>
                  <a:pt x="9" y="3"/>
                </a:moveTo>
                <a:cubicBezTo>
                  <a:pt x="9" y="3"/>
                  <a:pt x="7" y="8"/>
                  <a:pt x="2" y="5"/>
                </a:cubicBezTo>
                <a:cubicBezTo>
                  <a:pt x="2" y="5"/>
                  <a:pt x="0" y="3"/>
                  <a:pt x="4" y="1"/>
                </a:cubicBezTo>
                <a:cubicBezTo>
                  <a:pt x="8" y="0"/>
                  <a:pt x="9" y="3"/>
                  <a:pt x="9" y="3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77">
            <a:extLst>
              <a:ext uri="{FF2B5EF4-FFF2-40B4-BE49-F238E27FC236}">
                <a16:creationId xmlns:a16="http://schemas.microsoft.com/office/drawing/2014/main" id="{16190F92-3AEC-CBDB-8692-A9E470D02F24}"/>
              </a:ext>
            </a:extLst>
          </p:cNvPr>
          <p:cNvSpPr>
            <a:spLocks/>
          </p:cNvSpPr>
          <p:nvPr/>
        </p:nvSpPr>
        <p:spPr bwMode="auto">
          <a:xfrm>
            <a:off x="6519543" y="6243062"/>
            <a:ext cx="18913" cy="21013"/>
          </a:xfrm>
          <a:custGeom>
            <a:avLst/>
            <a:gdLst>
              <a:gd name="T0" fmla="*/ 6 w 6"/>
              <a:gd name="T1" fmla="*/ 2 h 6"/>
              <a:gd name="T2" fmla="*/ 1 w 6"/>
              <a:gd name="T3" fmla="*/ 4 h 6"/>
              <a:gd name="T4" fmla="*/ 3 w 6"/>
              <a:gd name="T5" fmla="*/ 1 h 6"/>
              <a:gd name="T6" fmla="*/ 6 w 6"/>
              <a:gd name="T7" fmla="*/ 2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6">
                <a:moveTo>
                  <a:pt x="6" y="2"/>
                </a:moveTo>
                <a:cubicBezTo>
                  <a:pt x="6" y="2"/>
                  <a:pt x="4" y="6"/>
                  <a:pt x="1" y="4"/>
                </a:cubicBezTo>
                <a:cubicBezTo>
                  <a:pt x="1" y="4"/>
                  <a:pt x="0" y="3"/>
                  <a:pt x="3" y="1"/>
                </a:cubicBezTo>
                <a:cubicBezTo>
                  <a:pt x="5" y="0"/>
                  <a:pt x="6" y="2"/>
                  <a:pt x="6" y="2"/>
                </a:cubicBezTo>
                <a:close/>
              </a:path>
            </a:pathLst>
          </a:custGeom>
          <a:solidFill>
            <a:srgbClr val="F7E0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860">
            <a:extLst>
              <a:ext uri="{FF2B5EF4-FFF2-40B4-BE49-F238E27FC236}">
                <a16:creationId xmlns:a16="http://schemas.microsoft.com/office/drawing/2014/main" id="{7D47E365-0875-46AF-BB75-E0ECA86CC56F}"/>
              </a:ext>
            </a:extLst>
          </p:cNvPr>
          <p:cNvSpPr/>
          <p:nvPr/>
        </p:nvSpPr>
        <p:spPr>
          <a:xfrm>
            <a:off x="4902199" y="2555376"/>
            <a:ext cx="2133601" cy="4302625"/>
          </a:xfrm>
          <a:custGeom>
            <a:avLst/>
            <a:gdLst>
              <a:gd name="connsiteX0" fmla="*/ 167375 w 2133601"/>
              <a:gd name="connsiteY0" fmla="*/ 79 h 4302625"/>
              <a:gd name="connsiteX1" fmla="*/ 240437 w 2133601"/>
              <a:gd name="connsiteY1" fmla="*/ 5616 h 4302625"/>
              <a:gd name="connsiteX2" fmla="*/ 603231 w 2133601"/>
              <a:gd name="connsiteY2" fmla="*/ 46899 h 4302625"/>
              <a:gd name="connsiteX3" fmla="*/ 799025 w 2133601"/>
              <a:gd name="connsiteY3" fmla="*/ 19377 h 4302625"/>
              <a:gd name="connsiteX4" fmla="*/ 1035129 w 2133601"/>
              <a:gd name="connsiteY4" fmla="*/ 43459 h 4302625"/>
              <a:gd name="connsiteX5" fmla="*/ 1363371 w 2133601"/>
              <a:gd name="connsiteY5" fmla="*/ 36578 h 4302625"/>
              <a:gd name="connsiteX6" fmla="*/ 1783751 w 2133601"/>
              <a:gd name="connsiteY6" fmla="*/ 67541 h 4302625"/>
              <a:gd name="connsiteX7" fmla="*/ 2077441 w 2133601"/>
              <a:gd name="connsiteY7" fmla="*/ 26258 h 4302625"/>
              <a:gd name="connsiteX8" fmla="*/ 2132148 w 2133601"/>
              <a:gd name="connsiteY8" fmla="*/ 35289 h 4302625"/>
              <a:gd name="connsiteX9" fmla="*/ 2133601 w 2133601"/>
              <a:gd name="connsiteY9" fmla="*/ 35727 h 4302625"/>
              <a:gd name="connsiteX10" fmla="*/ 2133601 w 2133601"/>
              <a:gd name="connsiteY10" fmla="*/ 1129610 h 4302625"/>
              <a:gd name="connsiteX11" fmla="*/ 2133601 w 2133601"/>
              <a:gd name="connsiteY11" fmla="*/ 1276610 h 4302625"/>
              <a:gd name="connsiteX12" fmla="*/ 2133601 w 2133601"/>
              <a:gd name="connsiteY12" fmla="*/ 1276611 h 4302625"/>
              <a:gd name="connsiteX13" fmla="*/ 2133601 w 2133601"/>
              <a:gd name="connsiteY13" fmla="*/ 1451283 h 4302625"/>
              <a:gd name="connsiteX14" fmla="*/ 2119191 w 2133601"/>
              <a:gd name="connsiteY14" fmla="*/ 1476860 h 4302625"/>
              <a:gd name="connsiteX15" fmla="*/ 2083200 w 2133601"/>
              <a:gd name="connsiteY15" fmla="*/ 1505564 h 4302625"/>
              <a:gd name="connsiteX16" fmla="*/ 2009777 w 2133601"/>
              <a:gd name="connsiteY16" fmla="*/ 1518896 h 4302625"/>
              <a:gd name="connsiteX17" fmla="*/ 1994121 w 2133601"/>
              <a:gd name="connsiteY17" fmla="*/ 1506048 h 4302625"/>
              <a:gd name="connsiteX18" fmla="*/ 1994121 w 2133601"/>
              <a:gd name="connsiteY18" fmla="*/ 1506049 h 4302625"/>
              <a:gd name="connsiteX19" fmla="*/ 2083200 w 2133601"/>
              <a:gd name="connsiteY19" fmla="*/ 1505565 h 4302625"/>
              <a:gd name="connsiteX20" fmla="*/ 2119191 w 2133601"/>
              <a:gd name="connsiteY20" fmla="*/ 1476861 h 4302625"/>
              <a:gd name="connsiteX21" fmla="*/ 2133601 w 2133601"/>
              <a:gd name="connsiteY21" fmla="*/ 1451284 h 4302625"/>
              <a:gd name="connsiteX22" fmla="*/ 2133601 w 2133601"/>
              <a:gd name="connsiteY22" fmla="*/ 4302625 h 4302625"/>
              <a:gd name="connsiteX23" fmla="*/ 0 w 2133601"/>
              <a:gd name="connsiteY23" fmla="*/ 4302625 h 4302625"/>
              <a:gd name="connsiteX24" fmla="*/ 0 w 2133601"/>
              <a:gd name="connsiteY24" fmla="*/ 1447394 h 4302625"/>
              <a:gd name="connsiteX25" fmla="*/ 0 w 2133601"/>
              <a:gd name="connsiteY25" fmla="*/ 1271594 h 4302625"/>
              <a:gd name="connsiteX26" fmla="*/ 0 w 2133601"/>
              <a:gd name="connsiteY26" fmla="*/ 1130361 h 4302625"/>
              <a:gd name="connsiteX27" fmla="*/ 0 w 2133601"/>
              <a:gd name="connsiteY27" fmla="*/ 18155 h 4302625"/>
              <a:gd name="connsiteX28" fmla="*/ 100791 w 2133601"/>
              <a:gd name="connsiteY28" fmla="*/ 2606 h 4302625"/>
              <a:gd name="connsiteX29" fmla="*/ 167375 w 2133601"/>
              <a:gd name="connsiteY29" fmla="*/ 79 h 430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33601" h="4302625">
                <a:moveTo>
                  <a:pt x="167375" y="79"/>
                </a:moveTo>
                <a:cubicBezTo>
                  <a:pt x="190409" y="456"/>
                  <a:pt x="214523" y="2176"/>
                  <a:pt x="240437" y="5616"/>
                </a:cubicBezTo>
                <a:cubicBezTo>
                  <a:pt x="355610" y="19377"/>
                  <a:pt x="413196" y="70981"/>
                  <a:pt x="603231" y="46899"/>
                </a:cubicBezTo>
                <a:cubicBezTo>
                  <a:pt x="666576" y="36578"/>
                  <a:pt x="729921" y="26258"/>
                  <a:pt x="799025" y="19377"/>
                </a:cubicBezTo>
                <a:cubicBezTo>
                  <a:pt x="879646" y="9056"/>
                  <a:pt x="954508" y="29698"/>
                  <a:pt x="1035129" y="43459"/>
                </a:cubicBezTo>
                <a:cubicBezTo>
                  <a:pt x="1144543" y="64100"/>
                  <a:pt x="1253957" y="57220"/>
                  <a:pt x="1363371" y="36578"/>
                </a:cubicBezTo>
                <a:cubicBezTo>
                  <a:pt x="1513095" y="5616"/>
                  <a:pt x="1634027" y="53780"/>
                  <a:pt x="1783751" y="67541"/>
                </a:cubicBezTo>
                <a:cubicBezTo>
                  <a:pt x="1904682" y="81302"/>
                  <a:pt x="1956510" y="19377"/>
                  <a:pt x="2077441" y="26258"/>
                </a:cubicBezTo>
                <a:cubicBezTo>
                  <a:pt x="2094717" y="26258"/>
                  <a:pt x="2114872" y="30558"/>
                  <a:pt x="2132148" y="35289"/>
                </a:cubicBezTo>
                <a:lnTo>
                  <a:pt x="2133601" y="35727"/>
                </a:lnTo>
                <a:lnTo>
                  <a:pt x="2133601" y="1129610"/>
                </a:lnTo>
                <a:lnTo>
                  <a:pt x="2133601" y="1276610"/>
                </a:lnTo>
                <a:lnTo>
                  <a:pt x="2133601" y="1276611"/>
                </a:lnTo>
                <a:lnTo>
                  <a:pt x="2133601" y="1451283"/>
                </a:lnTo>
                <a:lnTo>
                  <a:pt x="2119191" y="1476860"/>
                </a:lnTo>
                <a:cubicBezTo>
                  <a:pt x="2110554" y="1487718"/>
                  <a:pt x="2099036" y="1497824"/>
                  <a:pt x="2083200" y="1505564"/>
                </a:cubicBezTo>
                <a:cubicBezTo>
                  <a:pt x="2051528" y="1522766"/>
                  <a:pt x="2025614" y="1524486"/>
                  <a:pt x="2009777" y="1518896"/>
                </a:cubicBezTo>
                <a:lnTo>
                  <a:pt x="1994121" y="1506048"/>
                </a:lnTo>
                <a:lnTo>
                  <a:pt x="1994121" y="1506049"/>
                </a:lnTo>
                <a:cubicBezTo>
                  <a:pt x="2001139" y="1522337"/>
                  <a:pt x="2035691" y="1531367"/>
                  <a:pt x="2083200" y="1505565"/>
                </a:cubicBezTo>
                <a:cubicBezTo>
                  <a:pt x="2099036" y="1497825"/>
                  <a:pt x="2110554" y="1487719"/>
                  <a:pt x="2119191" y="1476861"/>
                </a:cubicBezTo>
                <a:lnTo>
                  <a:pt x="2133601" y="1451284"/>
                </a:lnTo>
                <a:lnTo>
                  <a:pt x="2133601" y="4302625"/>
                </a:lnTo>
                <a:lnTo>
                  <a:pt x="0" y="4302625"/>
                </a:lnTo>
                <a:lnTo>
                  <a:pt x="0" y="1447394"/>
                </a:lnTo>
                <a:lnTo>
                  <a:pt x="0" y="1271594"/>
                </a:lnTo>
                <a:lnTo>
                  <a:pt x="0" y="1130361"/>
                </a:lnTo>
                <a:lnTo>
                  <a:pt x="0" y="18155"/>
                </a:lnTo>
                <a:lnTo>
                  <a:pt x="100791" y="2606"/>
                </a:lnTo>
                <a:cubicBezTo>
                  <a:pt x="122386" y="671"/>
                  <a:pt x="144340" y="-297"/>
                  <a:pt x="167375" y="7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Oval 381">
            <a:extLst>
              <a:ext uri="{FF2B5EF4-FFF2-40B4-BE49-F238E27FC236}">
                <a16:creationId xmlns:a16="http://schemas.microsoft.com/office/drawing/2014/main" id="{439929AB-AB1E-8631-C263-E3039F8C0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045" y="3774023"/>
            <a:ext cx="94560" cy="92457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1" name="Freeform 382">
            <a:extLst>
              <a:ext uri="{FF2B5EF4-FFF2-40B4-BE49-F238E27FC236}">
                <a16:creationId xmlns:a16="http://schemas.microsoft.com/office/drawing/2014/main" id="{5583636D-BB1D-451D-3FAE-A9F0AD544ADC}"/>
              </a:ext>
            </a:extLst>
          </p:cNvPr>
          <p:cNvSpPr>
            <a:spLocks/>
          </p:cNvSpPr>
          <p:nvPr/>
        </p:nvSpPr>
        <p:spPr bwMode="auto">
          <a:xfrm>
            <a:off x="5735755" y="3784529"/>
            <a:ext cx="65141" cy="25216"/>
          </a:xfrm>
          <a:custGeom>
            <a:avLst/>
            <a:gdLst>
              <a:gd name="T0" fmla="*/ 9 w 19"/>
              <a:gd name="T1" fmla="*/ 4 h 7"/>
              <a:gd name="T2" fmla="*/ 17 w 19"/>
              <a:gd name="T3" fmla="*/ 6 h 7"/>
              <a:gd name="T4" fmla="*/ 18 w 19"/>
              <a:gd name="T5" fmla="*/ 5 h 7"/>
              <a:gd name="T6" fmla="*/ 9 w 19"/>
              <a:gd name="T7" fmla="*/ 0 h 7"/>
              <a:gd name="T8" fmla="*/ 0 w 19"/>
              <a:gd name="T9" fmla="*/ 5 h 7"/>
              <a:gd name="T10" fmla="*/ 2 w 19"/>
              <a:gd name="T11" fmla="*/ 6 h 7"/>
              <a:gd name="T12" fmla="*/ 9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9" y="4"/>
                </a:moveTo>
                <a:cubicBezTo>
                  <a:pt x="12" y="4"/>
                  <a:pt x="14" y="5"/>
                  <a:pt x="17" y="6"/>
                </a:cubicBezTo>
                <a:cubicBezTo>
                  <a:pt x="17" y="7"/>
                  <a:pt x="19" y="6"/>
                  <a:pt x="18" y="5"/>
                </a:cubicBezTo>
                <a:cubicBezTo>
                  <a:pt x="16" y="2"/>
                  <a:pt x="13" y="0"/>
                  <a:pt x="9" y="0"/>
                </a:cubicBezTo>
                <a:cubicBezTo>
                  <a:pt x="5" y="0"/>
                  <a:pt x="2" y="2"/>
                  <a:pt x="0" y="5"/>
                </a:cubicBezTo>
                <a:cubicBezTo>
                  <a:pt x="0" y="6"/>
                  <a:pt x="1" y="7"/>
                  <a:pt x="2" y="6"/>
                </a:cubicBezTo>
                <a:cubicBezTo>
                  <a:pt x="4" y="5"/>
                  <a:pt x="6" y="4"/>
                  <a:pt x="9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2" name="Freeform 383">
            <a:extLst>
              <a:ext uri="{FF2B5EF4-FFF2-40B4-BE49-F238E27FC236}">
                <a16:creationId xmlns:a16="http://schemas.microsoft.com/office/drawing/2014/main" id="{4CE2E94D-92CB-CAAE-4B98-6E18BC33ADC3}"/>
              </a:ext>
            </a:extLst>
          </p:cNvPr>
          <p:cNvSpPr>
            <a:spLocks/>
          </p:cNvSpPr>
          <p:nvPr/>
        </p:nvSpPr>
        <p:spPr bwMode="auto">
          <a:xfrm>
            <a:off x="5725247" y="3826555"/>
            <a:ext cx="81952" cy="33621"/>
          </a:xfrm>
          <a:custGeom>
            <a:avLst/>
            <a:gdLst>
              <a:gd name="T0" fmla="*/ 12 w 24"/>
              <a:gd name="T1" fmla="*/ 5 h 10"/>
              <a:gd name="T2" fmla="*/ 3 w 24"/>
              <a:gd name="T3" fmla="*/ 1 h 10"/>
              <a:gd name="T4" fmla="*/ 1 w 24"/>
              <a:gd name="T5" fmla="*/ 3 h 10"/>
              <a:gd name="T6" fmla="*/ 12 w 24"/>
              <a:gd name="T7" fmla="*/ 10 h 10"/>
              <a:gd name="T8" fmla="*/ 23 w 24"/>
              <a:gd name="T9" fmla="*/ 3 h 10"/>
              <a:gd name="T10" fmla="*/ 22 w 24"/>
              <a:gd name="T11" fmla="*/ 1 h 10"/>
              <a:gd name="T12" fmla="*/ 12 w 24"/>
              <a:gd name="T1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5"/>
                </a:moveTo>
                <a:cubicBezTo>
                  <a:pt x="9" y="5"/>
                  <a:pt x="5" y="4"/>
                  <a:pt x="3" y="1"/>
                </a:cubicBezTo>
                <a:cubicBezTo>
                  <a:pt x="2" y="0"/>
                  <a:pt x="0" y="2"/>
                  <a:pt x="1" y="3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3"/>
                </a:cubicBezTo>
                <a:cubicBezTo>
                  <a:pt x="24" y="2"/>
                  <a:pt x="23" y="0"/>
                  <a:pt x="22" y="1"/>
                </a:cubicBezTo>
                <a:cubicBezTo>
                  <a:pt x="19" y="4"/>
                  <a:pt x="16" y="5"/>
                  <a:pt x="12" y="5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7" name="Oval 384">
            <a:extLst>
              <a:ext uri="{FF2B5EF4-FFF2-40B4-BE49-F238E27FC236}">
                <a16:creationId xmlns:a16="http://schemas.microsoft.com/office/drawing/2014/main" id="{6D58BEB4-3331-19BE-6928-FFB149E4A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892" y="4896123"/>
            <a:ext cx="90357" cy="9245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8" name="Freeform 385">
            <a:extLst>
              <a:ext uri="{FF2B5EF4-FFF2-40B4-BE49-F238E27FC236}">
                <a16:creationId xmlns:a16="http://schemas.microsoft.com/office/drawing/2014/main" id="{4134881E-5597-A6D4-7DEF-CDB304C08792}"/>
              </a:ext>
            </a:extLst>
          </p:cNvPr>
          <p:cNvSpPr>
            <a:spLocks/>
          </p:cNvSpPr>
          <p:nvPr/>
        </p:nvSpPr>
        <p:spPr bwMode="auto">
          <a:xfrm>
            <a:off x="5649600" y="4906628"/>
            <a:ext cx="65141" cy="23115"/>
          </a:xfrm>
          <a:custGeom>
            <a:avLst/>
            <a:gdLst>
              <a:gd name="T0" fmla="*/ 9 w 19"/>
              <a:gd name="T1" fmla="*/ 4 h 7"/>
              <a:gd name="T2" fmla="*/ 16 w 19"/>
              <a:gd name="T3" fmla="*/ 6 h 7"/>
              <a:gd name="T4" fmla="*/ 18 w 19"/>
              <a:gd name="T5" fmla="*/ 5 h 7"/>
              <a:gd name="T6" fmla="*/ 9 w 19"/>
              <a:gd name="T7" fmla="*/ 0 h 7"/>
              <a:gd name="T8" fmla="*/ 0 w 19"/>
              <a:gd name="T9" fmla="*/ 5 h 7"/>
              <a:gd name="T10" fmla="*/ 2 w 19"/>
              <a:gd name="T11" fmla="*/ 6 h 7"/>
              <a:gd name="T12" fmla="*/ 9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9" y="4"/>
                </a:moveTo>
                <a:cubicBezTo>
                  <a:pt x="12" y="4"/>
                  <a:pt x="14" y="5"/>
                  <a:pt x="16" y="6"/>
                </a:cubicBezTo>
                <a:cubicBezTo>
                  <a:pt x="17" y="7"/>
                  <a:pt x="19" y="6"/>
                  <a:pt x="18" y="5"/>
                </a:cubicBezTo>
                <a:cubicBezTo>
                  <a:pt x="16" y="2"/>
                  <a:pt x="13" y="0"/>
                  <a:pt x="9" y="0"/>
                </a:cubicBezTo>
                <a:cubicBezTo>
                  <a:pt x="5" y="0"/>
                  <a:pt x="2" y="2"/>
                  <a:pt x="0" y="5"/>
                </a:cubicBezTo>
                <a:cubicBezTo>
                  <a:pt x="0" y="6"/>
                  <a:pt x="1" y="7"/>
                  <a:pt x="2" y="6"/>
                </a:cubicBezTo>
                <a:cubicBezTo>
                  <a:pt x="4" y="5"/>
                  <a:pt x="6" y="4"/>
                  <a:pt x="9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" name="Freeform 386">
            <a:extLst>
              <a:ext uri="{FF2B5EF4-FFF2-40B4-BE49-F238E27FC236}">
                <a16:creationId xmlns:a16="http://schemas.microsoft.com/office/drawing/2014/main" id="{FBD44B16-85D4-625B-4551-A99EE79C51CC}"/>
              </a:ext>
            </a:extLst>
          </p:cNvPr>
          <p:cNvSpPr>
            <a:spLocks/>
          </p:cNvSpPr>
          <p:nvPr/>
        </p:nvSpPr>
        <p:spPr bwMode="auto">
          <a:xfrm>
            <a:off x="5639094" y="4946555"/>
            <a:ext cx="81952" cy="35723"/>
          </a:xfrm>
          <a:custGeom>
            <a:avLst/>
            <a:gdLst>
              <a:gd name="T0" fmla="*/ 12 w 24"/>
              <a:gd name="T1" fmla="*/ 5 h 10"/>
              <a:gd name="T2" fmla="*/ 3 w 24"/>
              <a:gd name="T3" fmla="*/ 1 h 10"/>
              <a:gd name="T4" fmla="*/ 1 w 24"/>
              <a:gd name="T5" fmla="*/ 3 h 10"/>
              <a:gd name="T6" fmla="*/ 12 w 24"/>
              <a:gd name="T7" fmla="*/ 10 h 10"/>
              <a:gd name="T8" fmla="*/ 23 w 24"/>
              <a:gd name="T9" fmla="*/ 3 h 10"/>
              <a:gd name="T10" fmla="*/ 21 w 24"/>
              <a:gd name="T11" fmla="*/ 1 h 10"/>
              <a:gd name="T12" fmla="*/ 12 w 24"/>
              <a:gd name="T1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5"/>
                </a:moveTo>
                <a:cubicBezTo>
                  <a:pt x="8" y="5"/>
                  <a:pt x="5" y="3"/>
                  <a:pt x="3" y="1"/>
                </a:cubicBezTo>
                <a:cubicBezTo>
                  <a:pt x="2" y="0"/>
                  <a:pt x="0" y="1"/>
                  <a:pt x="1" y="3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3"/>
                </a:cubicBezTo>
                <a:cubicBezTo>
                  <a:pt x="24" y="1"/>
                  <a:pt x="22" y="0"/>
                  <a:pt x="21" y="1"/>
                </a:cubicBezTo>
                <a:cubicBezTo>
                  <a:pt x="19" y="3"/>
                  <a:pt x="16" y="5"/>
                  <a:pt x="12" y="5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4" name="Oval 387">
            <a:extLst>
              <a:ext uri="{FF2B5EF4-FFF2-40B4-BE49-F238E27FC236}">
                <a16:creationId xmlns:a16="http://schemas.microsoft.com/office/drawing/2014/main" id="{1D53B4B9-5FC6-9680-7ACB-CB5AD1B3B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600" y="5473982"/>
            <a:ext cx="69343" cy="67242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" name="Freeform 388">
            <a:extLst>
              <a:ext uri="{FF2B5EF4-FFF2-40B4-BE49-F238E27FC236}">
                <a16:creationId xmlns:a16="http://schemas.microsoft.com/office/drawing/2014/main" id="{74363CA7-9EEC-11DD-8D64-3AE873EC5F19}"/>
              </a:ext>
            </a:extLst>
          </p:cNvPr>
          <p:cNvSpPr>
            <a:spLocks/>
          </p:cNvSpPr>
          <p:nvPr/>
        </p:nvSpPr>
        <p:spPr bwMode="auto">
          <a:xfrm>
            <a:off x="5660107" y="5480288"/>
            <a:ext cx="48331" cy="16810"/>
          </a:xfrm>
          <a:custGeom>
            <a:avLst/>
            <a:gdLst>
              <a:gd name="T0" fmla="*/ 7 w 14"/>
              <a:gd name="T1" fmla="*/ 3 h 5"/>
              <a:gd name="T2" fmla="*/ 13 w 14"/>
              <a:gd name="T3" fmla="*/ 5 h 5"/>
              <a:gd name="T4" fmla="*/ 14 w 14"/>
              <a:gd name="T5" fmla="*/ 4 h 5"/>
              <a:gd name="T6" fmla="*/ 7 w 14"/>
              <a:gd name="T7" fmla="*/ 0 h 5"/>
              <a:gd name="T8" fmla="*/ 1 w 14"/>
              <a:gd name="T9" fmla="*/ 4 h 5"/>
              <a:gd name="T10" fmla="*/ 2 w 14"/>
              <a:gd name="T11" fmla="*/ 5 h 5"/>
              <a:gd name="T12" fmla="*/ 7 w 14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5">
                <a:moveTo>
                  <a:pt x="7" y="3"/>
                </a:moveTo>
                <a:cubicBezTo>
                  <a:pt x="9" y="3"/>
                  <a:pt x="11" y="4"/>
                  <a:pt x="13" y="5"/>
                </a:cubicBezTo>
                <a:cubicBezTo>
                  <a:pt x="13" y="5"/>
                  <a:pt x="14" y="4"/>
                  <a:pt x="14" y="4"/>
                </a:cubicBezTo>
                <a:cubicBezTo>
                  <a:pt x="13" y="1"/>
                  <a:pt x="10" y="0"/>
                  <a:pt x="7" y="0"/>
                </a:cubicBezTo>
                <a:cubicBezTo>
                  <a:pt x="4" y="0"/>
                  <a:pt x="2" y="1"/>
                  <a:pt x="1" y="4"/>
                </a:cubicBezTo>
                <a:cubicBezTo>
                  <a:pt x="0" y="4"/>
                  <a:pt x="1" y="5"/>
                  <a:pt x="2" y="5"/>
                </a:cubicBezTo>
                <a:cubicBezTo>
                  <a:pt x="3" y="4"/>
                  <a:pt x="5" y="3"/>
                  <a:pt x="7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6" name="Freeform 389">
            <a:extLst>
              <a:ext uri="{FF2B5EF4-FFF2-40B4-BE49-F238E27FC236}">
                <a16:creationId xmlns:a16="http://schemas.microsoft.com/office/drawing/2014/main" id="{77907146-82A2-C32D-3CE7-2B256F71391D}"/>
              </a:ext>
            </a:extLst>
          </p:cNvPr>
          <p:cNvSpPr>
            <a:spLocks/>
          </p:cNvSpPr>
          <p:nvPr/>
        </p:nvSpPr>
        <p:spPr bwMode="auto">
          <a:xfrm>
            <a:off x="5651702" y="5511806"/>
            <a:ext cx="63039" cy="27318"/>
          </a:xfrm>
          <a:custGeom>
            <a:avLst/>
            <a:gdLst>
              <a:gd name="T0" fmla="*/ 9 w 18"/>
              <a:gd name="T1" fmla="*/ 4 h 8"/>
              <a:gd name="T2" fmla="*/ 2 w 18"/>
              <a:gd name="T3" fmla="*/ 1 h 8"/>
              <a:gd name="T4" fmla="*/ 1 w 18"/>
              <a:gd name="T5" fmla="*/ 2 h 8"/>
              <a:gd name="T6" fmla="*/ 9 w 18"/>
              <a:gd name="T7" fmla="*/ 8 h 8"/>
              <a:gd name="T8" fmla="*/ 18 w 18"/>
              <a:gd name="T9" fmla="*/ 2 h 8"/>
              <a:gd name="T10" fmla="*/ 16 w 18"/>
              <a:gd name="T11" fmla="*/ 1 h 8"/>
              <a:gd name="T12" fmla="*/ 9 w 18"/>
              <a:gd name="T13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" h="8">
                <a:moveTo>
                  <a:pt x="9" y="4"/>
                </a:moveTo>
                <a:cubicBezTo>
                  <a:pt x="7" y="4"/>
                  <a:pt x="4" y="3"/>
                  <a:pt x="2" y="1"/>
                </a:cubicBezTo>
                <a:cubicBezTo>
                  <a:pt x="2" y="0"/>
                  <a:pt x="0" y="1"/>
                  <a:pt x="1" y="2"/>
                </a:cubicBezTo>
                <a:cubicBezTo>
                  <a:pt x="3" y="5"/>
                  <a:pt x="6" y="8"/>
                  <a:pt x="9" y="8"/>
                </a:cubicBezTo>
                <a:cubicBezTo>
                  <a:pt x="13" y="8"/>
                  <a:pt x="16" y="5"/>
                  <a:pt x="18" y="2"/>
                </a:cubicBezTo>
                <a:cubicBezTo>
                  <a:pt x="18" y="1"/>
                  <a:pt x="17" y="0"/>
                  <a:pt x="16" y="1"/>
                </a:cubicBezTo>
                <a:cubicBezTo>
                  <a:pt x="14" y="3"/>
                  <a:pt x="12" y="4"/>
                  <a:pt x="9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1" name="Oval 390">
            <a:extLst>
              <a:ext uri="{FF2B5EF4-FFF2-40B4-BE49-F238E27FC236}">
                <a16:creationId xmlns:a16="http://schemas.microsoft.com/office/drawing/2014/main" id="{60401640-98EC-11A3-4837-DF4B80D35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078" y="3271809"/>
            <a:ext cx="92457" cy="9035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" name="Freeform 391">
            <a:extLst>
              <a:ext uri="{FF2B5EF4-FFF2-40B4-BE49-F238E27FC236}">
                <a16:creationId xmlns:a16="http://schemas.microsoft.com/office/drawing/2014/main" id="{C2B58AE9-C087-625F-E30E-9DC0E56DE8DC}"/>
              </a:ext>
            </a:extLst>
          </p:cNvPr>
          <p:cNvSpPr>
            <a:spLocks/>
          </p:cNvSpPr>
          <p:nvPr/>
        </p:nvSpPr>
        <p:spPr bwMode="auto">
          <a:xfrm>
            <a:off x="6107686" y="3280215"/>
            <a:ext cx="65141" cy="23115"/>
          </a:xfrm>
          <a:custGeom>
            <a:avLst/>
            <a:gdLst>
              <a:gd name="T0" fmla="*/ 9 w 19"/>
              <a:gd name="T1" fmla="*/ 4 h 7"/>
              <a:gd name="T2" fmla="*/ 17 w 19"/>
              <a:gd name="T3" fmla="*/ 7 h 7"/>
              <a:gd name="T4" fmla="*/ 18 w 19"/>
              <a:gd name="T5" fmla="*/ 5 h 7"/>
              <a:gd name="T6" fmla="*/ 9 w 19"/>
              <a:gd name="T7" fmla="*/ 0 h 7"/>
              <a:gd name="T8" fmla="*/ 0 w 19"/>
              <a:gd name="T9" fmla="*/ 5 h 7"/>
              <a:gd name="T10" fmla="*/ 2 w 19"/>
              <a:gd name="T11" fmla="*/ 7 h 7"/>
              <a:gd name="T12" fmla="*/ 9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9" y="4"/>
                </a:moveTo>
                <a:cubicBezTo>
                  <a:pt x="12" y="4"/>
                  <a:pt x="14" y="5"/>
                  <a:pt x="17" y="7"/>
                </a:cubicBezTo>
                <a:cubicBezTo>
                  <a:pt x="17" y="7"/>
                  <a:pt x="19" y="6"/>
                  <a:pt x="18" y="5"/>
                </a:cubicBezTo>
                <a:cubicBezTo>
                  <a:pt x="16" y="2"/>
                  <a:pt x="13" y="0"/>
                  <a:pt x="9" y="0"/>
                </a:cubicBezTo>
                <a:cubicBezTo>
                  <a:pt x="5" y="0"/>
                  <a:pt x="2" y="2"/>
                  <a:pt x="0" y="5"/>
                </a:cubicBezTo>
                <a:cubicBezTo>
                  <a:pt x="0" y="6"/>
                  <a:pt x="1" y="7"/>
                  <a:pt x="2" y="7"/>
                </a:cubicBezTo>
                <a:cubicBezTo>
                  <a:pt x="4" y="5"/>
                  <a:pt x="6" y="4"/>
                  <a:pt x="9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" name="Freeform 392">
            <a:extLst>
              <a:ext uri="{FF2B5EF4-FFF2-40B4-BE49-F238E27FC236}">
                <a16:creationId xmlns:a16="http://schemas.microsoft.com/office/drawing/2014/main" id="{5F85DCA4-607A-F4A4-6CAB-FAB0D2CCAD00}"/>
              </a:ext>
            </a:extLst>
          </p:cNvPr>
          <p:cNvSpPr>
            <a:spLocks/>
          </p:cNvSpPr>
          <p:nvPr/>
        </p:nvSpPr>
        <p:spPr bwMode="auto">
          <a:xfrm>
            <a:off x="6097180" y="3324342"/>
            <a:ext cx="84053" cy="33621"/>
          </a:xfrm>
          <a:custGeom>
            <a:avLst/>
            <a:gdLst>
              <a:gd name="T0" fmla="*/ 12 w 24"/>
              <a:gd name="T1" fmla="*/ 4 h 10"/>
              <a:gd name="T2" fmla="*/ 3 w 24"/>
              <a:gd name="T3" fmla="*/ 1 h 10"/>
              <a:gd name="T4" fmla="*/ 1 w 24"/>
              <a:gd name="T5" fmla="*/ 2 h 10"/>
              <a:gd name="T6" fmla="*/ 12 w 24"/>
              <a:gd name="T7" fmla="*/ 10 h 10"/>
              <a:gd name="T8" fmla="*/ 23 w 24"/>
              <a:gd name="T9" fmla="*/ 2 h 10"/>
              <a:gd name="T10" fmla="*/ 21 w 24"/>
              <a:gd name="T11" fmla="*/ 1 h 10"/>
              <a:gd name="T12" fmla="*/ 12 w 24"/>
              <a:gd name="T13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4"/>
                </a:moveTo>
                <a:cubicBezTo>
                  <a:pt x="9" y="4"/>
                  <a:pt x="5" y="3"/>
                  <a:pt x="3" y="1"/>
                </a:cubicBezTo>
                <a:cubicBezTo>
                  <a:pt x="2" y="0"/>
                  <a:pt x="0" y="1"/>
                  <a:pt x="1" y="2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2"/>
                </a:cubicBezTo>
                <a:cubicBezTo>
                  <a:pt x="24" y="1"/>
                  <a:pt x="23" y="0"/>
                  <a:pt x="21" y="1"/>
                </a:cubicBezTo>
                <a:cubicBezTo>
                  <a:pt x="19" y="3"/>
                  <a:pt x="16" y="4"/>
                  <a:pt x="12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" name="Oval 393">
            <a:extLst>
              <a:ext uri="{FF2B5EF4-FFF2-40B4-BE49-F238E27FC236}">
                <a16:creationId xmlns:a16="http://schemas.microsoft.com/office/drawing/2014/main" id="{7B537809-E8C9-8B6D-D39D-E024C1415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924" y="3204568"/>
            <a:ext cx="73547" cy="7564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" name="Freeform 394">
            <a:extLst>
              <a:ext uri="{FF2B5EF4-FFF2-40B4-BE49-F238E27FC236}">
                <a16:creationId xmlns:a16="http://schemas.microsoft.com/office/drawing/2014/main" id="{00585765-0642-D765-DD79-D886E58A7C7A}"/>
              </a:ext>
            </a:extLst>
          </p:cNvPr>
          <p:cNvSpPr>
            <a:spLocks/>
          </p:cNvSpPr>
          <p:nvPr/>
        </p:nvSpPr>
        <p:spPr bwMode="auto">
          <a:xfrm>
            <a:off x="5376430" y="3210872"/>
            <a:ext cx="52533" cy="21013"/>
          </a:xfrm>
          <a:custGeom>
            <a:avLst/>
            <a:gdLst>
              <a:gd name="T0" fmla="*/ 7 w 15"/>
              <a:gd name="T1" fmla="*/ 4 h 6"/>
              <a:gd name="T2" fmla="*/ 13 w 15"/>
              <a:gd name="T3" fmla="*/ 5 h 6"/>
              <a:gd name="T4" fmla="*/ 15 w 15"/>
              <a:gd name="T5" fmla="*/ 4 h 6"/>
              <a:gd name="T6" fmla="*/ 7 w 15"/>
              <a:gd name="T7" fmla="*/ 0 h 6"/>
              <a:gd name="T8" fmla="*/ 0 w 15"/>
              <a:gd name="T9" fmla="*/ 4 h 6"/>
              <a:gd name="T10" fmla="*/ 2 w 15"/>
              <a:gd name="T11" fmla="*/ 5 h 6"/>
              <a:gd name="T12" fmla="*/ 7 w 15"/>
              <a:gd name="T13" fmla="*/ 4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" h="6">
                <a:moveTo>
                  <a:pt x="7" y="4"/>
                </a:moveTo>
                <a:cubicBezTo>
                  <a:pt x="10" y="4"/>
                  <a:pt x="12" y="4"/>
                  <a:pt x="13" y="5"/>
                </a:cubicBezTo>
                <a:cubicBezTo>
                  <a:pt x="14" y="6"/>
                  <a:pt x="15" y="5"/>
                  <a:pt x="15" y="4"/>
                </a:cubicBezTo>
                <a:cubicBezTo>
                  <a:pt x="13" y="2"/>
                  <a:pt x="10" y="0"/>
                  <a:pt x="7" y="0"/>
                </a:cubicBezTo>
                <a:cubicBezTo>
                  <a:pt x="4" y="0"/>
                  <a:pt x="2" y="2"/>
                  <a:pt x="0" y="4"/>
                </a:cubicBezTo>
                <a:cubicBezTo>
                  <a:pt x="0" y="5"/>
                  <a:pt x="1" y="6"/>
                  <a:pt x="2" y="5"/>
                </a:cubicBezTo>
                <a:cubicBezTo>
                  <a:pt x="3" y="4"/>
                  <a:pt x="5" y="4"/>
                  <a:pt x="7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" name="Freeform 395">
            <a:extLst>
              <a:ext uri="{FF2B5EF4-FFF2-40B4-BE49-F238E27FC236}">
                <a16:creationId xmlns:a16="http://schemas.microsoft.com/office/drawing/2014/main" id="{50615369-D011-24F9-8788-7BBA96388E49}"/>
              </a:ext>
            </a:extLst>
          </p:cNvPr>
          <p:cNvSpPr>
            <a:spLocks/>
          </p:cNvSpPr>
          <p:nvPr/>
        </p:nvSpPr>
        <p:spPr bwMode="auto">
          <a:xfrm>
            <a:off x="5370126" y="3244493"/>
            <a:ext cx="65141" cy="27318"/>
          </a:xfrm>
          <a:custGeom>
            <a:avLst/>
            <a:gdLst>
              <a:gd name="T0" fmla="*/ 9 w 19"/>
              <a:gd name="T1" fmla="*/ 4 h 8"/>
              <a:gd name="T2" fmla="*/ 2 w 19"/>
              <a:gd name="T3" fmla="*/ 1 h 8"/>
              <a:gd name="T4" fmla="*/ 1 w 19"/>
              <a:gd name="T5" fmla="*/ 2 h 8"/>
              <a:gd name="T6" fmla="*/ 9 w 19"/>
              <a:gd name="T7" fmla="*/ 8 h 8"/>
              <a:gd name="T8" fmla="*/ 18 w 19"/>
              <a:gd name="T9" fmla="*/ 2 h 8"/>
              <a:gd name="T10" fmla="*/ 17 w 19"/>
              <a:gd name="T11" fmla="*/ 1 h 8"/>
              <a:gd name="T12" fmla="*/ 9 w 19"/>
              <a:gd name="T13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8">
                <a:moveTo>
                  <a:pt x="9" y="4"/>
                </a:moveTo>
                <a:cubicBezTo>
                  <a:pt x="7" y="4"/>
                  <a:pt x="4" y="3"/>
                  <a:pt x="2" y="1"/>
                </a:cubicBezTo>
                <a:cubicBezTo>
                  <a:pt x="1" y="0"/>
                  <a:pt x="0" y="1"/>
                  <a:pt x="1" y="2"/>
                </a:cubicBezTo>
                <a:cubicBezTo>
                  <a:pt x="2" y="6"/>
                  <a:pt x="6" y="8"/>
                  <a:pt x="9" y="8"/>
                </a:cubicBezTo>
                <a:cubicBezTo>
                  <a:pt x="13" y="8"/>
                  <a:pt x="17" y="6"/>
                  <a:pt x="18" y="2"/>
                </a:cubicBezTo>
                <a:cubicBezTo>
                  <a:pt x="19" y="1"/>
                  <a:pt x="18" y="0"/>
                  <a:pt x="17" y="1"/>
                </a:cubicBezTo>
                <a:cubicBezTo>
                  <a:pt x="15" y="3"/>
                  <a:pt x="12" y="4"/>
                  <a:pt x="9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5" name="Oval 396">
            <a:extLst>
              <a:ext uri="{FF2B5EF4-FFF2-40B4-BE49-F238E27FC236}">
                <a16:creationId xmlns:a16="http://schemas.microsoft.com/office/drawing/2014/main" id="{F6CFEFD3-3006-30CC-1267-7B24FC528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9619" y="2687645"/>
            <a:ext cx="90357" cy="9245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" name="Freeform 397">
            <a:extLst>
              <a:ext uri="{FF2B5EF4-FFF2-40B4-BE49-F238E27FC236}">
                <a16:creationId xmlns:a16="http://schemas.microsoft.com/office/drawing/2014/main" id="{71074B47-B375-E1DB-0E8B-2FF217E1603A}"/>
              </a:ext>
            </a:extLst>
          </p:cNvPr>
          <p:cNvSpPr>
            <a:spLocks/>
          </p:cNvSpPr>
          <p:nvPr/>
        </p:nvSpPr>
        <p:spPr bwMode="auto">
          <a:xfrm>
            <a:off x="6490125" y="2698152"/>
            <a:ext cx="69343" cy="23115"/>
          </a:xfrm>
          <a:custGeom>
            <a:avLst/>
            <a:gdLst>
              <a:gd name="T0" fmla="*/ 10 w 20"/>
              <a:gd name="T1" fmla="*/ 4 h 7"/>
              <a:gd name="T2" fmla="*/ 17 w 20"/>
              <a:gd name="T3" fmla="*/ 6 h 7"/>
              <a:gd name="T4" fmla="*/ 19 w 20"/>
              <a:gd name="T5" fmla="*/ 5 h 7"/>
              <a:gd name="T6" fmla="*/ 10 w 20"/>
              <a:gd name="T7" fmla="*/ 0 h 7"/>
              <a:gd name="T8" fmla="*/ 1 w 20"/>
              <a:gd name="T9" fmla="*/ 5 h 7"/>
              <a:gd name="T10" fmla="*/ 3 w 20"/>
              <a:gd name="T11" fmla="*/ 6 h 7"/>
              <a:gd name="T12" fmla="*/ 10 w 20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" h="7">
                <a:moveTo>
                  <a:pt x="10" y="4"/>
                </a:moveTo>
                <a:cubicBezTo>
                  <a:pt x="13" y="4"/>
                  <a:pt x="15" y="5"/>
                  <a:pt x="17" y="6"/>
                </a:cubicBezTo>
                <a:cubicBezTo>
                  <a:pt x="18" y="7"/>
                  <a:pt x="20" y="6"/>
                  <a:pt x="19" y="5"/>
                </a:cubicBezTo>
                <a:cubicBezTo>
                  <a:pt x="17" y="2"/>
                  <a:pt x="14" y="0"/>
                  <a:pt x="10" y="0"/>
                </a:cubicBezTo>
                <a:cubicBezTo>
                  <a:pt x="6" y="0"/>
                  <a:pt x="3" y="2"/>
                  <a:pt x="1" y="5"/>
                </a:cubicBezTo>
                <a:cubicBezTo>
                  <a:pt x="0" y="6"/>
                  <a:pt x="2" y="7"/>
                  <a:pt x="3" y="6"/>
                </a:cubicBezTo>
                <a:cubicBezTo>
                  <a:pt x="5" y="5"/>
                  <a:pt x="7" y="4"/>
                  <a:pt x="10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" name="Freeform 398">
            <a:extLst>
              <a:ext uri="{FF2B5EF4-FFF2-40B4-BE49-F238E27FC236}">
                <a16:creationId xmlns:a16="http://schemas.microsoft.com/office/drawing/2014/main" id="{449640B9-7A76-70B3-2EE9-04E28F2291E9}"/>
              </a:ext>
            </a:extLst>
          </p:cNvPr>
          <p:cNvSpPr>
            <a:spLocks/>
          </p:cNvSpPr>
          <p:nvPr/>
        </p:nvSpPr>
        <p:spPr bwMode="auto">
          <a:xfrm>
            <a:off x="6483821" y="2740178"/>
            <a:ext cx="84053" cy="33621"/>
          </a:xfrm>
          <a:custGeom>
            <a:avLst/>
            <a:gdLst>
              <a:gd name="T0" fmla="*/ 12 w 24"/>
              <a:gd name="T1" fmla="*/ 5 h 10"/>
              <a:gd name="T2" fmla="*/ 3 w 24"/>
              <a:gd name="T3" fmla="*/ 1 h 10"/>
              <a:gd name="T4" fmla="*/ 1 w 24"/>
              <a:gd name="T5" fmla="*/ 3 h 10"/>
              <a:gd name="T6" fmla="*/ 12 w 24"/>
              <a:gd name="T7" fmla="*/ 10 h 10"/>
              <a:gd name="T8" fmla="*/ 23 w 24"/>
              <a:gd name="T9" fmla="*/ 3 h 10"/>
              <a:gd name="T10" fmla="*/ 21 w 24"/>
              <a:gd name="T11" fmla="*/ 1 h 10"/>
              <a:gd name="T12" fmla="*/ 12 w 24"/>
              <a:gd name="T1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5"/>
                </a:moveTo>
                <a:cubicBezTo>
                  <a:pt x="8" y="5"/>
                  <a:pt x="5" y="3"/>
                  <a:pt x="3" y="1"/>
                </a:cubicBezTo>
                <a:cubicBezTo>
                  <a:pt x="2" y="0"/>
                  <a:pt x="0" y="2"/>
                  <a:pt x="1" y="3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3"/>
                </a:cubicBezTo>
                <a:cubicBezTo>
                  <a:pt x="24" y="2"/>
                  <a:pt x="22" y="0"/>
                  <a:pt x="21" y="1"/>
                </a:cubicBezTo>
                <a:cubicBezTo>
                  <a:pt x="19" y="3"/>
                  <a:pt x="16" y="5"/>
                  <a:pt x="12" y="5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" name="Oval 399">
            <a:extLst>
              <a:ext uri="{FF2B5EF4-FFF2-40B4-BE49-F238E27FC236}">
                <a16:creationId xmlns:a16="http://schemas.microsoft.com/office/drawing/2014/main" id="{68FB453E-5725-8638-EA78-2CABD3ED4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912" y="2859952"/>
            <a:ext cx="92457" cy="9245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" name="Freeform 400">
            <a:extLst>
              <a:ext uri="{FF2B5EF4-FFF2-40B4-BE49-F238E27FC236}">
                <a16:creationId xmlns:a16="http://schemas.microsoft.com/office/drawing/2014/main" id="{C6DE5BBD-A414-5427-C452-E7942510C5B3}"/>
              </a:ext>
            </a:extLst>
          </p:cNvPr>
          <p:cNvSpPr>
            <a:spLocks/>
          </p:cNvSpPr>
          <p:nvPr/>
        </p:nvSpPr>
        <p:spPr bwMode="auto">
          <a:xfrm>
            <a:off x="6000520" y="2870459"/>
            <a:ext cx="65141" cy="23115"/>
          </a:xfrm>
          <a:custGeom>
            <a:avLst/>
            <a:gdLst>
              <a:gd name="T0" fmla="*/ 10 w 19"/>
              <a:gd name="T1" fmla="*/ 4 h 7"/>
              <a:gd name="T2" fmla="*/ 17 w 19"/>
              <a:gd name="T3" fmla="*/ 6 h 7"/>
              <a:gd name="T4" fmla="*/ 19 w 19"/>
              <a:gd name="T5" fmla="*/ 5 h 7"/>
              <a:gd name="T6" fmla="*/ 10 w 19"/>
              <a:gd name="T7" fmla="*/ 0 h 7"/>
              <a:gd name="T8" fmla="*/ 1 w 19"/>
              <a:gd name="T9" fmla="*/ 5 h 7"/>
              <a:gd name="T10" fmla="*/ 2 w 19"/>
              <a:gd name="T11" fmla="*/ 6 h 7"/>
              <a:gd name="T12" fmla="*/ 10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10" y="4"/>
                </a:moveTo>
                <a:cubicBezTo>
                  <a:pt x="13" y="4"/>
                  <a:pt x="15" y="5"/>
                  <a:pt x="17" y="6"/>
                </a:cubicBezTo>
                <a:cubicBezTo>
                  <a:pt x="18" y="7"/>
                  <a:pt x="19" y="6"/>
                  <a:pt x="19" y="5"/>
                </a:cubicBezTo>
                <a:cubicBezTo>
                  <a:pt x="17" y="2"/>
                  <a:pt x="14" y="0"/>
                  <a:pt x="10" y="0"/>
                </a:cubicBezTo>
                <a:cubicBezTo>
                  <a:pt x="6" y="0"/>
                  <a:pt x="3" y="2"/>
                  <a:pt x="1" y="5"/>
                </a:cubicBezTo>
                <a:cubicBezTo>
                  <a:pt x="0" y="6"/>
                  <a:pt x="1" y="7"/>
                  <a:pt x="2" y="6"/>
                </a:cubicBezTo>
                <a:cubicBezTo>
                  <a:pt x="5" y="5"/>
                  <a:pt x="7" y="4"/>
                  <a:pt x="10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4" name="Freeform 401">
            <a:extLst>
              <a:ext uri="{FF2B5EF4-FFF2-40B4-BE49-F238E27FC236}">
                <a16:creationId xmlns:a16="http://schemas.microsoft.com/office/drawing/2014/main" id="{5F75FDAE-0648-7CBD-B063-F11507B885EB}"/>
              </a:ext>
            </a:extLst>
          </p:cNvPr>
          <p:cNvSpPr>
            <a:spLocks/>
          </p:cNvSpPr>
          <p:nvPr/>
        </p:nvSpPr>
        <p:spPr bwMode="auto">
          <a:xfrm>
            <a:off x="5994216" y="2910383"/>
            <a:ext cx="81952" cy="35723"/>
          </a:xfrm>
          <a:custGeom>
            <a:avLst/>
            <a:gdLst>
              <a:gd name="T0" fmla="*/ 12 w 24"/>
              <a:gd name="T1" fmla="*/ 5 h 10"/>
              <a:gd name="T2" fmla="*/ 2 w 24"/>
              <a:gd name="T3" fmla="*/ 1 h 10"/>
              <a:gd name="T4" fmla="*/ 1 w 24"/>
              <a:gd name="T5" fmla="*/ 3 h 10"/>
              <a:gd name="T6" fmla="*/ 12 w 24"/>
              <a:gd name="T7" fmla="*/ 10 h 10"/>
              <a:gd name="T8" fmla="*/ 23 w 24"/>
              <a:gd name="T9" fmla="*/ 3 h 10"/>
              <a:gd name="T10" fmla="*/ 21 w 24"/>
              <a:gd name="T11" fmla="*/ 1 h 10"/>
              <a:gd name="T12" fmla="*/ 12 w 24"/>
              <a:gd name="T1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5"/>
                </a:moveTo>
                <a:cubicBezTo>
                  <a:pt x="8" y="5"/>
                  <a:pt x="5" y="4"/>
                  <a:pt x="2" y="1"/>
                </a:cubicBezTo>
                <a:cubicBezTo>
                  <a:pt x="1" y="0"/>
                  <a:pt x="0" y="2"/>
                  <a:pt x="1" y="3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3"/>
                </a:cubicBezTo>
                <a:cubicBezTo>
                  <a:pt x="24" y="2"/>
                  <a:pt x="22" y="0"/>
                  <a:pt x="21" y="1"/>
                </a:cubicBezTo>
                <a:cubicBezTo>
                  <a:pt x="19" y="4"/>
                  <a:pt x="15" y="5"/>
                  <a:pt x="12" y="5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" name="Oval 402">
            <a:extLst>
              <a:ext uri="{FF2B5EF4-FFF2-40B4-BE49-F238E27FC236}">
                <a16:creationId xmlns:a16="http://schemas.microsoft.com/office/drawing/2014/main" id="{FF225275-8414-26AE-A443-3F28CDDD3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8964" y="2756988"/>
            <a:ext cx="92457" cy="9245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" name="Freeform 403">
            <a:extLst>
              <a:ext uri="{FF2B5EF4-FFF2-40B4-BE49-F238E27FC236}">
                <a16:creationId xmlns:a16="http://schemas.microsoft.com/office/drawing/2014/main" id="{738934D9-BFA9-F51B-5960-ADCC32AAE193}"/>
              </a:ext>
            </a:extLst>
          </p:cNvPr>
          <p:cNvSpPr>
            <a:spLocks/>
          </p:cNvSpPr>
          <p:nvPr/>
        </p:nvSpPr>
        <p:spPr bwMode="auto">
          <a:xfrm>
            <a:off x="5441571" y="2767494"/>
            <a:ext cx="65141" cy="23115"/>
          </a:xfrm>
          <a:custGeom>
            <a:avLst/>
            <a:gdLst>
              <a:gd name="T0" fmla="*/ 10 w 19"/>
              <a:gd name="T1" fmla="*/ 4 h 7"/>
              <a:gd name="T2" fmla="*/ 17 w 19"/>
              <a:gd name="T3" fmla="*/ 6 h 7"/>
              <a:gd name="T4" fmla="*/ 19 w 19"/>
              <a:gd name="T5" fmla="*/ 5 h 7"/>
              <a:gd name="T6" fmla="*/ 10 w 19"/>
              <a:gd name="T7" fmla="*/ 0 h 7"/>
              <a:gd name="T8" fmla="*/ 1 w 19"/>
              <a:gd name="T9" fmla="*/ 5 h 7"/>
              <a:gd name="T10" fmla="*/ 2 w 19"/>
              <a:gd name="T11" fmla="*/ 6 h 7"/>
              <a:gd name="T12" fmla="*/ 10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10" y="4"/>
                </a:moveTo>
                <a:cubicBezTo>
                  <a:pt x="13" y="4"/>
                  <a:pt x="15" y="4"/>
                  <a:pt x="17" y="6"/>
                </a:cubicBezTo>
                <a:cubicBezTo>
                  <a:pt x="18" y="7"/>
                  <a:pt x="19" y="6"/>
                  <a:pt x="19" y="5"/>
                </a:cubicBezTo>
                <a:cubicBezTo>
                  <a:pt x="17" y="2"/>
                  <a:pt x="14" y="0"/>
                  <a:pt x="10" y="0"/>
                </a:cubicBezTo>
                <a:cubicBezTo>
                  <a:pt x="6" y="0"/>
                  <a:pt x="3" y="2"/>
                  <a:pt x="1" y="5"/>
                </a:cubicBezTo>
                <a:cubicBezTo>
                  <a:pt x="0" y="6"/>
                  <a:pt x="1" y="7"/>
                  <a:pt x="2" y="6"/>
                </a:cubicBezTo>
                <a:cubicBezTo>
                  <a:pt x="4" y="4"/>
                  <a:pt x="7" y="4"/>
                  <a:pt x="10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1" name="Freeform 404">
            <a:extLst>
              <a:ext uri="{FF2B5EF4-FFF2-40B4-BE49-F238E27FC236}">
                <a16:creationId xmlns:a16="http://schemas.microsoft.com/office/drawing/2014/main" id="{A65E80A3-877F-779C-A532-41A1CCB09750}"/>
              </a:ext>
            </a:extLst>
          </p:cNvPr>
          <p:cNvSpPr>
            <a:spLocks/>
          </p:cNvSpPr>
          <p:nvPr/>
        </p:nvSpPr>
        <p:spPr bwMode="auto">
          <a:xfrm>
            <a:off x="5435266" y="2807420"/>
            <a:ext cx="81952" cy="35723"/>
          </a:xfrm>
          <a:custGeom>
            <a:avLst/>
            <a:gdLst>
              <a:gd name="T0" fmla="*/ 12 w 24"/>
              <a:gd name="T1" fmla="*/ 4 h 10"/>
              <a:gd name="T2" fmla="*/ 2 w 24"/>
              <a:gd name="T3" fmla="*/ 1 h 10"/>
              <a:gd name="T4" fmla="*/ 1 w 24"/>
              <a:gd name="T5" fmla="*/ 3 h 10"/>
              <a:gd name="T6" fmla="*/ 12 w 24"/>
              <a:gd name="T7" fmla="*/ 10 h 10"/>
              <a:gd name="T8" fmla="*/ 23 w 24"/>
              <a:gd name="T9" fmla="*/ 3 h 10"/>
              <a:gd name="T10" fmla="*/ 21 w 24"/>
              <a:gd name="T11" fmla="*/ 1 h 10"/>
              <a:gd name="T12" fmla="*/ 12 w 24"/>
              <a:gd name="T13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4"/>
                </a:moveTo>
                <a:cubicBezTo>
                  <a:pt x="8" y="4"/>
                  <a:pt x="5" y="3"/>
                  <a:pt x="2" y="1"/>
                </a:cubicBezTo>
                <a:cubicBezTo>
                  <a:pt x="1" y="0"/>
                  <a:pt x="0" y="1"/>
                  <a:pt x="1" y="3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3"/>
                </a:cubicBezTo>
                <a:cubicBezTo>
                  <a:pt x="24" y="1"/>
                  <a:pt x="22" y="0"/>
                  <a:pt x="21" y="1"/>
                </a:cubicBezTo>
                <a:cubicBezTo>
                  <a:pt x="19" y="3"/>
                  <a:pt x="15" y="4"/>
                  <a:pt x="12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" name="Oval 405">
            <a:extLst>
              <a:ext uri="{FF2B5EF4-FFF2-40B4-BE49-F238E27FC236}">
                <a16:creationId xmlns:a16="http://schemas.microsoft.com/office/drawing/2014/main" id="{A7437A6A-3475-132B-372A-469F88CE0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8043" y="4572521"/>
            <a:ext cx="92457" cy="9245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7" name="Freeform 406">
            <a:extLst>
              <a:ext uri="{FF2B5EF4-FFF2-40B4-BE49-F238E27FC236}">
                <a16:creationId xmlns:a16="http://schemas.microsoft.com/office/drawing/2014/main" id="{6D0A503A-5C32-E6BF-F08D-3B5AD46B15EA}"/>
              </a:ext>
            </a:extLst>
          </p:cNvPr>
          <p:cNvSpPr>
            <a:spLocks/>
          </p:cNvSpPr>
          <p:nvPr/>
        </p:nvSpPr>
        <p:spPr bwMode="auto">
          <a:xfrm>
            <a:off x="6210651" y="4583027"/>
            <a:ext cx="67242" cy="23115"/>
          </a:xfrm>
          <a:custGeom>
            <a:avLst/>
            <a:gdLst>
              <a:gd name="T0" fmla="*/ 10 w 19"/>
              <a:gd name="T1" fmla="*/ 4 h 7"/>
              <a:gd name="T2" fmla="*/ 17 w 19"/>
              <a:gd name="T3" fmla="*/ 6 h 7"/>
              <a:gd name="T4" fmla="*/ 19 w 19"/>
              <a:gd name="T5" fmla="*/ 5 h 7"/>
              <a:gd name="T6" fmla="*/ 10 w 19"/>
              <a:gd name="T7" fmla="*/ 0 h 7"/>
              <a:gd name="T8" fmla="*/ 1 w 19"/>
              <a:gd name="T9" fmla="*/ 5 h 7"/>
              <a:gd name="T10" fmla="*/ 2 w 19"/>
              <a:gd name="T11" fmla="*/ 6 h 7"/>
              <a:gd name="T12" fmla="*/ 10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10" y="4"/>
                </a:moveTo>
                <a:cubicBezTo>
                  <a:pt x="13" y="4"/>
                  <a:pt x="15" y="4"/>
                  <a:pt x="17" y="6"/>
                </a:cubicBezTo>
                <a:cubicBezTo>
                  <a:pt x="18" y="7"/>
                  <a:pt x="19" y="5"/>
                  <a:pt x="19" y="5"/>
                </a:cubicBezTo>
                <a:cubicBezTo>
                  <a:pt x="17" y="2"/>
                  <a:pt x="14" y="0"/>
                  <a:pt x="10" y="0"/>
                </a:cubicBezTo>
                <a:cubicBezTo>
                  <a:pt x="6" y="0"/>
                  <a:pt x="3" y="2"/>
                  <a:pt x="1" y="5"/>
                </a:cubicBezTo>
                <a:cubicBezTo>
                  <a:pt x="0" y="5"/>
                  <a:pt x="2" y="7"/>
                  <a:pt x="2" y="6"/>
                </a:cubicBezTo>
                <a:cubicBezTo>
                  <a:pt x="5" y="4"/>
                  <a:pt x="7" y="4"/>
                  <a:pt x="10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" name="Freeform 407">
            <a:extLst>
              <a:ext uri="{FF2B5EF4-FFF2-40B4-BE49-F238E27FC236}">
                <a16:creationId xmlns:a16="http://schemas.microsoft.com/office/drawing/2014/main" id="{4FF3E984-ACB4-A8AD-F796-68E5DBB69BB8}"/>
              </a:ext>
            </a:extLst>
          </p:cNvPr>
          <p:cNvSpPr>
            <a:spLocks/>
          </p:cNvSpPr>
          <p:nvPr/>
        </p:nvSpPr>
        <p:spPr bwMode="auto">
          <a:xfrm>
            <a:off x="6204346" y="4622953"/>
            <a:ext cx="84053" cy="35723"/>
          </a:xfrm>
          <a:custGeom>
            <a:avLst/>
            <a:gdLst>
              <a:gd name="T0" fmla="*/ 12 w 24"/>
              <a:gd name="T1" fmla="*/ 4 h 10"/>
              <a:gd name="T2" fmla="*/ 2 w 24"/>
              <a:gd name="T3" fmla="*/ 1 h 10"/>
              <a:gd name="T4" fmla="*/ 1 w 24"/>
              <a:gd name="T5" fmla="*/ 3 h 10"/>
              <a:gd name="T6" fmla="*/ 12 w 24"/>
              <a:gd name="T7" fmla="*/ 10 h 10"/>
              <a:gd name="T8" fmla="*/ 23 w 24"/>
              <a:gd name="T9" fmla="*/ 3 h 10"/>
              <a:gd name="T10" fmla="*/ 21 w 24"/>
              <a:gd name="T11" fmla="*/ 1 h 10"/>
              <a:gd name="T12" fmla="*/ 12 w 24"/>
              <a:gd name="T13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4"/>
                </a:moveTo>
                <a:cubicBezTo>
                  <a:pt x="8" y="4"/>
                  <a:pt x="5" y="3"/>
                  <a:pt x="2" y="1"/>
                </a:cubicBezTo>
                <a:cubicBezTo>
                  <a:pt x="1" y="0"/>
                  <a:pt x="0" y="1"/>
                  <a:pt x="1" y="3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3"/>
                </a:cubicBezTo>
                <a:cubicBezTo>
                  <a:pt x="24" y="1"/>
                  <a:pt x="22" y="0"/>
                  <a:pt x="21" y="1"/>
                </a:cubicBezTo>
                <a:cubicBezTo>
                  <a:pt x="19" y="3"/>
                  <a:pt x="15" y="4"/>
                  <a:pt x="12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" name="Oval 408">
            <a:extLst>
              <a:ext uri="{FF2B5EF4-FFF2-40B4-BE49-F238E27FC236}">
                <a16:creationId xmlns:a16="http://schemas.microsoft.com/office/drawing/2014/main" id="{7CD91072-E6DF-97B1-6AAB-6D5A56027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056" y="5295372"/>
            <a:ext cx="92457" cy="92457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4" name="Freeform 409">
            <a:extLst>
              <a:ext uri="{FF2B5EF4-FFF2-40B4-BE49-F238E27FC236}">
                <a16:creationId xmlns:a16="http://schemas.microsoft.com/office/drawing/2014/main" id="{86FED579-0370-F5E3-0C39-C36760BF1E09}"/>
              </a:ext>
            </a:extLst>
          </p:cNvPr>
          <p:cNvSpPr>
            <a:spLocks/>
          </p:cNvSpPr>
          <p:nvPr/>
        </p:nvSpPr>
        <p:spPr bwMode="auto">
          <a:xfrm>
            <a:off x="6231664" y="5303777"/>
            <a:ext cx="65141" cy="25216"/>
          </a:xfrm>
          <a:custGeom>
            <a:avLst/>
            <a:gdLst>
              <a:gd name="T0" fmla="*/ 10 w 19"/>
              <a:gd name="T1" fmla="*/ 4 h 7"/>
              <a:gd name="T2" fmla="*/ 17 w 19"/>
              <a:gd name="T3" fmla="*/ 7 h 7"/>
              <a:gd name="T4" fmla="*/ 19 w 19"/>
              <a:gd name="T5" fmla="*/ 5 h 7"/>
              <a:gd name="T6" fmla="*/ 10 w 19"/>
              <a:gd name="T7" fmla="*/ 0 h 7"/>
              <a:gd name="T8" fmla="*/ 1 w 19"/>
              <a:gd name="T9" fmla="*/ 5 h 7"/>
              <a:gd name="T10" fmla="*/ 2 w 19"/>
              <a:gd name="T11" fmla="*/ 7 h 7"/>
              <a:gd name="T12" fmla="*/ 10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10" y="4"/>
                </a:moveTo>
                <a:cubicBezTo>
                  <a:pt x="13" y="4"/>
                  <a:pt x="15" y="5"/>
                  <a:pt x="17" y="7"/>
                </a:cubicBezTo>
                <a:cubicBezTo>
                  <a:pt x="18" y="7"/>
                  <a:pt x="19" y="6"/>
                  <a:pt x="19" y="5"/>
                </a:cubicBezTo>
                <a:cubicBezTo>
                  <a:pt x="17" y="2"/>
                  <a:pt x="14" y="0"/>
                  <a:pt x="10" y="0"/>
                </a:cubicBezTo>
                <a:cubicBezTo>
                  <a:pt x="6" y="0"/>
                  <a:pt x="3" y="2"/>
                  <a:pt x="1" y="5"/>
                </a:cubicBezTo>
                <a:cubicBezTo>
                  <a:pt x="0" y="6"/>
                  <a:pt x="1" y="7"/>
                  <a:pt x="2" y="7"/>
                </a:cubicBezTo>
                <a:cubicBezTo>
                  <a:pt x="4" y="5"/>
                  <a:pt x="7" y="4"/>
                  <a:pt x="10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" name="Freeform 410">
            <a:extLst>
              <a:ext uri="{FF2B5EF4-FFF2-40B4-BE49-F238E27FC236}">
                <a16:creationId xmlns:a16="http://schemas.microsoft.com/office/drawing/2014/main" id="{02C286B2-8494-E844-4875-FDB3CFF7F908}"/>
              </a:ext>
            </a:extLst>
          </p:cNvPr>
          <p:cNvSpPr>
            <a:spLocks/>
          </p:cNvSpPr>
          <p:nvPr/>
        </p:nvSpPr>
        <p:spPr bwMode="auto">
          <a:xfrm>
            <a:off x="6225360" y="5350007"/>
            <a:ext cx="81952" cy="33621"/>
          </a:xfrm>
          <a:custGeom>
            <a:avLst/>
            <a:gdLst>
              <a:gd name="T0" fmla="*/ 12 w 24"/>
              <a:gd name="T1" fmla="*/ 4 h 10"/>
              <a:gd name="T2" fmla="*/ 2 w 24"/>
              <a:gd name="T3" fmla="*/ 1 h 10"/>
              <a:gd name="T4" fmla="*/ 1 w 24"/>
              <a:gd name="T5" fmla="*/ 2 h 10"/>
              <a:gd name="T6" fmla="*/ 12 w 24"/>
              <a:gd name="T7" fmla="*/ 10 h 10"/>
              <a:gd name="T8" fmla="*/ 23 w 24"/>
              <a:gd name="T9" fmla="*/ 2 h 10"/>
              <a:gd name="T10" fmla="*/ 21 w 24"/>
              <a:gd name="T11" fmla="*/ 1 h 10"/>
              <a:gd name="T12" fmla="*/ 12 w 24"/>
              <a:gd name="T13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4"/>
                </a:moveTo>
                <a:cubicBezTo>
                  <a:pt x="8" y="4"/>
                  <a:pt x="5" y="3"/>
                  <a:pt x="2" y="1"/>
                </a:cubicBezTo>
                <a:cubicBezTo>
                  <a:pt x="1" y="0"/>
                  <a:pt x="0" y="1"/>
                  <a:pt x="1" y="2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2"/>
                </a:cubicBezTo>
                <a:cubicBezTo>
                  <a:pt x="24" y="1"/>
                  <a:pt x="22" y="0"/>
                  <a:pt x="21" y="1"/>
                </a:cubicBezTo>
                <a:cubicBezTo>
                  <a:pt x="19" y="3"/>
                  <a:pt x="15" y="4"/>
                  <a:pt x="12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" name="Oval 411">
            <a:extLst>
              <a:ext uri="{FF2B5EF4-FFF2-40B4-BE49-F238E27FC236}">
                <a16:creationId xmlns:a16="http://schemas.microsoft.com/office/drawing/2014/main" id="{14BFF277-D4CB-5260-F25C-5FF914061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664" y="3809745"/>
            <a:ext cx="94560" cy="92457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" name="Freeform 412">
            <a:extLst>
              <a:ext uri="{FF2B5EF4-FFF2-40B4-BE49-F238E27FC236}">
                <a16:creationId xmlns:a16="http://schemas.microsoft.com/office/drawing/2014/main" id="{1D90349C-F019-DB04-5271-624BDBF24529}"/>
              </a:ext>
            </a:extLst>
          </p:cNvPr>
          <p:cNvSpPr>
            <a:spLocks/>
          </p:cNvSpPr>
          <p:nvPr/>
        </p:nvSpPr>
        <p:spPr bwMode="auto">
          <a:xfrm>
            <a:off x="6246372" y="3818150"/>
            <a:ext cx="65141" cy="25216"/>
          </a:xfrm>
          <a:custGeom>
            <a:avLst/>
            <a:gdLst>
              <a:gd name="T0" fmla="*/ 10 w 19"/>
              <a:gd name="T1" fmla="*/ 4 h 7"/>
              <a:gd name="T2" fmla="*/ 17 w 19"/>
              <a:gd name="T3" fmla="*/ 6 h 7"/>
              <a:gd name="T4" fmla="*/ 19 w 19"/>
              <a:gd name="T5" fmla="*/ 5 h 7"/>
              <a:gd name="T6" fmla="*/ 10 w 19"/>
              <a:gd name="T7" fmla="*/ 0 h 7"/>
              <a:gd name="T8" fmla="*/ 1 w 19"/>
              <a:gd name="T9" fmla="*/ 5 h 7"/>
              <a:gd name="T10" fmla="*/ 2 w 19"/>
              <a:gd name="T11" fmla="*/ 6 h 7"/>
              <a:gd name="T12" fmla="*/ 10 w 19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7">
                <a:moveTo>
                  <a:pt x="10" y="4"/>
                </a:moveTo>
                <a:cubicBezTo>
                  <a:pt x="13" y="4"/>
                  <a:pt x="15" y="4"/>
                  <a:pt x="17" y="6"/>
                </a:cubicBezTo>
                <a:cubicBezTo>
                  <a:pt x="18" y="7"/>
                  <a:pt x="19" y="6"/>
                  <a:pt x="19" y="5"/>
                </a:cubicBezTo>
                <a:cubicBezTo>
                  <a:pt x="17" y="2"/>
                  <a:pt x="14" y="0"/>
                  <a:pt x="10" y="0"/>
                </a:cubicBezTo>
                <a:cubicBezTo>
                  <a:pt x="6" y="0"/>
                  <a:pt x="3" y="2"/>
                  <a:pt x="1" y="5"/>
                </a:cubicBezTo>
                <a:cubicBezTo>
                  <a:pt x="0" y="6"/>
                  <a:pt x="2" y="7"/>
                  <a:pt x="2" y="6"/>
                </a:cubicBezTo>
                <a:cubicBezTo>
                  <a:pt x="5" y="4"/>
                  <a:pt x="7" y="4"/>
                  <a:pt x="10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" name="Freeform 413">
            <a:extLst>
              <a:ext uri="{FF2B5EF4-FFF2-40B4-BE49-F238E27FC236}">
                <a16:creationId xmlns:a16="http://schemas.microsoft.com/office/drawing/2014/main" id="{00EEE68E-D905-4B77-E41F-274DFF11A180}"/>
              </a:ext>
            </a:extLst>
          </p:cNvPr>
          <p:cNvSpPr>
            <a:spLocks/>
          </p:cNvSpPr>
          <p:nvPr/>
        </p:nvSpPr>
        <p:spPr bwMode="auto">
          <a:xfrm>
            <a:off x="6240069" y="3860177"/>
            <a:ext cx="81952" cy="33621"/>
          </a:xfrm>
          <a:custGeom>
            <a:avLst/>
            <a:gdLst>
              <a:gd name="T0" fmla="*/ 12 w 24"/>
              <a:gd name="T1" fmla="*/ 4 h 10"/>
              <a:gd name="T2" fmla="*/ 2 w 24"/>
              <a:gd name="T3" fmla="*/ 1 h 10"/>
              <a:gd name="T4" fmla="*/ 1 w 24"/>
              <a:gd name="T5" fmla="*/ 3 h 10"/>
              <a:gd name="T6" fmla="*/ 12 w 24"/>
              <a:gd name="T7" fmla="*/ 10 h 10"/>
              <a:gd name="T8" fmla="*/ 23 w 24"/>
              <a:gd name="T9" fmla="*/ 3 h 10"/>
              <a:gd name="T10" fmla="*/ 21 w 24"/>
              <a:gd name="T11" fmla="*/ 1 h 10"/>
              <a:gd name="T12" fmla="*/ 12 w 24"/>
              <a:gd name="T13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0">
                <a:moveTo>
                  <a:pt x="12" y="4"/>
                </a:moveTo>
                <a:cubicBezTo>
                  <a:pt x="8" y="4"/>
                  <a:pt x="5" y="3"/>
                  <a:pt x="2" y="1"/>
                </a:cubicBezTo>
                <a:cubicBezTo>
                  <a:pt x="1" y="0"/>
                  <a:pt x="0" y="1"/>
                  <a:pt x="1" y="3"/>
                </a:cubicBezTo>
                <a:cubicBezTo>
                  <a:pt x="3" y="7"/>
                  <a:pt x="7" y="10"/>
                  <a:pt x="12" y="10"/>
                </a:cubicBezTo>
                <a:cubicBezTo>
                  <a:pt x="17" y="10"/>
                  <a:pt x="21" y="7"/>
                  <a:pt x="23" y="3"/>
                </a:cubicBezTo>
                <a:cubicBezTo>
                  <a:pt x="24" y="1"/>
                  <a:pt x="22" y="0"/>
                  <a:pt x="21" y="1"/>
                </a:cubicBezTo>
                <a:cubicBezTo>
                  <a:pt x="19" y="3"/>
                  <a:pt x="15" y="4"/>
                  <a:pt x="12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7" name="Oval 414">
            <a:extLst>
              <a:ext uri="{FF2B5EF4-FFF2-40B4-BE49-F238E27FC236}">
                <a16:creationId xmlns:a16="http://schemas.microsoft.com/office/drawing/2014/main" id="{5E44BAD4-880E-E079-7324-D58E3F7D2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376" y="4215299"/>
            <a:ext cx="63039" cy="60939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8" name="Freeform 415">
            <a:extLst>
              <a:ext uri="{FF2B5EF4-FFF2-40B4-BE49-F238E27FC236}">
                <a16:creationId xmlns:a16="http://schemas.microsoft.com/office/drawing/2014/main" id="{CF2E3709-62AE-52E7-6C55-F04F145AC63C}"/>
              </a:ext>
            </a:extLst>
          </p:cNvPr>
          <p:cNvSpPr>
            <a:spLocks/>
          </p:cNvSpPr>
          <p:nvPr/>
        </p:nvSpPr>
        <p:spPr bwMode="auto">
          <a:xfrm>
            <a:off x="5775679" y="4221601"/>
            <a:ext cx="46229" cy="16810"/>
          </a:xfrm>
          <a:custGeom>
            <a:avLst/>
            <a:gdLst>
              <a:gd name="T0" fmla="*/ 7 w 13"/>
              <a:gd name="T1" fmla="*/ 3 h 5"/>
              <a:gd name="T2" fmla="*/ 12 w 13"/>
              <a:gd name="T3" fmla="*/ 4 h 5"/>
              <a:gd name="T4" fmla="*/ 13 w 13"/>
              <a:gd name="T5" fmla="*/ 3 h 5"/>
              <a:gd name="T6" fmla="*/ 7 w 13"/>
              <a:gd name="T7" fmla="*/ 0 h 5"/>
              <a:gd name="T8" fmla="*/ 1 w 13"/>
              <a:gd name="T9" fmla="*/ 3 h 5"/>
              <a:gd name="T10" fmla="*/ 2 w 13"/>
              <a:gd name="T11" fmla="*/ 4 h 5"/>
              <a:gd name="T12" fmla="*/ 7 w 13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7" y="3"/>
                </a:moveTo>
                <a:cubicBezTo>
                  <a:pt x="8" y="3"/>
                  <a:pt x="10" y="3"/>
                  <a:pt x="12" y="4"/>
                </a:cubicBezTo>
                <a:cubicBezTo>
                  <a:pt x="12" y="5"/>
                  <a:pt x="13" y="4"/>
                  <a:pt x="13" y="3"/>
                </a:cubicBezTo>
                <a:cubicBezTo>
                  <a:pt x="11" y="1"/>
                  <a:pt x="9" y="0"/>
                  <a:pt x="7" y="0"/>
                </a:cubicBezTo>
                <a:cubicBezTo>
                  <a:pt x="4" y="0"/>
                  <a:pt x="2" y="1"/>
                  <a:pt x="1" y="3"/>
                </a:cubicBezTo>
                <a:cubicBezTo>
                  <a:pt x="0" y="4"/>
                  <a:pt x="1" y="5"/>
                  <a:pt x="2" y="4"/>
                </a:cubicBezTo>
                <a:cubicBezTo>
                  <a:pt x="3" y="3"/>
                  <a:pt x="5" y="3"/>
                  <a:pt x="7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9" name="Freeform 416">
            <a:extLst>
              <a:ext uri="{FF2B5EF4-FFF2-40B4-BE49-F238E27FC236}">
                <a16:creationId xmlns:a16="http://schemas.microsoft.com/office/drawing/2014/main" id="{5C26599A-4A6B-DC0A-2388-A1F9FC4E33BD}"/>
              </a:ext>
            </a:extLst>
          </p:cNvPr>
          <p:cNvSpPr>
            <a:spLocks/>
          </p:cNvSpPr>
          <p:nvPr/>
        </p:nvSpPr>
        <p:spPr bwMode="auto">
          <a:xfrm>
            <a:off x="5773578" y="4248919"/>
            <a:ext cx="54634" cy="25216"/>
          </a:xfrm>
          <a:custGeom>
            <a:avLst/>
            <a:gdLst>
              <a:gd name="T0" fmla="*/ 8 w 16"/>
              <a:gd name="T1" fmla="*/ 3 h 7"/>
              <a:gd name="T2" fmla="*/ 1 w 16"/>
              <a:gd name="T3" fmla="*/ 1 h 7"/>
              <a:gd name="T4" fmla="*/ 0 w 16"/>
              <a:gd name="T5" fmla="*/ 2 h 7"/>
              <a:gd name="T6" fmla="*/ 8 w 16"/>
              <a:gd name="T7" fmla="*/ 7 h 7"/>
              <a:gd name="T8" fmla="*/ 15 w 16"/>
              <a:gd name="T9" fmla="*/ 2 h 7"/>
              <a:gd name="T10" fmla="*/ 14 w 16"/>
              <a:gd name="T11" fmla="*/ 1 h 7"/>
              <a:gd name="T12" fmla="*/ 8 w 16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7">
                <a:moveTo>
                  <a:pt x="8" y="3"/>
                </a:moveTo>
                <a:cubicBezTo>
                  <a:pt x="5" y="3"/>
                  <a:pt x="3" y="3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2" y="5"/>
                  <a:pt x="4" y="7"/>
                  <a:pt x="8" y="7"/>
                </a:cubicBezTo>
                <a:cubicBezTo>
                  <a:pt x="11" y="7"/>
                  <a:pt x="14" y="5"/>
                  <a:pt x="15" y="2"/>
                </a:cubicBezTo>
                <a:cubicBezTo>
                  <a:pt x="16" y="1"/>
                  <a:pt x="15" y="0"/>
                  <a:pt x="14" y="1"/>
                </a:cubicBezTo>
                <a:cubicBezTo>
                  <a:pt x="12" y="3"/>
                  <a:pt x="10" y="3"/>
                  <a:pt x="8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4" name="Oval 417">
            <a:extLst>
              <a:ext uri="{FF2B5EF4-FFF2-40B4-BE49-F238E27FC236}">
                <a16:creationId xmlns:a16="http://schemas.microsoft.com/office/drawing/2014/main" id="{ED48D128-0ECA-0829-A7FE-030B794D1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33" y="4774247"/>
            <a:ext cx="63039" cy="63039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5" name="Freeform 418">
            <a:extLst>
              <a:ext uri="{FF2B5EF4-FFF2-40B4-BE49-F238E27FC236}">
                <a16:creationId xmlns:a16="http://schemas.microsoft.com/office/drawing/2014/main" id="{9E1DE6AC-B89B-95E5-4F10-0C129B8CF15F}"/>
              </a:ext>
            </a:extLst>
          </p:cNvPr>
          <p:cNvSpPr>
            <a:spLocks/>
          </p:cNvSpPr>
          <p:nvPr/>
        </p:nvSpPr>
        <p:spPr bwMode="auto">
          <a:xfrm>
            <a:off x="6193840" y="4782653"/>
            <a:ext cx="46229" cy="12608"/>
          </a:xfrm>
          <a:custGeom>
            <a:avLst/>
            <a:gdLst>
              <a:gd name="T0" fmla="*/ 6 w 13"/>
              <a:gd name="T1" fmla="*/ 2 h 4"/>
              <a:gd name="T2" fmla="*/ 11 w 13"/>
              <a:gd name="T3" fmla="*/ 4 h 4"/>
              <a:gd name="T4" fmla="*/ 12 w 13"/>
              <a:gd name="T5" fmla="*/ 3 h 4"/>
              <a:gd name="T6" fmla="*/ 6 w 13"/>
              <a:gd name="T7" fmla="*/ 0 h 4"/>
              <a:gd name="T8" fmla="*/ 0 w 13"/>
              <a:gd name="T9" fmla="*/ 3 h 4"/>
              <a:gd name="T10" fmla="*/ 1 w 13"/>
              <a:gd name="T11" fmla="*/ 4 h 4"/>
              <a:gd name="T12" fmla="*/ 6 w 13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4">
                <a:moveTo>
                  <a:pt x="6" y="2"/>
                </a:moveTo>
                <a:cubicBezTo>
                  <a:pt x="8" y="2"/>
                  <a:pt x="10" y="3"/>
                  <a:pt x="11" y="4"/>
                </a:cubicBezTo>
                <a:cubicBezTo>
                  <a:pt x="12" y="4"/>
                  <a:pt x="13" y="4"/>
                  <a:pt x="12" y="3"/>
                </a:cubicBezTo>
                <a:cubicBezTo>
                  <a:pt x="11" y="1"/>
                  <a:pt x="9" y="0"/>
                  <a:pt x="6" y="0"/>
                </a:cubicBezTo>
                <a:cubicBezTo>
                  <a:pt x="4" y="0"/>
                  <a:pt x="2" y="1"/>
                  <a:pt x="0" y="3"/>
                </a:cubicBezTo>
                <a:cubicBezTo>
                  <a:pt x="0" y="4"/>
                  <a:pt x="1" y="4"/>
                  <a:pt x="1" y="4"/>
                </a:cubicBezTo>
                <a:cubicBezTo>
                  <a:pt x="3" y="3"/>
                  <a:pt x="5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6" name="Freeform 419">
            <a:extLst>
              <a:ext uri="{FF2B5EF4-FFF2-40B4-BE49-F238E27FC236}">
                <a16:creationId xmlns:a16="http://schemas.microsoft.com/office/drawing/2014/main" id="{3AEC8C3E-506E-C760-8EE7-F391FB3D8501}"/>
              </a:ext>
            </a:extLst>
          </p:cNvPr>
          <p:cNvSpPr>
            <a:spLocks/>
          </p:cNvSpPr>
          <p:nvPr/>
        </p:nvSpPr>
        <p:spPr bwMode="auto">
          <a:xfrm>
            <a:off x="6187536" y="4809969"/>
            <a:ext cx="54634" cy="23115"/>
          </a:xfrm>
          <a:custGeom>
            <a:avLst/>
            <a:gdLst>
              <a:gd name="T0" fmla="*/ 8 w 16"/>
              <a:gd name="T1" fmla="*/ 3 h 7"/>
              <a:gd name="T2" fmla="*/ 2 w 16"/>
              <a:gd name="T3" fmla="*/ 1 h 7"/>
              <a:gd name="T4" fmla="*/ 1 w 16"/>
              <a:gd name="T5" fmla="*/ 2 h 7"/>
              <a:gd name="T6" fmla="*/ 8 w 16"/>
              <a:gd name="T7" fmla="*/ 7 h 7"/>
              <a:gd name="T8" fmla="*/ 16 w 16"/>
              <a:gd name="T9" fmla="*/ 2 h 7"/>
              <a:gd name="T10" fmla="*/ 15 w 16"/>
              <a:gd name="T11" fmla="*/ 1 h 7"/>
              <a:gd name="T12" fmla="*/ 8 w 16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7">
                <a:moveTo>
                  <a:pt x="8" y="3"/>
                </a:moveTo>
                <a:cubicBezTo>
                  <a:pt x="6" y="3"/>
                  <a:pt x="4" y="2"/>
                  <a:pt x="2" y="1"/>
                </a:cubicBezTo>
                <a:cubicBezTo>
                  <a:pt x="1" y="0"/>
                  <a:pt x="0" y="1"/>
                  <a:pt x="1" y="2"/>
                </a:cubicBezTo>
                <a:cubicBezTo>
                  <a:pt x="2" y="5"/>
                  <a:pt x="5" y="7"/>
                  <a:pt x="8" y="7"/>
                </a:cubicBezTo>
                <a:cubicBezTo>
                  <a:pt x="12" y="7"/>
                  <a:pt x="14" y="5"/>
                  <a:pt x="16" y="2"/>
                </a:cubicBezTo>
                <a:cubicBezTo>
                  <a:pt x="16" y="1"/>
                  <a:pt x="15" y="0"/>
                  <a:pt x="15" y="1"/>
                </a:cubicBezTo>
                <a:cubicBezTo>
                  <a:pt x="13" y="2"/>
                  <a:pt x="11" y="3"/>
                  <a:pt x="8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1" name="Oval 420">
            <a:extLst>
              <a:ext uri="{FF2B5EF4-FFF2-40B4-BE49-F238E27FC236}">
                <a16:creationId xmlns:a16="http://schemas.microsoft.com/office/drawing/2014/main" id="{643A3BB9-A719-3B4F-1A3E-466352BD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282" y="3887494"/>
            <a:ext cx="46229" cy="46229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2" name="Freeform 421">
            <a:extLst>
              <a:ext uri="{FF2B5EF4-FFF2-40B4-BE49-F238E27FC236}">
                <a16:creationId xmlns:a16="http://schemas.microsoft.com/office/drawing/2014/main" id="{C34A68F0-1365-92B0-91A4-FF4E53C79CDC}"/>
              </a:ext>
            </a:extLst>
          </p:cNvPr>
          <p:cNvSpPr>
            <a:spLocks/>
          </p:cNvSpPr>
          <p:nvPr/>
        </p:nvSpPr>
        <p:spPr bwMode="auto">
          <a:xfrm>
            <a:off x="6750687" y="3891696"/>
            <a:ext cx="29418" cy="12608"/>
          </a:xfrm>
          <a:custGeom>
            <a:avLst/>
            <a:gdLst>
              <a:gd name="T0" fmla="*/ 5 w 9"/>
              <a:gd name="T1" fmla="*/ 2 h 4"/>
              <a:gd name="T2" fmla="*/ 8 w 9"/>
              <a:gd name="T3" fmla="*/ 3 h 4"/>
              <a:gd name="T4" fmla="*/ 9 w 9"/>
              <a:gd name="T5" fmla="*/ 3 h 4"/>
              <a:gd name="T6" fmla="*/ 5 w 9"/>
              <a:gd name="T7" fmla="*/ 0 h 4"/>
              <a:gd name="T8" fmla="*/ 0 w 9"/>
              <a:gd name="T9" fmla="*/ 3 h 4"/>
              <a:gd name="T10" fmla="*/ 1 w 9"/>
              <a:gd name="T11" fmla="*/ 3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6" y="2"/>
                  <a:pt x="7" y="3"/>
                  <a:pt x="8" y="3"/>
                </a:cubicBezTo>
                <a:cubicBezTo>
                  <a:pt x="8" y="4"/>
                  <a:pt x="9" y="3"/>
                  <a:pt x="9" y="3"/>
                </a:cubicBezTo>
                <a:cubicBezTo>
                  <a:pt x="8" y="1"/>
                  <a:pt x="6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1" y="4"/>
                  <a:pt x="1" y="3"/>
                </a:cubicBezTo>
                <a:cubicBezTo>
                  <a:pt x="2" y="3"/>
                  <a:pt x="3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3" name="Freeform 422">
            <a:extLst>
              <a:ext uri="{FF2B5EF4-FFF2-40B4-BE49-F238E27FC236}">
                <a16:creationId xmlns:a16="http://schemas.microsoft.com/office/drawing/2014/main" id="{08AEF8B4-0B3D-F890-9EB2-6D066FFD9329}"/>
              </a:ext>
            </a:extLst>
          </p:cNvPr>
          <p:cNvSpPr>
            <a:spLocks/>
          </p:cNvSpPr>
          <p:nvPr/>
        </p:nvSpPr>
        <p:spPr bwMode="auto">
          <a:xfrm>
            <a:off x="6746484" y="3912710"/>
            <a:ext cx="37824" cy="16810"/>
          </a:xfrm>
          <a:custGeom>
            <a:avLst/>
            <a:gdLst>
              <a:gd name="T0" fmla="*/ 6 w 11"/>
              <a:gd name="T1" fmla="*/ 2 h 5"/>
              <a:gd name="T2" fmla="*/ 1 w 11"/>
              <a:gd name="T3" fmla="*/ 1 h 5"/>
              <a:gd name="T4" fmla="*/ 0 w 11"/>
              <a:gd name="T5" fmla="*/ 1 h 5"/>
              <a:gd name="T6" fmla="*/ 6 w 11"/>
              <a:gd name="T7" fmla="*/ 5 h 5"/>
              <a:gd name="T8" fmla="*/ 11 w 11"/>
              <a:gd name="T9" fmla="*/ 1 h 5"/>
              <a:gd name="T10" fmla="*/ 10 w 11"/>
              <a:gd name="T11" fmla="*/ 1 h 5"/>
              <a:gd name="T12" fmla="*/ 6 w 11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5">
                <a:moveTo>
                  <a:pt x="6" y="2"/>
                </a:moveTo>
                <a:cubicBezTo>
                  <a:pt x="4" y="2"/>
                  <a:pt x="2" y="2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5"/>
                  <a:pt x="6" y="5"/>
                </a:cubicBezTo>
                <a:cubicBezTo>
                  <a:pt x="8" y="5"/>
                  <a:pt x="10" y="3"/>
                  <a:pt x="11" y="1"/>
                </a:cubicBezTo>
                <a:cubicBezTo>
                  <a:pt x="11" y="1"/>
                  <a:pt x="10" y="0"/>
                  <a:pt x="10" y="1"/>
                </a:cubicBezTo>
                <a:cubicBezTo>
                  <a:pt x="9" y="2"/>
                  <a:pt x="7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8" name="Oval 423">
            <a:extLst>
              <a:ext uri="{FF2B5EF4-FFF2-40B4-BE49-F238E27FC236}">
                <a16:creationId xmlns:a16="http://schemas.microsoft.com/office/drawing/2014/main" id="{4B869FF5-4224-D9EE-589F-FC5DDA6D7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107" y="4358187"/>
            <a:ext cx="39925" cy="46229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" name="Freeform 424">
            <a:extLst>
              <a:ext uri="{FF2B5EF4-FFF2-40B4-BE49-F238E27FC236}">
                <a16:creationId xmlns:a16="http://schemas.microsoft.com/office/drawing/2014/main" id="{D83A37F5-7C26-AD55-A615-CBFC4241956A}"/>
              </a:ext>
            </a:extLst>
          </p:cNvPr>
          <p:cNvSpPr>
            <a:spLocks/>
          </p:cNvSpPr>
          <p:nvPr/>
        </p:nvSpPr>
        <p:spPr bwMode="auto">
          <a:xfrm>
            <a:off x="5666411" y="4366593"/>
            <a:ext cx="27318" cy="10507"/>
          </a:xfrm>
          <a:custGeom>
            <a:avLst/>
            <a:gdLst>
              <a:gd name="T0" fmla="*/ 4 w 8"/>
              <a:gd name="T1" fmla="*/ 1 h 3"/>
              <a:gd name="T2" fmla="*/ 7 w 8"/>
              <a:gd name="T3" fmla="*/ 2 h 3"/>
              <a:gd name="T4" fmla="*/ 8 w 8"/>
              <a:gd name="T5" fmla="*/ 2 h 3"/>
              <a:gd name="T6" fmla="*/ 4 w 8"/>
              <a:gd name="T7" fmla="*/ 0 h 3"/>
              <a:gd name="T8" fmla="*/ 0 w 8"/>
              <a:gd name="T9" fmla="*/ 2 h 3"/>
              <a:gd name="T10" fmla="*/ 1 w 8"/>
              <a:gd name="T11" fmla="*/ 2 h 3"/>
              <a:gd name="T12" fmla="*/ 4 w 8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3">
                <a:moveTo>
                  <a:pt x="4" y="1"/>
                </a:moveTo>
                <a:cubicBezTo>
                  <a:pt x="5" y="1"/>
                  <a:pt x="6" y="2"/>
                  <a:pt x="7" y="2"/>
                </a:cubicBezTo>
                <a:cubicBezTo>
                  <a:pt x="8" y="3"/>
                  <a:pt x="8" y="2"/>
                  <a:pt x="8" y="2"/>
                </a:cubicBezTo>
                <a:cubicBezTo>
                  <a:pt x="7" y="0"/>
                  <a:pt x="6" y="0"/>
                  <a:pt x="4" y="0"/>
                </a:cubicBezTo>
                <a:cubicBezTo>
                  <a:pt x="2" y="0"/>
                  <a:pt x="1" y="0"/>
                  <a:pt x="0" y="2"/>
                </a:cubicBezTo>
                <a:cubicBezTo>
                  <a:pt x="0" y="2"/>
                  <a:pt x="0" y="3"/>
                  <a:pt x="1" y="2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0" name="Freeform 425">
            <a:extLst>
              <a:ext uri="{FF2B5EF4-FFF2-40B4-BE49-F238E27FC236}">
                <a16:creationId xmlns:a16="http://schemas.microsoft.com/office/drawing/2014/main" id="{999709D0-5166-99FF-1A65-F09549A90DB8}"/>
              </a:ext>
            </a:extLst>
          </p:cNvPr>
          <p:cNvSpPr>
            <a:spLocks/>
          </p:cNvSpPr>
          <p:nvPr/>
        </p:nvSpPr>
        <p:spPr bwMode="auto">
          <a:xfrm>
            <a:off x="5662208" y="4383403"/>
            <a:ext cx="35723" cy="16810"/>
          </a:xfrm>
          <a:custGeom>
            <a:avLst/>
            <a:gdLst>
              <a:gd name="T0" fmla="*/ 5 w 10"/>
              <a:gd name="T1" fmla="*/ 2 h 5"/>
              <a:gd name="T2" fmla="*/ 1 w 10"/>
              <a:gd name="T3" fmla="*/ 1 h 5"/>
              <a:gd name="T4" fmla="*/ 0 w 10"/>
              <a:gd name="T5" fmla="*/ 1 h 5"/>
              <a:gd name="T6" fmla="*/ 5 w 10"/>
              <a:gd name="T7" fmla="*/ 5 h 5"/>
              <a:gd name="T8" fmla="*/ 10 w 10"/>
              <a:gd name="T9" fmla="*/ 1 h 5"/>
              <a:gd name="T10" fmla="*/ 9 w 10"/>
              <a:gd name="T11" fmla="*/ 1 h 5"/>
              <a:gd name="T12" fmla="*/ 5 w 10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5">
                <a:moveTo>
                  <a:pt x="5" y="2"/>
                </a:moveTo>
                <a:cubicBezTo>
                  <a:pt x="3" y="2"/>
                  <a:pt x="2" y="2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3" y="5"/>
                  <a:pt x="5" y="5"/>
                </a:cubicBezTo>
                <a:cubicBezTo>
                  <a:pt x="7" y="5"/>
                  <a:pt x="9" y="3"/>
                  <a:pt x="10" y="1"/>
                </a:cubicBezTo>
                <a:cubicBezTo>
                  <a:pt x="10" y="1"/>
                  <a:pt x="10" y="0"/>
                  <a:pt x="9" y="1"/>
                </a:cubicBezTo>
                <a:cubicBezTo>
                  <a:pt x="8" y="2"/>
                  <a:pt x="7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5" name="Oval 426">
            <a:extLst>
              <a:ext uri="{FF2B5EF4-FFF2-40B4-BE49-F238E27FC236}">
                <a16:creationId xmlns:a16="http://schemas.microsoft.com/office/drawing/2014/main" id="{9BB4E297-E5BD-342E-FB5D-2B12D2EC6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798" y="3402090"/>
            <a:ext cx="65141" cy="67242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6" name="Freeform 427">
            <a:extLst>
              <a:ext uri="{FF2B5EF4-FFF2-40B4-BE49-F238E27FC236}">
                <a16:creationId xmlns:a16="http://schemas.microsoft.com/office/drawing/2014/main" id="{DCAEC966-C414-72F7-B1E8-576841528AEE}"/>
              </a:ext>
            </a:extLst>
          </p:cNvPr>
          <p:cNvSpPr>
            <a:spLocks/>
          </p:cNvSpPr>
          <p:nvPr/>
        </p:nvSpPr>
        <p:spPr bwMode="auto">
          <a:xfrm>
            <a:off x="6618305" y="3410496"/>
            <a:ext cx="46229" cy="16810"/>
          </a:xfrm>
          <a:custGeom>
            <a:avLst/>
            <a:gdLst>
              <a:gd name="T0" fmla="*/ 6 w 13"/>
              <a:gd name="T1" fmla="*/ 3 h 5"/>
              <a:gd name="T2" fmla="*/ 12 w 13"/>
              <a:gd name="T3" fmla="*/ 4 h 5"/>
              <a:gd name="T4" fmla="*/ 13 w 13"/>
              <a:gd name="T5" fmla="*/ 3 h 5"/>
              <a:gd name="T6" fmla="*/ 6 w 13"/>
              <a:gd name="T7" fmla="*/ 0 h 5"/>
              <a:gd name="T8" fmla="*/ 0 w 13"/>
              <a:gd name="T9" fmla="*/ 3 h 5"/>
              <a:gd name="T10" fmla="*/ 1 w 13"/>
              <a:gd name="T11" fmla="*/ 4 h 5"/>
              <a:gd name="T12" fmla="*/ 6 w 13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3"/>
                </a:moveTo>
                <a:cubicBezTo>
                  <a:pt x="8" y="3"/>
                  <a:pt x="10" y="3"/>
                  <a:pt x="12" y="4"/>
                </a:cubicBezTo>
                <a:cubicBezTo>
                  <a:pt x="12" y="5"/>
                  <a:pt x="13" y="4"/>
                  <a:pt x="13" y="3"/>
                </a:cubicBezTo>
                <a:cubicBezTo>
                  <a:pt x="11" y="1"/>
                  <a:pt x="9" y="0"/>
                  <a:pt x="6" y="0"/>
                </a:cubicBezTo>
                <a:cubicBezTo>
                  <a:pt x="4" y="0"/>
                  <a:pt x="1" y="1"/>
                  <a:pt x="0" y="3"/>
                </a:cubicBezTo>
                <a:cubicBezTo>
                  <a:pt x="0" y="4"/>
                  <a:pt x="0" y="5"/>
                  <a:pt x="1" y="4"/>
                </a:cubicBezTo>
                <a:cubicBezTo>
                  <a:pt x="3" y="3"/>
                  <a:pt x="4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7" name="Freeform 428">
            <a:extLst>
              <a:ext uri="{FF2B5EF4-FFF2-40B4-BE49-F238E27FC236}">
                <a16:creationId xmlns:a16="http://schemas.microsoft.com/office/drawing/2014/main" id="{E6F99D8C-775D-C62B-500C-77B3E741D797}"/>
              </a:ext>
            </a:extLst>
          </p:cNvPr>
          <p:cNvSpPr>
            <a:spLocks/>
          </p:cNvSpPr>
          <p:nvPr/>
        </p:nvSpPr>
        <p:spPr bwMode="auto">
          <a:xfrm>
            <a:off x="6612000" y="3439914"/>
            <a:ext cx="58837" cy="25216"/>
          </a:xfrm>
          <a:custGeom>
            <a:avLst/>
            <a:gdLst>
              <a:gd name="T0" fmla="*/ 8 w 17"/>
              <a:gd name="T1" fmla="*/ 3 h 7"/>
              <a:gd name="T2" fmla="*/ 2 w 17"/>
              <a:gd name="T3" fmla="*/ 0 h 7"/>
              <a:gd name="T4" fmla="*/ 0 w 17"/>
              <a:gd name="T5" fmla="*/ 2 h 7"/>
              <a:gd name="T6" fmla="*/ 8 w 17"/>
              <a:gd name="T7" fmla="*/ 7 h 7"/>
              <a:gd name="T8" fmla="*/ 16 w 17"/>
              <a:gd name="T9" fmla="*/ 2 h 7"/>
              <a:gd name="T10" fmla="*/ 15 w 17"/>
              <a:gd name="T11" fmla="*/ 0 h 7"/>
              <a:gd name="T12" fmla="*/ 8 w 17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7">
                <a:moveTo>
                  <a:pt x="8" y="3"/>
                </a:moveTo>
                <a:cubicBezTo>
                  <a:pt x="6" y="3"/>
                  <a:pt x="4" y="2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2" y="5"/>
                  <a:pt x="5" y="7"/>
                  <a:pt x="8" y="7"/>
                </a:cubicBezTo>
                <a:cubicBezTo>
                  <a:pt x="12" y="7"/>
                  <a:pt x="15" y="5"/>
                  <a:pt x="16" y="2"/>
                </a:cubicBezTo>
                <a:cubicBezTo>
                  <a:pt x="17" y="1"/>
                  <a:pt x="16" y="0"/>
                  <a:pt x="15" y="0"/>
                </a:cubicBezTo>
                <a:cubicBezTo>
                  <a:pt x="13" y="2"/>
                  <a:pt x="11" y="3"/>
                  <a:pt x="8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Oval 429">
            <a:extLst>
              <a:ext uri="{FF2B5EF4-FFF2-40B4-BE49-F238E27FC236}">
                <a16:creationId xmlns:a16="http://schemas.microsoft.com/office/drawing/2014/main" id="{E7202E62-949B-6112-0915-4F61E74CE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026" y="3696274"/>
            <a:ext cx="69343" cy="6514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430">
            <a:extLst>
              <a:ext uri="{FF2B5EF4-FFF2-40B4-BE49-F238E27FC236}">
                <a16:creationId xmlns:a16="http://schemas.microsoft.com/office/drawing/2014/main" id="{54313E78-B592-136C-E453-BDCE3935B5EB}"/>
              </a:ext>
            </a:extLst>
          </p:cNvPr>
          <p:cNvSpPr>
            <a:spLocks/>
          </p:cNvSpPr>
          <p:nvPr/>
        </p:nvSpPr>
        <p:spPr bwMode="auto">
          <a:xfrm>
            <a:off x="6021533" y="3702578"/>
            <a:ext cx="48331" cy="16810"/>
          </a:xfrm>
          <a:custGeom>
            <a:avLst/>
            <a:gdLst>
              <a:gd name="T0" fmla="*/ 7 w 14"/>
              <a:gd name="T1" fmla="*/ 3 h 5"/>
              <a:gd name="T2" fmla="*/ 12 w 14"/>
              <a:gd name="T3" fmla="*/ 4 h 5"/>
              <a:gd name="T4" fmla="*/ 13 w 14"/>
              <a:gd name="T5" fmla="*/ 3 h 5"/>
              <a:gd name="T6" fmla="*/ 7 w 14"/>
              <a:gd name="T7" fmla="*/ 0 h 5"/>
              <a:gd name="T8" fmla="*/ 1 w 14"/>
              <a:gd name="T9" fmla="*/ 3 h 5"/>
              <a:gd name="T10" fmla="*/ 2 w 14"/>
              <a:gd name="T11" fmla="*/ 4 h 5"/>
              <a:gd name="T12" fmla="*/ 7 w 14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5">
                <a:moveTo>
                  <a:pt x="7" y="3"/>
                </a:moveTo>
                <a:cubicBezTo>
                  <a:pt x="9" y="3"/>
                  <a:pt x="11" y="3"/>
                  <a:pt x="12" y="4"/>
                </a:cubicBezTo>
                <a:cubicBezTo>
                  <a:pt x="13" y="5"/>
                  <a:pt x="14" y="4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4" y="0"/>
                  <a:pt x="2" y="1"/>
                  <a:pt x="1" y="3"/>
                </a:cubicBezTo>
                <a:cubicBezTo>
                  <a:pt x="0" y="4"/>
                  <a:pt x="1" y="5"/>
                  <a:pt x="2" y="4"/>
                </a:cubicBezTo>
                <a:cubicBezTo>
                  <a:pt x="3" y="3"/>
                  <a:pt x="5" y="3"/>
                  <a:pt x="7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431">
            <a:extLst>
              <a:ext uri="{FF2B5EF4-FFF2-40B4-BE49-F238E27FC236}">
                <a16:creationId xmlns:a16="http://schemas.microsoft.com/office/drawing/2014/main" id="{72B9B236-7231-3CEA-375E-F8D9EFE9C1B7}"/>
              </a:ext>
            </a:extLst>
          </p:cNvPr>
          <p:cNvSpPr>
            <a:spLocks/>
          </p:cNvSpPr>
          <p:nvPr/>
        </p:nvSpPr>
        <p:spPr bwMode="auto">
          <a:xfrm>
            <a:off x="6017330" y="3734098"/>
            <a:ext cx="56737" cy="23115"/>
          </a:xfrm>
          <a:custGeom>
            <a:avLst/>
            <a:gdLst>
              <a:gd name="T0" fmla="*/ 8 w 16"/>
              <a:gd name="T1" fmla="*/ 3 h 7"/>
              <a:gd name="T2" fmla="*/ 1 w 16"/>
              <a:gd name="T3" fmla="*/ 0 h 7"/>
              <a:gd name="T4" fmla="*/ 0 w 16"/>
              <a:gd name="T5" fmla="*/ 1 h 7"/>
              <a:gd name="T6" fmla="*/ 8 w 16"/>
              <a:gd name="T7" fmla="*/ 7 h 7"/>
              <a:gd name="T8" fmla="*/ 16 w 16"/>
              <a:gd name="T9" fmla="*/ 1 h 7"/>
              <a:gd name="T10" fmla="*/ 15 w 16"/>
              <a:gd name="T11" fmla="*/ 0 h 7"/>
              <a:gd name="T12" fmla="*/ 8 w 16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7">
                <a:moveTo>
                  <a:pt x="8" y="3"/>
                </a:moveTo>
                <a:cubicBezTo>
                  <a:pt x="6" y="3"/>
                  <a:pt x="3" y="2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2" y="4"/>
                  <a:pt x="5" y="7"/>
                  <a:pt x="8" y="7"/>
                </a:cubicBezTo>
                <a:cubicBezTo>
                  <a:pt x="11" y="7"/>
                  <a:pt x="14" y="4"/>
                  <a:pt x="16" y="1"/>
                </a:cubicBezTo>
                <a:cubicBezTo>
                  <a:pt x="16" y="0"/>
                  <a:pt x="15" y="0"/>
                  <a:pt x="15" y="0"/>
                </a:cubicBezTo>
                <a:cubicBezTo>
                  <a:pt x="13" y="2"/>
                  <a:pt x="11" y="3"/>
                  <a:pt x="8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2" name="Oval 432">
            <a:extLst>
              <a:ext uri="{FF2B5EF4-FFF2-40B4-BE49-F238E27FC236}">
                <a16:creationId xmlns:a16="http://schemas.microsoft.com/office/drawing/2014/main" id="{C60DB7BB-253C-B890-79A4-D22BCAD0E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098" y="3378977"/>
            <a:ext cx="65141" cy="6514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3" name="Freeform 433">
            <a:extLst>
              <a:ext uri="{FF2B5EF4-FFF2-40B4-BE49-F238E27FC236}">
                <a16:creationId xmlns:a16="http://schemas.microsoft.com/office/drawing/2014/main" id="{222FB92F-E2A5-D6B8-A2FF-CBD1788CD8C9}"/>
              </a:ext>
            </a:extLst>
          </p:cNvPr>
          <p:cNvSpPr>
            <a:spLocks/>
          </p:cNvSpPr>
          <p:nvPr/>
        </p:nvSpPr>
        <p:spPr bwMode="auto">
          <a:xfrm>
            <a:off x="5815604" y="3385280"/>
            <a:ext cx="44129" cy="16810"/>
          </a:xfrm>
          <a:custGeom>
            <a:avLst/>
            <a:gdLst>
              <a:gd name="T0" fmla="*/ 6 w 13"/>
              <a:gd name="T1" fmla="*/ 3 h 5"/>
              <a:gd name="T2" fmla="*/ 12 w 13"/>
              <a:gd name="T3" fmla="*/ 4 h 5"/>
              <a:gd name="T4" fmla="*/ 13 w 13"/>
              <a:gd name="T5" fmla="*/ 3 h 5"/>
              <a:gd name="T6" fmla="*/ 6 w 13"/>
              <a:gd name="T7" fmla="*/ 0 h 5"/>
              <a:gd name="T8" fmla="*/ 0 w 13"/>
              <a:gd name="T9" fmla="*/ 3 h 5"/>
              <a:gd name="T10" fmla="*/ 1 w 13"/>
              <a:gd name="T11" fmla="*/ 4 h 5"/>
              <a:gd name="T12" fmla="*/ 6 w 13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3"/>
                </a:moveTo>
                <a:cubicBezTo>
                  <a:pt x="8" y="3"/>
                  <a:pt x="10" y="3"/>
                  <a:pt x="12" y="4"/>
                </a:cubicBezTo>
                <a:cubicBezTo>
                  <a:pt x="12" y="5"/>
                  <a:pt x="13" y="4"/>
                  <a:pt x="13" y="3"/>
                </a:cubicBezTo>
                <a:cubicBezTo>
                  <a:pt x="11" y="1"/>
                  <a:pt x="9" y="0"/>
                  <a:pt x="6" y="0"/>
                </a:cubicBezTo>
                <a:cubicBezTo>
                  <a:pt x="4" y="0"/>
                  <a:pt x="1" y="1"/>
                  <a:pt x="0" y="3"/>
                </a:cubicBezTo>
                <a:cubicBezTo>
                  <a:pt x="0" y="4"/>
                  <a:pt x="0" y="5"/>
                  <a:pt x="1" y="4"/>
                </a:cubicBezTo>
                <a:cubicBezTo>
                  <a:pt x="3" y="3"/>
                  <a:pt x="4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4" name="Freeform 434">
            <a:extLst>
              <a:ext uri="{FF2B5EF4-FFF2-40B4-BE49-F238E27FC236}">
                <a16:creationId xmlns:a16="http://schemas.microsoft.com/office/drawing/2014/main" id="{0D1320D3-5D67-D4A1-B091-DF01AABEA745}"/>
              </a:ext>
            </a:extLst>
          </p:cNvPr>
          <p:cNvSpPr>
            <a:spLocks/>
          </p:cNvSpPr>
          <p:nvPr/>
        </p:nvSpPr>
        <p:spPr bwMode="auto">
          <a:xfrm>
            <a:off x="5807200" y="3416801"/>
            <a:ext cx="58837" cy="23115"/>
          </a:xfrm>
          <a:custGeom>
            <a:avLst/>
            <a:gdLst>
              <a:gd name="T0" fmla="*/ 8 w 17"/>
              <a:gd name="T1" fmla="*/ 3 h 7"/>
              <a:gd name="T2" fmla="*/ 2 w 17"/>
              <a:gd name="T3" fmla="*/ 0 h 7"/>
              <a:gd name="T4" fmla="*/ 0 w 17"/>
              <a:gd name="T5" fmla="*/ 1 h 7"/>
              <a:gd name="T6" fmla="*/ 8 w 17"/>
              <a:gd name="T7" fmla="*/ 7 h 7"/>
              <a:gd name="T8" fmla="*/ 16 w 17"/>
              <a:gd name="T9" fmla="*/ 1 h 7"/>
              <a:gd name="T10" fmla="*/ 15 w 17"/>
              <a:gd name="T11" fmla="*/ 0 h 7"/>
              <a:gd name="T12" fmla="*/ 8 w 17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7">
                <a:moveTo>
                  <a:pt x="8" y="3"/>
                </a:moveTo>
                <a:cubicBezTo>
                  <a:pt x="6" y="3"/>
                  <a:pt x="4" y="2"/>
                  <a:pt x="2" y="0"/>
                </a:cubicBezTo>
                <a:cubicBezTo>
                  <a:pt x="1" y="0"/>
                  <a:pt x="0" y="1"/>
                  <a:pt x="0" y="1"/>
                </a:cubicBezTo>
                <a:cubicBezTo>
                  <a:pt x="2" y="5"/>
                  <a:pt x="5" y="7"/>
                  <a:pt x="8" y="7"/>
                </a:cubicBezTo>
                <a:cubicBezTo>
                  <a:pt x="12" y="7"/>
                  <a:pt x="15" y="5"/>
                  <a:pt x="16" y="1"/>
                </a:cubicBezTo>
                <a:cubicBezTo>
                  <a:pt x="17" y="1"/>
                  <a:pt x="16" y="0"/>
                  <a:pt x="15" y="0"/>
                </a:cubicBezTo>
                <a:cubicBezTo>
                  <a:pt x="13" y="2"/>
                  <a:pt x="11" y="3"/>
                  <a:pt x="8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9" name="Oval 435">
            <a:extLst>
              <a:ext uri="{FF2B5EF4-FFF2-40B4-BE49-F238E27FC236}">
                <a16:creationId xmlns:a16="http://schemas.microsoft.com/office/drawing/2014/main" id="{4955FF82-651B-6FA6-B7F2-EAB3A604B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372" y="2708657"/>
            <a:ext cx="65141" cy="6514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0" name="Freeform 436">
            <a:extLst>
              <a:ext uri="{FF2B5EF4-FFF2-40B4-BE49-F238E27FC236}">
                <a16:creationId xmlns:a16="http://schemas.microsoft.com/office/drawing/2014/main" id="{ADED56A3-9867-17E3-05F6-C1E46817A56E}"/>
              </a:ext>
            </a:extLst>
          </p:cNvPr>
          <p:cNvSpPr>
            <a:spLocks/>
          </p:cNvSpPr>
          <p:nvPr/>
        </p:nvSpPr>
        <p:spPr bwMode="auto">
          <a:xfrm>
            <a:off x="6256879" y="2714963"/>
            <a:ext cx="48331" cy="16810"/>
          </a:xfrm>
          <a:custGeom>
            <a:avLst/>
            <a:gdLst>
              <a:gd name="T0" fmla="*/ 7 w 14"/>
              <a:gd name="T1" fmla="*/ 2 h 5"/>
              <a:gd name="T2" fmla="*/ 12 w 14"/>
              <a:gd name="T3" fmla="*/ 4 h 5"/>
              <a:gd name="T4" fmla="*/ 13 w 14"/>
              <a:gd name="T5" fmla="*/ 3 h 5"/>
              <a:gd name="T6" fmla="*/ 7 w 14"/>
              <a:gd name="T7" fmla="*/ 0 h 5"/>
              <a:gd name="T8" fmla="*/ 0 w 14"/>
              <a:gd name="T9" fmla="*/ 3 h 5"/>
              <a:gd name="T10" fmla="*/ 2 w 14"/>
              <a:gd name="T11" fmla="*/ 4 h 5"/>
              <a:gd name="T12" fmla="*/ 7 w 14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5">
                <a:moveTo>
                  <a:pt x="7" y="2"/>
                </a:moveTo>
                <a:cubicBezTo>
                  <a:pt x="9" y="2"/>
                  <a:pt x="11" y="3"/>
                  <a:pt x="12" y="4"/>
                </a:cubicBezTo>
                <a:cubicBezTo>
                  <a:pt x="13" y="5"/>
                  <a:pt x="14" y="4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4" y="0"/>
                  <a:pt x="2" y="1"/>
                  <a:pt x="0" y="3"/>
                </a:cubicBezTo>
                <a:cubicBezTo>
                  <a:pt x="0" y="4"/>
                  <a:pt x="1" y="5"/>
                  <a:pt x="2" y="4"/>
                </a:cubicBezTo>
                <a:cubicBezTo>
                  <a:pt x="3" y="3"/>
                  <a:pt x="5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1" name="Freeform 437">
            <a:extLst>
              <a:ext uri="{FF2B5EF4-FFF2-40B4-BE49-F238E27FC236}">
                <a16:creationId xmlns:a16="http://schemas.microsoft.com/office/drawing/2014/main" id="{51A472B5-8519-AB93-3962-3D5D328A0F6F}"/>
              </a:ext>
            </a:extLst>
          </p:cNvPr>
          <p:cNvSpPr>
            <a:spLocks/>
          </p:cNvSpPr>
          <p:nvPr/>
        </p:nvSpPr>
        <p:spPr bwMode="auto">
          <a:xfrm>
            <a:off x="6248475" y="2742279"/>
            <a:ext cx="58837" cy="27318"/>
          </a:xfrm>
          <a:custGeom>
            <a:avLst/>
            <a:gdLst>
              <a:gd name="T0" fmla="*/ 9 w 17"/>
              <a:gd name="T1" fmla="*/ 4 h 8"/>
              <a:gd name="T2" fmla="*/ 2 w 17"/>
              <a:gd name="T3" fmla="*/ 1 h 8"/>
              <a:gd name="T4" fmla="*/ 1 w 17"/>
              <a:gd name="T5" fmla="*/ 2 h 8"/>
              <a:gd name="T6" fmla="*/ 9 w 17"/>
              <a:gd name="T7" fmla="*/ 8 h 8"/>
              <a:gd name="T8" fmla="*/ 17 w 17"/>
              <a:gd name="T9" fmla="*/ 2 h 8"/>
              <a:gd name="T10" fmla="*/ 16 w 17"/>
              <a:gd name="T11" fmla="*/ 1 h 8"/>
              <a:gd name="T12" fmla="*/ 9 w 17"/>
              <a:gd name="T13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8">
                <a:moveTo>
                  <a:pt x="9" y="4"/>
                </a:moveTo>
                <a:cubicBezTo>
                  <a:pt x="6" y="4"/>
                  <a:pt x="4" y="3"/>
                  <a:pt x="2" y="1"/>
                </a:cubicBezTo>
                <a:cubicBezTo>
                  <a:pt x="1" y="0"/>
                  <a:pt x="0" y="1"/>
                  <a:pt x="1" y="2"/>
                </a:cubicBezTo>
                <a:cubicBezTo>
                  <a:pt x="2" y="5"/>
                  <a:pt x="5" y="8"/>
                  <a:pt x="9" y="8"/>
                </a:cubicBezTo>
                <a:cubicBezTo>
                  <a:pt x="12" y="8"/>
                  <a:pt x="15" y="5"/>
                  <a:pt x="17" y="2"/>
                </a:cubicBezTo>
                <a:cubicBezTo>
                  <a:pt x="17" y="1"/>
                  <a:pt x="16" y="0"/>
                  <a:pt x="16" y="1"/>
                </a:cubicBezTo>
                <a:cubicBezTo>
                  <a:pt x="14" y="3"/>
                  <a:pt x="11" y="4"/>
                  <a:pt x="9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6" name="Oval 438">
            <a:extLst>
              <a:ext uri="{FF2B5EF4-FFF2-40B4-BE49-F238E27FC236}">
                <a16:creationId xmlns:a16="http://schemas.microsoft.com/office/drawing/2014/main" id="{3E438AAA-DD26-818F-2983-B49857AB2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045" y="2815825"/>
            <a:ext cx="65141" cy="6514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7" name="Freeform 439">
            <a:extLst>
              <a:ext uri="{FF2B5EF4-FFF2-40B4-BE49-F238E27FC236}">
                <a16:creationId xmlns:a16="http://schemas.microsoft.com/office/drawing/2014/main" id="{76B515D0-B342-DAD0-6C93-ED96286A6F51}"/>
              </a:ext>
            </a:extLst>
          </p:cNvPr>
          <p:cNvSpPr>
            <a:spLocks/>
          </p:cNvSpPr>
          <p:nvPr/>
        </p:nvSpPr>
        <p:spPr bwMode="auto">
          <a:xfrm>
            <a:off x="5731552" y="2822128"/>
            <a:ext cx="48331" cy="16810"/>
          </a:xfrm>
          <a:custGeom>
            <a:avLst/>
            <a:gdLst>
              <a:gd name="T0" fmla="*/ 7 w 14"/>
              <a:gd name="T1" fmla="*/ 2 h 5"/>
              <a:gd name="T2" fmla="*/ 12 w 14"/>
              <a:gd name="T3" fmla="*/ 4 h 5"/>
              <a:gd name="T4" fmla="*/ 13 w 14"/>
              <a:gd name="T5" fmla="*/ 3 h 5"/>
              <a:gd name="T6" fmla="*/ 7 w 14"/>
              <a:gd name="T7" fmla="*/ 0 h 5"/>
              <a:gd name="T8" fmla="*/ 0 w 14"/>
              <a:gd name="T9" fmla="*/ 3 h 5"/>
              <a:gd name="T10" fmla="*/ 2 w 14"/>
              <a:gd name="T11" fmla="*/ 4 h 5"/>
              <a:gd name="T12" fmla="*/ 7 w 14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5">
                <a:moveTo>
                  <a:pt x="7" y="2"/>
                </a:moveTo>
                <a:cubicBezTo>
                  <a:pt x="9" y="2"/>
                  <a:pt x="11" y="3"/>
                  <a:pt x="12" y="4"/>
                </a:cubicBezTo>
                <a:cubicBezTo>
                  <a:pt x="13" y="5"/>
                  <a:pt x="14" y="4"/>
                  <a:pt x="13" y="3"/>
                </a:cubicBezTo>
                <a:cubicBezTo>
                  <a:pt x="12" y="1"/>
                  <a:pt x="9" y="0"/>
                  <a:pt x="7" y="0"/>
                </a:cubicBezTo>
                <a:cubicBezTo>
                  <a:pt x="4" y="0"/>
                  <a:pt x="2" y="1"/>
                  <a:pt x="0" y="3"/>
                </a:cubicBezTo>
                <a:cubicBezTo>
                  <a:pt x="0" y="4"/>
                  <a:pt x="1" y="5"/>
                  <a:pt x="2" y="4"/>
                </a:cubicBezTo>
                <a:cubicBezTo>
                  <a:pt x="3" y="3"/>
                  <a:pt x="5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8" name="Freeform 440">
            <a:extLst>
              <a:ext uri="{FF2B5EF4-FFF2-40B4-BE49-F238E27FC236}">
                <a16:creationId xmlns:a16="http://schemas.microsoft.com/office/drawing/2014/main" id="{CE5C0A35-B2E8-2626-668C-15C9027B56C3}"/>
              </a:ext>
            </a:extLst>
          </p:cNvPr>
          <p:cNvSpPr>
            <a:spLocks/>
          </p:cNvSpPr>
          <p:nvPr/>
        </p:nvSpPr>
        <p:spPr bwMode="auto">
          <a:xfrm>
            <a:off x="5725247" y="2849447"/>
            <a:ext cx="58837" cy="27318"/>
          </a:xfrm>
          <a:custGeom>
            <a:avLst/>
            <a:gdLst>
              <a:gd name="T0" fmla="*/ 9 w 17"/>
              <a:gd name="T1" fmla="*/ 4 h 8"/>
              <a:gd name="T2" fmla="*/ 2 w 17"/>
              <a:gd name="T3" fmla="*/ 1 h 8"/>
              <a:gd name="T4" fmla="*/ 1 w 17"/>
              <a:gd name="T5" fmla="*/ 2 h 8"/>
              <a:gd name="T6" fmla="*/ 9 w 17"/>
              <a:gd name="T7" fmla="*/ 8 h 8"/>
              <a:gd name="T8" fmla="*/ 17 w 17"/>
              <a:gd name="T9" fmla="*/ 2 h 8"/>
              <a:gd name="T10" fmla="*/ 16 w 17"/>
              <a:gd name="T11" fmla="*/ 1 h 8"/>
              <a:gd name="T12" fmla="*/ 9 w 17"/>
              <a:gd name="T13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8">
                <a:moveTo>
                  <a:pt x="9" y="4"/>
                </a:moveTo>
                <a:cubicBezTo>
                  <a:pt x="6" y="4"/>
                  <a:pt x="4" y="3"/>
                  <a:pt x="2" y="1"/>
                </a:cubicBezTo>
                <a:cubicBezTo>
                  <a:pt x="1" y="0"/>
                  <a:pt x="0" y="1"/>
                  <a:pt x="1" y="2"/>
                </a:cubicBezTo>
                <a:cubicBezTo>
                  <a:pt x="2" y="5"/>
                  <a:pt x="5" y="8"/>
                  <a:pt x="9" y="8"/>
                </a:cubicBezTo>
                <a:cubicBezTo>
                  <a:pt x="12" y="8"/>
                  <a:pt x="15" y="5"/>
                  <a:pt x="17" y="2"/>
                </a:cubicBezTo>
                <a:cubicBezTo>
                  <a:pt x="17" y="1"/>
                  <a:pt x="16" y="0"/>
                  <a:pt x="16" y="1"/>
                </a:cubicBezTo>
                <a:cubicBezTo>
                  <a:pt x="14" y="3"/>
                  <a:pt x="11" y="4"/>
                  <a:pt x="9" y="4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3" name="Oval 441">
            <a:extLst>
              <a:ext uri="{FF2B5EF4-FFF2-40B4-BE49-F238E27FC236}">
                <a16:creationId xmlns:a16="http://schemas.microsoft.com/office/drawing/2014/main" id="{E366722C-5311-9728-BBEF-03BDCFF1F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911" y="2931397"/>
            <a:ext cx="65141" cy="6514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4" name="Freeform 442">
            <a:extLst>
              <a:ext uri="{FF2B5EF4-FFF2-40B4-BE49-F238E27FC236}">
                <a16:creationId xmlns:a16="http://schemas.microsoft.com/office/drawing/2014/main" id="{2363F936-85F9-711D-AB18-207D69869DFF}"/>
              </a:ext>
            </a:extLst>
          </p:cNvPr>
          <p:cNvSpPr>
            <a:spLocks/>
          </p:cNvSpPr>
          <p:nvPr/>
        </p:nvSpPr>
        <p:spPr bwMode="auto">
          <a:xfrm>
            <a:off x="5355417" y="2939802"/>
            <a:ext cx="44129" cy="16810"/>
          </a:xfrm>
          <a:custGeom>
            <a:avLst/>
            <a:gdLst>
              <a:gd name="T0" fmla="*/ 7 w 13"/>
              <a:gd name="T1" fmla="*/ 3 h 5"/>
              <a:gd name="T2" fmla="*/ 12 w 13"/>
              <a:gd name="T3" fmla="*/ 5 h 5"/>
              <a:gd name="T4" fmla="*/ 13 w 13"/>
              <a:gd name="T5" fmla="*/ 4 h 5"/>
              <a:gd name="T6" fmla="*/ 7 w 13"/>
              <a:gd name="T7" fmla="*/ 0 h 5"/>
              <a:gd name="T8" fmla="*/ 0 w 13"/>
              <a:gd name="T9" fmla="*/ 4 h 5"/>
              <a:gd name="T10" fmla="*/ 1 w 13"/>
              <a:gd name="T11" fmla="*/ 5 h 5"/>
              <a:gd name="T12" fmla="*/ 7 w 13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7" y="3"/>
                </a:moveTo>
                <a:cubicBezTo>
                  <a:pt x="9" y="3"/>
                  <a:pt x="10" y="4"/>
                  <a:pt x="12" y="5"/>
                </a:cubicBezTo>
                <a:cubicBezTo>
                  <a:pt x="13" y="5"/>
                  <a:pt x="13" y="4"/>
                  <a:pt x="13" y="4"/>
                </a:cubicBezTo>
                <a:cubicBezTo>
                  <a:pt x="12" y="1"/>
                  <a:pt x="9" y="0"/>
                  <a:pt x="7" y="0"/>
                </a:cubicBezTo>
                <a:cubicBezTo>
                  <a:pt x="4" y="0"/>
                  <a:pt x="2" y="1"/>
                  <a:pt x="0" y="4"/>
                </a:cubicBezTo>
                <a:cubicBezTo>
                  <a:pt x="0" y="4"/>
                  <a:pt x="1" y="5"/>
                  <a:pt x="1" y="5"/>
                </a:cubicBezTo>
                <a:cubicBezTo>
                  <a:pt x="3" y="4"/>
                  <a:pt x="5" y="3"/>
                  <a:pt x="7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5" name="Freeform 443">
            <a:extLst>
              <a:ext uri="{FF2B5EF4-FFF2-40B4-BE49-F238E27FC236}">
                <a16:creationId xmlns:a16="http://schemas.microsoft.com/office/drawing/2014/main" id="{FD99A76B-6371-66CC-7251-4BB9ED00B0F2}"/>
              </a:ext>
            </a:extLst>
          </p:cNvPr>
          <p:cNvSpPr>
            <a:spLocks/>
          </p:cNvSpPr>
          <p:nvPr/>
        </p:nvSpPr>
        <p:spPr bwMode="auto">
          <a:xfrm>
            <a:off x="5349113" y="2969220"/>
            <a:ext cx="58837" cy="25216"/>
          </a:xfrm>
          <a:custGeom>
            <a:avLst/>
            <a:gdLst>
              <a:gd name="T0" fmla="*/ 9 w 17"/>
              <a:gd name="T1" fmla="*/ 3 h 7"/>
              <a:gd name="T2" fmla="*/ 2 w 17"/>
              <a:gd name="T3" fmla="*/ 0 h 7"/>
              <a:gd name="T4" fmla="*/ 1 w 17"/>
              <a:gd name="T5" fmla="*/ 2 h 7"/>
              <a:gd name="T6" fmla="*/ 9 w 17"/>
              <a:gd name="T7" fmla="*/ 7 h 7"/>
              <a:gd name="T8" fmla="*/ 17 w 17"/>
              <a:gd name="T9" fmla="*/ 2 h 7"/>
              <a:gd name="T10" fmla="*/ 15 w 17"/>
              <a:gd name="T11" fmla="*/ 0 h 7"/>
              <a:gd name="T12" fmla="*/ 9 w 17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7">
                <a:moveTo>
                  <a:pt x="9" y="3"/>
                </a:moveTo>
                <a:cubicBezTo>
                  <a:pt x="6" y="3"/>
                  <a:pt x="4" y="2"/>
                  <a:pt x="2" y="0"/>
                </a:cubicBezTo>
                <a:cubicBezTo>
                  <a:pt x="1" y="0"/>
                  <a:pt x="0" y="1"/>
                  <a:pt x="1" y="2"/>
                </a:cubicBezTo>
                <a:cubicBezTo>
                  <a:pt x="2" y="5"/>
                  <a:pt x="5" y="7"/>
                  <a:pt x="9" y="7"/>
                </a:cubicBezTo>
                <a:cubicBezTo>
                  <a:pt x="12" y="7"/>
                  <a:pt x="15" y="5"/>
                  <a:pt x="17" y="2"/>
                </a:cubicBezTo>
                <a:cubicBezTo>
                  <a:pt x="17" y="1"/>
                  <a:pt x="16" y="0"/>
                  <a:pt x="15" y="0"/>
                </a:cubicBezTo>
                <a:cubicBezTo>
                  <a:pt x="13" y="2"/>
                  <a:pt x="11" y="3"/>
                  <a:pt x="9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0" name="Oval 444">
            <a:extLst>
              <a:ext uri="{FF2B5EF4-FFF2-40B4-BE49-F238E27FC236}">
                <a16:creationId xmlns:a16="http://schemas.microsoft.com/office/drawing/2014/main" id="{5AE8A463-EAA7-7A2A-2033-F1A4CFC83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912" y="3471434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1" name="Freeform 445">
            <a:extLst>
              <a:ext uri="{FF2B5EF4-FFF2-40B4-BE49-F238E27FC236}">
                <a16:creationId xmlns:a16="http://schemas.microsoft.com/office/drawing/2014/main" id="{D38A2230-0966-8DC4-6E7C-B47114159B2D}"/>
              </a:ext>
            </a:extLst>
          </p:cNvPr>
          <p:cNvSpPr>
            <a:spLocks/>
          </p:cNvSpPr>
          <p:nvPr/>
        </p:nvSpPr>
        <p:spPr bwMode="auto">
          <a:xfrm>
            <a:off x="5994216" y="3477737"/>
            <a:ext cx="33621" cy="14710"/>
          </a:xfrm>
          <a:custGeom>
            <a:avLst/>
            <a:gdLst>
              <a:gd name="T0" fmla="*/ 5 w 10"/>
              <a:gd name="T1" fmla="*/ 2 h 4"/>
              <a:gd name="T2" fmla="*/ 9 w 10"/>
              <a:gd name="T3" fmla="*/ 3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3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3"/>
                  <a:pt x="9" y="3"/>
                </a:cubicBezTo>
                <a:cubicBezTo>
                  <a:pt x="10" y="4"/>
                  <a:pt x="10" y="3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1" y="4"/>
                  <a:pt x="1" y="3"/>
                </a:cubicBezTo>
                <a:cubicBezTo>
                  <a:pt x="2" y="3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2" name="Freeform 446">
            <a:extLst>
              <a:ext uri="{FF2B5EF4-FFF2-40B4-BE49-F238E27FC236}">
                <a16:creationId xmlns:a16="http://schemas.microsoft.com/office/drawing/2014/main" id="{D465DF70-CA2A-69B3-0D17-888846523664}"/>
              </a:ext>
            </a:extLst>
          </p:cNvPr>
          <p:cNvSpPr>
            <a:spLocks/>
          </p:cNvSpPr>
          <p:nvPr/>
        </p:nvSpPr>
        <p:spPr bwMode="auto">
          <a:xfrm>
            <a:off x="5990012" y="3502953"/>
            <a:ext cx="46229" cy="16810"/>
          </a:xfrm>
          <a:custGeom>
            <a:avLst/>
            <a:gdLst>
              <a:gd name="T0" fmla="*/ 6 w 13"/>
              <a:gd name="T1" fmla="*/ 2 h 5"/>
              <a:gd name="T2" fmla="*/ 1 w 13"/>
              <a:gd name="T3" fmla="*/ 0 h 5"/>
              <a:gd name="T4" fmla="*/ 0 w 13"/>
              <a:gd name="T5" fmla="*/ 1 h 5"/>
              <a:gd name="T6" fmla="*/ 6 w 13"/>
              <a:gd name="T7" fmla="*/ 5 h 5"/>
              <a:gd name="T8" fmla="*/ 12 w 13"/>
              <a:gd name="T9" fmla="*/ 1 h 5"/>
              <a:gd name="T10" fmla="*/ 11 w 13"/>
              <a:gd name="T11" fmla="*/ 0 h 5"/>
              <a:gd name="T12" fmla="*/ 6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2"/>
                </a:moveTo>
                <a:cubicBezTo>
                  <a:pt x="4" y="2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3"/>
                  <a:pt x="3" y="5"/>
                  <a:pt x="6" y="5"/>
                </a:cubicBezTo>
                <a:cubicBezTo>
                  <a:pt x="9" y="5"/>
                  <a:pt x="11" y="3"/>
                  <a:pt x="12" y="1"/>
                </a:cubicBezTo>
                <a:cubicBezTo>
                  <a:pt x="13" y="0"/>
                  <a:pt x="12" y="0"/>
                  <a:pt x="11" y="0"/>
                </a:cubicBezTo>
                <a:cubicBezTo>
                  <a:pt x="10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7" name="Oval 447">
            <a:extLst>
              <a:ext uri="{FF2B5EF4-FFF2-40B4-BE49-F238E27FC236}">
                <a16:creationId xmlns:a16="http://schemas.microsoft.com/office/drawing/2014/main" id="{63BC888D-11C3-DE83-A8B5-9AEE65A09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96" y="3135224"/>
            <a:ext cx="52533" cy="504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8" name="Freeform 448">
            <a:extLst>
              <a:ext uri="{FF2B5EF4-FFF2-40B4-BE49-F238E27FC236}">
                <a16:creationId xmlns:a16="http://schemas.microsoft.com/office/drawing/2014/main" id="{AEE0B914-6FA2-2B5F-530C-1F00AF3CBF71}"/>
              </a:ext>
            </a:extLst>
          </p:cNvPr>
          <p:cNvSpPr>
            <a:spLocks/>
          </p:cNvSpPr>
          <p:nvPr/>
        </p:nvSpPr>
        <p:spPr bwMode="auto">
          <a:xfrm>
            <a:off x="5969000" y="3141528"/>
            <a:ext cx="37824" cy="14710"/>
          </a:xfrm>
          <a:custGeom>
            <a:avLst/>
            <a:gdLst>
              <a:gd name="T0" fmla="*/ 5 w 11"/>
              <a:gd name="T1" fmla="*/ 2 h 4"/>
              <a:gd name="T2" fmla="*/ 9 w 11"/>
              <a:gd name="T3" fmla="*/ 3 h 4"/>
              <a:gd name="T4" fmla="*/ 10 w 11"/>
              <a:gd name="T5" fmla="*/ 2 h 4"/>
              <a:gd name="T6" fmla="*/ 5 w 11"/>
              <a:gd name="T7" fmla="*/ 0 h 4"/>
              <a:gd name="T8" fmla="*/ 0 w 11"/>
              <a:gd name="T9" fmla="*/ 2 h 4"/>
              <a:gd name="T10" fmla="*/ 1 w 11"/>
              <a:gd name="T11" fmla="*/ 3 h 4"/>
              <a:gd name="T12" fmla="*/ 5 w 11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5" y="2"/>
                </a:moveTo>
                <a:cubicBezTo>
                  <a:pt x="7" y="2"/>
                  <a:pt x="8" y="2"/>
                  <a:pt x="9" y="3"/>
                </a:cubicBezTo>
                <a:cubicBezTo>
                  <a:pt x="10" y="4"/>
                  <a:pt x="11" y="3"/>
                  <a:pt x="10" y="2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2"/>
                </a:cubicBezTo>
                <a:cubicBezTo>
                  <a:pt x="0" y="3"/>
                  <a:pt x="1" y="4"/>
                  <a:pt x="1" y="3"/>
                </a:cubicBezTo>
                <a:cubicBezTo>
                  <a:pt x="2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" name="Freeform 449">
            <a:extLst>
              <a:ext uri="{FF2B5EF4-FFF2-40B4-BE49-F238E27FC236}">
                <a16:creationId xmlns:a16="http://schemas.microsoft.com/office/drawing/2014/main" id="{077D6405-5290-3932-6C67-EAE07BA6BBB5}"/>
              </a:ext>
            </a:extLst>
          </p:cNvPr>
          <p:cNvSpPr>
            <a:spLocks/>
          </p:cNvSpPr>
          <p:nvPr/>
        </p:nvSpPr>
        <p:spPr bwMode="auto">
          <a:xfrm>
            <a:off x="5966898" y="3162541"/>
            <a:ext cx="44129" cy="21013"/>
          </a:xfrm>
          <a:custGeom>
            <a:avLst/>
            <a:gdLst>
              <a:gd name="T0" fmla="*/ 6 w 13"/>
              <a:gd name="T1" fmla="*/ 3 h 6"/>
              <a:gd name="T2" fmla="*/ 1 w 13"/>
              <a:gd name="T3" fmla="*/ 1 h 6"/>
              <a:gd name="T4" fmla="*/ 0 w 13"/>
              <a:gd name="T5" fmla="*/ 2 h 6"/>
              <a:gd name="T6" fmla="*/ 6 w 13"/>
              <a:gd name="T7" fmla="*/ 6 h 6"/>
              <a:gd name="T8" fmla="*/ 12 w 13"/>
              <a:gd name="T9" fmla="*/ 2 h 6"/>
              <a:gd name="T10" fmla="*/ 11 w 13"/>
              <a:gd name="T11" fmla="*/ 1 h 6"/>
              <a:gd name="T12" fmla="*/ 6 w 13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6">
                <a:moveTo>
                  <a:pt x="6" y="3"/>
                </a:moveTo>
                <a:cubicBezTo>
                  <a:pt x="4" y="3"/>
                  <a:pt x="3" y="2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1" y="4"/>
                  <a:pt x="4" y="6"/>
                  <a:pt x="6" y="6"/>
                </a:cubicBezTo>
                <a:cubicBezTo>
                  <a:pt x="9" y="6"/>
                  <a:pt x="11" y="4"/>
                  <a:pt x="12" y="2"/>
                </a:cubicBezTo>
                <a:cubicBezTo>
                  <a:pt x="13" y="1"/>
                  <a:pt x="12" y="0"/>
                  <a:pt x="11" y="1"/>
                </a:cubicBezTo>
                <a:cubicBezTo>
                  <a:pt x="10" y="2"/>
                  <a:pt x="8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4" name="Oval 450">
            <a:extLst>
              <a:ext uri="{FF2B5EF4-FFF2-40B4-BE49-F238E27FC236}">
                <a16:creationId xmlns:a16="http://schemas.microsoft.com/office/drawing/2014/main" id="{167AE1A2-E485-D68F-638C-B867EFC34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487" y="3647945"/>
            <a:ext cx="52533" cy="483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5" name="Freeform 451">
            <a:extLst>
              <a:ext uri="{FF2B5EF4-FFF2-40B4-BE49-F238E27FC236}">
                <a16:creationId xmlns:a16="http://schemas.microsoft.com/office/drawing/2014/main" id="{5EF521D2-CDEC-DBBC-0A17-278833235DBC}"/>
              </a:ext>
            </a:extLst>
          </p:cNvPr>
          <p:cNvSpPr>
            <a:spLocks/>
          </p:cNvSpPr>
          <p:nvPr/>
        </p:nvSpPr>
        <p:spPr bwMode="auto">
          <a:xfrm>
            <a:off x="6277893" y="3650045"/>
            <a:ext cx="33621" cy="14710"/>
          </a:xfrm>
          <a:custGeom>
            <a:avLst/>
            <a:gdLst>
              <a:gd name="T0" fmla="*/ 5 w 10"/>
              <a:gd name="T1" fmla="*/ 2 h 4"/>
              <a:gd name="T2" fmla="*/ 9 w 10"/>
              <a:gd name="T3" fmla="*/ 4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4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3"/>
                  <a:pt x="9" y="4"/>
                </a:cubicBezTo>
                <a:cubicBezTo>
                  <a:pt x="10" y="4"/>
                  <a:pt x="10" y="3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1" y="4"/>
                  <a:pt x="1" y="4"/>
                </a:cubicBezTo>
                <a:cubicBezTo>
                  <a:pt x="2" y="3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6" name="Freeform 452">
            <a:extLst>
              <a:ext uri="{FF2B5EF4-FFF2-40B4-BE49-F238E27FC236}">
                <a16:creationId xmlns:a16="http://schemas.microsoft.com/office/drawing/2014/main" id="{79B1BEDA-2B37-EDC6-A45F-AD5221976E94}"/>
              </a:ext>
            </a:extLst>
          </p:cNvPr>
          <p:cNvSpPr>
            <a:spLocks/>
          </p:cNvSpPr>
          <p:nvPr/>
        </p:nvSpPr>
        <p:spPr bwMode="auto">
          <a:xfrm>
            <a:off x="6273691" y="3675261"/>
            <a:ext cx="44129" cy="16810"/>
          </a:xfrm>
          <a:custGeom>
            <a:avLst/>
            <a:gdLst>
              <a:gd name="T0" fmla="*/ 6 w 13"/>
              <a:gd name="T1" fmla="*/ 2 h 5"/>
              <a:gd name="T2" fmla="*/ 1 w 13"/>
              <a:gd name="T3" fmla="*/ 1 h 5"/>
              <a:gd name="T4" fmla="*/ 0 w 13"/>
              <a:gd name="T5" fmla="*/ 1 h 5"/>
              <a:gd name="T6" fmla="*/ 6 w 13"/>
              <a:gd name="T7" fmla="*/ 5 h 5"/>
              <a:gd name="T8" fmla="*/ 12 w 13"/>
              <a:gd name="T9" fmla="*/ 1 h 5"/>
              <a:gd name="T10" fmla="*/ 11 w 13"/>
              <a:gd name="T11" fmla="*/ 1 h 5"/>
              <a:gd name="T12" fmla="*/ 6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2"/>
                </a:moveTo>
                <a:cubicBezTo>
                  <a:pt x="4" y="2"/>
                  <a:pt x="2" y="2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4"/>
                  <a:pt x="4" y="5"/>
                  <a:pt x="6" y="5"/>
                </a:cubicBezTo>
                <a:cubicBezTo>
                  <a:pt x="9" y="5"/>
                  <a:pt x="11" y="4"/>
                  <a:pt x="12" y="1"/>
                </a:cubicBezTo>
                <a:cubicBezTo>
                  <a:pt x="13" y="1"/>
                  <a:pt x="12" y="0"/>
                  <a:pt x="11" y="1"/>
                </a:cubicBezTo>
                <a:cubicBezTo>
                  <a:pt x="10" y="2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1" name="Oval 453">
            <a:extLst>
              <a:ext uri="{FF2B5EF4-FFF2-40B4-BE49-F238E27FC236}">
                <a16:creationId xmlns:a16="http://schemas.microsoft.com/office/drawing/2014/main" id="{09A00DAC-EAAA-288F-FC4E-86F290A7B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074" y="3374774"/>
            <a:ext cx="52533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2" name="Freeform 454">
            <a:extLst>
              <a:ext uri="{FF2B5EF4-FFF2-40B4-BE49-F238E27FC236}">
                <a16:creationId xmlns:a16="http://schemas.microsoft.com/office/drawing/2014/main" id="{E7425AAB-D7A7-AC59-D0C2-7975374EAAD0}"/>
              </a:ext>
            </a:extLst>
          </p:cNvPr>
          <p:cNvSpPr>
            <a:spLocks/>
          </p:cNvSpPr>
          <p:nvPr/>
        </p:nvSpPr>
        <p:spPr bwMode="auto">
          <a:xfrm>
            <a:off x="5294479" y="3378977"/>
            <a:ext cx="37824" cy="14710"/>
          </a:xfrm>
          <a:custGeom>
            <a:avLst/>
            <a:gdLst>
              <a:gd name="T0" fmla="*/ 5 w 11"/>
              <a:gd name="T1" fmla="*/ 3 h 4"/>
              <a:gd name="T2" fmla="*/ 9 w 11"/>
              <a:gd name="T3" fmla="*/ 4 h 4"/>
              <a:gd name="T4" fmla="*/ 10 w 11"/>
              <a:gd name="T5" fmla="*/ 3 h 4"/>
              <a:gd name="T6" fmla="*/ 5 w 11"/>
              <a:gd name="T7" fmla="*/ 0 h 4"/>
              <a:gd name="T8" fmla="*/ 0 w 11"/>
              <a:gd name="T9" fmla="*/ 3 h 4"/>
              <a:gd name="T10" fmla="*/ 1 w 11"/>
              <a:gd name="T11" fmla="*/ 4 h 4"/>
              <a:gd name="T12" fmla="*/ 5 w 11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5" y="3"/>
                </a:moveTo>
                <a:cubicBezTo>
                  <a:pt x="7" y="3"/>
                  <a:pt x="8" y="3"/>
                  <a:pt x="9" y="4"/>
                </a:cubicBezTo>
                <a:cubicBezTo>
                  <a:pt x="10" y="4"/>
                  <a:pt x="11" y="4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4"/>
                  <a:pt x="1" y="4"/>
                  <a:pt x="1" y="4"/>
                </a:cubicBezTo>
                <a:cubicBezTo>
                  <a:pt x="2" y="3"/>
                  <a:pt x="4" y="3"/>
                  <a:pt x="5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3" name="Freeform 455">
            <a:extLst>
              <a:ext uri="{FF2B5EF4-FFF2-40B4-BE49-F238E27FC236}">
                <a16:creationId xmlns:a16="http://schemas.microsoft.com/office/drawing/2014/main" id="{5337D0F9-3152-C128-AC6F-C95055261561}"/>
              </a:ext>
            </a:extLst>
          </p:cNvPr>
          <p:cNvSpPr>
            <a:spLocks/>
          </p:cNvSpPr>
          <p:nvPr/>
        </p:nvSpPr>
        <p:spPr bwMode="auto">
          <a:xfrm>
            <a:off x="5290277" y="3402090"/>
            <a:ext cx="44129" cy="21013"/>
          </a:xfrm>
          <a:custGeom>
            <a:avLst/>
            <a:gdLst>
              <a:gd name="T0" fmla="*/ 6 w 13"/>
              <a:gd name="T1" fmla="*/ 3 h 6"/>
              <a:gd name="T2" fmla="*/ 1 w 13"/>
              <a:gd name="T3" fmla="*/ 1 h 6"/>
              <a:gd name="T4" fmla="*/ 0 w 13"/>
              <a:gd name="T5" fmla="*/ 2 h 6"/>
              <a:gd name="T6" fmla="*/ 6 w 13"/>
              <a:gd name="T7" fmla="*/ 6 h 6"/>
              <a:gd name="T8" fmla="*/ 12 w 13"/>
              <a:gd name="T9" fmla="*/ 2 h 6"/>
              <a:gd name="T10" fmla="*/ 11 w 13"/>
              <a:gd name="T11" fmla="*/ 1 h 6"/>
              <a:gd name="T12" fmla="*/ 6 w 13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6">
                <a:moveTo>
                  <a:pt x="6" y="3"/>
                </a:moveTo>
                <a:cubicBezTo>
                  <a:pt x="4" y="3"/>
                  <a:pt x="3" y="2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1" y="4"/>
                  <a:pt x="4" y="6"/>
                  <a:pt x="6" y="6"/>
                </a:cubicBezTo>
                <a:cubicBezTo>
                  <a:pt x="9" y="6"/>
                  <a:pt x="11" y="4"/>
                  <a:pt x="12" y="2"/>
                </a:cubicBezTo>
                <a:cubicBezTo>
                  <a:pt x="13" y="1"/>
                  <a:pt x="12" y="0"/>
                  <a:pt x="11" y="1"/>
                </a:cubicBezTo>
                <a:cubicBezTo>
                  <a:pt x="10" y="2"/>
                  <a:pt x="8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" name="Oval 456">
            <a:extLst>
              <a:ext uri="{FF2B5EF4-FFF2-40B4-BE49-F238E27FC236}">
                <a16:creationId xmlns:a16="http://schemas.microsoft.com/office/drawing/2014/main" id="{D628B0E2-04EF-51E4-A7E7-B51E6A9A1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920" y="3725692"/>
            <a:ext cx="52533" cy="52533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9" name="Freeform 457">
            <a:extLst>
              <a:ext uri="{FF2B5EF4-FFF2-40B4-BE49-F238E27FC236}">
                <a16:creationId xmlns:a16="http://schemas.microsoft.com/office/drawing/2014/main" id="{206F306F-7A27-F175-522F-742CBC5BC41F}"/>
              </a:ext>
            </a:extLst>
          </p:cNvPr>
          <p:cNvSpPr>
            <a:spLocks/>
          </p:cNvSpPr>
          <p:nvPr/>
        </p:nvSpPr>
        <p:spPr bwMode="auto">
          <a:xfrm>
            <a:off x="5206224" y="3734098"/>
            <a:ext cx="39925" cy="12608"/>
          </a:xfrm>
          <a:custGeom>
            <a:avLst/>
            <a:gdLst>
              <a:gd name="T0" fmla="*/ 6 w 11"/>
              <a:gd name="T1" fmla="*/ 2 h 4"/>
              <a:gd name="T2" fmla="*/ 10 w 11"/>
              <a:gd name="T3" fmla="*/ 3 h 4"/>
              <a:gd name="T4" fmla="*/ 10 w 11"/>
              <a:gd name="T5" fmla="*/ 3 h 4"/>
              <a:gd name="T6" fmla="*/ 6 w 11"/>
              <a:gd name="T7" fmla="*/ 0 h 4"/>
              <a:gd name="T8" fmla="*/ 1 w 11"/>
              <a:gd name="T9" fmla="*/ 3 h 4"/>
              <a:gd name="T10" fmla="*/ 1 w 11"/>
              <a:gd name="T11" fmla="*/ 3 h 4"/>
              <a:gd name="T12" fmla="*/ 6 w 11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6" y="2"/>
                </a:moveTo>
                <a:cubicBezTo>
                  <a:pt x="7" y="2"/>
                  <a:pt x="8" y="3"/>
                  <a:pt x="10" y="3"/>
                </a:cubicBezTo>
                <a:cubicBezTo>
                  <a:pt x="10" y="4"/>
                  <a:pt x="11" y="3"/>
                  <a:pt x="10" y="3"/>
                </a:cubicBezTo>
                <a:cubicBezTo>
                  <a:pt x="9" y="1"/>
                  <a:pt x="8" y="0"/>
                  <a:pt x="6" y="0"/>
                </a:cubicBezTo>
                <a:cubicBezTo>
                  <a:pt x="3" y="0"/>
                  <a:pt x="2" y="1"/>
                  <a:pt x="1" y="3"/>
                </a:cubicBezTo>
                <a:cubicBezTo>
                  <a:pt x="0" y="3"/>
                  <a:pt x="1" y="4"/>
                  <a:pt x="1" y="3"/>
                </a:cubicBezTo>
                <a:cubicBezTo>
                  <a:pt x="3" y="3"/>
                  <a:pt x="4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" name="Freeform 458">
            <a:extLst>
              <a:ext uri="{FF2B5EF4-FFF2-40B4-BE49-F238E27FC236}">
                <a16:creationId xmlns:a16="http://schemas.microsoft.com/office/drawing/2014/main" id="{0551AEB2-D1F8-8FD3-C409-D550EB7B3E0A}"/>
              </a:ext>
            </a:extLst>
          </p:cNvPr>
          <p:cNvSpPr>
            <a:spLocks/>
          </p:cNvSpPr>
          <p:nvPr/>
        </p:nvSpPr>
        <p:spPr bwMode="auto">
          <a:xfrm>
            <a:off x="5204122" y="3757213"/>
            <a:ext cx="44129" cy="16810"/>
          </a:xfrm>
          <a:custGeom>
            <a:avLst/>
            <a:gdLst>
              <a:gd name="T0" fmla="*/ 7 w 13"/>
              <a:gd name="T1" fmla="*/ 2 h 5"/>
              <a:gd name="T2" fmla="*/ 1 w 13"/>
              <a:gd name="T3" fmla="*/ 0 h 5"/>
              <a:gd name="T4" fmla="*/ 0 w 13"/>
              <a:gd name="T5" fmla="*/ 1 h 5"/>
              <a:gd name="T6" fmla="*/ 7 w 13"/>
              <a:gd name="T7" fmla="*/ 5 h 5"/>
              <a:gd name="T8" fmla="*/ 13 w 13"/>
              <a:gd name="T9" fmla="*/ 1 h 5"/>
              <a:gd name="T10" fmla="*/ 12 w 13"/>
              <a:gd name="T11" fmla="*/ 0 h 5"/>
              <a:gd name="T12" fmla="*/ 7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7" y="2"/>
                </a:moveTo>
                <a:cubicBezTo>
                  <a:pt x="5" y="2"/>
                  <a:pt x="3" y="1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2" y="4"/>
                  <a:pt x="4" y="5"/>
                  <a:pt x="7" y="5"/>
                </a:cubicBezTo>
                <a:cubicBezTo>
                  <a:pt x="9" y="5"/>
                  <a:pt x="11" y="4"/>
                  <a:pt x="13" y="1"/>
                </a:cubicBezTo>
                <a:cubicBezTo>
                  <a:pt x="13" y="1"/>
                  <a:pt x="12" y="0"/>
                  <a:pt x="12" y="0"/>
                </a:cubicBezTo>
                <a:cubicBezTo>
                  <a:pt x="10" y="1"/>
                  <a:pt x="8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" name="Oval 459">
            <a:extLst>
              <a:ext uri="{FF2B5EF4-FFF2-40B4-BE49-F238E27FC236}">
                <a16:creationId xmlns:a16="http://schemas.microsoft.com/office/drawing/2014/main" id="{E4CBA916-A2C3-025E-4C33-678721632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151" y="2983930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" name="Freeform 460">
            <a:extLst>
              <a:ext uri="{FF2B5EF4-FFF2-40B4-BE49-F238E27FC236}">
                <a16:creationId xmlns:a16="http://schemas.microsoft.com/office/drawing/2014/main" id="{5EF4EF1E-FF3D-870E-2F13-1CAAA2AAB1B8}"/>
              </a:ext>
            </a:extLst>
          </p:cNvPr>
          <p:cNvSpPr>
            <a:spLocks/>
          </p:cNvSpPr>
          <p:nvPr/>
        </p:nvSpPr>
        <p:spPr bwMode="auto">
          <a:xfrm>
            <a:off x="6536353" y="2986030"/>
            <a:ext cx="23115" cy="10507"/>
          </a:xfrm>
          <a:custGeom>
            <a:avLst/>
            <a:gdLst>
              <a:gd name="T0" fmla="*/ 4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6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" name="Freeform 461">
            <a:extLst>
              <a:ext uri="{FF2B5EF4-FFF2-40B4-BE49-F238E27FC236}">
                <a16:creationId xmlns:a16="http://schemas.microsoft.com/office/drawing/2014/main" id="{D989D159-86EB-3B88-46B3-1B81256DD625}"/>
              </a:ext>
            </a:extLst>
          </p:cNvPr>
          <p:cNvSpPr>
            <a:spLocks/>
          </p:cNvSpPr>
          <p:nvPr/>
        </p:nvSpPr>
        <p:spPr bwMode="auto">
          <a:xfrm>
            <a:off x="6532151" y="3004943"/>
            <a:ext cx="31521" cy="12608"/>
          </a:xfrm>
          <a:custGeom>
            <a:avLst/>
            <a:gdLst>
              <a:gd name="T0" fmla="*/ 5 w 9"/>
              <a:gd name="T1" fmla="*/ 2 h 4"/>
              <a:gd name="T2" fmla="*/ 1 w 9"/>
              <a:gd name="T3" fmla="*/ 0 h 4"/>
              <a:gd name="T4" fmla="*/ 1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2"/>
                  <a:pt x="3" y="4"/>
                  <a:pt x="5" y="4"/>
                </a:cubicBezTo>
                <a:cubicBezTo>
                  <a:pt x="7" y="4"/>
                  <a:pt x="8" y="2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" name="Oval 462">
            <a:extLst>
              <a:ext uri="{FF2B5EF4-FFF2-40B4-BE49-F238E27FC236}">
                <a16:creationId xmlns:a16="http://schemas.microsoft.com/office/drawing/2014/main" id="{DA16AD4F-3B8B-81D4-ADB2-380C71C7F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686" y="2719165"/>
            <a:ext cx="35723" cy="315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3" name="Freeform 463">
            <a:extLst>
              <a:ext uri="{FF2B5EF4-FFF2-40B4-BE49-F238E27FC236}">
                <a16:creationId xmlns:a16="http://schemas.microsoft.com/office/drawing/2014/main" id="{77DE95B0-E0D7-EA41-887C-2CFE7B3057CB}"/>
              </a:ext>
            </a:extLst>
          </p:cNvPr>
          <p:cNvSpPr>
            <a:spLocks/>
          </p:cNvSpPr>
          <p:nvPr/>
        </p:nvSpPr>
        <p:spPr bwMode="auto">
          <a:xfrm>
            <a:off x="6111889" y="2721265"/>
            <a:ext cx="27318" cy="8406"/>
          </a:xfrm>
          <a:custGeom>
            <a:avLst/>
            <a:gdLst>
              <a:gd name="T0" fmla="*/ 4 w 8"/>
              <a:gd name="T1" fmla="*/ 1 h 2"/>
              <a:gd name="T2" fmla="*/ 7 w 8"/>
              <a:gd name="T3" fmla="*/ 2 h 2"/>
              <a:gd name="T4" fmla="*/ 7 w 8"/>
              <a:gd name="T5" fmla="*/ 1 h 2"/>
              <a:gd name="T6" fmla="*/ 4 w 8"/>
              <a:gd name="T7" fmla="*/ 0 h 2"/>
              <a:gd name="T8" fmla="*/ 1 w 8"/>
              <a:gd name="T9" fmla="*/ 1 h 2"/>
              <a:gd name="T10" fmla="*/ 1 w 8"/>
              <a:gd name="T11" fmla="*/ 2 h 2"/>
              <a:gd name="T12" fmla="*/ 4 w 8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2">
                <a:moveTo>
                  <a:pt x="4" y="1"/>
                </a:moveTo>
                <a:cubicBezTo>
                  <a:pt x="5" y="1"/>
                  <a:pt x="6" y="1"/>
                  <a:pt x="7" y="2"/>
                </a:cubicBezTo>
                <a:cubicBezTo>
                  <a:pt x="7" y="2"/>
                  <a:pt x="8" y="2"/>
                  <a:pt x="7" y="1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1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" name="Freeform 464">
            <a:extLst>
              <a:ext uri="{FF2B5EF4-FFF2-40B4-BE49-F238E27FC236}">
                <a16:creationId xmlns:a16="http://schemas.microsoft.com/office/drawing/2014/main" id="{8B97C1BD-191C-62DC-AF5E-28161BCB3A3E}"/>
              </a:ext>
            </a:extLst>
          </p:cNvPr>
          <p:cNvSpPr>
            <a:spLocks/>
          </p:cNvSpPr>
          <p:nvPr/>
        </p:nvSpPr>
        <p:spPr bwMode="auto">
          <a:xfrm>
            <a:off x="6111889" y="2735976"/>
            <a:ext cx="27318" cy="14710"/>
          </a:xfrm>
          <a:custGeom>
            <a:avLst/>
            <a:gdLst>
              <a:gd name="T0" fmla="*/ 4 w 8"/>
              <a:gd name="T1" fmla="*/ 2 h 4"/>
              <a:gd name="T2" fmla="*/ 1 w 8"/>
              <a:gd name="T3" fmla="*/ 0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0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1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0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9" name="Oval 465">
            <a:extLst>
              <a:ext uri="{FF2B5EF4-FFF2-40B4-BE49-F238E27FC236}">
                <a16:creationId xmlns:a16="http://schemas.microsoft.com/office/drawing/2014/main" id="{BC377FBB-E612-4D1B-D8CD-91C5F5359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712" y="2994436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466">
            <a:extLst>
              <a:ext uri="{FF2B5EF4-FFF2-40B4-BE49-F238E27FC236}">
                <a16:creationId xmlns:a16="http://schemas.microsoft.com/office/drawing/2014/main" id="{95742BB5-08C4-523A-C39A-79B10F3D473C}"/>
              </a:ext>
            </a:extLst>
          </p:cNvPr>
          <p:cNvSpPr>
            <a:spLocks/>
          </p:cNvSpPr>
          <p:nvPr/>
        </p:nvSpPr>
        <p:spPr bwMode="auto">
          <a:xfrm>
            <a:off x="6156016" y="2996538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2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2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2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2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1" name="Freeform 467">
            <a:extLst>
              <a:ext uri="{FF2B5EF4-FFF2-40B4-BE49-F238E27FC236}">
                <a16:creationId xmlns:a16="http://schemas.microsoft.com/office/drawing/2014/main" id="{5465F731-36A6-1077-31CF-BE037F4714FE}"/>
              </a:ext>
            </a:extLst>
          </p:cNvPr>
          <p:cNvSpPr>
            <a:spLocks/>
          </p:cNvSpPr>
          <p:nvPr/>
        </p:nvSpPr>
        <p:spPr bwMode="auto">
          <a:xfrm>
            <a:off x="6151814" y="3015450"/>
            <a:ext cx="31521" cy="8406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1 h 3"/>
              <a:gd name="T6" fmla="*/ 4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2"/>
                  <a:pt x="3" y="3"/>
                  <a:pt x="4" y="3"/>
                </a:cubicBezTo>
                <a:cubicBezTo>
                  <a:pt x="6" y="3"/>
                  <a:pt x="8" y="2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" name="Oval 468">
            <a:extLst>
              <a:ext uri="{FF2B5EF4-FFF2-40B4-BE49-F238E27FC236}">
                <a16:creationId xmlns:a16="http://schemas.microsoft.com/office/drawing/2014/main" id="{5D8A9D91-4CF1-30A0-6711-3C2D03563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443" y="3082691"/>
            <a:ext cx="315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" name="Freeform 469">
            <a:extLst>
              <a:ext uri="{FF2B5EF4-FFF2-40B4-BE49-F238E27FC236}">
                <a16:creationId xmlns:a16="http://schemas.microsoft.com/office/drawing/2014/main" id="{4A1BE299-6ADB-E4D1-9CF2-642F914FAEEC}"/>
              </a:ext>
            </a:extLst>
          </p:cNvPr>
          <p:cNvSpPr>
            <a:spLocks/>
          </p:cNvSpPr>
          <p:nvPr/>
        </p:nvSpPr>
        <p:spPr bwMode="auto">
          <a:xfrm>
            <a:off x="5399544" y="3086893"/>
            <a:ext cx="25216" cy="6305"/>
          </a:xfrm>
          <a:custGeom>
            <a:avLst/>
            <a:gdLst>
              <a:gd name="T0" fmla="*/ 4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4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5" y="2"/>
                  <a:pt x="6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" name="Freeform 470">
            <a:extLst>
              <a:ext uri="{FF2B5EF4-FFF2-40B4-BE49-F238E27FC236}">
                <a16:creationId xmlns:a16="http://schemas.microsoft.com/office/drawing/2014/main" id="{367D83F0-8424-41CE-34E1-41EC7DDAE7F4}"/>
              </a:ext>
            </a:extLst>
          </p:cNvPr>
          <p:cNvSpPr>
            <a:spLocks/>
          </p:cNvSpPr>
          <p:nvPr/>
        </p:nvSpPr>
        <p:spPr bwMode="auto">
          <a:xfrm>
            <a:off x="5397443" y="3099501"/>
            <a:ext cx="31521" cy="14710"/>
          </a:xfrm>
          <a:custGeom>
            <a:avLst/>
            <a:gdLst>
              <a:gd name="T0" fmla="*/ 5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1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2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4"/>
                  <a:pt x="5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2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3" name="Oval 471">
            <a:extLst>
              <a:ext uri="{FF2B5EF4-FFF2-40B4-BE49-F238E27FC236}">
                <a16:creationId xmlns:a16="http://schemas.microsoft.com/office/drawing/2014/main" id="{9C08FB95-5B66-7539-C848-27A6B181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479" y="3259201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4" name="Freeform 472">
            <a:extLst>
              <a:ext uri="{FF2B5EF4-FFF2-40B4-BE49-F238E27FC236}">
                <a16:creationId xmlns:a16="http://schemas.microsoft.com/office/drawing/2014/main" id="{4F7B0780-8FDD-E74A-AAFF-72F4BF0B4FCF}"/>
              </a:ext>
            </a:extLst>
          </p:cNvPr>
          <p:cNvSpPr>
            <a:spLocks/>
          </p:cNvSpPr>
          <p:nvPr/>
        </p:nvSpPr>
        <p:spPr bwMode="auto">
          <a:xfrm>
            <a:off x="5296580" y="3265506"/>
            <a:ext cx="25216" cy="6305"/>
          </a:xfrm>
          <a:custGeom>
            <a:avLst/>
            <a:gdLst>
              <a:gd name="T0" fmla="*/ 4 w 7"/>
              <a:gd name="T1" fmla="*/ 1 h 2"/>
              <a:gd name="T2" fmla="*/ 7 w 7"/>
              <a:gd name="T3" fmla="*/ 2 h 2"/>
              <a:gd name="T4" fmla="*/ 7 w 7"/>
              <a:gd name="T5" fmla="*/ 1 h 2"/>
              <a:gd name="T6" fmla="*/ 4 w 7"/>
              <a:gd name="T7" fmla="*/ 0 h 2"/>
              <a:gd name="T8" fmla="*/ 1 w 7"/>
              <a:gd name="T9" fmla="*/ 1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1"/>
                  <a:pt x="7" y="2"/>
                </a:cubicBezTo>
                <a:cubicBezTo>
                  <a:pt x="7" y="2"/>
                  <a:pt x="7" y="2"/>
                  <a:pt x="7" y="1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1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" name="Freeform 473">
            <a:extLst>
              <a:ext uri="{FF2B5EF4-FFF2-40B4-BE49-F238E27FC236}">
                <a16:creationId xmlns:a16="http://schemas.microsoft.com/office/drawing/2014/main" id="{3F8C8FFA-D73D-3264-ADCC-0EF8173E91E0}"/>
              </a:ext>
            </a:extLst>
          </p:cNvPr>
          <p:cNvSpPr>
            <a:spLocks/>
          </p:cNvSpPr>
          <p:nvPr/>
        </p:nvSpPr>
        <p:spPr bwMode="auto">
          <a:xfrm>
            <a:off x="5296580" y="3280215"/>
            <a:ext cx="27318" cy="12608"/>
          </a:xfrm>
          <a:custGeom>
            <a:avLst/>
            <a:gdLst>
              <a:gd name="T0" fmla="*/ 4 w 8"/>
              <a:gd name="T1" fmla="*/ 2 h 4"/>
              <a:gd name="T2" fmla="*/ 0 w 8"/>
              <a:gd name="T3" fmla="*/ 0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0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0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0"/>
                </a:cubicBezTo>
                <a:cubicBezTo>
                  <a:pt x="6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" name="Oval 474">
            <a:extLst>
              <a:ext uri="{FF2B5EF4-FFF2-40B4-BE49-F238E27FC236}">
                <a16:creationId xmlns:a16="http://schemas.microsoft.com/office/drawing/2014/main" id="{44ABB0DE-79FE-30D0-F158-7E9F5FACD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032" y="3131022"/>
            <a:ext cx="35723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" name="Freeform 475">
            <a:extLst>
              <a:ext uri="{FF2B5EF4-FFF2-40B4-BE49-F238E27FC236}">
                <a16:creationId xmlns:a16="http://schemas.microsoft.com/office/drawing/2014/main" id="{491F5316-F2EC-56F9-197B-1502FC444B2F}"/>
              </a:ext>
            </a:extLst>
          </p:cNvPr>
          <p:cNvSpPr>
            <a:spLocks/>
          </p:cNvSpPr>
          <p:nvPr/>
        </p:nvSpPr>
        <p:spPr bwMode="auto">
          <a:xfrm>
            <a:off x="5704235" y="3135224"/>
            <a:ext cx="23115" cy="10507"/>
          </a:xfrm>
          <a:custGeom>
            <a:avLst/>
            <a:gdLst>
              <a:gd name="T0" fmla="*/ 4 w 7"/>
              <a:gd name="T1" fmla="*/ 1 h 3"/>
              <a:gd name="T2" fmla="*/ 7 w 7"/>
              <a:gd name="T3" fmla="*/ 2 h 3"/>
              <a:gd name="T4" fmla="*/ 7 w 7"/>
              <a:gd name="T5" fmla="*/ 2 h 3"/>
              <a:gd name="T6" fmla="*/ 4 w 7"/>
              <a:gd name="T7" fmla="*/ 0 h 3"/>
              <a:gd name="T8" fmla="*/ 1 w 7"/>
              <a:gd name="T9" fmla="*/ 2 h 3"/>
              <a:gd name="T10" fmla="*/ 1 w 7"/>
              <a:gd name="T11" fmla="*/ 2 h 3"/>
              <a:gd name="T12" fmla="*/ 4 w 7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1"/>
                </a:moveTo>
                <a:cubicBezTo>
                  <a:pt x="5" y="1"/>
                  <a:pt x="6" y="2"/>
                  <a:pt x="7" y="2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1" y="2"/>
                </a:cubicBezTo>
                <a:cubicBezTo>
                  <a:pt x="0" y="2"/>
                  <a:pt x="1" y="3"/>
                  <a:pt x="1" y="2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" name="Freeform 476">
            <a:extLst>
              <a:ext uri="{FF2B5EF4-FFF2-40B4-BE49-F238E27FC236}">
                <a16:creationId xmlns:a16="http://schemas.microsoft.com/office/drawing/2014/main" id="{D85E2580-85E6-F820-487E-85D1D22966EA}"/>
              </a:ext>
            </a:extLst>
          </p:cNvPr>
          <p:cNvSpPr>
            <a:spLocks/>
          </p:cNvSpPr>
          <p:nvPr/>
        </p:nvSpPr>
        <p:spPr bwMode="auto">
          <a:xfrm>
            <a:off x="5700032" y="3152036"/>
            <a:ext cx="31521" cy="10507"/>
          </a:xfrm>
          <a:custGeom>
            <a:avLst/>
            <a:gdLst>
              <a:gd name="T0" fmla="*/ 5 w 9"/>
              <a:gd name="T1" fmla="*/ 1 h 3"/>
              <a:gd name="T2" fmla="*/ 1 w 9"/>
              <a:gd name="T3" fmla="*/ 0 h 3"/>
              <a:gd name="T4" fmla="*/ 1 w 9"/>
              <a:gd name="T5" fmla="*/ 1 h 3"/>
              <a:gd name="T6" fmla="*/ 5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5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5" y="1"/>
                </a:moveTo>
                <a:cubicBezTo>
                  <a:pt x="4" y="1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2" y="2"/>
                  <a:pt x="3" y="3"/>
                  <a:pt x="5" y="3"/>
                </a:cubicBezTo>
                <a:cubicBezTo>
                  <a:pt x="7" y="3"/>
                  <a:pt x="8" y="2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1"/>
                  <a:pt x="5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7" name="Oval 477">
            <a:extLst>
              <a:ext uri="{FF2B5EF4-FFF2-40B4-BE49-F238E27FC236}">
                <a16:creationId xmlns:a16="http://schemas.microsoft.com/office/drawing/2014/main" id="{A7F62427-35C4-F3FC-3C66-843063A97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744" y="3471434"/>
            <a:ext cx="35723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" name="Freeform 478">
            <a:extLst>
              <a:ext uri="{FF2B5EF4-FFF2-40B4-BE49-F238E27FC236}">
                <a16:creationId xmlns:a16="http://schemas.microsoft.com/office/drawing/2014/main" id="{A32AC49E-3C2F-881E-3855-56E2BAD40A1C}"/>
              </a:ext>
            </a:extLst>
          </p:cNvPr>
          <p:cNvSpPr>
            <a:spLocks/>
          </p:cNvSpPr>
          <p:nvPr/>
        </p:nvSpPr>
        <p:spPr bwMode="auto">
          <a:xfrm>
            <a:off x="5246148" y="3475637"/>
            <a:ext cx="23115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6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0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6" y="2"/>
                  <a:pt x="7" y="2"/>
                  <a:pt x="6" y="2"/>
                </a:cubicBezTo>
                <a:cubicBezTo>
                  <a:pt x="6" y="0"/>
                  <a:pt x="5" y="0"/>
                  <a:pt x="3" y="0"/>
                </a:cubicBezTo>
                <a:cubicBezTo>
                  <a:pt x="2" y="0"/>
                  <a:pt x="1" y="0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9" name="Freeform 479">
            <a:extLst>
              <a:ext uri="{FF2B5EF4-FFF2-40B4-BE49-F238E27FC236}">
                <a16:creationId xmlns:a16="http://schemas.microsoft.com/office/drawing/2014/main" id="{421A7F81-2E31-5784-9B94-0B99FDB67837}"/>
              </a:ext>
            </a:extLst>
          </p:cNvPr>
          <p:cNvSpPr>
            <a:spLocks/>
          </p:cNvSpPr>
          <p:nvPr/>
        </p:nvSpPr>
        <p:spPr bwMode="auto">
          <a:xfrm>
            <a:off x="5241946" y="3488245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" name="Oval 480">
            <a:extLst>
              <a:ext uri="{FF2B5EF4-FFF2-40B4-BE49-F238E27FC236}">
                <a16:creationId xmlns:a16="http://schemas.microsoft.com/office/drawing/2014/main" id="{906D5F9F-98FA-0810-12D4-8ED6D90D6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567" y="3643742"/>
            <a:ext cx="35723" cy="315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5" name="Freeform 481">
            <a:extLst>
              <a:ext uri="{FF2B5EF4-FFF2-40B4-BE49-F238E27FC236}">
                <a16:creationId xmlns:a16="http://schemas.microsoft.com/office/drawing/2014/main" id="{A2554C5D-7788-E049-5C6F-0BBA5CC058D6}"/>
              </a:ext>
            </a:extLst>
          </p:cNvPr>
          <p:cNvSpPr>
            <a:spLocks/>
          </p:cNvSpPr>
          <p:nvPr/>
        </p:nvSpPr>
        <p:spPr bwMode="auto">
          <a:xfrm>
            <a:off x="5279770" y="3647945"/>
            <a:ext cx="23115" cy="6305"/>
          </a:xfrm>
          <a:custGeom>
            <a:avLst/>
            <a:gdLst>
              <a:gd name="T0" fmla="*/ 4 w 7"/>
              <a:gd name="T1" fmla="*/ 1 h 2"/>
              <a:gd name="T2" fmla="*/ 7 w 7"/>
              <a:gd name="T3" fmla="*/ 2 h 2"/>
              <a:gd name="T4" fmla="*/ 7 w 7"/>
              <a:gd name="T5" fmla="*/ 1 h 2"/>
              <a:gd name="T6" fmla="*/ 4 w 7"/>
              <a:gd name="T7" fmla="*/ 0 h 2"/>
              <a:gd name="T8" fmla="*/ 1 w 7"/>
              <a:gd name="T9" fmla="*/ 1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1"/>
                  <a:pt x="7" y="2"/>
                </a:cubicBezTo>
                <a:cubicBezTo>
                  <a:pt x="7" y="2"/>
                  <a:pt x="7" y="2"/>
                  <a:pt x="7" y="1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1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" name="Freeform 482">
            <a:extLst>
              <a:ext uri="{FF2B5EF4-FFF2-40B4-BE49-F238E27FC236}">
                <a16:creationId xmlns:a16="http://schemas.microsoft.com/office/drawing/2014/main" id="{89FD938B-28AA-9970-2F11-5E15F35B948D}"/>
              </a:ext>
            </a:extLst>
          </p:cNvPr>
          <p:cNvSpPr>
            <a:spLocks/>
          </p:cNvSpPr>
          <p:nvPr/>
        </p:nvSpPr>
        <p:spPr bwMode="auto">
          <a:xfrm>
            <a:off x="5279770" y="3660552"/>
            <a:ext cx="27318" cy="14710"/>
          </a:xfrm>
          <a:custGeom>
            <a:avLst/>
            <a:gdLst>
              <a:gd name="T0" fmla="*/ 4 w 8"/>
              <a:gd name="T1" fmla="*/ 2 h 4"/>
              <a:gd name="T2" fmla="*/ 1 w 8"/>
              <a:gd name="T3" fmla="*/ 0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0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1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0"/>
                </a:cubicBezTo>
                <a:cubicBezTo>
                  <a:pt x="6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1" name="Oval 483">
            <a:extLst>
              <a:ext uri="{FF2B5EF4-FFF2-40B4-BE49-F238E27FC236}">
                <a16:creationId xmlns:a16="http://schemas.microsoft.com/office/drawing/2014/main" id="{72CC1C94-12F8-8FEF-DCCA-F1E317DC4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414" y="3853873"/>
            <a:ext cx="35723" cy="33621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" name="Freeform 484">
            <a:extLst>
              <a:ext uri="{FF2B5EF4-FFF2-40B4-BE49-F238E27FC236}">
                <a16:creationId xmlns:a16="http://schemas.microsoft.com/office/drawing/2014/main" id="{912111AE-7C45-0C91-1864-E61791F1FD4D}"/>
              </a:ext>
            </a:extLst>
          </p:cNvPr>
          <p:cNvSpPr>
            <a:spLocks/>
          </p:cNvSpPr>
          <p:nvPr/>
        </p:nvSpPr>
        <p:spPr bwMode="auto">
          <a:xfrm>
            <a:off x="5197820" y="3855973"/>
            <a:ext cx="23115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2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2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2"/>
                </a:cubicBezTo>
                <a:cubicBezTo>
                  <a:pt x="6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2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3" name="Freeform 485">
            <a:extLst>
              <a:ext uri="{FF2B5EF4-FFF2-40B4-BE49-F238E27FC236}">
                <a16:creationId xmlns:a16="http://schemas.microsoft.com/office/drawing/2014/main" id="{A7899F4D-CE45-AF07-CC4C-70CE666EF6B1}"/>
              </a:ext>
            </a:extLst>
          </p:cNvPr>
          <p:cNvSpPr>
            <a:spLocks/>
          </p:cNvSpPr>
          <p:nvPr/>
        </p:nvSpPr>
        <p:spPr bwMode="auto">
          <a:xfrm>
            <a:off x="5193616" y="3874886"/>
            <a:ext cx="31521" cy="10507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1 h 3"/>
              <a:gd name="T6" fmla="*/ 4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2"/>
                  <a:pt x="3" y="3"/>
                  <a:pt x="4" y="3"/>
                </a:cubicBezTo>
                <a:cubicBezTo>
                  <a:pt x="6" y="3"/>
                  <a:pt x="8" y="2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8" name="Oval 486">
            <a:extLst>
              <a:ext uri="{FF2B5EF4-FFF2-40B4-BE49-F238E27FC236}">
                <a16:creationId xmlns:a16="http://schemas.microsoft.com/office/drawing/2014/main" id="{E1C2A5FF-1B3E-02D0-515A-6822A81DF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593" y="3509258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9" name="Freeform 487">
            <a:extLst>
              <a:ext uri="{FF2B5EF4-FFF2-40B4-BE49-F238E27FC236}">
                <a16:creationId xmlns:a16="http://schemas.microsoft.com/office/drawing/2014/main" id="{4EFC2036-D979-1AAD-B9CE-4F42C4785072}"/>
              </a:ext>
            </a:extLst>
          </p:cNvPr>
          <p:cNvSpPr>
            <a:spLocks/>
          </p:cNvSpPr>
          <p:nvPr/>
        </p:nvSpPr>
        <p:spPr bwMode="auto">
          <a:xfrm>
            <a:off x="5321795" y="3513460"/>
            <a:ext cx="23115" cy="10507"/>
          </a:xfrm>
          <a:custGeom>
            <a:avLst/>
            <a:gdLst>
              <a:gd name="T0" fmla="*/ 4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6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" name="Freeform 488">
            <a:extLst>
              <a:ext uri="{FF2B5EF4-FFF2-40B4-BE49-F238E27FC236}">
                <a16:creationId xmlns:a16="http://schemas.microsoft.com/office/drawing/2014/main" id="{B30F610F-3E39-A0DE-762C-FF53A230B723}"/>
              </a:ext>
            </a:extLst>
          </p:cNvPr>
          <p:cNvSpPr>
            <a:spLocks/>
          </p:cNvSpPr>
          <p:nvPr/>
        </p:nvSpPr>
        <p:spPr bwMode="auto">
          <a:xfrm>
            <a:off x="5317593" y="3530272"/>
            <a:ext cx="31521" cy="14710"/>
          </a:xfrm>
          <a:custGeom>
            <a:avLst/>
            <a:gdLst>
              <a:gd name="T0" fmla="*/ 5 w 9"/>
              <a:gd name="T1" fmla="*/ 2 h 4"/>
              <a:gd name="T2" fmla="*/ 1 w 9"/>
              <a:gd name="T3" fmla="*/ 0 h 4"/>
              <a:gd name="T4" fmla="*/ 1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1"/>
                  <a:pt x="1" y="1"/>
                </a:cubicBezTo>
                <a:cubicBezTo>
                  <a:pt x="1" y="3"/>
                  <a:pt x="3" y="4"/>
                  <a:pt x="5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9" y="0"/>
                  <a:pt x="8" y="0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" name="Oval 489">
            <a:extLst>
              <a:ext uri="{FF2B5EF4-FFF2-40B4-BE49-F238E27FC236}">
                <a16:creationId xmlns:a16="http://schemas.microsoft.com/office/drawing/2014/main" id="{3FEFBE9C-DCAD-2421-3FB8-8567A717C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056" y="2838939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6" name="Freeform 490">
            <a:extLst>
              <a:ext uri="{FF2B5EF4-FFF2-40B4-BE49-F238E27FC236}">
                <a16:creationId xmlns:a16="http://schemas.microsoft.com/office/drawing/2014/main" id="{4A1762EE-5CCB-3154-7038-06F5246A0029}"/>
              </a:ext>
            </a:extLst>
          </p:cNvPr>
          <p:cNvSpPr>
            <a:spLocks/>
          </p:cNvSpPr>
          <p:nvPr/>
        </p:nvSpPr>
        <p:spPr bwMode="auto">
          <a:xfrm>
            <a:off x="6225360" y="2843142"/>
            <a:ext cx="23115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6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0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2"/>
                  <a:pt x="6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0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" name="Freeform 491">
            <a:extLst>
              <a:ext uri="{FF2B5EF4-FFF2-40B4-BE49-F238E27FC236}">
                <a16:creationId xmlns:a16="http://schemas.microsoft.com/office/drawing/2014/main" id="{BA9ADCDE-C28B-AE5C-C730-2F1D2C970D8A}"/>
              </a:ext>
            </a:extLst>
          </p:cNvPr>
          <p:cNvSpPr>
            <a:spLocks/>
          </p:cNvSpPr>
          <p:nvPr/>
        </p:nvSpPr>
        <p:spPr bwMode="auto">
          <a:xfrm>
            <a:off x="6221156" y="2859952"/>
            <a:ext cx="27318" cy="10507"/>
          </a:xfrm>
          <a:custGeom>
            <a:avLst/>
            <a:gdLst>
              <a:gd name="T0" fmla="*/ 4 w 8"/>
              <a:gd name="T1" fmla="*/ 1 h 3"/>
              <a:gd name="T2" fmla="*/ 1 w 8"/>
              <a:gd name="T3" fmla="*/ 0 h 3"/>
              <a:gd name="T4" fmla="*/ 0 w 8"/>
              <a:gd name="T5" fmla="*/ 1 h 3"/>
              <a:gd name="T6" fmla="*/ 4 w 8"/>
              <a:gd name="T7" fmla="*/ 3 h 3"/>
              <a:gd name="T8" fmla="*/ 8 w 8"/>
              <a:gd name="T9" fmla="*/ 1 h 3"/>
              <a:gd name="T10" fmla="*/ 8 w 8"/>
              <a:gd name="T11" fmla="*/ 0 h 3"/>
              <a:gd name="T12" fmla="*/ 4 w 8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3"/>
                  <a:pt x="4" y="3"/>
                </a:cubicBezTo>
                <a:cubicBezTo>
                  <a:pt x="6" y="3"/>
                  <a:pt x="7" y="2"/>
                  <a:pt x="8" y="1"/>
                </a:cubicBezTo>
                <a:cubicBezTo>
                  <a:pt x="8" y="0"/>
                  <a:pt x="8" y="0"/>
                  <a:pt x="8" y="0"/>
                </a:cubicBezTo>
                <a:cubicBezTo>
                  <a:pt x="7" y="1"/>
                  <a:pt x="5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" name="Oval 492">
            <a:extLst>
              <a:ext uri="{FF2B5EF4-FFF2-40B4-BE49-F238E27FC236}">
                <a16:creationId xmlns:a16="http://schemas.microsoft.com/office/drawing/2014/main" id="{95DABDC4-D3DE-A53E-5527-03303EBAA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251" y="2843142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" name="Freeform 493">
            <a:extLst>
              <a:ext uri="{FF2B5EF4-FFF2-40B4-BE49-F238E27FC236}">
                <a16:creationId xmlns:a16="http://schemas.microsoft.com/office/drawing/2014/main" id="{08D26DD0-F550-C4C9-3C10-20BE456B4D89}"/>
              </a:ext>
            </a:extLst>
          </p:cNvPr>
          <p:cNvSpPr>
            <a:spLocks/>
          </p:cNvSpPr>
          <p:nvPr/>
        </p:nvSpPr>
        <p:spPr bwMode="auto">
          <a:xfrm>
            <a:off x="5893353" y="2845243"/>
            <a:ext cx="25216" cy="10507"/>
          </a:xfrm>
          <a:custGeom>
            <a:avLst/>
            <a:gdLst>
              <a:gd name="T0" fmla="*/ 4 w 7"/>
              <a:gd name="T1" fmla="*/ 2 h 3"/>
              <a:gd name="T2" fmla="*/ 7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7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" name="Freeform 494">
            <a:extLst>
              <a:ext uri="{FF2B5EF4-FFF2-40B4-BE49-F238E27FC236}">
                <a16:creationId xmlns:a16="http://schemas.microsoft.com/office/drawing/2014/main" id="{B9505332-39B1-08C3-16E8-EC03C5326874}"/>
              </a:ext>
            </a:extLst>
          </p:cNvPr>
          <p:cNvSpPr>
            <a:spLocks/>
          </p:cNvSpPr>
          <p:nvPr/>
        </p:nvSpPr>
        <p:spPr bwMode="auto">
          <a:xfrm>
            <a:off x="5891251" y="2864155"/>
            <a:ext cx="29418" cy="12608"/>
          </a:xfrm>
          <a:custGeom>
            <a:avLst/>
            <a:gdLst>
              <a:gd name="T0" fmla="*/ 5 w 9"/>
              <a:gd name="T1" fmla="*/ 2 h 4"/>
              <a:gd name="T2" fmla="*/ 1 w 9"/>
              <a:gd name="T3" fmla="*/ 0 h 4"/>
              <a:gd name="T4" fmla="*/ 1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3"/>
                  <a:pt x="3" y="4"/>
                  <a:pt x="5" y="4"/>
                </a:cubicBezTo>
                <a:cubicBezTo>
                  <a:pt x="7" y="4"/>
                  <a:pt x="8" y="3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" name="Oval 495">
            <a:extLst>
              <a:ext uri="{FF2B5EF4-FFF2-40B4-BE49-F238E27FC236}">
                <a16:creationId xmlns:a16="http://schemas.microsoft.com/office/drawing/2014/main" id="{52A9DD46-E300-84AC-6F8C-81806DB1F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398" y="2920891"/>
            <a:ext cx="315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" name="Freeform 496">
            <a:extLst>
              <a:ext uri="{FF2B5EF4-FFF2-40B4-BE49-F238E27FC236}">
                <a16:creationId xmlns:a16="http://schemas.microsoft.com/office/drawing/2014/main" id="{D5CB4769-4CAB-A14D-1E2B-3DE46356F2DD}"/>
              </a:ext>
            </a:extLst>
          </p:cNvPr>
          <p:cNvSpPr>
            <a:spLocks/>
          </p:cNvSpPr>
          <p:nvPr/>
        </p:nvSpPr>
        <p:spPr bwMode="auto">
          <a:xfrm>
            <a:off x="5649600" y="2925094"/>
            <a:ext cx="23115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5" y="2"/>
                  <a:pt x="5" y="2"/>
                  <a:pt x="6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0" y="3"/>
                  <a:pt x="1" y="3"/>
                </a:cubicBezTo>
                <a:cubicBezTo>
                  <a:pt x="2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1" name="Freeform 497">
            <a:extLst>
              <a:ext uri="{FF2B5EF4-FFF2-40B4-BE49-F238E27FC236}">
                <a16:creationId xmlns:a16="http://schemas.microsoft.com/office/drawing/2014/main" id="{A2097E8C-6E29-81FD-9EA9-66497AC29480}"/>
              </a:ext>
            </a:extLst>
          </p:cNvPr>
          <p:cNvSpPr>
            <a:spLocks/>
          </p:cNvSpPr>
          <p:nvPr/>
        </p:nvSpPr>
        <p:spPr bwMode="auto">
          <a:xfrm>
            <a:off x="5645398" y="2941904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0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6" name="Oval 498">
            <a:extLst>
              <a:ext uri="{FF2B5EF4-FFF2-40B4-BE49-F238E27FC236}">
                <a16:creationId xmlns:a16="http://schemas.microsoft.com/office/drawing/2014/main" id="{CB5AD512-EF90-6D2E-8CBF-53E2E688B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97" y="2872560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" name="Freeform 499">
            <a:extLst>
              <a:ext uri="{FF2B5EF4-FFF2-40B4-BE49-F238E27FC236}">
                <a16:creationId xmlns:a16="http://schemas.microsoft.com/office/drawing/2014/main" id="{08BD684D-C58A-0133-76E2-E68B67F85EDE}"/>
              </a:ext>
            </a:extLst>
          </p:cNvPr>
          <p:cNvSpPr>
            <a:spLocks/>
          </p:cNvSpPr>
          <p:nvPr/>
        </p:nvSpPr>
        <p:spPr bwMode="auto">
          <a:xfrm>
            <a:off x="6450201" y="2876763"/>
            <a:ext cx="23115" cy="10507"/>
          </a:xfrm>
          <a:custGeom>
            <a:avLst/>
            <a:gdLst>
              <a:gd name="T0" fmla="*/ 4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6" y="3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8" name="Freeform 500">
            <a:extLst>
              <a:ext uri="{FF2B5EF4-FFF2-40B4-BE49-F238E27FC236}">
                <a16:creationId xmlns:a16="http://schemas.microsoft.com/office/drawing/2014/main" id="{0267E30D-572C-116E-06A2-30EBD4448B26}"/>
              </a:ext>
            </a:extLst>
          </p:cNvPr>
          <p:cNvSpPr>
            <a:spLocks/>
          </p:cNvSpPr>
          <p:nvPr/>
        </p:nvSpPr>
        <p:spPr bwMode="auto">
          <a:xfrm>
            <a:off x="6445997" y="2893573"/>
            <a:ext cx="31521" cy="10507"/>
          </a:xfrm>
          <a:custGeom>
            <a:avLst/>
            <a:gdLst>
              <a:gd name="T0" fmla="*/ 5 w 9"/>
              <a:gd name="T1" fmla="*/ 1 h 3"/>
              <a:gd name="T2" fmla="*/ 1 w 9"/>
              <a:gd name="T3" fmla="*/ 0 h 3"/>
              <a:gd name="T4" fmla="*/ 1 w 9"/>
              <a:gd name="T5" fmla="*/ 1 h 3"/>
              <a:gd name="T6" fmla="*/ 5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5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5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2"/>
                  <a:pt x="3" y="3"/>
                  <a:pt x="5" y="3"/>
                </a:cubicBezTo>
                <a:cubicBezTo>
                  <a:pt x="7" y="3"/>
                  <a:pt x="8" y="2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1"/>
                  <a:pt x="5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3" name="Oval 501">
            <a:extLst>
              <a:ext uri="{FF2B5EF4-FFF2-40B4-BE49-F238E27FC236}">
                <a16:creationId xmlns:a16="http://schemas.microsoft.com/office/drawing/2014/main" id="{802F4606-A83F-7B37-1792-81DF36FFA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204" y="3238188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4" name="Freeform 502">
            <a:extLst>
              <a:ext uri="{FF2B5EF4-FFF2-40B4-BE49-F238E27FC236}">
                <a16:creationId xmlns:a16="http://schemas.microsoft.com/office/drawing/2014/main" id="{052F77D1-DB83-3DA0-6C35-5C3DE9CCCE26}"/>
              </a:ext>
            </a:extLst>
          </p:cNvPr>
          <p:cNvSpPr>
            <a:spLocks/>
          </p:cNvSpPr>
          <p:nvPr/>
        </p:nvSpPr>
        <p:spPr bwMode="auto">
          <a:xfrm>
            <a:off x="6618305" y="3242391"/>
            <a:ext cx="25216" cy="6305"/>
          </a:xfrm>
          <a:custGeom>
            <a:avLst/>
            <a:gdLst>
              <a:gd name="T0" fmla="*/ 4 w 7"/>
              <a:gd name="T1" fmla="*/ 1 h 2"/>
              <a:gd name="T2" fmla="*/ 7 w 7"/>
              <a:gd name="T3" fmla="*/ 2 h 2"/>
              <a:gd name="T4" fmla="*/ 7 w 7"/>
              <a:gd name="T5" fmla="*/ 2 h 2"/>
              <a:gd name="T6" fmla="*/ 4 w 7"/>
              <a:gd name="T7" fmla="*/ 0 h 2"/>
              <a:gd name="T8" fmla="*/ 1 w 7"/>
              <a:gd name="T9" fmla="*/ 2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1"/>
                  <a:pt x="5" y="0"/>
                  <a:pt x="4" y="0"/>
                </a:cubicBezTo>
                <a:cubicBezTo>
                  <a:pt x="3" y="0"/>
                  <a:pt x="1" y="1"/>
                  <a:pt x="1" y="2"/>
                </a:cubicBezTo>
                <a:cubicBezTo>
                  <a:pt x="0" y="2"/>
                  <a:pt x="1" y="2"/>
                  <a:pt x="1" y="2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5" name="Freeform 503">
            <a:extLst>
              <a:ext uri="{FF2B5EF4-FFF2-40B4-BE49-F238E27FC236}">
                <a16:creationId xmlns:a16="http://schemas.microsoft.com/office/drawing/2014/main" id="{62B87ABB-8321-69F7-6620-FA64A4721E70}"/>
              </a:ext>
            </a:extLst>
          </p:cNvPr>
          <p:cNvSpPr>
            <a:spLocks/>
          </p:cNvSpPr>
          <p:nvPr/>
        </p:nvSpPr>
        <p:spPr bwMode="auto">
          <a:xfrm>
            <a:off x="6618305" y="3254999"/>
            <a:ext cx="27318" cy="14710"/>
          </a:xfrm>
          <a:custGeom>
            <a:avLst/>
            <a:gdLst>
              <a:gd name="T0" fmla="*/ 4 w 8"/>
              <a:gd name="T1" fmla="*/ 2 h 4"/>
              <a:gd name="T2" fmla="*/ 0 w 8"/>
              <a:gd name="T3" fmla="*/ 1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1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2"/>
                  <a:pt x="0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1"/>
                </a:cubicBezTo>
                <a:cubicBezTo>
                  <a:pt x="6" y="2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" name="Oval 504">
            <a:extLst>
              <a:ext uri="{FF2B5EF4-FFF2-40B4-BE49-F238E27FC236}">
                <a16:creationId xmlns:a16="http://schemas.microsoft.com/office/drawing/2014/main" id="{1479A6A5-72E2-F475-C0CC-2E1113348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204" y="3536574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1" name="Freeform 505">
            <a:extLst>
              <a:ext uri="{FF2B5EF4-FFF2-40B4-BE49-F238E27FC236}">
                <a16:creationId xmlns:a16="http://schemas.microsoft.com/office/drawing/2014/main" id="{D5A59BC6-96C9-712F-DEA5-82D199FBECA5}"/>
              </a:ext>
            </a:extLst>
          </p:cNvPr>
          <p:cNvSpPr>
            <a:spLocks/>
          </p:cNvSpPr>
          <p:nvPr/>
        </p:nvSpPr>
        <p:spPr bwMode="auto">
          <a:xfrm>
            <a:off x="6618305" y="3540777"/>
            <a:ext cx="25216" cy="10507"/>
          </a:xfrm>
          <a:custGeom>
            <a:avLst/>
            <a:gdLst>
              <a:gd name="T0" fmla="*/ 4 w 7"/>
              <a:gd name="T1" fmla="*/ 2 h 3"/>
              <a:gd name="T2" fmla="*/ 7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1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7" y="3"/>
                </a:cubicBezTo>
                <a:cubicBezTo>
                  <a:pt x="7" y="3"/>
                  <a:pt x="7" y="3"/>
                  <a:pt x="7" y="2"/>
                </a:cubicBezTo>
                <a:cubicBezTo>
                  <a:pt x="7" y="1"/>
                  <a:pt x="5" y="0"/>
                  <a:pt x="4" y="0"/>
                </a:cubicBezTo>
                <a:cubicBezTo>
                  <a:pt x="3" y="0"/>
                  <a:pt x="1" y="1"/>
                  <a:pt x="1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2" name="Freeform 506">
            <a:extLst>
              <a:ext uri="{FF2B5EF4-FFF2-40B4-BE49-F238E27FC236}">
                <a16:creationId xmlns:a16="http://schemas.microsoft.com/office/drawing/2014/main" id="{9FA89B20-E575-BB38-351B-12868AFE7C82}"/>
              </a:ext>
            </a:extLst>
          </p:cNvPr>
          <p:cNvSpPr>
            <a:spLocks/>
          </p:cNvSpPr>
          <p:nvPr/>
        </p:nvSpPr>
        <p:spPr bwMode="auto">
          <a:xfrm>
            <a:off x="6618305" y="3557588"/>
            <a:ext cx="27318" cy="14710"/>
          </a:xfrm>
          <a:custGeom>
            <a:avLst/>
            <a:gdLst>
              <a:gd name="T0" fmla="*/ 4 w 8"/>
              <a:gd name="T1" fmla="*/ 2 h 4"/>
              <a:gd name="T2" fmla="*/ 0 w 8"/>
              <a:gd name="T3" fmla="*/ 0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0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0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0"/>
                </a:cubicBezTo>
                <a:cubicBezTo>
                  <a:pt x="6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" name="Oval 507">
            <a:extLst>
              <a:ext uri="{FF2B5EF4-FFF2-40B4-BE49-F238E27FC236}">
                <a16:creationId xmlns:a16="http://schemas.microsoft.com/office/drawing/2014/main" id="{78E8CAE7-34EA-0022-5198-9696A824E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376" y="2670835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8" name="Freeform 508">
            <a:extLst>
              <a:ext uri="{FF2B5EF4-FFF2-40B4-BE49-F238E27FC236}">
                <a16:creationId xmlns:a16="http://schemas.microsoft.com/office/drawing/2014/main" id="{DADAB4CC-2AE7-AD5B-383A-422D631F9908}"/>
              </a:ext>
            </a:extLst>
          </p:cNvPr>
          <p:cNvSpPr>
            <a:spLocks/>
          </p:cNvSpPr>
          <p:nvPr/>
        </p:nvSpPr>
        <p:spPr bwMode="auto">
          <a:xfrm>
            <a:off x="5773578" y="2675037"/>
            <a:ext cx="23115" cy="8406"/>
          </a:xfrm>
          <a:custGeom>
            <a:avLst/>
            <a:gdLst>
              <a:gd name="T0" fmla="*/ 4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6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9" name="Freeform 509">
            <a:extLst>
              <a:ext uri="{FF2B5EF4-FFF2-40B4-BE49-F238E27FC236}">
                <a16:creationId xmlns:a16="http://schemas.microsoft.com/office/drawing/2014/main" id="{9BF6A68C-DD62-DB3D-E402-B910B8E34F86}"/>
              </a:ext>
            </a:extLst>
          </p:cNvPr>
          <p:cNvSpPr>
            <a:spLocks/>
          </p:cNvSpPr>
          <p:nvPr/>
        </p:nvSpPr>
        <p:spPr bwMode="auto">
          <a:xfrm>
            <a:off x="5769376" y="2691847"/>
            <a:ext cx="31521" cy="12608"/>
          </a:xfrm>
          <a:custGeom>
            <a:avLst/>
            <a:gdLst>
              <a:gd name="T0" fmla="*/ 5 w 9"/>
              <a:gd name="T1" fmla="*/ 2 h 4"/>
              <a:gd name="T2" fmla="*/ 1 w 9"/>
              <a:gd name="T3" fmla="*/ 0 h 4"/>
              <a:gd name="T4" fmla="*/ 0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2"/>
                  <a:pt x="3" y="4"/>
                  <a:pt x="5" y="4"/>
                </a:cubicBezTo>
                <a:cubicBezTo>
                  <a:pt x="6" y="4"/>
                  <a:pt x="8" y="2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" name="Oval 510">
            <a:extLst>
              <a:ext uri="{FF2B5EF4-FFF2-40B4-BE49-F238E27FC236}">
                <a16:creationId xmlns:a16="http://schemas.microsoft.com/office/drawing/2014/main" id="{11C4ABA5-66A2-43A6-E81E-8591B2DDB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647" y="3990458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" name="Freeform 511">
            <a:extLst>
              <a:ext uri="{FF2B5EF4-FFF2-40B4-BE49-F238E27FC236}">
                <a16:creationId xmlns:a16="http://schemas.microsoft.com/office/drawing/2014/main" id="{89A28F13-E303-E301-FC7C-734CD79C97BE}"/>
              </a:ext>
            </a:extLst>
          </p:cNvPr>
          <p:cNvSpPr>
            <a:spLocks/>
          </p:cNvSpPr>
          <p:nvPr/>
        </p:nvSpPr>
        <p:spPr bwMode="auto">
          <a:xfrm>
            <a:off x="6691851" y="3994660"/>
            <a:ext cx="23115" cy="6305"/>
          </a:xfrm>
          <a:custGeom>
            <a:avLst/>
            <a:gdLst>
              <a:gd name="T0" fmla="*/ 4 w 7"/>
              <a:gd name="T1" fmla="*/ 1 h 2"/>
              <a:gd name="T2" fmla="*/ 7 w 7"/>
              <a:gd name="T3" fmla="*/ 2 h 2"/>
              <a:gd name="T4" fmla="*/ 7 w 7"/>
              <a:gd name="T5" fmla="*/ 2 h 2"/>
              <a:gd name="T6" fmla="*/ 4 w 7"/>
              <a:gd name="T7" fmla="*/ 0 h 2"/>
              <a:gd name="T8" fmla="*/ 1 w 7"/>
              <a:gd name="T9" fmla="*/ 2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2"/>
                </a:cubicBezTo>
                <a:cubicBezTo>
                  <a:pt x="0" y="2"/>
                  <a:pt x="1" y="2"/>
                  <a:pt x="1" y="2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" name="Freeform 512">
            <a:extLst>
              <a:ext uri="{FF2B5EF4-FFF2-40B4-BE49-F238E27FC236}">
                <a16:creationId xmlns:a16="http://schemas.microsoft.com/office/drawing/2014/main" id="{C3A99CD1-6A32-06EC-B5D8-0C4BE72AB0EB}"/>
              </a:ext>
            </a:extLst>
          </p:cNvPr>
          <p:cNvSpPr>
            <a:spLocks/>
          </p:cNvSpPr>
          <p:nvPr/>
        </p:nvSpPr>
        <p:spPr bwMode="auto">
          <a:xfrm>
            <a:off x="6691851" y="4009369"/>
            <a:ext cx="27318" cy="12608"/>
          </a:xfrm>
          <a:custGeom>
            <a:avLst/>
            <a:gdLst>
              <a:gd name="T0" fmla="*/ 4 w 8"/>
              <a:gd name="T1" fmla="*/ 2 h 4"/>
              <a:gd name="T2" fmla="*/ 1 w 8"/>
              <a:gd name="T3" fmla="*/ 1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1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1"/>
                </a:cubicBezTo>
                <a:cubicBezTo>
                  <a:pt x="6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1" name="Oval 513">
            <a:extLst>
              <a:ext uri="{FF2B5EF4-FFF2-40B4-BE49-F238E27FC236}">
                <a16:creationId xmlns:a16="http://schemas.microsoft.com/office/drawing/2014/main" id="{A8C19544-9D7F-8749-8F2F-8BA75110B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875" y="4204791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" name="Freeform 514">
            <a:extLst>
              <a:ext uri="{FF2B5EF4-FFF2-40B4-BE49-F238E27FC236}">
                <a16:creationId xmlns:a16="http://schemas.microsoft.com/office/drawing/2014/main" id="{6174E630-67DD-A01B-D1FD-99F0C4BC0288}"/>
              </a:ext>
            </a:extLst>
          </p:cNvPr>
          <p:cNvSpPr>
            <a:spLocks/>
          </p:cNvSpPr>
          <p:nvPr/>
        </p:nvSpPr>
        <p:spPr bwMode="auto">
          <a:xfrm>
            <a:off x="6097180" y="4206893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0" y="3"/>
                  <a:pt x="1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3" name="Freeform 515">
            <a:extLst>
              <a:ext uri="{FF2B5EF4-FFF2-40B4-BE49-F238E27FC236}">
                <a16:creationId xmlns:a16="http://schemas.microsoft.com/office/drawing/2014/main" id="{CC1EDE87-3077-1619-C4DB-B8D4D34684E1}"/>
              </a:ext>
            </a:extLst>
          </p:cNvPr>
          <p:cNvSpPr>
            <a:spLocks/>
          </p:cNvSpPr>
          <p:nvPr/>
        </p:nvSpPr>
        <p:spPr bwMode="auto">
          <a:xfrm>
            <a:off x="6095078" y="4225805"/>
            <a:ext cx="29418" cy="12608"/>
          </a:xfrm>
          <a:custGeom>
            <a:avLst/>
            <a:gdLst>
              <a:gd name="T0" fmla="*/ 4 w 9"/>
              <a:gd name="T1" fmla="*/ 2 h 4"/>
              <a:gd name="T2" fmla="*/ 1 w 9"/>
              <a:gd name="T3" fmla="*/ 0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" name="Oval 516">
            <a:extLst>
              <a:ext uri="{FF2B5EF4-FFF2-40B4-BE49-F238E27FC236}">
                <a16:creationId xmlns:a16="http://schemas.microsoft.com/office/drawing/2014/main" id="{B2135476-46B0-B914-34F4-2AEA4169D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399" y="5570643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" name="Freeform 517">
            <a:extLst>
              <a:ext uri="{FF2B5EF4-FFF2-40B4-BE49-F238E27FC236}">
                <a16:creationId xmlns:a16="http://schemas.microsoft.com/office/drawing/2014/main" id="{1F5F9DB6-6D3A-B8CB-96E1-BD12514C6EE0}"/>
              </a:ext>
            </a:extLst>
          </p:cNvPr>
          <p:cNvSpPr>
            <a:spLocks/>
          </p:cNvSpPr>
          <p:nvPr/>
        </p:nvSpPr>
        <p:spPr bwMode="auto">
          <a:xfrm>
            <a:off x="6294703" y="5576948"/>
            <a:ext cx="23115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1 h 2"/>
              <a:gd name="T6" fmla="*/ 3 w 7"/>
              <a:gd name="T7" fmla="*/ 0 h 2"/>
              <a:gd name="T8" fmla="*/ 0 w 7"/>
              <a:gd name="T9" fmla="*/ 1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1"/>
                  <a:pt x="6" y="2"/>
                </a:cubicBezTo>
                <a:cubicBezTo>
                  <a:pt x="6" y="2"/>
                  <a:pt x="7" y="2"/>
                  <a:pt x="7" y="1"/>
                </a:cubicBezTo>
                <a:cubicBezTo>
                  <a:pt x="6" y="0"/>
                  <a:pt x="5" y="0"/>
                  <a:pt x="3" y="0"/>
                </a:cubicBezTo>
                <a:cubicBezTo>
                  <a:pt x="2" y="0"/>
                  <a:pt x="1" y="0"/>
                  <a:pt x="0" y="1"/>
                </a:cubicBezTo>
                <a:cubicBezTo>
                  <a:pt x="0" y="2"/>
                  <a:pt x="0" y="2"/>
                  <a:pt x="1" y="2"/>
                </a:cubicBezTo>
                <a:cubicBezTo>
                  <a:pt x="1" y="1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" name="Freeform 518">
            <a:extLst>
              <a:ext uri="{FF2B5EF4-FFF2-40B4-BE49-F238E27FC236}">
                <a16:creationId xmlns:a16="http://schemas.microsoft.com/office/drawing/2014/main" id="{35C6A352-4133-E63C-E04D-165FB0428027}"/>
              </a:ext>
            </a:extLst>
          </p:cNvPr>
          <p:cNvSpPr>
            <a:spLocks/>
          </p:cNvSpPr>
          <p:nvPr/>
        </p:nvSpPr>
        <p:spPr bwMode="auto">
          <a:xfrm>
            <a:off x="6290501" y="5589556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0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0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8" y="1"/>
                </a:cubicBezTo>
                <a:cubicBezTo>
                  <a:pt x="9" y="1"/>
                  <a:pt x="8" y="0"/>
                  <a:pt x="8" y="0"/>
                </a:cubicBezTo>
                <a:cubicBezTo>
                  <a:pt x="7" y="1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5" name="Oval 519">
            <a:extLst>
              <a:ext uri="{FF2B5EF4-FFF2-40B4-BE49-F238E27FC236}">
                <a16:creationId xmlns:a16="http://schemas.microsoft.com/office/drawing/2014/main" id="{3C750490-D0D1-12AB-5EEF-567882344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135" y="6074958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6" name="Freeform 520">
            <a:extLst>
              <a:ext uri="{FF2B5EF4-FFF2-40B4-BE49-F238E27FC236}">
                <a16:creationId xmlns:a16="http://schemas.microsoft.com/office/drawing/2014/main" id="{C8F07B66-F770-036E-13E1-4D0D4855C1A5}"/>
              </a:ext>
            </a:extLst>
          </p:cNvPr>
          <p:cNvSpPr>
            <a:spLocks/>
          </p:cNvSpPr>
          <p:nvPr/>
        </p:nvSpPr>
        <p:spPr bwMode="auto">
          <a:xfrm>
            <a:off x="6353540" y="6079160"/>
            <a:ext cx="23115" cy="10507"/>
          </a:xfrm>
          <a:custGeom>
            <a:avLst/>
            <a:gdLst>
              <a:gd name="T0" fmla="*/ 3 w 7"/>
              <a:gd name="T1" fmla="*/ 1 h 3"/>
              <a:gd name="T2" fmla="*/ 6 w 7"/>
              <a:gd name="T3" fmla="*/ 2 h 3"/>
              <a:gd name="T4" fmla="*/ 6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0 w 7"/>
              <a:gd name="T11" fmla="*/ 2 h 3"/>
              <a:gd name="T12" fmla="*/ 3 w 7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6" y="3"/>
                  <a:pt x="7" y="2"/>
                  <a:pt x="6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0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" name="Freeform 521">
            <a:extLst>
              <a:ext uri="{FF2B5EF4-FFF2-40B4-BE49-F238E27FC236}">
                <a16:creationId xmlns:a16="http://schemas.microsoft.com/office/drawing/2014/main" id="{C8E8553E-7B28-B5C7-FB7D-7E9FD212FC20}"/>
              </a:ext>
            </a:extLst>
          </p:cNvPr>
          <p:cNvSpPr>
            <a:spLocks/>
          </p:cNvSpPr>
          <p:nvPr/>
        </p:nvSpPr>
        <p:spPr bwMode="auto">
          <a:xfrm>
            <a:off x="6349338" y="6095971"/>
            <a:ext cx="27318" cy="10507"/>
          </a:xfrm>
          <a:custGeom>
            <a:avLst/>
            <a:gdLst>
              <a:gd name="T0" fmla="*/ 4 w 8"/>
              <a:gd name="T1" fmla="*/ 1 h 3"/>
              <a:gd name="T2" fmla="*/ 1 w 8"/>
              <a:gd name="T3" fmla="*/ 0 h 3"/>
              <a:gd name="T4" fmla="*/ 0 w 8"/>
              <a:gd name="T5" fmla="*/ 1 h 3"/>
              <a:gd name="T6" fmla="*/ 4 w 8"/>
              <a:gd name="T7" fmla="*/ 3 h 3"/>
              <a:gd name="T8" fmla="*/ 8 w 8"/>
              <a:gd name="T9" fmla="*/ 1 h 3"/>
              <a:gd name="T10" fmla="*/ 8 w 8"/>
              <a:gd name="T11" fmla="*/ 0 h 3"/>
              <a:gd name="T12" fmla="*/ 4 w 8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3"/>
                  <a:pt x="4" y="3"/>
                </a:cubicBezTo>
                <a:cubicBezTo>
                  <a:pt x="6" y="3"/>
                  <a:pt x="7" y="2"/>
                  <a:pt x="8" y="1"/>
                </a:cubicBezTo>
                <a:cubicBezTo>
                  <a:pt x="8" y="0"/>
                  <a:pt x="8" y="0"/>
                  <a:pt x="8" y="0"/>
                </a:cubicBezTo>
                <a:cubicBezTo>
                  <a:pt x="7" y="1"/>
                  <a:pt x="5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2" name="Oval 522">
            <a:extLst>
              <a:ext uri="{FF2B5EF4-FFF2-40B4-BE49-F238E27FC236}">
                <a16:creationId xmlns:a16="http://schemas.microsoft.com/office/drawing/2014/main" id="{64C306A4-0CA9-332C-E6D8-25977D42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588" y="6043439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3" name="Freeform 523">
            <a:extLst>
              <a:ext uri="{FF2B5EF4-FFF2-40B4-BE49-F238E27FC236}">
                <a16:creationId xmlns:a16="http://schemas.microsoft.com/office/drawing/2014/main" id="{DE441D91-2BFE-7E86-88C9-E202F50CD9D7}"/>
              </a:ext>
            </a:extLst>
          </p:cNvPr>
          <p:cNvSpPr>
            <a:spLocks/>
          </p:cNvSpPr>
          <p:nvPr/>
        </p:nvSpPr>
        <p:spPr bwMode="auto">
          <a:xfrm>
            <a:off x="5630689" y="6047642"/>
            <a:ext cx="25216" cy="10507"/>
          </a:xfrm>
          <a:custGeom>
            <a:avLst/>
            <a:gdLst>
              <a:gd name="T0" fmla="*/ 4 w 7"/>
              <a:gd name="T1" fmla="*/ 2 h 3"/>
              <a:gd name="T2" fmla="*/ 7 w 7"/>
              <a:gd name="T3" fmla="*/ 2 h 3"/>
              <a:gd name="T4" fmla="*/ 7 w 7"/>
              <a:gd name="T5" fmla="*/ 2 h 3"/>
              <a:gd name="T6" fmla="*/ 4 w 7"/>
              <a:gd name="T7" fmla="*/ 0 h 3"/>
              <a:gd name="T8" fmla="*/ 1 w 7"/>
              <a:gd name="T9" fmla="*/ 2 h 3"/>
              <a:gd name="T10" fmla="*/ 1 w 7"/>
              <a:gd name="T11" fmla="*/ 2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7" y="2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1" y="2"/>
                </a:cubicBezTo>
                <a:cubicBezTo>
                  <a:pt x="0" y="2"/>
                  <a:pt x="1" y="3"/>
                  <a:pt x="1" y="2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4" name="Freeform 524">
            <a:extLst>
              <a:ext uri="{FF2B5EF4-FFF2-40B4-BE49-F238E27FC236}">
                <a16:creationId xmlns:a16="http://schemas.microsoft.com/office/drawing/2014/main" id="{32AFF546-37AB-4E80-BB9E-AA3106710182}"/>
              </a:ext>
            </a:extLst>
          </p:cNvPr>
          <p:cNvSpPr>
            <a:spLocks/>
          </p:cNvSpPr>
          <p:nvPr/>
        </p:nvSpPr>
        <p:spPr bwMode="auto">
          <a:xfrm>
            <a:off x="5628588" y="6064452"/>
            <a:ext cx="31521" cy="10507"/>
          </a:xfrm>
          <a:custGeom>
            <a:avLst/>
            <a:gdLst>
              <a:gd name="T0" fmla="*/ 5 w 9"/>
              <a:gd name="T1" fmla="*/ 1 h 3"/>
              <a:gd name="T2" fmla="*/ 1 w 9"/>
              <a:gd name="T3" fmla="*/ 0 h 3"/>
              <a:gd name="T4" fmla="*/ 1 w 9"/>
              <a:gd name="T5" fmla="*/ 1 h 3"/>
              <a:gd name="T6" fmla="*/ 5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5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5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2"/>
                  <a:pt x="3" y="3"/>
                  <a:pt x="5" y="3"/>
                </a:cubicBezTo>
                <a:cubicBezTo>
                  <a:pt x="7" y="3"/>
                  <a:pt x="8" y="2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1"/>
                  <a:pt x="5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9" name="Oval 525">
            <a:extLst>
              <a:ext uri="{FF2B5EF4-FFF2-40B4-BE49-F238E27FC236}">
                <a16:creationId xmlns:a16="http://schemas.microsoft.com/office/drawing/2014/main" id="{EBCD222E-333A-F782-8506-138CCE7CF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927" y="6079160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0" name="Freeform 526">
            <a:extLst>
              <a:ext uri="{FF2B5EF4-FFF2-40B4-BE49-F238E27FC236}">
                <a16:creationId xmlns:a16="http://schemas.microsoft.com/office/drawing/2014/main" id="{97C6B694-E418-471F-5617-FDDF9C7206AA}"/>
              </a:ext>
            </a:extLst>
          </p:cNvPr>
          <p:cNvSpPr>
            <a:spLocks/>
          </p:cNvSpPr>
          <p:nvPr/>
        </p:nvSpPr>
        <p:spPr bwMode="auto">
          <a:xfrm>
            <a:off x="5536129" y="6081263"/>
            <a:ext cx="23115" cy="10507"/>
          </a:xfrm>
          <a:custGeom>
            <a:avLst/>
            <a:gdLst>
              <a:gd name="T0" fmla="*/ 4 w 7"/>
              <a:gd name="T1" fmla="*/ 2 h 3"/>
              <a:gd name="T2" fmla="*/ 7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1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7" y="3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1" y="2"/>
                </a:cubicBezTo>
                <a:cubicBezTo>
                  <a:pt x="0" y="2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1" name="Freeform 527">
            <a:extLst>
              <a:ext uri="{FF2B5EF4-FFF2-40B4-BE49-F238E27FC236}">
                <a16:creationId xmlns:a16="http://schemas.microsoft.com/office/drawing/2014/main" id="{C07CAB5B-C339-254D-AF9C-BC20EEB01B98}"/>
              </a:ext>
            </a:extLst>
          </p:cNvPr>
          <p:cNvSpPr>
            <a:spLocks/>
          </p:cNvSpPr>
          <p:nvPr/>
        </p:nvSpPr>
        <p:spPr bwMode="auto">
          <a:xfrm>
            <a:off x="5536129" y="6100174"/>
            <a:ext cx="27318" cy="8406"/>
          </a:xfrm>
          <a:custGeom>
            <a:avLst/>
            <a:gdLst>
              <a:gd name="T0" fmla="*/ 4 w 8"/>
              <a:gd name="T1" fmla="*/ 1 h 3"/>
              <a:gd name="T2" fmla="*/ 0 w 8"/>
              <a:gd name="T3" fmla="*/ 0 h 3"/>
              <a:gd name="T4" fmla="*/ 0 w 8"/>
              <a:gd name="T5" fmla="*/ 1 h 3"/>
              <a:gd name="T6" fmla="*/ 4 w 8"/>
              <a:gd name="T7" fmla="*/ 3 h 3"/>
              <a:gd name="T8" fmla="*/ 8 w 8"/>
              <a:gd name="T9" fmla="*/ 1 h 3"/>
              <a:gd name="T10" fmla="*/ 7 w 8"/>
              <a:gd name="T11" fmla="*/ 0 h 3"/>
              <a:gd name="T12" fmla="*/ 4 w 8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3">
                <a:moveTo>
                  <a:pt x="4" y="1"/>
                </a:moveTo>
                <a:cubicBezTo>
                  <a:pt x="3" y="1"/>
                  <a:pt x="1" y="1"/>
                  <a:pt x="0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3"/>
                  <a:pt x="4" y="3"/>
                </a:cubicBezTo>
                <a:cubicBezTo>
                  <a:pt x="6" y="3"/>
                  <a:pt x="7" y="2"/>
                  <a:pt x="8" y="1"/>
                </a:cubicBezTo>
                <a:cubicBezTo>
                  <a:pt x="8" y="0"/>
                  <a:pt x="8" y="0"/>
                  <a:pt x="7" y="0"/>
                </a:cubicBezTo>
                <a:cubicBezTo>
                  <a:pt x="6" y="1"/>
                  <a:pt x="5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6" name="Oval 528">
            <a:extLst>
              <a:ext uri="{FF2B5EF4-FFF2-40B4-BE49-F238E27FC236}">
                <a16:creationId xmlns:a16="http://schemas.microsoft.com/office/drawing/2014/main" id="{3522EB7E-8781-FE7C-B525-268CDCC2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597" y="6167415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7" name="Freeform 529">
            <a:extLst>
              <a:ext uri="{FF2B5EF4-FFF2-40B4-BE49-F238E27FC236}">
                <a16:creationId xmlns:a16="http://schemas.microsoft.com/office/drawing/2014/main" id="{8B47DE06-6B1F-27A7-D467-01F3460154BD}"/>
              </a:ext>
            </a:extLst>
          </p:cNvPr>
          <p:cNvSpPr>
            <a:spLocks/>
          </p:cNvSpPr>
          <p:nvPr/>
        </p:nvSpPr>
        <p:spPr bwMode="auto">
          <a:xfrm>
            <a:off x="5487800" y="6171618"/>
            <a:ext cx="23115" cy="6305"/>
          </a:xfrm>
          <a:custGeom>
            <a:avLst/>
            <a:gdLst>
              <a:gd name="T0" fmla="*/ 4 w 7"/>
              <a:gd name="T1" fmla="*/ 1 h 2"/>
              <a:gd name="T2" fmla="*/ 7 w 7"/>
              <a:gd name="T3" fmla="*/ 2 h 2"/>
              <a:gd name="T4" fmla="*/ 7 w 7"/>
              <a:gd name="T5" fmla="*/ 1 h 2"/>
              <a:gd name="T6" fmla="*/ 4 w 7"/>
              <a:gd name="T7" fmla="*/ 0 h 2"/>
              <a:gd name="T8" fmla="*/ 1 w 7"/>
              <a:gd name="T9" fmla="*/ 1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1"/>
                  <a:pt x="7" y="2"/>
                </a:cubicBezTo>
                <a:cubicBezTo>
                  <a:pt x="7" y="2"/>
                  <a:pt x="7" y="2"/>
                  <a:pt x="7" y="1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1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8" name="Freeform 530">
            <a:extLst>
              <a:ext uri="{FF2B5EF4-FFF2-40B4-BE49-F238E27FC236}">
                <a16:creationId xmlns:a16="http://schemas.microsoft.com/office/drawing/2014/main" id="{C1C8876E-70EC-E182-43DD-21F28D7E2D91}"/>
              </a:ext>
            </a:extLst>
          </p:cNvPr>
          <p:cNvSpPr>
            <a:spLocks/>
          </p:cNvSpPr>
          <p:nvPr/>
        </p:nvSpPr>
        <p:spPr bwMode="auto">
          <a:xfrm>
            <a:off x="5487800" y="6184226"/>
            <a:ext cx="27318" cy="14710"/>
          </a:xfrm>
          <a:custGeom>
            <a:avLst/>
            <a:gdLst>
              <a:gd name="T0" fmla="*/ 4 w 8"/>
              <a:gd name="T1" fmla="*/ 2 h 4"/>
              <a:gd name="T2" fmla="*/ 0 w 8"/>
              <a:gd name="T3" fmla="*/ 1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1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0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1"/>
                </a:cubicBezTo>
                <a:cubicBezTo>
                  <a:pt x="6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3" name="Oval 531">
            <a:extLst>
              <a:ext uri="{FF2B5EF4-FFF2-40B4-BE49-F238E27FC236}">
                <a16:creationId xmlns:a16="http://schemas.microsoft.com/office/drawing/2014/main" id="{AA31FB1A-6593-A072-23B8-393C30F3E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223" y="5205015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4" name="Freeform 532">
            <a:extLst>
              <a:ext uri="{FF2B5EF4-FFF2-40B4-BE49-F238E27FC236}">
                <a16:creationId xmlns:a16="http://schemas.microsoft.com/office/drawing/2014/main" id="{57013671-9731-806D-CC07-1BB7FDFF0ED6}"/>
              </a:ext>
            </a:extLst>
          </p:cNvPr>
          <p:cNvSpPr>
            <a:spLocks/>
          </p:cNvSpPr>
          <p:nvPr/>
        </p:nvSpPr>
        <p:spPr bwMode="auto">
          <a:xfrm>
            <a:off x="6328324" y="5209217"/>
            <a:ext cx="25216" cy="6305"/>
          </a:xfrm>
          <a:custGeom>
            <a:avLst/>
            <a:gdLst>
              <a:gd name="T0" fmla="*/ 4 w 7"/>
              <a:gd name="T1" fmla="*/ 1 h 2"/>
              <a:gd name="T2" fmla="*/ 7 w 7"/>
              <a:gd name="T3" fmla="*/ 2 h 2"/>
              <a:gd name="T4" fmla="*/ 7 w 7"/>
              <a:gd name="T5" fmla="*/ 2 h 2"/>
              <a:gd name="T6" fmla="*/ 4 w 7"/>
              <a:gd name="T7" fmla="*/ 0 h 2"/>
              <a:gd name="T8" fmla="*/ 1 w 7"/>
              <a:gd name="T9" fmla="*/ 2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1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2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5" name="Freeform 533">
            <a:extLst>
              <a:ext uri="{FF2B5EF4-FFF2-40B4-BE49-F238E27FC236}">
                <a16:creationId xmlns:a16="http://schemas.microsoft.com/office/drawing/2014/main" id="{BBB1508C-803C-A67B-D8FC-848EE2FB572E}"/>
              </a:ext>
            </a:extLst>
          </p:cNvPr>
          <p:cNvSpPr>
            <a:spLocks/>
          </p:cNvSpPr>
          <p:nvPr/>
        </p:nvSpPr>
        <p:spPr bwMode="auto">
          <a:xfrm>
            <a:off x="6328324" y="5221825"/>
            <a:ext cx="27318" cy="14710"/>
          </a:xfrm>
          <a:custGeom>
            <a:avLst/>
            <a:gdLst>
              <a:gd name="T0" fmla="*/ 4 w 8"/>
              <a:gd name="T1" fmla="*/ 2 h 4"/>
              <a:gd name="T2" fmla="*/ 0 w 8"/>
              <a:gd name="T3" fmla="*/ 1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1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0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1"/>
                </a:cubicBezTo>
                <a:cubicBezTo>
                  <a:pt x="6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0" name="Oval 534">
            <a:extLst>
              <a:ext uri="{FF2B5EF4-FFF2-40B4-BE49-F238E27FC236}">
                <a16:creationId xmlns:a16="http://schemas.microsoft.com/office/drawing/2014/main" id="{34B621FD-D7D7-762D-127B-DA78F752C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320" y="4999087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1" name="Freeform 535">
            <a:extLst>
              <a:ext uri="{FF2B5EF4-FFF2-40B4-BE49-F238E27FC236}">
                <a16:creationId xmlns:a16="http://schemas.microsoft.com/office/drawing/2014/main" id="{688E5246-87A6-58CE-487C-F8C6A7341CCB}"/>
              </a:ext>
            </a:extLst>
          </p:cNvPr>
          <p:cNvSpPr>
            <a:spLocks/>
          </p:cNvSpPr>
          <p:nvPr/>
        </p:nvSpPr>
        <p:spPr bwMode="auto">
          <a:xfrm>
            <a:off x="6166523" y="5005391"/>
            <a:ext cx="27318" cy="6305"/>
          </a:xfrm>
          <a:custGeom>
            <a:avLst/>
            <a:gdLst>
              <a:gd name="T0" fmla="*/ 4 w 8"/>
              <a:gd name="T1" fmla="*/ 1 h 2"/>
              <a:gd name="T2" fmla="*/ 7 w 8"/>
              <a:gd name="T3" fmla="*/ 2 h 2"/>
              <a:gd name="T4" fmla="*/ 7 w 8"/>
              <a:gd name="T5" fmla="*/ 1 h 2"/>
              <a:gd name="T6" fmla="*/ 4 w 8"/>
              <a:gd name="T7" fmla="*/ 0 h 2"/>
              <a:gd name="T8" fmla="*/ 1 w 8"/>
              <a:gd name="T9" fmla="*/ 1 h 2"/>
              <a:gd name="T10" fmla="*/ 1 w 8"/>
              <a:gd name="T11" fmla="*/ 2 h 2"/>
              <a:gd name="T12" fmla="*/ 4 w 8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2">
                <a:moveTo>
                  <a:pt x="4" y="1"/>
                </a:moveTo>
                <a:cubicBezTo>
                  <a:pt x="5" y="1"/>
                  <a:pt x="6" y="1"/>
                  <a:pt x="7" y="2"/>
                </a:cubicBezTo>
                <a:cubicBezTo>
                  <a:pt x="7" y="2"/>
                  <a:pt x="8" y="2"/>
                  <a:pt x="7" y="1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1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2" name="Freeform 536">
            <a:extLst>
              <a:ext uri="{FF2B5EF4-FFF2-40B4-BE49-F238E27FC236}">
                <a16:creationId xmlns:a16="http://schemas.microsoft.com/office/drawing/2014/main" id="{7531BFFD-7A52-697C-8E5E-636409C2172B}"/>
              </a:ext>
            </a:extLst>
          </p:cNvPr>
          <p:cNvSpPr>
            <a:spLocks/>
          </p:cNvSpPr>
          <p:nvPr/>
        </p:nvSpPr>
        <p:spPr bwMode="auto">
          <a:xfrm>
            <a:off x="6166523" y="5020099"/>
            <a:ext cx="27318" cy="12608"/>
          </a:xfrm>
          <a:custGeom>
            <a:avLst/>
            <a:gdLst>
              <a:gd name="T0" fmla="*/ 4 w 8"/>
              <a:gd name="T1" fmla="*/ 2 h 4"/>
              <a:gd name="T2" fmla="*/ 1 w 8"/>
              <a:gd name="T3" fmla="*/ 0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0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1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0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7" name="Oval 537">
            <a:extLst>
              <a:ext uri="{FF2B5EF4-FFF2-40B4-BE49-F238E27FC236}">
                <a16:creationId xmlns:a16="http://schemas.microsoft.com/office/drawing/2014/main" id="{B62A12E6-6D97-D615-0F21-8D50A4F93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514" y="4198487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8" name="Freeform 538">
            <a:extLst>
              <a:ext uri="{FF2B5EF4-FFF2-40B4-BE49-F238E27FC236}">
                <a16:creationId xmlns:a16="http://schemas.microsoft.com/office/drawing/2014/main" id="{08E7074E-2588-FE9B-DD45-50943E7F3E21}"/>
              </a:ext>
            </a:extLst>
          </p:cNvPr>
          <p:cNvSpPr>
            <a:spLocks/>
          </p:cNvSpPr>
          <p:nvPr/>
        </p:nvSpPr>
        <p:spPr bwMode="auto">
          <a:xfrm>
            <a:off x="6317817" y="4200589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6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0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3"/>
                  <a:pt x="6" y="2"/>
                </a:cubicBezTo>
                <a:cubicBezTo>
                  <a:pt x="6" y="1"/>
                  <a:pt x="4" y="0"/>
                  <a:pt x="3" y="0"/>
                </a:cubicBezTo>
                <a:cubicBezTo>
                  <a:pt x="2" y="0"/>
                  <a:pt x="0" y="1"/>
                  <a:pt x="0" y="2"/>
                </a:cubicBezTo>
                <a:cubicBezTo>
                  <a:pt x="0" y="3"/>
                  <a:pt x="0" y="3"/>
                  <a:pt x="0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9" name="Freeform 539">
            <a:extLst>
              <a:ext uri="{FF2B5EF4-FFF2-40B4-BE49-F238E27FC236}">
                <a16:creationId xmlns:a16="http://schemas.microsoft.com/office/drawing/2014/main" id="{7CB995F7-01CD-355A-C28E-577FBDDD0153}"/>
              </a:ext>
            </a:extLst>
          </p:cNvPr>
          <p:cNvSpPr>
            <a:spLocks/>
          </p:cNvSpPr>
          <p:nvPr/>
        </p:nvSpPr>
        <p:spPr bwMode="auto">
          <a:xfrm>
            <a:off x="6315716" y="4217399"/>
            <a:ext cx="27318" cy="14710"/>
          </a:xfrm>
          <a:custGeom>
            <a:avLst/>
            <a:gdLst>
              <a:gd name="T0" fmla="*/ 4 w 8"/>
              <a:gd name="T1" fmla="*/ 2 h 4"/>
              <a:gd name="T2" fmla="*/ 1 w 8"/>
              <a:gd name="T3" fmla="*/ 0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0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0"/>
                  <a:pt x="8" y="0"/>
                  <a:pt x="7" y="0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4" name="Oval 540">
            <a:extLst>
              <a:ext uri="{FF2B5EF4-FFF2-40B4-BE49-F238E27FC236}">
                <a16:creationId xmlns:a16="http://schemas.microsoft.com/office/drawing/2014/main" id="{62B1455F-0FA9-855D-4770-AE1DB07E3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284" y="4198487"/>
            <a:ext cx="33621" cy="29418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5" name="Freeform 541">
            <a:extLst>
              <a:ext uri="{FF2B5EF4-FFF2-40B4-BE49-F238E27FC236}">
                <a16:creationId xmlns:a16="http://schemas.microsoft.com/office/drawing/2014/main" id="{5CCB9BEF-2E48-61CB-3F3F-F902E6A8C3E6}"/>
              </a:ext>
            </a:extLst>
          </p:cNvPr>
          <p:cNvSpPr>
            <a:spLocks/>
          </p:cNvSpPr>
          <p:nvPr/>
        </p:nvSpPr>
        <p:spPr bwMode="auto">
          <a:xfrm>
            <a:off x="5624384" y="4200589"/>
            <a:ext cx="25216" cy="6305"/>
          </a:xfrm>
          <a:custGeom>
            <a:avLst/>
            <a:gdLst>
              <a:gd name="T0" fmla="*/ 4 w 7"/>
              <a:gd name="T1" fmla="*/ 1 h 2"/>
              <a:gd name="T2" fmla="*/ 6 w 7"/>
              <a:gd name="T3" fmla="*/ 2 h 2"/>
              <a:gd name="T4" fmla="*/ 7 w 7"/>
              <a:gd name="T5" fmla="*/ 1 h 2"/>
              <a:gd name="T6" fmla="*/ 4 w 7"/>
              <a:gd name="T7" fmla="*/ 0 h 2"/>
              <a:gd name="T8" fmla="*/ 0 w 7"/>
              <a:gd name="T9" fmla="*/ 1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1"/>
                  <a:pt x="6" y="2"/>
                </a:cubicBezTo>
                <a:cubicBezTo>
                  <a:pt x="7" y="2"/>
                  <a:pt x="7" y="2"/>
                  <a:pt x="7" y="1"/>
                </a:cubicBezTo>
                <a:cubicBezTo>
                  <a:pt x="6" y="0"/>
                  <a:pt x="5" y="0"/>
                  <a:pt x="4" y="0"/>
                </a:cubicBezTo>
                <a:cubicBezTo>
                  <a:pt x="2" y="0"/>
                  <a:pt x="1" y="0"/>
                  <a:pt x="0" y="1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" name="Freeform 542">
            <a:extLst>
              <a:ext uri="{FF2B5EF4-FFF2-40B4-BE49-F238E27FC236}">
                <a16:creationId xmlns:a16="http://schemas.microsoft.com/office/drawing/2014/main" id="{53A9C93F-44C3-DDD2-393E-6161D6D4D34A}"/>
              </a:ext>
            </a:extLst>
          </p:cNvPr>
          <p:cNvSpPr>
            <a:spLocks/>
          </p:cNvSpPr>
          <p:nvPr/>
        </p:nvSpPr>
        <p:spPr bwMode="auto">
          <a:xfrm>
            <a:off x="5622284" y="4215299"/>
            <a:ext cx="29418" cy="12608"/>
          </a:xfrm>
          <a:custGeom>
            <a:avLst/>
            <a:gdLst>
              <a:gd name="T0" fmla="*/ 5 w 9"/>
              <a:gd name="T1" fmla="*/ 2 h 4"/>
              <a:gd name="T2" fmla="*/ 1 w 9"/>
              <a:gd name="T3" fmla="*/ 1 h 4"/>
              <a:gd name="T4" fmla="*/ 1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1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1"/>
                  <a:pt x="1" y="1"/>
                </a:cubicBezTo>
                <a:cubicBezTo>
                  <a:pt x="1" y="0"/>
                  <a:pt x="0" y="1"/>
                  <a:pt x="1" y="1"/>
                </a:cubicBezTo>
                <a:cubicBezTo>
                  <a:pt x="1" y="3"/>
                  <a:pt x="3" y="4"/>
                  <a:pt x="5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9" y="0"/>
                  <a:pt x="8" y="1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1" name="Oval 543">
            <a:extLst>
              <a:ext uri="{FF2B5EF4-FFF2-40B4-BE49-F238E27FC236}">
                <a16:creationId xmlns:a16="http://schemas.microsoft.com/office/drawing/2014/main" id="{9F9F28C9-DBF9-8D55-1511-2195D20FC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849" y="4036687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2" name="Freeform 544">
            <a:extLst>
              <a:ext uri="{FF2B5EF4-FFF2-40B4-BE49-F238E27FC236}">
                <a16:creationId xmlns:a16="http://schemas.microsoft.com/office/drawing/2014/main" id="{CD726E73-6DB7-D94B-B20B-F114D2FD1925}"/>
              </a:ext>
            </a:extLst>
          </p:cNvPr>
          <p:cNvSpPr>
            <a:spLocks/>
          </p:cNvSpPr>
          <p:nvPr/>
        </p:nvSpPr>
        <p:spPr bwMode="auto">
          <a:xfrm>
            <a:off x="6055154" y="4038788"/>
            <a:ext cx="25216" cy="10507"/>
          </a:xfrm>
          <a:custGeom>
            <a:avLst/>
            <a:gdLst>
              <a:gd name="T0" fmla="*/ 3 w 7"/>
              <a:gd name="T1" fmla="*/ 1 h 3"/>
              <a:gd name="T2" fmla="*/ 6 w 7"/>
              <a:gd name="T3" fmla="*/ 2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2 h 3"/>
              <a:gd name="T12" fmla="*/ 3 w 7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3" name="Freeform 545">
            <a:extLst>
              <a:ext uri="{FF2B5EF4-FFF2-40B4-BE49-F238E27FC236}">
                <a16:creationId xmlns:a16="http://schemas.microsoft.com/office/drawing/2014/main" id="{35A16171-F421-72D3-BA0A-E0E4E648F014}"/>
              </a:ext>
            </a:extLst>
          </p:cNvPr>
          <p:cNvSpPr>
            <a:spLocks/>
          </p:cNvSpPr>
          <p:nvPr/>
        </p:nvSpPr>
        <p:spPr bwMode="auto">
          <a:xfrm>
            <a:off x="6053052" y="4055599"/>
            <a:ext cx="31521" cy="10507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0 h 3"/>
              <a:gd name="T6" fmla="*/ 4 w 9"/>
              <a:gd name="T7" fmla="*/ 3 h 3"/>
              <a:gd name="T8" fmla="*/ 9 w 9"/>
              <a:gd name="T9" fmla="*/ 0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2"/>
                  <a:pt x="3" y="3"/>
                  <a:pt x="4" y="3"/>
                </a:cubicBezTo>
                <a:cubicBezTo>
                  <a:pt x="6" y="3"/>
                  <a:pt x="8" y="2"/>
                  <a:pt x="9" y="0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8" name="Oval 546">
            <a:extLst>
              <a:ext uri="{FF2B5EF4-FFF2-40B4-BE49-F238E27FC236}">
                <a16:creationId xmlns:a16="http://schemas.microsoft.com/office/drawing/2014/main" id="{4A2A6D34-9EFD-10BB-092F-DF4345B5E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9751" y="3853873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9" name="Freeform 547">
            <a:extLst>
              <a:ext uri="{FF2B5EF4-FFF2-40B4-BE49-F238E27FC236}">
                <a16:creationId xmlns:a16="http://schemas.microsoft.com/office/drawing/2014/main" id="{72CCD31F-F6AA-3FAD-98C5-C52C02787D5E}"/>
              </a:ext>
            </a:extLst>
          </p:cNvPr>
          <p:cNvSpPr>
            <a:spLocks/>
          </p:cNvSpPr>
          <p:nvPr/>
        </p:nvSpPr>
        <p:spPr bwMode="auto">
          <a:xfrm>
            <a:off x="5576055" y="3855973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2 h 3"/>
              <a:gd name="T4" fmla="*/ 6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0 w 7"/>
              <a:gd name="T11" fmla="*/ 2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2"/>
                </a:cubicBezTo>
                <a:cubicBezTo>
                  <a:pt x="6" y="3"/>
                  <a:pt x="7" y="2"/>
                  <a:pt x="6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0" y="2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0" name="Freeform 548">
            <a:extLst>
              <a:ext uri="{FF2B5EF4-FFF2-40B4-BE49-F238E27FC236}">
                <a16:creationId xmlns:a16="http://schemas.microsoft.com/office/drawing/2014/main" id="{590E1718-CFDA-2365-AC2A-3A9A783194AB}"/>
              </a:ext>
            </a:extLst>
          </p:cNvPr>
          <p:cNvSpPr>
            <a:spLocks/>
          </p:cNvSpPr>
          <p:nvPr/>
        </p:nvSpPr>
        <p:spPr bwMode="auto">
          <a:xfrm>
            <a:off x="5573953" y="3874886"/>
            <a:ext cx="29418" cy="10507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1 h 3"/>
              <a:gd name="T6" fmla="*/ 4 w 9"/>
              <a:gd name="T7" fmla="*/ 3 h 3"/>
              <a:gd name="T8" fmla="*/ 8 w 9"/>
              <a:gd name="T9" fmla="*/ 1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3"/>
                  <a:pt x="4" y="3"/>
                </a:cubicBezTo>
                <a:cubicBezTo>
                  <a:pt x="6" y="3"/>
                  <a:pt x="8" y="2"/>
                  <a:pt x="8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Oval 549">
            <a:extLst>
              <a:ext uri="{FF2B5EF4-FFF2-40B4-BE49-F238E27FC236}">
                <a16:creationId xmlns:a16="http://schemas.microsoft.com/office/drawing/2014/main" id="{EBDD8795-D010-3545-198F-68E94CD2A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660" y="4463253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" name="Freeform 550">
            <a:extLst>
              <a:ext uri="{FF2B5EF4-FFF2-40B4-BE49-F238E27FC236}">
                <a16:creationId xmlns:a16="http://schemas.microsoft.com/office/drawing/2014/main" id="{1386CEF0-D27E-11D1-52C4-FB3C5AC56131}"/>
              </a:ext>
            </a:extLst>
          </p:cNvPr>
          <p:cNvSpPr>
            <a:spLocks/>
          </p:cNvSpPr>
          <p:nvPr/>
        </p:nvSpPr>
        <p:spPr bwMode="auto">
          <a:xfrm>
            <a:off x="6069862" y="4465354"/>
            <a:ext cx="27318" cy="6305"/>
          </a:xfrm>
          <a:custGeom>
            <a:avLst/>
            <a:gdLst>
              <a:gd name="T0" fmla="*/ 4 w 8"/>
              <a:gd name="T1" fmla="*/ 1 h 2"/>
              <a:gd name="T2" fmla="*/ 7 w 8"/>
              <a:gd name="T3" fmla="*/ 2 h 2"/>
              <a:gd name="T4" fmla="*/ 7 w 8"/>
              <a:gd name="T5" fmla="*/ 1 h 2"/>
              <a:gd name="T6" fmla="*/ 4 w 8"/>
              <a:gd name="T7" fmla="*/ 0 h 2"/>
              <a:gd name="T8" fmla="*/ 1 w 8"/>
              <a:gd name="T9" fmla="*/ 1 h 2"/>
              <a:gd name="T10" fmla="*/ 1 w 8"/>
              <a:gd name="T11" fmla="*/ 2 h 2"/>
              <a:gd name="T12" fmla="*/ 4 w 8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2">
                <a:moveTo>
                  <a:pt x="4" y="1"/>
                </a:moveTo>
                <a:cubicBezTo>
                  <a:pt x="5" y="1"/>
                  <a:pt x="6" y="1"/>
                  <a:pt x="7" y="2"/>
                </a:cubicBezTo>
                <a:cubicBezTo>
                  <a:pt x="7" y="2"/>
                  <a:pt x="8" y="2"/>
                  <a:pt x="7" y="1"/>
                </a:cubicBezTo>
                <a:cubicBezTo>
                  <a:pt x="7" y="0"/>
                  <a:pt x="5" y="0"/>
                  <a:pt x="4" y="0"/>
                </a:cubicBezTo>
                <a:cubicBezTo>
                  <a:pt x="3" y="0"/>
                  <a:pt x="1" y="0"/>
                  <a:pt x="1" y="1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" name="Freeform 551">
            <a:extLst>
              <a:ext uri="{FF2B5EF4-FFF2-40B4-BE49-F238E27FC236}">
                <a16:creationId xmlns:a16="http://schemas.microsoft.com/office/drawing/2014/main" id="{1A7E403B-1C68-E9B5-A1AB-E0EB4FCF0880}"/>
              </a:ext>
            </a:extLst>
          </p:cNvPr>
          <p:cNvSpPr>
            <a:spLocks/>
          </p:cNvSpPr>
          <p:nvPr/>
        </p:nvSpPr>
        <p:spPr bwMode="auto">
          <a:xfrm>
            <a:off x="6069862" y="4480064"/>
            <a:ext cx="27318" cy="12608"/>
          </a:xfrm>
          <a:custGeom>
            <a:avLst/>
            <a:gdLst>
              <a:gd name="T0" fmla="*/ 4 w 8"/>
              <a:gd name="T1" fmla="*/ 2 h 4"/>
              <a:gd name="T2" fmla="*/ 1 w 8"/>
              <a:gd name="T3" fmla="*/ 1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1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2" y="1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1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3" name="Oval 552">
            <a:extLst>
              <a:ext uri="{FF2B5EF4-FFF2-40B4-BE49-F238E27FC236}">
                <a16:creationId xmlns:a16="http://schemas.microsoft.com/office/drawing/2014/main" id="{2DBD3BA9-5EA7-CBDD-252D-4A9A7BE66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1195" y="4755335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4" name="Freeform 553">
            <a:extLst>
              <a:ext uri="{FF2B5EF4-FFF2-40B4-BE49-F238E27FC236}">
                <a16:creationId xmlns:a16="http://schemas.microsoft.com/office/drawing/2014/main" id="{F06BEAE3-B207-2453-8544-7C3FCB10CE1C}"/>
              </a:ext>
            </a:extLst>
          </p:cNvPr>
          <p:cNvSpPr>
            <a:spLocks/>
          </p:cNvSpPr>
          <p:nvPr/>
        </p:nvSpPr>
        <p:spPr bwMode="auto">
          <a:xfrm>
            <a:off x="5649600" y="4757437"/>
            <a:ext cx="23115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5" name="Freeform 555">
            <a:extLst>
              <a:ext uri="{FF2B5EF4-FFF2-40B4-BE49-F238E27FC236}">
                <a16:creationId xmlns:a16="http://schemas.microsoft.com/office/drawing/2014/main" id="{062764FD-E354-8380-3E2B-C15D6D319072}"/>
              </a:ext>
            </a:extLst>
          </p:cNvPr>
          <p:cNvSpPr>
            <a:spLocks/>
          </p:cNvSpPr>
          <p:nvPr/>
        </p:nvSpPr>
        <p:spPr bwMode="auto">
          <a:xfrm>
            <a:off x="5645398" y="4774247"/>
            <a:ext cx="31521" cy="10507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1 h 3"/>
              <a:gd name="T6" fmla="*/ 4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2"/>
                  <a:pt x="3" y="3"/>
                  <a:pt x="4" y="3"/>
                </a:cubicBezTo>
                <a:cubicBezTo>
                  <a:pt x="6" y="3"/>
                  <a:pt x="8" y="2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0" name="Oval 556">
            <a:extLst>
              <a:ext uri="{FF2B5EF4-FFF2-40B4-BE49-F238E27FC236}">
                <a16:creationId xmlns:a16="http://schemas.microsoft.com/office/drawing/2014/main" id="{F6EEAB9F-02FE-92C2-A093-1DDE5F732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565" y="4417024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1" name="Freeform 557">
            <a:extLst>
              <a:ext uri="{FF2B5EF4-FFF2-40B4-BE49-F238E27FC236}">
                <a16:creationId xmlns:a16="http://schemas.microsoft.com/office/drawing/2014/main" id="{657E5D83-A750-32B1-4115-810485618789}"/>
              </a:ext>
            </a:extLst>
          </p:cNvPr>
          <p:cNvSpPr>
            <a:spLocks/>
          </p:cNvSpPr>
          <p:nvPr/>
        </p:nvSpPr>
        <p:spPr bwMode="auto">
          <a:xfrm>
            <a:off x="5758869" y="4421227"/>
            <a:ext cx="25216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1"/>
                  <a:pt x="6" y="2"/>
                </a:cubicBezTo>
                <a:cubicBezTo>
                  <a:pt x="6" y="2"/>
                  <a:pt x="7" y="2"/>
                  <a:pt x="7" y="2"/>
                </a:cubicBezTo>
                <a:cubicBezTo>
                  <a:pt x="6" y="0"/>
                  <a:pt x="5" y="0"/>
                  <a:pt x="3" y="0"/>
                </a:cubicBezTo>
                <a:cubicBezTo>
                  <a:pt x="2" y="0"/>
                  <a:pt x="1" y="0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1" y="1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2" name="Freeform 558">
            <a:extLst>
              <a:ext uri="{FF2B5EF4-FFF2-40B4-BE49-F238E27FC236}">
                <a16:creationId xmlns:a16="http://schemas.microsoft.com/office/drawing/2014/main" id="{7A30BE2A-2E79-3200-FBA2-BEA7163F53B6}"/>
              </a:ext>
            </a:extLst>
          </p:cNvPr>
          <p:cNvSpPr>
            <a:spLocks/>
          </p:cNvSpPr>
          <p:nvPr/>
        </p:nvSpPr>
        <p:spPr bwMode="auto">
          <a:xfrm>
            <a:off x="5756768" y="4433835"/>
            <a:ext cx="29418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8" y="3"/>
                  <a:pt x="8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1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" name="Oval 559">
            <a:extLst>
              <a:ext uri="{FF2B5EF4-FFF2-40B4-BE49-F238E27FC236}">
                <a16:creationId xmlns:a16="http://schemas.microsoft.com/office/drawing/2014/main" id="{D628C4BA-D8C3-DEA0-D96E-1D3399B0C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9993" y="4448543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" name="Freeform 560">
            <a:extLst>
              <a:ext uri="{FF2B5EF4-FFF2-40B4-BE49-F238E27FC236}">
                <a16:creationId xmlns:a16="http://schemas.microsoft.com/office/drawing/2014/main" id="{D8D20B02-6E70-85CD-65D5-E8DC348A1286}"/>
              </a:ext>
            </a:extLst>
          </p:cNvPr>
          <p:cNvSpPr>
            <a:spLocks/>
          </p:cNvSpPr>
          <p:nvPr/>
        </p:nvSpPr>
        <p:spPr bwMode="auto">
          <a:xfrm>
            <a:off x="6288399" y="4452746"/>
            <a:ext cx="23115" cy="10507"/>
          </a:xfrm>
          <a:custGeom>
            <a:avLst/>
            <a:gdLst>
              <a:gd name="T0" fmla="*/ 3 w 7"/>
              <a:gd name="T1" fmla="*/ 1 h 3"/>
              <a:gd name="T2" fmla="*/ 6 w 7"/>
              <a:gd name="T3" fmla="*/ 2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2 h 3"/>
              <a:gd name="T12" fmla="*/ 3 w 7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6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9" name="Freeform 561">
            <a:extLst>
              <a:ext uri="{FF2B5EF4-FFF2-40B4-BE49-F238E27FC236}">
                <a16:creationId xmlns:a16="http://schemas.microsoft.com/office/drawing/2014/main" id="{2624A440-26A4-4E42-8148-96CA2079A00C}"/>
              </a:ext>
            </a:extLst>
          </p:cNvPr>
          <p:cNvSpPr>
            <a:spLocks/>
          </p:cNvSpPr>
          <p:nvPr/>
        </p:nvSpPr>
        <p:spPr bwMode="auto">
          <a:xfrm>
            <a:off x="6284196" y="4469556"/>
            <a:ext cx="31521" cy="10507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1 h 3"/>
              <a:gd name="T6" fmla="*/ 4 w 9"/>
              <a:gd name="T7" fmla="*/ 3 h 3"/>
              <a:gd name="T8" fmla="*/ 8 w 9"/>
              <a:gd name="T9" fmla="*/ 1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3"/>
                  <a:pt x="4" y="3"/>
                </a:cubicBezTo>
                <a:cubicBezTo>
                  <a:pt x="6" y="3"/>
                  <a:pt x="8" y="2"/>
                  <a:pt x="8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4" name="Oval 562">
            <a:extLst>
              <a:ext uri="{FF2B5EF4-FFF2-40B4-BE49-F238E27FC236}">
                <a16:creationId xmlns:a16="http://schemas.microsoft.com/office/drawing/2014/main" id="{65E230C5-F075-1592-BEDB-BB04C5347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931" y="5057923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" name="Freeform 563">
            <a:extLst>
              <a:ext uri="{FF2B5EF4-FFF2-40B4-BE49-F238E27FC236}">
                <a16:creationId xmlns:a16="http://schemas.microsoft.com/office/drawing/2014/main" id="{03566857-8A27-D35A-B289-7FBDA8BAD5EE}"/>
              </a:ext>
            </a:extLst>
          </p:cNvPr>
          <p:cNvSpPr>
            <a:spLocks/>
          </p:cNvSpPr>
          <p:nvPr/>
        </p:nvSpPr>
        <p:spPr bwMode="auto">
          <a:xfrm>
            <a:off x="5700032" y="5060026"/>
            <a:ext cx="25216" cy="10507"/>
          </a:xfrm>
          <a:custGeom>
            <a:avLst/>
            <a:gdLst>
              <a:gd name="T0" fmla="*/ 4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6" y="3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" name="Freeform 564">
            <a:extLst>
              <a:ext uri="{FF2B5EF4-FFF2-40B4-BE49-F238E27FC236}">
                <a16:creationId xmlns:a16="http://schemas.microsoft.com/office/drawing/2014/main" id="{E63F2CD4-B800-B782-29C2-DB3A51AF0179}"/>
              </a:ext>
            </a:extLst>
          </p:cNvPr>
          <p:cNvSpPr>
            <a:spLocks/>
          </p:cNvSpPr>
          <p:nvPr/>
        </p:nvSpPr>
        <p:spPr bwMode="auto">
          <a:xfrm>
            <a:off x="5697931" y="5076836"/>
            <a:ext cx="29418" cy="10507"/>
          </a:xfrm>
          <a:custGeom>
            <a:avLst/>
            <a:gdLst>
              <a:gd name="T0" fmla="*/ 5 w 9"/>
              <a:gd name="T1" fmla="*/ 1 h 3"/>
              <a:gd name="T2" fmla="*/ 1 w 9"/>
              <a:gd name="T3" fmla="*/ 0 h 3"/>
              <a:gd name="T4" fmla="*/ 1 w 9"/>
              <a:gd name="T5" fmla="*/ 1 h 3"/>
              <a:gd name="T6" fmla="*/ 5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5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5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2"/>
                  <a:pt x="3" y="3"/>
                  <a:pt x="5" y="3"/>
                </a:cubicBezTo>
                <a:cubicBezTo>
                  <a:pt x="6" y="3"/>
                  <a:pt x="8" y="2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1"/>
                  <a:pt x="5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" name="Oval 565">
            <a:extLst>
              <a:ext uri="{FF2B5EF4-FFF2-40B4-BE49-F238E27FC236}">
                <a16:creationId xmlns:a16="http://schemas.microsoft.com/office/drawing/2014/main" id="{25002E29-BA2E-DA90-C53B-4EDF25E96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729" y="5366817"/>
            <a:ext cx="315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" name="Freeform 566">
            <a:extLst>
              <a:ext uri="{FF2B5EF4-FFF2-40B4-BE49-F238E27FC236}">
                <a16:creationId xmlns:a16="http://schemas.microsoft.com/office/drawing/2014/main" id="{714F7AB3-E693-6A82-562B-7646C202342A}"/>
              </a:ext>
            </a:extLst>
          </p:cNvPr>
          <p:cNvSpPr>
            <a:spLocks/>
          </p:cNvSpPr>
          <p:nvPr/>
        </p:nvSpPr>
        <p:spPr bwMode="auto">
          <a:xfrm>
            <a:off x="5697931" y="5371019"/>
            <a:ext cx="23115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2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" name="Freeform 567">
            <a:extLst>
              <a:ext uri="{FF2B5EF4-FFF2-40B4-BE49-F238E27FC236}">
                <a16:creationId xmlns:a16="http://schemas.microsoft.com/office/drawing/2014/main" id="{1CF95149-EFED-B043-32D1-F0F80296C1B0}"/>
              </a:ext>
            </a:extLst>
          </p:cNvPr>
          <p:cNvSpPr>
            <a:spLocks/>
          </p:cNvSpPr>
          <p:nvPr/>
        </p:nvSpPr>
        <p:spPr bwMode="auto">
          <a:xfrm>
            <a:off x="5693729" y="5383627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2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2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8" name="Oval 568">
            <a:extLst>
              <a:ext uri="{FF2B5EF4-FFF2-40B4-BE49-F238E27FC236}">
                <a16:creationId xmlns:a16="http://schemas.microsoft.com/office/drawing/2014/main" id="{6C82A4B1-75D6-26D3-535E-C2255FBC3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548" y="5060026"/>
            <a:ext cx="35723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" name="Freeform 569">
            <a:extLst>
              <a:ext uri="{FF2B5EF4-FFF2-40B4-BE49-F238E27FC236}">
                <a16:creationId xmlns:a16="http://schemas.microsoft.com/office/drawing/2014/main" id="{7D16D901-A0AA-EE25-3044-7CB7CB54C35D}"/>
              </a:ext>
            </a:extLst>
          </p:cNvPr>
          <p:cNvSpPr>
            <a:spLocks/>
          </p:cNvSpPr>
          <p:nvPr/>
        </p:nvSpPr>
        <p:spPr bwMode="auto">
          <a:xfrm>
            <a:off x="5569751" y="5064228"/>
            <a:ext cx="23115" cy="10507"/>
          </a:xfrm>
          <a:custGeom>
            <a:avLst/>
            <a:gdLst>
              <a:gd name="T0" fmla="*/ 4 w 7"/>
              <a:gd name="T1" fmla="*/ 2 h 3"/>
              <a:gd name="T2" fmla="*/ 7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1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7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1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0" name="Freeform 570">
            <a:extLst>
              <a:ext uri="{FF2B5EF4-FFF2-40B4-BE49-F238E27FC236}">
                <a16:creationId xmlns:a16="http://schemas.microsoft.com/office/drawing/2014/main" id="{192C9877-833F-37BB-DF6A-FE6203B48590}"/>
              </a:ext>
            </a:extLst>
          </p:cNvPr>
          <p:cNvSpPr>
            <a:spLocks/>
          </p:cNvSpPr>
          <p:nvPr/>
        </p:nvSpPr>
        <p:spPr bwMode="auto">
          <a:xfrm>
            <a:off x="5565548" y="5081038"/>
            <a:ext cx="31521" cy="14710"/>
          </a:xfrm>
          <a:custGeom>
            <a:avLst/>
            <a:gdLst>
              <a:gd name="T0" fmla="*/ 5 w 9"/>
              <a:gd name="T1" fmla="*/ 2 h 4"/>
              <a:gd name="T2" fmla="*/ 1 w 9"/>
              <a:gd name="T3" fmla="*/ 0 h 4"/>
              <a:gd name="T4" fmla="*/ 1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4" y="2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2" y="3"/>
                  <a:pt x="3" y="4"/>
                  <a:pt x="5" y="4"/>
                </a:cubicBezTo>
                <a:cubicBezTo>
                  <a:pt x="7" y="4"/>
                  <a:pt x="8" y="3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" name="Oval 571">
            <a:extLst>
              <a:ext uri="{FF2B5EF4-FFF2-40B4-BE49-F238E27FC236}">
                <a16:creationId xmlns:a16="http://schemas.microsoft.com/office/drawing/2014/main" id="{9575B023-B848-03C3-3891-913CA734D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892" y="5635784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" name="Freeform 572">
            <a:extLst>
              <a:ext uri="{FF2B5EF4-FFF2-40B4-BE49-F238E27FC236}">
                <a16:creationId xmlns:a16="http://schemas.microsoft.com/office/drawing/2014/main" id="{D8A22555-54A0-4C84-D47C-77C74B887A06}"/>
              </a:ext>
            </a:extLst>
          </p:cNvPr>
          <p:cNvSpPr>
            <a:spLocks/>
          </p:cNvSpPr>
          <p:nvPr/>
        </p:nvSpPr>
        <p:spPr bwMode="auto">
          <a:xfrm>
            <a:off x="5641195" y="5637885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6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0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2"/>
                  <a:pt x="6" y="2"/>
                </a:cubicBezTo>
                <a:cubicBezTo>
                  <a:pt x="6" y="1"/>
                  <a:pt x="4" y="0"/>
                  <a:pt x="3" y="0"/>
                </a:cubicBezTo>
                <a:cubicBezTo>
                  <a:pt x="2" y="0"/>
                  <a:pt x="0" y="1"/>
                  <a:pt x="0" y="2"/>
                </a:cubicBezTo>
                <a:cubicBezTo>
                  <a:pt x="0" y="2"/>
                  <a:pt x="0" y="3"/>
                  <a:pt x="0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" name="Freeform 573">
            <a:extLst>
              <a:ext uri="{FF2B5EF4-FFF2-40B4-BE49-F238E27FC236}">
                <a16:creationId xmlns:a16="http://schemas.microsoft.com/office/drawing/2014/main" id="{44F57421-B8B2-316B-AB38-8B6B2C98E580}"/>
              </a:ext>
            </a:extLst>
          </p:cNvPr>
          <p:cNvSpPr>
            <a:spLocks/>
          </p:cNvSpPr>
          <p:nvPr/>
        </p:nvSpPr>
        <p:spPr bwMode="auto">
          <a:xfrm>
            <a:off x="5639094" y="5654696"/>
            <a:ext cx="27318" cy="10507"/>
          </a:xfrm>
          <a:custGeom>
            <a:avLst/>
            <a:gdLst>
              <a:gd name="T0" fmla="*/ 4 w 8"/>
              <a:gd name="T1" fmla="*/ 1 h 3"/>
              <a:gd name="T2" fmla="*/ 1 w 8"/>
              <a:gd name="T3" fmla="*/ 0 h 3"/>
              <a:gd name="T4" fmla="*/ 0 w 8"/>
              <a:gd name="T5" fmla="*/ 1 h 3"/>
              <a:gd name="T6" fmla="*/ 4 w 8"/>
              <a:gd name="T7" fmla="*/ 3 h 3"/>
              <a:gd name="T8" fmla="*/ 8 w 8"/>
              <a:gd name="T9" fmla="*/ 1 h 3"/>
              <a:gd name="T10" fmla="*/ 8 w 8"/>
              <a:gd name="T11" fmla="*/ 0 h 3"/>
              <a:gd name="T12" fmla="*/ 4 w 8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3"/>
                  <a:pt x="4" y="3"/>
                </a:cubicBezTo>
                <a:cubicBezTo>
                  <a:pt x="6" y="3"/>
                  <a:pt x="7" y="2"/>
                  <a:pt x="8" y="1"/>
                </a:cubicBezTo>
                <a:cubicBezTo>
                  <a:pt x="8" y="0"/>
                  <a:pt x="8" y="0"/>
                  <a:pt x="8" y="0"/>
                </a:cubicBezTo>
                <a:cubicBezTo>
                  <a:pt x="7" y="1"/>
                  <a:pt x="5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" name="Oval 574">
            <a:extLst>
              <a:ext uri="{FF2B5EF4-FFF2-40B4-BE49-F238E27FC236}">
                <a16:creationId xmlns:a16="http://schemas.microsoft.com/office/drawing/2014/main" id="{686B18B4-8904-2949-9CC7-419482F02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007" y="5858524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3" name="Freeform 575">
            <a:extLst>
              <a:ext uri="{FF2B5EF4-FFF2-40B4-BE49-F238E27FC236}">
                <a16:creationId xmlns:a16="http://schemas.microsoft.com/office/drawing/2014/main" id="{D61C806B-6BC9-9D21-15D0-568EC894A31E}"/>
              </a:ext>
            </a:extLst>
          </p:cNvPr>
          <p:cNvSpPr>
            <a:spLocks/>
          </p:cNvSpPr>
          <p:nvPr/>
        </p:nvSpPr>
        <p:spPr bwMode="auto">
          <a:xfrm>
            <a:off x="6307311" y="5864826"/>
            <a:ext cx="25216" cy="8406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6 w 7"/>
              <a:gd name="T5" fmla="*/ 1 h 2"/>
              <a:gd name="T6" fmla="*/ 3 w 7"/>
              <a:gd name="T7" fmla="*/ 0 h 2"/>
              <a:gd name="T8" fmla="*/ 0 w 7"/>
              <a:gd name="T9" fmla="*/ 1 h 2"/>
              <a:gd name="T10" fmla="*/ 0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1"/>
                  <a:pt x="6" y="2"/>
                </a:cubicBezTo>
                <a:cubicBezTo>
                  <a:pt x="6" y="2"/>
                  <a:pt x="7" y="2"/>
                  <a:pt x="6" y="1"/>
                </a:cubicBezTo>
                <a:cubicBezTo>
                  <a:pt x="6" y="0"/>
                  <a:pt x="5" y="0"/>
                  <a:pt x="3" y="0"/>
                </a:cubicBezTo>
                <a:cubicBezTo>
                  <a:pt x="2" y="0"/>
                  <a:pt x="1" y="0"/>
                  <a:pt x="0" y="1"/>
                </a:cubicBezTo>
                <a:cubicBezTo>
                  <a:pt x="0" y="2"/>
                  <a:pt x="0" y="2"/>
                  <a:pt x="0" y="2"/>
                </a:cubicBezTo>
                <a:cubicBezTo>
                  <a:pt x="1" y="1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" name="Freeform 576">
            <a:extLst>
              <a:ext uri="{FF2B5EF4-FFF2-40B4-BE49-F238E27FC236}">
                <a16:creationId xmlns:a16="http://schemas.microsoft.com/office/drawing/2014/main" id="{30B88F69-7903-2B6B-66EE-3088D1534A4A}"/>
              </a:ext>
            </a:extLst>
          </p:cNvPr>
          <p:cNvSpPr>
            <a:spLocks/>
          </p:cNvSpPr>
          <p:nvPr/>
        </p:nvSpPr>
        <p:spPr bwMode="auto">
          <a:xfrm>
            <a:off x="6305209" y="5879537"/>
            <a:ext cx="31521" cy="12608"/>
          </a:xfrm>
          <a:custGeom>
            <a:avLst/>
            <a:gdLst>
              <a:gd name="T0" fmla="*/ 4 w 9"/>
              <a:gd name="T1" fmla="*/ 2 h 4"/>
              <a:gd name="T2" fmla="*/ 1 w 9"/>
              <a:gd name="T3" fmla="*/ 0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0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9" y="1"/>
                  <a:pt x="8" y="0"/>
                  <a:pt x="8" y="0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" name="Oval 577">
            <a:extLst>
              <a:ext uri="{FF2B5EF4-FFF2-40B4-BE49-F238E27FC236}">
                <a16:creationId xmlns:a16="http://schemas.microsoft.com/office/drawing/2014/main" id="{DFA538FB-7C16-EE61-5E6D-F707FD8F5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183" y="6009818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" name="Freeform 578">
            <a:extLst>
              <a:ext uri="{FF2B5EF4-FFF2-40B4-BE49-F238E27FC236}">
                <a16:creationId xmlns:a16="http://schemas.microsoft.com/office/drawing/2014/main" id="{5ED2FC61-85C3-0BB1-BE07-6494364F3C0E}"/>
              </a:ext>
            </a:extLst>
          </p:cNvPr>
          <p:cNvSpPr>
            <a:spLocks/>
          </p:cNvSpPr>
          <p:nvPr/>
        </p:nvSpPr>
        <p:spPr bwMode="auto">
          <a:xfrm>
            <a:off x="6269487" y="6014020"/>
            <a:ext cx="25216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6" y="2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" name="Freeform 579">
            <a:extLst>
              <a:ext uri="{FF2B5EF4-FFF2-40B4-BE49-F238E27FC236}">
                <a16:creationId xmlns:a16="http://schemas.microsoft.com/office/drawing/2014/main" id="{83FCDD77-E1DC-CBCC-F6E9-FFC6B9B3C6CE}"/>
              </a:ext>
            </a:extLst>
          </p:cNvPr>
          <p:cNvSpPr>
            <a:spLocks/>
          </p:cNvSpPr>
          <p:nvPr/>
        </p:nvSpPr>
        <p:spPr bwMode="auto">
          <a:xfrm>
            <a:off x="6267386" y="6026628"/>
            <a:ext cx="29418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2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8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2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" name="Oval 580">
            <a:extLst>
              <a:ext uri="{FF2B5EF4-FFF2-40B4-BE49-F238E27FC236}">
                <a16:creationId xmlns:a16="http://schemas.microsoft.com/office/drawing/2014/main" id="{90F6A2D1-A38F-C4FA-66A5-3FC7638FA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58" y="5730343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7" name="Freeform 581">
            <a:extLst>
              <a:ext uri="{FF2B5EF4-FFF2-40B4-BE49-F238E27FC236}">
                <a16:creationId xmlns:a16="http://schemas.microsoft.com/office/drawing/2014/main" id="{5AB2E8E7-DE03-2153-51F8-E704AD387CC6}"/>
              </a:ext>
            </a:extLst>
          </p:cNvPr>
          <p:cNvSpPr>
            <a:spLocks/>
          </p:cNvSpPr>
          <p:nvPr/>
        </p:nvSpPr>
        <p:spPr bwMode="auto">
          <a:xfrm>
            <a:off x="5586561" y="5734545"/>
            <a:ext cx="25216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6" y="2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" name="Freeform 582">
            <a:extLst>
              <a:ext uri="{FF2B5EF4-FFF2-40B4-BE49-F238E27FC236}">
                <a16:creationId xmlns:a16="http://schemas.microsoft.com/office/drawing/2014/main" id="{3A12287D-6E3A-9A6D-7328-89F45F1E2DB6}"/>
              </a:ext>
            </a:extLst>
          </p:cNvPr>
          <p:cNvSpPr>
            <a:spLocks/>
          </p:cNvSpPr>
          <p:nvPr/>
        </p:nvSpPr>
        <p:spPr bwMode="auto">
          <a:xfrm>
            <a:off x="5582358" y="5749255"/>
            <a:ext cx="31521" cy="12608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2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2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" name="Oval 583">
            <a:extLst>
              <a:ext uri="{FF2B5EF4-FFF2-40B4-BE49-F238E27FC236}">
                <a16:creationId xmlns:a16="http://schemas.microsoft.com/office/drawing/2014/main" id="{8DF0BE4F-7160-0E02-E7BF-FD1EE6123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892" y="5793382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" name="Freeform 584">
            <a:extLst>
              <a:ext uri="{FF2B5EF4-FFF2-40B4-BE49-F238E27FC236}">
                <a16:creationId xmlns:a16="http://schemas.microsoft.com/office/drawing/2014/main" id="{8B497FF4-1DE9-1F37-BCB2-507A34ECFDC0}"/>
              </a:ext>
            </a:extLst>
          </p:cNvPr>
          <p:cNvSpPr>
            <a:spLocks/>
          </p:cNvSpPr>
          <p:nvPr/>
        </p:nvSpPr>
        <p:spPr bwMode="auto">
          <a:xfrm>
            <a:off x="5641195" y="5797585"/>
            <a:ext cx="25216" cy="8406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6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0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2"/>
                  <a:pt x="6" y="2"/>
                </a:cubicBezTo>
                <a:cubicBezTo>
                  <a:pt x="6" y="1"/>
                  <a:pt x="4" y="0"/>
                  <a:pt x="3" y="0"/>
                </a:cubicBezTo>
                <a:cubicBezTo>
                  <a:pt x="2" y="0"/>
                  <a:pt x="0" y="1"/>
                  <a:pt x="0" y="2"/>
                </a:cubicBezTo>
                <a:cubicBezTo>
                  <a:pt x="0" y="2"/>
                  <a:pt x="0" y="3"/>
                  <a:pt x="0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" name="Freeform 585">
            <a:extLst>
              <a:ext uri="{FF2B5EF4-FFF2-40B4-BE49-F238E27FC236}">
                <a16:creationId xmlns:a16="http://schemas.microsoft.com/office/drawing/2014/main" id="{65C5DC5D-3696-FCB4-54D4-F71877B07A00}"/>
              </a:ext>
            </a:extLst>
          </p:cNvPr>
          <p:cNvSpPr>
            <a:spLocks/>
          </p:cNvSpPr>
          <p:nvPr/>
        </p:nvSpPr>
        <p:spPr bwMode="auto">
          <a:xfrm>
            <a:off x="5639094" y="5814395"/>
            <a:ext cx="27318" cy="10507"/>
          </a:xfrm>
          <a:custGeom>
            <a:avLst/>
            <a:gdLst>
              <a:gd name="T0" fmla="*/ 4 w 8"/>
              <a:gd name="T1" fmla="*/ 1 h 3"/>
              <a:gd name="T2" fmla="*/ 1 w 8"/>
              <a:gd name="T3" fmla="*/ 0 h 3"/>
              <a:gd name="T4" fmla="*/ 0 w 8"/>
              <a:gd name="T5" fmla="*/ 1 h 3"/>
              <a:gd name="T6" fmla="*/ 4 w 8"/>
              <a:gd name="T7" fmla="*/ 3 h 3"/>
              <a:gd name="T8" fmla="*/ 8 w 8"/>
              <a:gd name="T9" fmla="*/ 1 h 3"/>
              <a:gd name="T10" fmla="*/ 8 w 8"/>
              <a:gd name="T11" fmla="*/ 0 h 3"/>
              <a:gd name="T12" fmla="*/ 4 w 8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3"/>
                  <a:pt x="4" y="3"/>
                </a:cubicBezTo>
                <a:cubicBezTo>
                  <a:pt x="6" y="3"/>
                  <a:pt x="7" y="2"/>
                  <a:pt x="8" y="1"/>
                </a:cubicBezTo>
                <a:cubicBezTo>
                  <a:pt x="8" y="0"/>
                  <a:pt x="8" y="0"/>
                  <a:pt x="8" y="0"/>
                </a:cubicBezTo>
                <a:cubicBezTo>
                  <a:pt x="7" y="1"/>
                  <a:pt x="5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" name="Oval 586">
            <a:extLst>
              <a:ext uri="{FF2B5EF4-FFF2-40B4-BE49-F238E27FC236}">
                <a16:creationId xmlns:a16="http://schemas.microsoft.com/office/drawing/2014/main" id="{DDC136F4-E10C-D0FF-5996-CC965F1A4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58" y="5400438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" name="Freeform 587">
            <a:extLst>
              <a:ext uri="{FF2B5EF4-FFF2-40B4-BE49-F238E27FC236}">
                <a16:creationId xmlns:a16="http://schemas.microsoft.com/office/drawing/2014/main" id="{03756BF9-C27D-8D24-7B95-1857C23B4AF4}"/>
              </a:ext>
            </a:extLst>
          </p:cNvPr>
          <p:cNvSpPr>
            <a:spLocks/>
          </p:cNvSpPr>
          <p:nvPr/>
        </p:nvSpPr>
        <p:spPr bwMode="auto">
          <a:xfrm>
            <a:off x="5586561" y="5404640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" name="Freeform 588">
            <a:extLst>
              <a:ext uri="{FF2B5EF4-FFF2-40B4-BE49-F238E27FC236}">
                <a16:creationId xmlns:a16="http://schemas.microsoft.com/office/drawing/2014/main" id="{48D992F2-A581-962B-51FA-2DD5B9B11120}"/>
              </a:ext>
            </a:extLst>
          </p:cNvPr>
          <p:cNvSpPr>
            <a:spLocks/>
          </p:cNvSpPr>
          <p:nvPr/>
        </p:nvSpPr>
        <p:spPr bwMode="auto">
          <a:xfrm>
            <a:off x="5582358" y="5421451"/>
            <a:ext cx="31521" cy="10507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1 h 3"/>
              <a:gd name="T6" fmla="*/ 4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2"/>
                  <a:pt x="3" y="3"/>
                  <a:pt x="4" y="3"/>
                </a:cubicBezTo>
                <a:cubicBezTo>
                  <a:pt x="6" y="3"/>
                  <a:pt x="8" y="2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7" name="Oval 589">
            <a:extLst>
              <a:ext uri="{FF2B5EF4-FFF2-40B4-BE49-F238E27FC236}">
                <a16:creationId xmlns:a16="http://schemas.microsoft.com/office/drawing/2014/main" id="{269909F0-3EF2-87F0-58C7-C5E40A0C7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3934" y="3988357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" name="Freeform 590">
            <a:extLst>
              <a:ext uri="{FF2B5EF4-FFF2-40B4-BE49-F238E27FC236}">
                <a16:creationId xmlns:a16="http://schemas.microsoft.com/office/drawing/2014/main" id="{DD5F10AD-3D84-0EC3-C9D3-A3D2C47E8958}"/>
              </a:ext>
            </a:extLst>
          </p:cNvPr>
          <p:cNvSpPr>
            <a:spLocks/>
          </p:cNvSpPr>
          <p:nvPr/>
        </p:nvSpPr>
        <p:spPr bwMode="auto">
          <a:xfrm>
            <a:off x="5870239" y="3990458"/>
            <a:ext cx="23115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3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0" y="3"/>
                  <a:pt x="1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9" name="Freeform 591">
            <a:extLst>
              <a:ext uri="{FF2B5EF4-FFF2-40B4-BE49-F238E27FC236}">
                <a16:creationId xmlns:a16="http://schemas.microsoft.com/office/drawing/2014/main" id="{CBD3939D-1327-6089-6538-A70FD1A60727}"/>
              </a:ext>
            </a:extLst>
          </p:cNvPr>
          <p:cNvSpPr>
            <a:spLocks/>
          </p:cNvSpPr>
          <p:nvPr/>
        </p:nvSpPr>
        <p:spPr bwMode="auto">
          <a:xfrm>
            <a:off x="5866036" y="4009369"/>
            <a:ext cx="31521" cy="12608"/>
          </a:xfrm>
          <a:custGeom>
            <a:avLst/>
            <a:gdLst>
              <a:gd name="T0" fmla="*/ 4 w 9"/>
              <a:gd name="T1" fmla="*/ 2 h 4"/>
              <a:gd name="T2" fmla="*/ 1 w 9"/>
              <a:gd name="T3" fmla="*/ 0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2"/>
                  <a:pt x="3" y="4"/>
                  <a:pt x="4" y="4"/>
                </a:cubicBezTo>
                <a:cubicBezTo>
                  <a:pt x="6" y="4"/>
                  <a:pt x="8" y="2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" name="Oval 592">
            <a:extLst>
              <a:ext uri="{FF2B5EF4-FFF2-40B4-BE49-F238E27FC236}">
                <a16:creationId xmlns:a16="http://schemas.microsoft.com/office/drawing/2014/main" id="{49B089A2-BCAD-DCC2-DA6A-EB59765F9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21" y="3544980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" name="Freeform 593">
            <a:extLst>
              <a:ext uri="{FF2B5EF4-FFF2-40B4-BE49-F238E27FC236}">
                <a16:creationId xmlns:a16="http://schemas.microsoft.com/office/drawing/2014/main" id="{451AC7E2-AAB2-606C-97D2-F95AC8AA500E}"/>
              </a:ext>
            </a:extLst>
          </p:cNvPr>
          <p:cNvSpPr>
            <a:spLocks/>
          </p:cNvSpPr>
          <p:nvPr/>
        </p:nvSpPr>
        <p:spPr bwMode="auto">
          <a:xfrm>
            <a:off x="5687424" y="3547082"/>
            <a:ext cx="23115" cy="6305"/>
          </a:xfrm>
          <a:custGeom>
            <a:avLst/>
            <a:gdLst>
              <a:gd name="T0" fmla="*/ 4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4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1"/>
                  <a:pt x="6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0"/>
                  <a:pt x="5" y="0"/>
                  <a:pt x="4" y="0"/>
                </a:cubicBezTo>
                <a:cubicBezTo>
                  <a:pt x="2" y="0"/>
                  <a:pt x="1" y="0"/>
                  <a:pt x="0" y="2"/>
                </a:cubicBezTo>
                <a:cubicBezTo>
                  <a:pt x="0" y="2"/>
                  <a:pt x="1" y="2"/>
                  <a:pt x="1" y="2"/>
                </a:cubicBezTo>
                <a:cubicBezTo>
                  <a:pt x="2" y="1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" name="Freeform 594">
            <a:extLst>
              <a:ext uri="{FF2B5EF4-FFF2-40B4-BE49-F238E27FC236}">
                <a16:creationId xmlns:a16="http://schemas.microsoft.com/office/drawing/2014/main" id="{01C58E4A-AEB6-8EEA-88A3-A95E63C0793A}"/>
              </a:ext>
            </a:extLst>
          </p:cNvPr>
          <p:cNvSpPr>
            <a:spLocks/>
          </p:cNvSpPr>
          <p:nvPr/>
        </p:nvSpPr>
        <p:spPr bwMode="auto">
          <a:xfrm>
            <a:off x="5683221" y="3561790"/>
            <a:ext cx="31521" cy="12608"/>
          </a:xfrm>
          <a:custGeom>
            <a:avLst/>
            <a:gdLst>
              <a:gd name="T0" fmla="*/ 5 w 9"/>
              <a:gd name="T1" fmla="*/ 2 h 4"/>
              <a:gd name="T2" fmla="*/ 1 w 9"/>
              <a:gd name="T3" fmla="*/ 1 h 4"/>
              <a:gd name="T4" fmla="*/ 1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1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1"/>
                  <a:pt x="1" y="1"/>
                </a:cubicBezTo>
                <a:cubicBezTo>
                  <a:pt x="1" y="0"/>
                  <a:pt x="0" y="1"/>
                  <a:pt x="1" y="1"/>
                </a:cubicBezTo>
                <a:cubicBezTo>
                  <a:pt x="1" y="3"/>
                  <a:pt x="3" y="4"/>
                  <a:pt x="5" y="4"/>
                </a:cubicBezTo>
                <a:cubicBezTo>
                  <a:pt x="7" y="4"/>
                  <a:pt x="8" y="3"/>
                  <a:pt x="9" y="1"/>
                </a:cubicBezTo>
                <a:cubicBezTo>
                  <a:pt x="9" y="1"/>
                  <a:pt x="9" y="0"/>
                  <a:pt x="8" y="1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" name="Oval 595">
            <a:extLst>
              <a:ext uri="{FF2B5EF4-FFF2-40B4-BE49-F238E27FC236}">
                <a16:creationId xmlns:a16="http://schemas.microsoft.com/office/drawing/2014/main" id="{8B06CA11-D11A-C02A-5376-8775CE9A1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677" y="3454624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2" name="Freeform 596">
            <a:extLst>
              <a:ext uri="{FF2B5EF4-FFF2-40B4-BE49-F238E27FC236}">
                <a16:creationId xmlns:a16="http://schemas.microsoft.com/office/drawing/2014/main" id="{7EDBF34E-E618-4326-C1E8-E012DF06CBC8}"/>
              </a:ext>
            </a:extLst>
          </p:cNvPr>
          <p:cNvSpPr>
            <a:spLocks/>
          </p:cNvSpPr>
          <p:nvPr/>
        </p:nvSpPr>
        <p:spPr bwMode="auto">
          <a:xfrm>
            <a:off x="6258980" y="3458827"/>
            <a:ext cx="25216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" name="Freeform 597">
            <a:extLst>
              <a:ext uri="{FF2B5EF4-FFF2-40B4-BE49-F238E27FC236}">
                <a16:creationId xmlns:a16="http://schemas.microsoft.com/office/drawing/2014/main" id="{7AA348BE-F060-EE8B-F70F-4D2C5447B46D}"/>
              </a:ext>
            </a:extLst>
          </p:cNvPr>
          <p:cNvSpPr>
            <a:spLocks/>
          </p:cNvSpPr>
          <p:nvPr/>
        </p:nvSpPr>
        <p:spPr bwMode="auto">
          <a:xfrm>
            <a:off x="6256879" y="3471434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2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2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" name="Oval 598">
            <a:extLst>
              <a:ext uri="{FF2B5EF4-FFF2-40B4-BE49-F238E27FC236}">
                <a16:creationId xmlns:a16="http://schemas.microsoft.com/office/drawing/2014/main" id="{A483AF3B-10F5-F7F2-08C0-B93F261B3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712" y="3135224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" name="Freeform 599">
            <a:extLst>
              <a:ext uri="{FF2B5EF4-FFF2-40B4-BE49-F238E27FC236}">
                <a16:creationId xmlns:a16="http://schemas.microsoft.com/office/drawing/2014/main" id="{8E591765-B602-ECF9-7D10-B897F0273EE2}"/>
              </a:ext>
            </a:extLst>
          </p:cNvPr>
          <p:cNvSpPr>
            <a:spLocks/>
          </p:cNvSpPr>
          <p:nvPr/>
        </p:nvSpPr>
        <p:spPr bwMode="auto">
          <a:xfrm>
            <a:off x="6156016" y="3137325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0" name="Freeform 600">
            <a:extLst>
              <a:ext uri="{FF2B5EF4-FFF2-40B4-BE49-F238E27FC236}">
                <a16:creationId xmlns:a16="http://schemas.microsoft.com/office/drawing/2014/main" id="{1DB87DF5-5A39-98E9-C808-B57F97673EE0}"/>
              </a:ext>
            </a:extLst>
          </p:cNvPr>
          <p:cNvSpPr>
            <a:spLocks/>
          </p:cNvSpPr>
          <p:nvPr/>
        </p:nvSpPr>
        <p:spPr bwMode="auto">
          <a:xfrm>
            <a:off x="6151814" y="3156238"/>
            <a:ext cx="31521" cy="12608"/>
          </a:xfrm>
          <a:custGeom>
            <a:avLst/>
            <a:gdLst>
              <a:gd name="T0" fmla="*/ 4 w 9"/>
              <a:gd name="T1" fmla="*/ 1 h 4"/>
              <a:gd name="T2" fmla="*/ 1 w 9"/>
              <a:gd name="T3" fmla="*/ 0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4 w 9"/>
              <a:gd name="T13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2"/>
                  <a:pt x="3" y="4"/>
                  <a:pt x="4" y="4"/>
                </a:cubicBezTo>
                <a:cubicBezTo>
                  <a:pt x="6" y="4"/>
                  <a:pt x="8" y="2"/>
                  <a:pt x="9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" name="Oval 601">
            <a:extLst>
              <a:ext uri="{FF2B5EF4-FFF2-40B4-BE49-F238E27FC236}">
                <a16:creationId xmlns:a16="http://schemas.microsoft.com/office/drawing/2014/main" id="{8A9C9B39-518B-6B35-4294-C05FB9A0A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840" y="3574398"/>
            <a:ext cx="35723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" name="Freeform 602">
            <a:extLst>
              <a:ext uri="{FF2B5EF4-FFF2-40B4-BE49-F238E27FC236}">
                <a16:creationId xmlns:a16="http://schemas.microsoft.com/office/drawing/2014/main" id="{149DBE6B-04E6-0F85-ADDF-4F605FB6662B}"/>
              </a:ext>
            </a:extLst>
          </p:cNvPr>
          <p:cNvSpPr>
            <a:spLocks/>
          </p:cNvSpPr>
          <p:nvPr/>
        </p:nvSpPr>
        <p:spPr bwMode="auto">
          <a:xfrm>
            <a:off x="6200144" y="3578600"/>
            <a:ext cx="25216" cy="10507"/>
          </a:xfrm>
          <a:custGeom>
            <a:avLst/>
            <a:gdLst>
              <a:gd name="T0" fmla="*/ 3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3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2"/>
                </a:moveTo>
                <a:cubicBezTo>
                  <a:pt x="4" y="2"/>
                  <a:pt x="5" y="2"/>
                  <a:pt x="6" y="3"/>
                </a:cubicBezTo>
                <a:cubicBezTo>
                  <a:pt x="6" y="3"/>
                  <a:pt x="7" y="3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0" y="3"/>
                  <a:pt x="1" y="3"/>
                </a:cubicBezTo>
                <a:cubicBezTo>
                  <a:pt x="1" y="2"/>
                  <a:pt x="2" y="2"/>
                  <a:pt x="3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" name="Freeform 603">
            <a:extLst>
              <a:ext uri="{FF2B5EF4-FFF2-40B4-BE49-F238E27FC236}">
                <a16:creationId xmlns:a16="http://schemas.microsoft.com/office/drawing/2014/main" id="{022C3BDC-C84D-797E-108B-98AC11A57278}"/>
              </a:ext>
            </a:extLst>
          </p:cNvPr>
          <p:cNvSpPr>
            <a:spLocks/>
          </p:cNvSpPr>
          <p:nvPr/>
        </p:nvSpPr>
        <p:spPr bwMode="auto">
          <a:xfrm>
            <a:off x="6198043" y="3595411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0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0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8" y="1"/>
                </a:cubicBezTo>
                <a:cubicBezTo>
                  <a:pt x="9" y="1"/>
                  <a:pt x="8" y="0"/>
                  <a:pt x="8" y="0"/>
                </a:cubicBezTo>
                <a:cubicBezTo>
                  <a:pt x="7" y="1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2" name="Oval 604">
            <a:extLst>
              <a:ext uri="{FF2B5EF4-FFF2-40B4-BE49-F238E27FC236}">
                <a16:creationId xmlns:a16="http://schemas.microsoft.com/office/drawing/2014/main" id="{6CAEC3E8-AD1E-C421-2132-4AD2C754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21" y="3355862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3" name="Freeform 605">
            <a:extLst>
              <a:ext uri="{FF2B5EF4-FFF2-40B4-BE49-F238E27FC236}">
                <a16:creationId xmlns:a16="http://schemas.microsoft.com/office/drawing/2014/main" id="{C28E7F57-1106-4D54-E746-DD0F501EA7B0}"/>
              </a:ext>
            </a:extLst>
          </p:cNvPr>
          <p:cNvSpPr>
            <a:spLocks/>
          </p:cNvSpPr>
          <p:nvPr/>
        </p:nvSpPr>
        <p:spPr bwMode="auto">
          <a:xfrm>
            <a:off x="5689525" y="3357964"/>
            <a:ext cx="25216" cy="10507"/>
          </a:xfrm>
          <a:custGeom>
            <a:avLst/>
            <a:gdLst>
              <a:gd name="T0" fmla="*/ 3 w 7"/>
              <a:gd name="T1" fmla="*/ 1 h 3"/>
              <a:gd name="T2" fmla="*/ 6 w 7"/>
              <a:gd name="T3" fmla="*/ 2 h 3"/>
              <a:gd name="T4" fmla="*/ 7 w 7"/>
              <a:gd name="T5" fmla="*/ 2 h 3"/>
              <a:gd name="T6" fmla="*/ 3 w 7"/>
              <a:gd name="T7" fmla="*/ 0 h 3"/>
              <a:gd name="T8" fmla="*/ 0 w 7"/>
              <a:gd name="T9" fmla="*/ 2 h 3"/>
              <a:gd name="T10" fmla="*/ 1 w 7"/>
              <a:gd name="T11" fmla="*/ 2 h 3"/>
              <a:gd name="T12" fmla="*/ 3 w 7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6" y="3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3"/>
                  <a:pt x="1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" name="Freeform 606">
            <a:extLst>
              <a:ext uri="{FF2B5EF4-FFF2-40B4-BE49-F238E27FC236}">
                <a16:creationId xmlns:a16="http://schemas.microsoft.com/office/drawing/2014/main" id="{7230E10F-6553-17C3-85F6-6B33B1EC6964}"/>
              </a:ext>
            </a:extLst>
          </p:cNvPr>
          <p:cNvSpPr>
            <a:spLocks/>
          </p:cNvSpPr>
          <p:nvPr/>
        </p:nvSpPr>
        <p:spPr bwMode="auto">
          <a:xfrm>
            <a:off x="5687424" y="3374774"/>
            <a:ext cx="31521" cy="10507"/>
          </a:xfrm>
          <a:custGeom>
            <a:avLst/>
            <a:gdLst>
              <a:gd name="T0" fmla="*/ 4 w 9"/>
              <a:gd name="T1" fmla="*/ 1 h 3"/>
              <a:gd name="T2" fmla="*/ 1 w 9"/>
              <a:gd name="T3" fmla="*/ 0 h 3"/>
              <a:gd name="T4" fmla="*/ 0 w 9"/>
              <a:gd name="T5" fmla="*/ 1 h 3"/>
              <a:gd name="T6" fmla="*/ 4 w 9"/>
              <a:gd name="T7" fmla="*/ 3 h 3"/>
              <a:gd name="T8" fmla="*/ 8 w 9"/>
              <a:gd name="T9" fmla="*/ 1 h 3"/>
              <a:gd name="T10" fmla="*/ 8 w 9"/>
              <a:gd name="T11" fmla="*/ 0 h 3"/>
              <a:gd name="T12" fmla="*/ 4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4" y="1"/>
                </a:moveTo>
                <a:cubicBezTo>
                  <a:pt x="3" y="1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3" y="3"/>
                  <a:pt x="4" y="3"/>
                </a:cubicBezTo>
                <a:cubicBezTo>
                  <a:pt x="6" y="3"/>
                  <a:pt x="8" y="2"/>
                  <a:pt x="8" y="1"/>
                </a:cubicBezTo>
                <a:cubicBezTo>
                  <a:pt x="9" y="0"/>
                  <a:pt x="8" y="0"/>
                  <a:pt x="8" y="0"/>
                </a:cubicBezTo>
                <a:cubicBezTo>
                  <a:pt x="7" y="1"/>
                  <a:pt x="6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9" name="Oval 607">
            <a:extLst>
              <a:ext uri="{FF2B5EF4-FFF2-40B4-BE49-F238E27FC236}">
                <a16:creationId xmlns:a16="http://schemas.microsoft.com/office/drawing/2014/main" id="{A7515F96-4D8D-5B5D-B685-58FBAD975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8212" y="3612222"/>
            <a:ext cx="35723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0" name="Freeform 608">
            <a:extLst>
              <a:ext uri="{FF2B5EF4-FFF2-40B4-BE49-F238E27FC236}">
                <a16:creationId xmlns:a16="http://schemas.microsoft.com/office/drawing/2014/main" id="{BE394895-60FF-17FB-71DE-7749860F9BAC}"/>
              </a:ext>
            </a:extLst>
          </p:cNvPr>
          <p:cNvSpPr>
            <a:spLocks/>
          </p:cNvSpPr>
          <p:nvPr/>
        </p:nvSpPr>
        <p:spPr bwMode="auto">
          <a:xfrm>
            <a:off x="5834516" y="3616424"/>
            <a:ext cx="25216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6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0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6" y="2"/>
                  <a:pt x="7" y="2"/>
                  <a:pt x="6" y="2"/>
                </a:cubicBezTo>
                <a:cubicBezTo>
                  <a:pt x="6" y="0"/>
                  <a:pt x="5" y="0"/>
                  <a:pt x="3" y="0"/>
                </a:cubicBezTo>
                <a:cubicBezTo>
                  <a:pt x="2" y="0"/>
                  <a:pt x="1" y="0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1" name="Freeform 609">
            <a:extLst>
              <a:ext uri="{FF2B5EF4-FFF2-40B4-BE49-F238E27FC236}">
                <a16:creationId xmlns:a16="http://schemas.microsoft.com/office/drawing/2014/main" id="{39B95044-B109-F748-74B9-C733DEDE0FCB}"/>
              </a:ext>
            </a:extLst>
          </p:cNvPr>
          <p:cNvSpPr>
            <a:spLocks/>
          </p:cNvSpPr>
          <p:nvPr/>
        </p:nvSpPr>
        <p:spPr bwMode="auto">
          <a:xfrm>
            <a:off x="5832415" y="3629032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" name="Oval 610">
            <a:extLst>
              <a:ext uri="{FF2B5EF4-FFF2-40B4-BE49-F238E27FC236}">
                <a16:creationId xmlns:a16="http://schemas.microsoft.com/office/drawing/2014/main" id="{EFD6A6E5-FD36-B88C-B489-D9320E45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875" y="3908508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7" name="Freeform 611">
            <a:extLst>
              <a:ext uri="{FF2B5EF4-FFF2-40B4-BE49-F238E27FC236}">
                <a16:creationId xmlns:a16="http://schemas.microsoft.com/office/drawing/2014/main" id="{8C00D1BD-102A-FF41-F8C5-8602F5CFA0DF}"/>
              </a:ext>
            </a:extLst>
          </p:cNvPr>
          <p:cNvSpPr>
            <a:spLocks/>
          </p:cNvSpPr>
          <p:nvPr/>
        </p:nvSpPr>
        <p:spPr bwMode="auto">
          <a:xfrm>
            <a:off x="6097180" y="3912710"/>
            <a:ext cx="25216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2"/>
                  <a:pt x="6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5" y="0"/>
                  <a:pt x="3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1" y="2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" name="Freeform 612">
            <a:extLst>
              <a:ext uri="{FF2B5EF4-FFF2-40B4-BE49-F238E27FC236}">
                <a16:creationId xmlns:a16="http://schemas.microsoft.com/office/drawing/2014/main" id="{20F916F7-3B8F-D2A4-B556-B070FC5240E7}"/>
              </a:ext>
            </a:extLst>
          </p:cNvPr>
          <p:cNvSpPr>
            <a:spLocks/>
          </p:cNvSpPr>
          <p:nvPr/>
        </p:nvSpPr>
        <p:spPr bwMode="auto">
          <a:xfrm>
            <a:off x="6095078" y="3925318"/>
            <a:ext cx="29418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9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2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2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Oval 613">
            <a:extLst>
              <a:ext uri="{FF2B5EF4-FFF2-40B4-BE49-F238E27FC236}">
                <a16:creationId xmlns:a16="http://schemas.microsoft.com/office/drawing/2014/main" id="{E7C790E6-33D2-0A11-D736-23823CB00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075" y="3828657"/>
            <a:ext cx="33621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Freeform 614">
            <a:extLst>
              <a:ext uri="{FF2B5EF4-FFF2-40B4-BE49-F238E27FC236}">
                <a16:creationId xmlns:a16="http://schemas.microsoft.com/office/drawing/2014/main" id="{E2D3EAC9-B1C3-6FCE-B131-8C505A2435EF}"/>
              </a:ext>
            </a:extLst>
          </p:cNvPr>
          <p:cNvSpPr>
            <a:spLocks/>
          </p:cNvSpPr>
          <p:nvPr/>
        </p:nvSpPr>
        <p:spPr bwMode="auto">
          <a:xfrm>
            <a:off x="5931175" y="3832860"/>
            <a:ext cx="25216" cy="10507"/>
          </a:xfrm>
          <a:custGeom>
            <a:avLst/>
            <a:gdLst>
              <a:gd name="T0" fmla="*/ 4 w 7"/>
              <a:gd name="T1" fmla="*/ 2 h 3"/>
              <a:gd name="T2" fmla="*/ 7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1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7" y="3"/>
                </a:cubicBezTo>
                <a:cubicBezTo>
                  <a:pt x="7" y="3"/>
                  <a:pt x="7" y="3"/>
                  <a:pt x="7" y="2"/>
                </a:cubicBezTo>
                <a:cubicBezTo>
                  <a:pt x="7" y="1"/>
                  <a:pt x="5" y="0"/>
                  <a:pt x="4" y="0"/>
                </a:cubicBezTo>
                <a:cubicBezTo>
                  <a:pt x="3" y="0"/>
                  <a:pt x="1" y="1"/>
                  <a:pt x="1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Freeform 615">
            <a:extLst>
              <a:ext uri="{FF2B5EF4-FFF2-40B4-BE49-F238E27FC236}">
                <a16:creationId xmlns:a16="http://schemas.microsoft.com/office/drawing/2014/main" id="{6F641EC8-9E81-1DA4-3DF3-76858C57B65A}"/>
              </a:ext>
            </a:extLst>
          </p:cNvPr>
          <p:cNvSpPr>
            <a:spLocks/>
          </p:cNvSpPr>
          <p:nvPr/>
        </p:nvSpPr>
        <p:spPr bwMode="auto">
          <a:xfrm>
            <a:off x="5931175" y="3849670"/>
            <a:ext cx="27318" cy="14710"/>
          </a:xfrm>
          <a:custGeom>
            <a:avLst/>
            <a:gdLst>
              <a:gd name="T0" fmla="*/ 4 w 8"/>
              <a:gd name="T1" fmla="*/ 2 h 4"/>
              <a:gd name="T2" fmla="*/ 0 w 8"/>
              <a:gd name="T3" fmla="*/ 0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0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1"/>
                  <a:pt x="0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2"/>
                  <a:pt x="2" y="4"/>
                  <a:pt x="4" y="4"/>
                </a:cubicBezTo>
                <a:cubicBezTo>
                  <a:pt x="6" y="4"/>
                  <a:pt x="7" y="2"/>
                  <a:pt x="8" y="1"/>
                </a:cubicBezTo>
                <a:cubicBezTo>
                  <a:pt x="8" y="0"/>
                  <a:pt x="8" y="0"/>
                  <a:pt x="7" y="0"/>
                </a:cubicBezTo>
                <a:cubicBezTo>
                  <a:pt x="6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" name="Oval 616">
            <a:extLst>
              <a:ext uri="{FF2B5EF4-FFF2-40B4-BE49-F238E27FC236}">
                <a16:creationId xmlns:a16="http://schemas.microsoft.com/office/drawing/2014/main" id="{85AEE038-6DFF-9D80-9F3E-526DBDC6D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023" y="3242391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Freeform 617">
            <a:extLst>
              <a:ext uri="{FF2B5EF4-FFF2-40B4-BE49-F238E27FC236}">
                <a16:creationId xmlns:a16="http://schemas.microsoft.com/office/drawing/2014/main" id="{CDD581A8-353D-DB25-2557-CF5BE57B4D76}"/>
              </a:ext>
            </a:extLst>
          </p:cNvPr>
          <p:cNvSpPr>
            <a:spLocks/>
          </p:cNvSpPr>
          <p:nvPr/>
        </p:nvSpPr>
        <p:spPr bwMode="auto">
          <a:xfrm>
            <a:off x="5849225" y="3244493"/>
            <a:ext cx="23115" cy="10507"/>
          </a:xfrm>
          <a:custGeom>
            <a:avLst/>
            <a:gdLst>
              <a:gd name="T0" fmla="*/ 4 w 7"/>
              <a:gd name="T1" fmla="*/ 2 h 3"/>
              <a:gd name="T2" fmla="*/ 6 w 7"/>
              <a:gd name="T3" fmla="*/ 3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3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6" y="3"/>
                </a:cubicBezTo>
                <a:cubicBezTo>
                  <a:pt x="7" y="3"/>
                  <a:pt x="7" y="3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Freeform 618">
            <a:extLst>
              <a:ext uri="{FF2B5EF4-FFF2-40B4-BE49-F238E27FC236}">
                <a16:creationId xmlns:a16="http://schemas.microsoft.com/office/drawing/2014/main" id="{5BA0D6F9-99D0-CCFE-7067-442A50BC2D60}"/>
              </a:ext>
            </a:extLst>
          </p:cNvPr>
          <p:cNvSpPr>
            <a:spLocks/>
          </p:cNvSpPr>
          <p:nvPr/>
        </p:nvSpPr>
        <p:spPr bwMode="auto">
          <a:xfrm>
            <a:off x="5845023" y="3261303"/>
            <a:ext cx="31521" cy="14710"/>
          </a:xfrm>
          <a:custGeom>
            <a:avLst/>
            <a:gdLst>
              <a:gd name="T0" fmla="*/ 5 w 9"/>
              <a:gd name="T1" fmla="*/ 2 h 4"/>
              <a:gd name="T2" fmla="*/ 1 w 9"/>
              <a:gd name="T3" fmla="*/ 0 h 4"/>
              <a:gd name="T4" fmla="*/ 1 w 9"/>
              <a:gd name="T5" fmla="*/ 1 h 4"/>
              <a:gd name="T6" fmla="*/ 5 w 9"/>
              <a:gd name="T7" fmla="*/ 4 h 4"/>
              <a:gd name="T8" fmla="*/ 9 w 9"/>
              <a:gd name="T9" fmla="*/ 1 h 4"/>
              <a:gd name="T10" fmla="*/ 8 w 9"/>
              <a:gd name="T11" fmla="*/ 0 h 4"/>
              <a:gd name="T12" fmla="*/ 5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5" y="2"/>
                </a:moveTo>
                <a:cubicBezTo>
                  <a:pt x="3" y="2"/>
                  <a:pt x="2" y="1"/>
                  <a:pt x="1" y="0"/>
                </a:cubicBezTo>
                <a:cubicBezTo>
                  <a:pt x="1" y="0"/>
                  <a:pt x="0" y="1"/>
                  <a:pt x="1" y="1"/>
                </a:cubicBezTo>
                <a:cubicBezTo>
                  <a:pt x="1" y="3"/>
                  <a:pt x="3" y="4"/>
                  <a:pt x="5" y="4"/>
                </a:cubicBezTo>
                <a:cubicBezTo>
                  <a:pt x="6" y="4"/>
                  <a:pt x="8" y="3"/>
                  <a:pt x="9" y="1"/>
                </a:cubicBezTo>
                <a:cubicBezTo>
                  <a:pt x="9" y="1"/>
                  <a:pt x="9" y="0"/>
                  <a:pt x="8" y="0"/>
                </a:cubicBezTo>
                <a:cubicBezTo>
                  <a:pt x="7" y="1"/>
                  <a:pt x="6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" name="Oval 619">
            <a:extLst>
              <a:ext uri="{FF2B5EF4-FFF2-40B4-BE49-F238E27FC236}">
                <a16:creationId xmlns:a16="http://schemas.microsoft.com/office/drawing/2014/main" id="{E9FC2C00-DC65-C58B-A18C-A6F44F39C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216" y="3334848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" name="Freeform 620">
            <a:extLst>
              <a:ext uri="{FF2B5EF4-FFF2-40B4-BE49-F238E27FC236}">
                <a16:creationId xmlns:a16="http://schemas.microsoft.com/office/drawing/2014/main" id="{3781A974-B8AD-BCF5-5573-A275AB630870}"/>
              </a:ext>
            </a:extLst>
          </p:cNvPr>
          <p:cNvSpPr>
            <a:spLocks/>
          </p:cNvSpPr>
          <p:nvPr/>
        </p:nvSpPr>
        <p:spPr bwMode="auto">
          <a:xfrm>
            <a:off x="6000520" y="3336950"/>
            <a:ext cx="25216" cy="8406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6 w 7"/>
              <a:gd name="T5" fmla="*/ 1 h 2"/>
              <a:gd name="T6" fmla="*/ 3 w 7"/>
              <a:gd name="T7" fmla="*/ 0 h 2"/>
              <a:gd name="T8" fmla="*/ 0 w 7"/>
              <a:gd name="T9" fmla="*/ 1 h 2"/>
              <a:gd name="T10" fmla="*/ 0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1"/>
                  <a:pt x="6" y="2"/>
                </a:cubicBezTo>
                <a:cubicBezTo>
                  <a:pt x="6" y="2"/>
                  <a:pt x="7" y="2"/>
                  <a:pt x="6" y="1"/>
                </a:cubicBezTo>
                <a:cubicBezTo>
                  <a:pt x="6" y="0"/>
                  <a:pt x="4" y="0"/>
                  <a:pt x="3" y="0"/>
                </a:cubicBezTo>
                <a:cubicBezTo>
                  <a:pt x="2" y="0"/>
                  <a:pt x="0" y="0"/>
                  <a:pt x="0" y="1"/>
                </a:cubicBezTo>
                <a:cubicBezTo>
                  <a:pt x="0" y="2"/>
                  <a:pt x="0" y="2"/>
                  <a:pt x="0" y="2"/>
                </a:cubicBezTo>
                <a:cubicBezTo>
                  <a:pt x="1" y="1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" name="Freeform 621">
            <a:extLst>
              <a:ext uri="{FF2B5EF4-FFF2-40B4-BE49-F238E27FC236}">
                <a16:creationId xmlns:a16="http://schemas.microsoft.com/office/drawing/2014/main" id="{D0E423E4-0A3A-348F-0E65-D8B3BD0DE877}"/>
              </a:ext>
            </a:extLst>
          </p:cNvPr>
          <p:cNvSpPr>
            <a:spLocks/>
          </p:cNvSpPr>
          <p:nvPr/>
        </p:nvSpPr>
        <p:spPr bwMode="auto">
          <a:xfrm>
            <a:off x="5998418" y="3351659"/>
            <a:ext cx="27318" cy="12608"/>
          </a:xfrm>
          <a:custGeom>
            <a:avLst/>
            <a:gdLst>
              <a:gd name="T0" fmla="*/ 4 w 8"/>
              <a:gd name="T1" fmla="*/ 2 h 4"/>
              <a:gd name="T2" fmla="*/ 1 w 8"/>
              <a:gd name="T3" fmla="*/ 1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8 w 8"/>
              <a:gd name="T11" fmla="*/ 1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2" y="1"/>
                  <a:pt x="1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8" y="1"/>
                </a:cubicBezTo>
                <a:cubicBezTo>
                  <a:pt x="7" y="1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" name="Oval 622">
            <a:extLst>
              <a:ext uri="{FF2B5EF4-FFF2-40B4-BE49-F238E27FC236}">
                <a16:creationId xmlns:a16="http://schemas.microsoft.com/office/drawing/2014/main" id="{10A29CF4-503C-5735-15C6-DEE884C8E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588" y="2735976"/>
            <a:ext cx="33621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" name="Freeform 623">
            <a:extLst>
              <a:ext uri="{FF2B5EF4-FFF2-40B4-BE49-F238E27FC236}">
                <a16:creationId xmlns:a16="http://schemas.microsoft.com/office/drawing/2014/main" id="{81B223F9-DC31-8859-C7B8-67FAAE2477DA}"/>
              </a:ext>
            </a:extLst>
          </p:cNvPr>
          <p:cNvSpPr>
            <a:spLocks/>
          </p:cNvSpPr>
          <p:nvPr/>
        </p:nvSpPr>
        <p:spPr bwMode="auto">
          <a:xfrm>
            <a:off x="5630689" y="2740178"/>
            <a:ext cx="25216" cy="6305"/>
          </a:xfrm>
          <a:custGeom>
            <a:avLst/>
            <a:gdLst>
              <a:gd name="T0" fmla="*/ 4 w 7"/>
              <a:gd name="T1" fmla="*/ 1 h 2"/>
              <a:gd name="T2" fmla="*/ 7 w 7"/>
              <a:gd name="T3" fmla="*/ 2 h 2"/>
              <a:gd name="T4" fmla="*/ 7 w 7"/>
              <a:gd name="T5" fmla="*/ 2 h 2"/>
              <a:gd name="T6" fmla="*/ 4 w 7"/>
              <a:gd name="T7" fmla="*/ 0 h 2"/>
              <a:gd name="T8" fmla="*/ 1 w 7"/>
              <a:gd name="T9" fmla="*/ 2 h 2"/>
              <a:gd name="T10" fmla="*/ 1 w 7"/>
              <a:gd name="T11" fmla="*/ 2 h 2"/>
              <a:gd name="T12" fmla="*/ 4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4" y="1"/>
                </a:moveTo>
                <a:cubicBezTo>
                  <a:pt x="5" y="1"/>
                  <a:pt x="6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1"/>
                  <a:pt x="5" y="0"/>
                  <a:pt x="4" y="0"/>
                </a:cubicBezTo>
                <a:cubicBezTo>
                  <a:pt x="3" y="0"/>
                  <a:pt x="1" y="1"/>
                  <a:pt x="1" y="2"/>
                </a:cubicBezTo>
                <a:cubicBezTo>
                  <a:pt x="0" y="2"/>
                  <a:pt x="1" y="2"/>
                  <a:pt x="1" y="2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" name="Freeform 624">
            <a:extLst>
              <a:ext uri="{FF2B5EF4-FFF2-40B4-BE49-F238E27FC236}">
                <a16:creationId xmlns:a16="http://schemas.microsoft.com/office/drawing/2014/main" id="{127F70FB-1F7E-59C9-5765-ACEEF6297080}"/>
              </a:ext>
            </a:extLst>
          </p:cNvPr>
          <p:cNvSpPr>
            <a:spLocks/>
          </p:cNvSpPr>
          <p:nvPr/>
        </p:nvSpPr>
        <p:spPr bwMode="auto">
          <a:xfrm>
            <a:off x="5630689" y="2752786"/>
            <a:ext cx="29418" cy="14710"/>
          </a:xfrm>
          <a:custGeom>
            <a:avLst/>
            <a:gdLst>
              <a:gd name="T0" fmla="*/ 4 w 8"/>
              <a:gd name="T1" fmla="*/ 2 h 4"/>
              <a:gd name="T2" fmla="*/ 0 w 8"/>
              <a:gd name="T3" fmla="*/ 1 h 4"/>
              <a:gd name="T4" fmla="*/ 0 w 8"/>
              <a:gd name="T5" fmla="*/ 1 h 4"/>
              <a:gd name="T6" fmla="*/ 4 w 8"/>
              <a:gd name="T7" fmla="*/ 4 h 4"/>
              <a:gd name="T8" fmla="*/ 8 w 8"/>
              <a:gd name="T9" fmla="*/ 1 h 4"/>
              <a:gd name="T10" fmla="*/ 7 w 8"/>
              <a:gd name="T11" fmla="*/ 1 h 4"/>
              <a:gd name="T12" fmla="*/ 4 w 8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">
                <a:moveTo>
                  <a:pt x="4" y="2"/>
                </a:moveTo>
                <a:cubicBezTo>
                  <a:pt x="3" y="2"/>
                  <a:pt x="1" y="2"/>
                  <a:pt x="0" y="1"/>
                </a:cubicBezTo>
                <a:cubicBezTo>
                  <a:pt x="0" y="0"/>
                  <a:pt x="0" y="1"/>
                  <a:pt x="0" y="1"/>
                </a:cubicBezTo>
                <a:cubicBezTo>
                  <a:pt x="1" y="3"/>
                  <a:pt x="2" y="4"/>
                  <a:pt x="4" y="4"/>
                </a:cubicBezTo>
                <a:cubicBezTo>
                  <a:pt x="6" y="4"/>
                  <a:pt x="7" y="3"/>
                  <a:pt x="8" y="1"/>
                </a:cubicBezTo>
                <a:cubicBezTo>
                  <a:pt x="8" y="1"/>
                  <a:pt x="8" y="0"/>
                  <a:pt x="7" y="1"/>
                </a:cubicBezTo>
                <a:cubicBezTo>
                  <a:pt x="6" y="2"/>
                  <a:pt x="5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" name="Oval 625">
            <a:extLst>
              <a:ext uri="{FF2B5EF4-FFF2-40B4-BE49-F238E27FC236}">
                <a16:creationId xmlns:a16="http://schemas.microsoft.com/office/drawing/2014/main" id="{D59500C1-A72D-C3EC-B0B7-B7C459971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1721" y="2664531"/>
            <a:ext cx="35723" cy="3362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" name="Freeform 626">
            <a:extLst>
              <a:ext uri="{FF2B5EF4-FFF2-40B4-BE49-F238E27FC236}">
                <a16:creationId xmlns:a16="http://schemas.microsoft.com/office/drawing/2014/main" id="{99FB052E-7D5B-330A-726A-79E8291D0AFA}"/>
              </a:ext>
            </a:extLst>
          </p:cNvPr>
          <p:cNvSpPr>
            <a:spLocks/>
          </p:cNvSpPr>
          <p:nvPr/>
        </p:nvSpPr>
        <p:spPr bwMode="auto">
          <a:xfrm>
            <a:off x="5365924" y="2666632"/>
            <a:ext cx="25216" cy="10507"/>
          </a:xfrm>
          <a:custGeom>
            <a:avLst/>
            <a:gdLst>
              <a:gd name="T0" fmla="*/ 4 w 7"/>
              <a:gd name="T1" fmla="*/ 2 h 3"/>
              <a:gd name="T2" fmla="*/ 6 w 7"/>
              <a:gd name="T3" fmla="*/ 2 h 3"/>
              <a:gd name="T4" fmla="*/ 7 w 7"/>
              <a:gd name="T5" fmla="*/ 2 h 3"/>
              <a:gd name="T6" fmla="*/ 4 w 7"/>
              <a:gd name="T7" fmla="*/ 0 h 3"/>
              <a:gd name="T8" fmla="*/ 0 w 7"/>
              <a:gd name="T9" fmla="*/ 2 h 3"/>
              <a:gd name="T10" fmla="*/ 1 w 7"/>
              <a:gd name="T11" fmla="*/ 2 h 3"/>
              <a:gd name="T12" fmla="*/ 4 w 7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3">
                <a:moveTo>
                  <a:pt x="4" y="2"/>
                </a:moveTo>
                <a:cubicBezTo>
                  <a:pt x="5" y="2"/>
                  <a:pt x="6" y="2"/>
                  <a:pt x="6" y="2"/>
                </a:cubicBezTo>
                <a:cubicBezTo>
                  <a:pt x="7" y="3"/>
                  <a:pt x="7" y="2"/>
                  <a:pt x="7" y="2"/>
                </a:cubicBezTo>
                <a:cubicBezTo>
                  <a:pt x="6" y="1"/>
                  <a:pt x="5" y="0"/>
                  <a:pt x="4" y="0"/>
                </a:cubicBezTo>
                <a:cubicBezTo>
                  <a:pt x="2" y="0"/>
                  <a:pt x="1" y="1"/>
                  <a:pt x="0" y="2"/>
                </a:cubicBezTo>
                <a:cubicBezTo>
                  <a:pt x="0" y="2"/>
                  <a:pt x="1" y="3"/>
                  <a:pt x="1" y="2"/>
                </a:cubicBezTo>
                <a:cubicBezTo>
                  <a:pt x="2" y="2"/>
                  <a:pt x="3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" name="Freeform 627">
            <a:extLst>
              <a:ext uri="{FF2B5EF4-FFF2-40B4-BE49-F238E27FC236}">
                <a16:creationId xmlns:a16="http://schemas.microsoft.com/office/drawing/2014/main" id="{CA713EDF-23F8-FA7C-73E9-F96A59D7C55D}"/>
              </a:ext>
            </a:extLst>
          </p:cNvPr>
          <p:cNvSpPr>
            <a:spLocks/>
          </p:cNvSpPr>
          <p:nvPr/>
        </p:nvSpPr>
        <p:spPr bwMode="auto">
          <a:xfrm>
            <a:off x="5361721" y="2683443"/>
            <a:ext cx="31521" cy="10507"/>
          </a:xfrm>
          <a:custGeom>
            <a:avLst/>
            <a:gdLst>
              <a:gd name="T0" fmla="*/ 5 w 9"/>
              <a:gd name="T1" fmla="*/ 1 h 3"/>
              <a:gd name="T2" fmla="*/ 1 w 9"/>
              <a:gd name="T3" fmla="*/ 0 h 3"/>
              <a:gd name="T4" fmla="*/ 1 w 9"/>
              <a:gd name="T5" fmla="*/ 1 h 3"/>
              <a:gd name="T6" fmla="*/ 5 w 9"/>
              <a:gd name="T7" fmla="*/ 3 h 3"/>
              <a:gd name="T8" fmla="*/ 9 w 9"/>
              <a:gd name="T9" fmla="*/ 1 h 3"/>
              <a:gd name="T10" fmla="*/ 8 w 9"/>
              <a:gd name="T11" fmla="*/ 0 h 3"/>
              <a:gd name="T12" fmla="*/ 5 w 9"/>
              <a:gd name="T13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5" y="1"/>
                </a:moveTo>
                <a:cubicBezTo>
                  <a:pt x="3" y="1"/>
                  <a:pt x="2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2"/>
                  <a:pt x="3" y="3"/>
                  <a:pt x="5" y="3"/>
                </a:cubicBezTo>
                <a:cubicBezTo>
                  <a:pt x="6" y="3"/>
                  <a:pt x="8" y="2"/>
                  <a:pt x="9" y="1"/>
                </a:cubicBezTo>
                <a:cubicBezTo>
                  <a:pt x="9" y="0"/>
                  <a:pt x="9" y="0"/>
                  <a:pt x="8" y="0"/>
                </a:cubicBezTo>
                <a:cubicBezTo>
                  <a:pt x="7" y="1"/>
                  <a:pt x="6" y="1"/>
                  <a:pt x="5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1" name="Oval 628">
            <a:extLst>
              <a:ext uri="{FF2B5EF4-FFF2-40B4-BE49-F238E27FC236}">
                <a16:creationId xmlns:a16="http://schemas.microsoft.com/office/drawing/2014/main" id="{2CA10891-810D-1277-2646-E5953EAD1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292" y="3925318"/>
            <a:ext cx="35723" cy="3572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2" name="Freeform 629">
            <a:extLst>
              <a:ext uri="{FF2B5EF4-FFF2-40B4-BE49-F238E27FC236}">
                <a16:creationId xmlns:a16="http://schemas.microsoft.com/office/drawing/2014/main" id="{36EE6BF2-CBEE-A1FA-98C9-6609FE0E4FC5}"/>
              </a:ext>
            </a:extLst>
          </p:cNvPr>
          <p:cNvSpPr>
            <a:spLocks/>
          </p:cNvSpPr>
          <p:nvPr/>
        </p:nvSpPr>
        <p:spPr bwMode="auto">
          <a:xfrm>
            <a:off x="6605697" y="3929520"/>
            <a:ext cx="23115" cy="6305"/>
          </a:xfrm>
          <a:custGeom>
            <a:avLst/>
            <a:gdLst>
              <a:gd name="T0" fmla="*/ 3 w 7"/>
              <a:gd name="T1" fmla="*/ 1 h 2"/>
              <a:gd name="T2" fmla="*/ 6 w 7"/>
              <a:gd name="T3" fmla="*/ 2 h 2"/>
              <a:gd name="T4" fmla="*/ 7 w 7"/>
              <a:gd name="T5" fmla="*/ 2 h 2"/>
              <a:gd name="T6" fmla="*/ 3 w 7"/>
              <a:gd name="T7" fmla="*/ 0 h 2"/>
              <a:gd name="T8" fmla="*/ 0 w 7"/>
              <a:gd name="T9" fmla="*/ 2 h 2"/>
              <a:gd name="T10" fmla="*/ 1 w 7"/>
              <a:gd name="T11" fmla="*/ 2 h 2"/>
              <a:gd name="T12" fmla="*/ 3 w 7"/>
              <a:gd name="T13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2">
                <a:moveTo>
                  <a:pt x="3" y="1"/>
                </a:moveTo>
                <a:cubicBezTo>
                  <a:pt x="4" y="1"/>
                  <a:pt x="5" y="1"/>
                  <a:pt x="6" y="2"/>
                </a:cubicBezTo>
                <a:cubicBezTo>
                  <a:pt x="6" y="2"/>
                  <a:pt x="7" y="2"/>
                  <a:pt x="7" y="2"/>
                </a:cubicBezTo>
                <a:cubicBezTo>
                  <a:pt x="6" y="0"/>
                  <a:pt x="5" y="0"/>
                  <a:pt x="3" y="0"/>
                </a:cubicBezTo>
                <a:cubicBezTo>
                  <a:pt x="2" y="0"/>
                  <a:pt x="1" y="0"/>
                  <a:pt x="0" y="2"/>
                </a:cubicBezTo>
                <a:cubicBezTo>
                  <a:pt x="0" y="2"/>
                  <a:pt x="0" y="2"/>
                  <a:pt x="1" y="2"/>
                </a:cubicBezTo>
                <a:cubicBezTo>
                  <a:pt x="1" y="1"/>
                  <a:pt x="2" y="1"/>
                  <a:pt x="3" y="1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3" name="Freeform 630">
            <a:extLst>
              <a:ext uri="{FF2B5EF4-FFF2-40B4-BE49-F238E27FC236}">
                <a16:creationId xmlns:a16="http://schemas.microsoft.com/office/drawing/2014/main" id="{806CD511-88A4-7BCD-FCDF-2BC6DCBE9FB4}"/>
              </a:ext>
            </a:extLst>
          </p:cNvPr>
          <p:cNvSpPr>
            <a:spLocks/>
          </p:cNvSpPr>
          <p:nvPr/>
        </p:nvSpPr>
        <p:spPr bwMode="auto">
          <a:xfrm>
            <a:off x="6601495" y="3942128"/>
            <a:ext cx="31521" cy="14710"/>
          </a:xfrm>
          <a:custGeom>
            <a:avLst/>
            <a:gdLst>
              <a:gd name="T0" fmla="*/ 4 w 9"/>
              <a:gd name="T1" fmla="*/ 2 h 4"/>
              <a:gd name="T2" fmla="*/ 1 w 9"/>
              <a:gd name="T3" fmla="*/ 1 h 4"/>
              <a:gd name="T4" fmla="*/ 0 w 9"/>
              <a:gd name="T5" fmla="*/ 1 h 4"/>
              <a:gd name="T6" fmla="*/ 4 w 9"/>
              <a:gd name="T7" fmla="*/ 4 h 4"/>
              <a:gd name="T8" fmla="*/ 8 w 9"/>
              <a:gd name="T9" fmla="*/ 1 h 4"/>
              <a:gd name="T10" fmla="*/ 8 w 9"/>
              <a:gd name="T11" fmla="*/ 1 h 4"/>
              <a:gd name="T12" fmla="*/ 4 w 9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4">
                <a:moveTo>
                  <a:pt x="4" y="2"/>
                </a:moveTo>
                <a:cubicBezTo>
                  <a:pt x="3" y="2"/>
                  <a:pt x="2" y="1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1" y="3"/>
                  <a:pt x="3" y="4"/>
                  <a:pt x="4" y="4"/>
                </a:cubicBezTo>
                <a:cubicBezTo>
                  <a:pt x="6" y="4"/>
                  <a:pt x="8" y="3"/>
                  <a:pt x="8" y="1"/>
                </a:cubicBezTo>
                <a:cubicBezTo>
                  <a:pt x="9" y="1"/>
                  <a:pt x="8" y="0"/>
                  <a:pt x="8" y="1"/>
                </a:cubicBezTo>
                <a:cubicBezTo>
                  <a:pt x="7" y="1"/>
                  <a:pt x="6" y="2"/>
                  <a:pt x="4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8" name="Oval 631">
            <a:extLst>
              <a:ext uri="{FF2B5EF4-FFF2-40B4-BE49-F238E27FC236}">
                <a16:creationId xmlns:a16="http://schemas.microsoft.com/office/drawing/2014/main" id="{28C8B959-6765-3270-D59A-C4D6432A1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632" y="3261303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9" name="Freeform 632">
            <a:extLst>
              <a:ext uri="{FF2B5EF4-FFF2-40B4-BE49-F238E27FC236}">
                <a16:creationId xmlns:a16="http://schemas.microsoft.com/office/drawing/2014/main" id="{4D5F7191-E032-2BD8-7688-017EFA75CAFA}"/>
              </a:ext>
            </a:extLst>
          </p:cNvPr>
          <p:cNvSpPr>
            <a:spLocks/>
          </p:cNvSpPr>
          <p:nvPr/>
        </p:nvSpPr>
        <p:spPr bwMode="auto">
          <a:xfrm>
            <a:off x="6509037" y="3265506"/>
            <a:ext cx="33621" cy="14710"/>
          </a:xfrm>
          <a:custGeom>
            <a:avLst/>
            <a:gdLst>
              <a:gd name="T0" fmla="*/ 5 w 10"/>
              <a:gd name="T1" fmla="*/ 3 h 4"/>
              <a:gd name="T2" fmla="*/ 9 w 10"/>
              <a:gd name="T3" fmla="*/ 4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4 h 4"/>
              <a:gd name="T12" fmla="*/ 5 w 10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3"/>
                </a:moveTo>
                <a:cubicBezTo>
                  <a:pt x="7" y="3"/>
                  <a:pt x="8" y="3"/>
                  <a:pt x="9" y="4"/>
                </a:cubicBezTo>
                <a:cubicBezTo>
                  <a:pt x="10" y="4"/>
                  <a:pt x="10" y="4"/>
                  <a:pt x="10" y="3"/>
                </a:cubicBezTo>
                <a:cubicBezTo>
                  <a:pt x="9" y="2"/>
                  <a:pt x="7" y="0"/>
                  <a:pt x="5" y="0"/>
                </a:cubicBezTo>
                <a:cubicBezTo>
                  <a:pt x="3" y="0"/>
                  <a:pt x="1" y="2"/>
                  <a:pt x="0" y="3"/>
                </a:cubicBezTo>
                <a:cubicBezTo>
                  <a:pt x="0" y="4"/>
                  <a:pt x="0" y="4"/>
                  <a:pt x="1" y="4"/>
                </a:cubicBezTo>
                <a:cubicBezTo>
                  <a:pt x="2" y="3"/>
                  <a:pt x="3" y="3"/>
                  <a:pt x="5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" name="Freeform 633">
            <a:extLst>
              <a:ext uri="{FF2B5EF4-FFF2-40B4-BE49-F238E27FC236}">
                <a16:creationId xmlns:a16="http://schemas.microsoft.com/office/drawing/2014/main" id="{BB388EED-DCA0-850D-CA14-196CB3C924C7}"/>
              </a:ext>
            </a:extLst>
          </p:cNvPr>
          <p:cNvSpPr>
            <a:spLocks/>
          </p:cNvSpPr>
          <p:nvPr/>
        </p:nvSpPr>
        <p:spPr bwMode="auto">
          <a:xfrm>
            <a:off x="6504834" y="3288619"/>
            <a:ext cx="42026" cy="21013"/>
          </a:xfrm>
          <a:custGeom>
            <a:avLst/>
            <a:gdLst>
              <a:gd name="T0" fmla="*/ 6 w 12"/>
              <a:gd name="T1" fmla="*/ 3 h 6"/>
              <a:gd name="T2" fmla="*/ 1 w 12"/>
              <a:gd name="T3" fmla="*/ 1 h 6"/>
              <a:gd name="T4" fmla="*/ 0 w 12"/>
              <a:gd name="T5" fmla="*/ 2 h 6"/>
              <a:gd name="T6" fmla="*/ 6 w 12"/>
              <a:gd name="T7" fmla="*/ 6 h 6"/>
              <a:gd name="T8" fmla="*/ 12 w 12"/>
              <a:gd name="T9" fmla="*/ 2 h 6"/>
              <a:gd name="T10" fmla="*/ 11 w 12"/>
              <a:gd name="T11" fmla="*/ 1 h 6"/>
              <a:gd name="T12" fmla="*/ 6 w 12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6">
                <a:moveTo>
                  <a:pt x="6" y="3"/>
                </a:moveTo>
                <a:cubicBezTo>
                  <a:pt x="4" y="3"/>
                  <a:pt x="2" y="2"/>
                  <a:pt x="1" y="1"/>
                </a:cubicBezTo>
                <a:cubicBezTo>
                  <a:pt x="0" y="0"/>
                  <a:pt x="0" y="1"/>
                  <a:pt x="0" y="2"/>
                </a:cubicBezTo>
                <a:cubicBezTo>
                  <a:pt x="1" y="4"/>
                  <a:pt x="3" y="6"/>
                  <a:pt x="6" y="6"/>
                </a:cubicBezTo>
                <a:cubicBezTo>
                  <a:pt x="9" y="6"/>
                  <a:pt x="11" y="4"/>
                  <a:pt x="12" y="2"/>
                </a:cubicBezTo>
                <a:cubicBezTo>
                  <a:pt x="12" y="1"/>
                  <a:pt x="12" y="0"/>
                  <a:pt x="11" y="1"/>
                </a:cubicBezTo>
                <a:cubicBezTo>
                  <a:pt x="10" y="2"/>
                  <a:pt x="8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" name="Oval 634">
            <a:extLst>
              <a:ext uri="{FF2B5EF4-FFF2-40B4-BE49-F238E27FC236}">
                <a16:creationId xmlns:a16="http://schemas.microsoft.com/office/drawing/2014/main" id="{9EB9D1B5-0695-9F71-EC61-79D6AD700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164" y="3093198"/>
            <a:ext cx="52533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6" name="Freeform 635">
            <a:extLst>
              <a:ext uri="{FF2B5EF4-FFF2-40B4-BE49-F238E27FC236}">
                <a16:creationId xmlns:a16="http://schemas.microsoft.com/office/drawing/2014/main" id="{7C8DB92F-0474-4E2C-8DC6-A5325B7D453A}"/>
              </a:ext>
            </a:extLst>
          </p:cNvPr>
          <p:cNvSpPr>
            <a:spLocks/>
          </p:cNvSpPr>
          <p:nvPr/>
        </p:nvSpPr>
        <p:spPr bwMode="auto">
          <a:xfrm>
            <a:off x="6559468" y="3097401"/>
            <a:ext cx="37824" cy="12608"/>
          </a:xfrm>
          <a:custGeom>
            <a:avLst/>
            <a:gdLst>
              <a:gd name="T0" fmla="*/ 5 w 11"/>
              <a:gd name="T1" fmla="*/ 3 h 4"/>
              <a:gd name="T2" fmla="*/ 9 w 11"/>
              <a:gd name="T3" fmla="*/ 4 h 4"/>
              <a:gd name="T4" fmla="*/ 10 w 11"/>
              <a:gd name="T5" fmla="*/ 3 h 4"/>
              <a:gd name="T6" fmla="*/ 5 w 11"/>
              <a:gd name="T7" fmla="*/ 0 h 4"/>
              <a:gd name="T8" fmla="*/ 1 w 11"/>
              <a:gd name="T9" fmla="*/ 3 h 4"/>
              <a:gd name="T10" fmla="*/ 1 w 11"/>
              <a:gd name="T11" fmla="*/ 4 h 4"/>
              <a:gd name="T12" fmla="*/ 5 w 11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5" y="3"/>
                </a:moveTo>
                <a:cubicBezTo>
                  <a:pt x="7" y="3"/>
                  <a:pt x="8" y="3"/>
                  <a:pt x="9" y="4"/>
                </a:cubicBezTo>
                <a:cubicBezTo>
                  <a:pt x="10" y="4"/>
                  <a:pt x="11" y="4"/>
                  <a:pt x="10" y="3"/>
                </a:cubicBezTo>
                <a:cubicBezTo>
                  <a:pt x="9" y="2"/>
                  <a:pt x="7" y="0"/>
                  <a:pt x="5" y="0"/>
                </a:cubicBezTo>
                <a:cubicBezTo>
                  <a:pt x="3" y="0"/>
                  <a:pt x="2" y="2"/>
                  <a:pt x="1" y="3"/>
                </a:cubicBezTo>
                <a:cubicBezTo>
                  <a:pt x="0" y="4"/>
                  <a:pt x="1" y="4"/>
                  <a:pt x="1" y="4"/>
                </a:cubicBezTo>
                <a:cubicBezTo>
                  <a:pt x="2" y="3"/>
                  <a:pt x="4" y="3"/>
                  <a:pt x="5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7" name="Freeform 636">
            <a:extLst>
              <a:ext uri="{FF2B5EF4-FFF2-40B4-BE49-F238E27FC236}">
                <a16:creationId xmlns:a16="http://schemas.microsoft.com/office/drawing/2014/main" id="{9091238B-B64A-4723-EEA1-CAE0E760F891}"/>
              </a:ext>
            </a:extLst>
          </p:cNvPr>
          <p:cNvSpPr>
            <a:spLocks/>
          </p:cNvSpPr>
          <p:nvPr/>
        </p:nvSpPr>
        <p:spPr bwMode="auto">
          <a:xfrm>
            <a:off x="6557366" y="3120515"/>
            <a:ext cx="44129" cy="21013"/>
          </a:xfrm>
          <a:custGeom>
            <a:avLst/>
            <a:gdLst>
              <a:gd name="T0" fmla="*/ 6 w 13"/>
              <a:gd name="T1" fmla="*/ 3 h 6"/>
              <a:gd name="T2" fmla="*/ 1 w 13"/>
              <a:gd name="T3" fmla="*/ 1 h 6"/>
              <a:gd name="T4" fmla="*/ 0 w 13"/>
              <a:gd name="T5" fmla="*/ 2 h 6"/>
              <a:gd name="T6" fmla="*/ 6 w 13"/>
              <a:gd name="T7" fmla="*/ 6 h 6"/>
              <a:gd name="T8" fmla="*/ 12 w 13"/>
              <a:gd name="T9" fmla="*/ 2 h 6"/>
              <a:gd name="T10" fmla="*/ 12 w 13"/>
              <a:gd name="T11" fmla="*/ 1 h 6"/>
              <a:gd name="T12" fmla="*/ 6 w 13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6">
                <a:moveTo>
                  <a:pt x="6" y="3"/>
                </a:moveTo>
                <a:cubicBezTo>
                  <a:pt x="4" y="3"/>
                  <a:pt x="3" y="2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2" y="4"/>
                  <a:pt x="4" y="6"/>
                  <a:pt x="6" y="6"/>
                </a:cubicBezTo>
                <a:cubicBezTo>
                  <a:pt x="9" y="6"/>
                  <a:pt x="11" y="4"/>
                  <a:pt x="12" y="2"/>
                </a:cubicBezTo>
                <a:cubicBezTo>
                  <a:pt x="13" y="1"/>
                  <a:pt x="12" y="0"/>
                  <a:pt x="12" y="1"/>
                </a:cubicBezTo>
                <a:cubicBezTo>
                  <a:pt x="10" y="2"/>
                  <a:pt x="8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2" name="Oval 637">
            <a:extLst>
              <a:ext uri="{FF2B5EF4-FFF2-40B4-BE49-F238E27FC236}">
                <a16:creationId xmlns:a16="http://schemas.microsoft.com/office/drawing/2014/main" id="{B4342155-EF89-9697-4977-FE5D17F6A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939" y="3746706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3" name="Freeform 638">
            <a:extLst>
              <a:ext uri="{FF2B5EF4-FFF2-40B4-BE49-F238E27FC236}">
                <a16:creationId xmlns:a16="http://schemas.microsoft.com/office/drawing/2014/main" id="{A0173103-2B4B-CF18-D709-69CA29CE06D9}"/>
              </a:ext>
            </a:extLst>
          </p:cNvPr>
          <p:cNvSpPr>
            <a:spLocks/>
          </p:cNvSpPr>
          <p:nvPr/>
        </p:nvSpPr>
        <p:spPr bwMode="auto">
          <a:xfrm>
            <a:off x="6681345" y="3750908"/>
            <a:ext cx="33621" cy="12608"/>
          </a:xfrm>
          <a:custGeom>
            <a:avLst/>
            <a:gdLst>
              <a:gd name="T0" fmla="*/ 5 w 10"/>
              <a:gd name="T1" fmla="*/ 3 h 4"/>
              <a:gd name="T2" fmla="*/ 9 w 10"/>
              <a:gd name="T3" fmla="*/ 4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4 h 4"/>
              <a:gd name="T12" fmla="*/ 5 w 10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3"/>
                </a:moveTo>
                <a:cubicBezTo>
                  <a:pt x="6" y="3"/>
                  <a:pt x="8" y="3"/>
                  <a:pt x="9" y="4"/>
                </a:cubicBezTo>
                <a:cubicBezTo>
                  <a:pt x="9" y="4"/>
                  <a:pt x="10" y="4"/>
                  <a:pt x="10" y="3"/>
                </a:cubicBezTo>
                <a:cubicBezTo>
                  <a:pt x="9" y="2"/>
                  <a:pt x="7" y="0"/>
                  <a:pt x="5" y="0"/>
                </a:cubicBezTo>
                <a:cubicBezTo>
                  <a:pt x="3" y="0"/>
                  <a:pt x="1" y="2"/>
                  <a:pt x="0" y="3"/>
                </a:cubicBezTo>
                <a:cubicBezTo>
                  <a:pt x="0" y="4"/>
                  <a:pt x="0" y="4"/>
                  <a:pt x="1" y="4"/>
                </a:cubicBezTo>
                <a:cubicBezTo>
                  <a:pt x="2" y="3"/>
                  <a:pt x="3" y="3"/>
                  <a:pt x="5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" name="Freeform 639">
            <a:extLst>
              <a:ext uri="{FF2B5EF4-FFF2-40B4-BE49-F238E27FC236}">
                <a16:creationId xmlns:a16="http://schemas.microsoft.com/office/drawing/2014/main" id="{5CD2BA66-0F41-159F-D22B-2809E27097BC}"/>
              </a:ext>
            </a:extLst>
          </p:cNvPr>
          <p:cNvSpPr>
            <a:spLocks/>
          </p:cNvSpPr>
          <p:nvPr/>
        </p:nvSpPr>
        <p:spPr bwMode="auto">
          <a:xfrm>
            <a:off x="6672939" y="3774023"/>
            <a:ext cx="46229" cy="21013"/>
          </a:xfrm>
          <a:custGeom>
            <a:avLst/>
            <a:gdLst>
              <a:gd name="T0" fmla="*/ 7 w 13"/>
              <a:gd name="T1" fmla="*/ 3 h 6"/>
              <a:gd name="T2" fmla="*/ 2 w 13"/>
              <a:gd name="T3" fmla="*/ 1 h 6"/>
              <a:gd name="T4" fmla="*/ 1 w 13"/>
              <a:gd name="T5" fmla="*/ 2 h 6"/>
              <a:gd name="T6" fmla="*/ 7 w 13"/>
              <a:gd name="T7" fmla="*/ 6 h 6"/>
              <a:gd name="T8" fmla="*/ 13 w 13"/>
              <a:gd name="T9" fmla="*/ 2 h 6"/>
              <a:gd name="T10" fmla="*/ 12 w 13"/>
              <a:gd name="T11" fmla="*/ 1 h 6"/>
              <a:gd name="T12" fmla="*/ 7 w 13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6">
                <a:moveTo>
                  <a:pt x="7" y="3"/>
                </a:moveTo>
                <a:cubicBezTo>
                  <a:pt x="5" y="3"/>
                  <a:pt x="3" y="2"/>
                  <a:pt x="2" y="1"/>
                </a:cubicBezTo>
                <a:cubicBezTo>
                  <a:pt x="1" y="0"/>
                  <a:pt x="0" y="1"/>
                  <a:pt x="1" y="2"/>
                </a:cubicBezTo>
                <a:cubicBezTo>
                  <a:pt x="2" y="4"/>
                  <a:pt x="4" y="6"/>
                  <a:pt x="7" y="6"/>
                </a:cubicBezTo>
                <a:cubicBezTo>
                  <a:pt x="9" y="6"/>
                  <a:pt x="12" y="4"/>
                  <a:pt x="13" y="2"/>
                </a:cubicBezTo>
                <a:cubicBezTo>
                  <a:pt x="13" y="1"/>
                  <a:pt x="13" y="0"/>
                  <a:pt x="12" y="1"/>
                </a:cubicBezTo>
                <a:cubicBezTo>
                  <a:pt x="11" y="2"/>
                  <a:pt x="9" y="3"/>
                  <a:pt x="7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9" name="Oval 640">
            <a:extLst>
              <a:ext uri="{FF2B5EF4-FFF2-40B4-BE49-F238E27FC236}">
                <a16:creationId xmlns:a16="http://schemas.microsoft.com/office/drawing/2014/main" id="{CAFDB9D9-8398-36EA-660C-9AA5395E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056" y="4324566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0" name="Freeform 641">
            <a:extLst>
              <a:ext uri="{FF2B5EF4-FFF2-40B4-BE49-F238E27FC236}">
                <a16:creationId xmlns:a16="http://schemas.microsoft.com/office/drawing/2014/main" id="{CE11B762-F120-8A6B-9457-65220FE0646C}"/>
              </a:ext>
            </a:extLst>
          </p:cNvPr>
          <p:cNvSpPr>
            <a:spLocks/>
          </p:cNvSpPr>
          <p:nvPr/>
        </p:nvSpPr>
        <p:spPr bwMode="auto">
          <a:xfrm>
            <a:off x="6225360" y="4330870"/>
            <a:ext cx="33621" cy="14710"/>
          </a:xfrm>
          <a:custGeom>
            <a:avLst/>
            <a:gdLst>
              <a:gd name="T0" fmla="*/ 5 w 10"/>
              <a:gd name="T1" fmla="*/ 2 h 4"/>
              <a:gd name="T2" fmla="*/ 9 w 10"/>
              <a:gd name="T3" fmla="*/ 3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3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3"/>
                  <a:pt x="9" y="3"/>
                </a:cubicBezTo>
                <a:cubicBezTo>
                  <a:pt x="10" y="4"/>
                  <a:pt x="10" y="3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0" y="4"/>
                  <a:pt x="1" y="3"/>
                </a:cubicBezTo>
                <a:cubicBezTo>
                  <a:pt x="2" y="3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1" name="Freeform 642">
            <a:extLst>
              <a:ext uri="{FF2B5EF4-FFF2-40B4-BE49-F238E27FC236}">
                <a16:creationId xmlns:a16="http://schemas.microsoft.com/office/drawing/2014/main" id="{9AD199AC-4376-7527-7D52-64024022DDD5}"/>
              </a:ext>
            </a:extLst>
          </p:cNvPr>
          <p:cNvSpPr>
            <a:spLocks/>
          </p:cNvSpPr>
          <p:nvPr/>
        </p:nvSpPr>
        <p:spPr bwMode="auto">
          <a:xfrm>
            <a:off x="6221156" y="4356086"/>
            <a:ext cx="42026" cy="16810"/>
          </a:xfrm>
          <a:custGeom>
            <a:avLst/>
            <a:gdLst>
              <a:gd name="T0" fmla="*/ 6 w 12"/>
              <a:gd name="T1" fmla="*/ 2 h 5"/>
              <a:gd name="T2" fmla="*/ 1 w 12"/>
              <a:gd name="T3" fmla="*/ 0 h 5"/>
              <a:gd name="T4" fmla="*/ 0 w 12"/>
              <a:gd name="T5" fmla="*/ 1 h 5"/>
              <a:gd name="T6" fmla="*/ 6 w 12"/>
              <a:gd name="T7" fmla="*/ 5 h 5"/>
              <a:gd name="T8" fmla="*/ 12 w 12"/>
              <a:gd name="T9" fmla="*/ 1 h 5"/>
              <a:gd name="T10" fmla="*/ 11 w 12"/>
              <a:gd name="T11" fmla="*/ 0 h 5"/>
              <a:gd name="T12" fmla="*/ 6 w 12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5">
                <a:moveTo>
                  <a:pt x="6" y="2"/>
                </a:moveTo>
                <a:cubicBezTo>
                  <a:pt x="4" y="2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3"/>
                  <a:pt x="3" y="5"/>
                  <a:pt x="6" y="5"/>
                </a:cubicBezTo>
                <a:cubicBezTo>
                  <a:pt x="9" y="5"/>
                  <a:pt x="11" y="3"/>
                  <a:pt x="12" y="1"/>
                </a:cubicBezTo>
                <a:cubicBezTo>
                  <a:pt x="12" y="0"/>
                  <a:pt x="12" y="0"/>
                  <a:pt x="11" y="0"/>
                </a:cubicBezTo>
                <a:cubicBezTo>
                  <a:pt x="10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6" name="Oval 643">
            <a:extLst>
              <a:ext uri="{FF2B5EF4-FFF2-40B4-BE49-F238E27FC236}">
                <a16:creationId xmlns:a16="http://schemas.microsoft.com/office/drawing/2014/main" id="{2BED66F8-D678-3101-1272-240DD7B1B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399" y="4992783"/>
            <a:ext cx="50431" cy="504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7" name="Freeform 644">
            <a:extLst>
              <a:ext uri="{FF2B5EF4-FFF2-40B4-BE49-F238E27FC236}">
                <a16:creationId xmlns:a16="http://schemas.microsoft.com/office/drawing/2014/main" id="{C533918E-BBAB-4148-02C0-34E266C8BD12}"/>
              </a:ext>
            </a:extLst>
          </p:cNvPr>
          <p:cNvSpPr>
            <a:spLocks/>
          </p:cNvSpPr>
          <p:nvPr/>
        </p:nvSpPr>
        <p:spPr bwMode="auto">
          <a:xfrm>
            <a:off x="6294703" y="4999087"/>
            <a:ext cx="37824" cy="10507"/>
          </a:xfrm>
          <a:custGeom>
            <a:avLst/>
            <a:gdLst>
              <a:gd name="T0" fmla="*/ 5 w 11"/>
              <a:gd name="T1" fmla="*/ 2 h 3"/>
              <a:gd name="T2" fmla="*/ 10 w 11"/>
              <a:gd name="T3" fmla="*/ 3 h 3"/>
              <a:gd name="T4" fmla="*/ 10 w 11"/>
              <a:gd name="T5" fmla="*/ 2 h 3"/>
              <a:gd name="T6" fmla="*/ 5 w 11"/>
              <a:gd name="T7" fmla="*/ 0 h 3"/>
              <a:gd name="T8" fmla="*/ 1 w 11"/>
              <a:gd name="T9" fmla="*/ 2 h 3"/>
              <a:gd name="T10" fmla="*/ 1 w 11"/>
              <a:gd name="T11" fmla="*/ 3 h 3"/>
              <a:gd name="T12" fmla="*/ 5 w 11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3">
                <a:moveTo>
                  <a:pt x="5" y="2"/>
                </a:moveTo>
                <a:cubicBezTo>
                  <a:pt x="7" y="2"/>
                  <a:pt x="8" y="2"/>
                  <a:pt x="10" y="3"/>
                </a:cubicBezTo>
                <a:cubicBezTo>
                  <a:pt x="10" y="3"/>
                  <a:pt x="11" y="3"/>
                  <a:pt x="10" y="2"/>
                </a:cubicBezTo>
                <a:cubicBezTo>
                  <a:pt x="9" y="1"/>
                  <a:pt x="8" y="0"/>
                  <a:pt x="5" y="0"/>
                </a:cubicBezTo>
                <a:cubicBezTo>
                  <a:pt x="3" y="0"/>
                  <a:pt x="2" y="1"/>
                  <a:pt x="1" y="2"/>
                </a:cubicBezTo>
                <a:cubicBezTo>
                  <a:pt x="0" y="3"/>
                  <a:pt x="1" y="3"/>
                  <a:pt x="1" y="3"/>
                </a:cubicBezTo>
                <a:cubicBezTo>
                  <a:pt x="3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8" name="Freeform 645">
            <a:extLst>
              <a:ext uri="{FF2B5EF4-FFF2-40B4-BE49-F238E27FC236}">
                <a16:creationId xmlns:a16="http://schemas.microsoft.com/office/drawing/2014/main" id="{E0E18100-FABD-0809-74D4-E4702FA175E7}"/>
              </a:ext>
            </a:extLst>
          </p:cNvPr>
          <p:cNvSpPr>
            <a:spLocks/>
          </p:cNvSpPr>
          <p:nvPr/>
        </p:nvSpPr>
        <p:spPr bwMode="auto">
          <a:xfrm>
            <a:off x="6290501" y="5020099"/>
            <a:ext cx="46229" cy="18913"/>
          </a:xfrm>
          <a:custGeom>
            <a:avLst/>
            <a:gdLst>
              <a:gd name="T0" fmla="*/ 6 w 13"/>
              <a:gd name="T1" fmla="*/ 3 h 6"/>
              <a:gd name="T2" fmla="*/ 1 w 13"/>
              <a:gd name="T3" fmla="*/ 1 h 6"/>
              <a:gd name="T4" fmla="*/ 0 w 13"/>
              <a:gd name="T5" fmla="*/ 2 h 6"/>
              <a:gd name="T6" fmla="*/ 6 w 13"/>
              <a:gd name="T7" fmla="*/ 6 h 6"/>
              <a:gd name="T8" fmla="*/ 13 w 13"/>
              <a:gd name="T9" fmla="*/ 2 h 6"/>
              <a:gd name="T10" fmla="*/ 12 w 13"/>
              <a:gd name="T11" fmla="*/ 1 h 6"/>
              <a:gd name="T12" fmla="*/ 6 w 13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6">
                <a:moveTo>
                  <a:pt x="6" y="3"/>
                </a:moveTo>
                <a:cubicBezTo>
                  <a:pt x="5" y="3"/>
                  <a:pt x="3" y="2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2" y="4"/>
                  <a:pt x="4" y="6"/>
                  <a:pt x="6" y="6"/>
                </a:cubicBezTo>
                <a:cubicBezTo>
                  <a:pt x="9" y="6"/>
                  <a:pt x="11" y="4"/>
                  <a:pt x="13" y="2"/>
                </a:cubicBezTo>
                <a:cubicBezTo>
                  <a:pt x="13" y="1"/>
                  <a:pt x="12" y="0"/>
                  <a:pt x="12" y="1"/>
                </a:cubicBezTo>
                <a:cubicBezTo>
                  <a:pt x="10" y="2"/>
                  <a:pt x="8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3" name="Oval 646">
            <a:extLst>
              <a:ext uri="{FF2B5EF4-FFF2-40B4-BE49-F238E27FC236}">
                <a16:creationId xmlns:a16="http://schemas.microsoft.com/office/drawing/2014/main" id="{6AD9DB4D-BC33-3388-846B-77260FDD3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651" y="5144077"/>
            <a:ext cx="52533" cy="504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" name="Freeform 647">
            <a:extLst>
              <a:ext uri="{FF2B5EF4-FFF2-40B4-BE49-F238E27FC236}">
                <a16:creationId xmlns:a16="http://schemas.microsoft.com/office/drawing/2014/main" id="{244C82B2-155E-3D46-89F0-3DF3C7278E4F}"/>
              </a:ext>
            </a:extLst>
          </p:cNvPr>
          <p:cNvSpPr>
            <a:spLocks/>
          </p:cNvSpPr>
          <p:nvPr/>
        </p:nvSpPr>
        <p:spPr bwMode="auto">
          <a:xfrm>
            <a:off x="6219056" y="5150381"/>
            <a:ext cx="37824" cy="10507"/>
          </a:xfrm>
          <a:custGeom>
            <a:avLst/>
            <a:gdLst>
              <a:gd name="T0" fmla="*/ 5 w 11"/>
              <a:gd name="T1" fmla="*/ 2 h 3"/>
              <a:gd name="T2" fmla="*/ 10 w 11"/>
              <a:gd name="T3" fmla="*/ 3 h 3"/>
              <a:gd name="T4" fmla="*/ 10 w 11"/>
              <a:gd name="T5" fmla="*/ 2 h 3"/>
              <a:gd name="T6" fmla="*/ 5 w 11"/>
              <a:gd name="T7" fmla="*/ 0 h 3"/>
              <a:gd name="T8" fmla="*/ 1 w 11"/>
              <a:gd name="T9" fmla="*/ 2 h 3"/>
              <a:gd name="T10" fmla="*/ 1 w 11"/>
              <a:gd name="T11" fmla="*/ 3 h 3"/>
              <a:gd name="T12" fmla="*/ 5 w 11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3">
                <a:moveTo>
                  <a:pt x="5" y="2"/>
                </a:moveTo>
                <a:cubicBezTo>
                  <a:pt x="7" y="2"/>
                  <a:pt x="8" y="2"/>
                  <a:pt x="10" y="3"/>
                </a:cubicBezTo>
                <a:cubicBezTo>
                  <a:pt x="10" y="3"/>
                  <a:pt x="11" y="3"/>
                  <a:pt x="10" y="2"/>
                </a:cubicBezTo>
                <a:cubicBezTo>
                  <a:pt x="9" y="1"/>
                  <a:pt x="8" y="0"/>
                  <a:pt x="5" y="0"/>
                </a:cubicBezTo>
                <a:cubicBezTo>
                  <a:pt x="3" y="0"/>
                  <a:pt x="2" y="1"/>
                  <a:pt x="1" y="2"/>
                </a:cubicBezTo>
                <a:cubicBezTo>
                  <a:pt x="0" y="3"/>
                  <a:pt x="1" y="3"/>
                  <a:pt x="1" y="3"/>
                </a:cubicBezTo>
                <a:cubicBezTo>
                  <a:pt x="3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5" name="Freeform 648">
            <a:extLst>
              <a:ext uri="{FF2B5EF4-FFF2-40B4-BE49-F238E27FC236}">
                <a16:creationId xmlns:a16="http://schemas.microsoft.com/office/drawing/2014/main" id="{27D0884C-8D0F-4F9D-C794-ECC04B48769B}"/>
              </a:ext>
            </a:extLst>
          </p:cNvPr>
          <p:cNvSpPr>
            <a:spLocks/>
          </p:cNvSpPr>
          <p:nvPr/>
        </p:nvSpPr>
        <p:spPr bwMode="auto">
          <a:xfrm>
            <a:off x="6214854" y="5171394"/>
            <a:ext cx="44129" cy="18913"/>
          </a:xfrm>
          <a:custGeom>
            <a:avLst/>
            <a:gdLst>
              <a:gd name="T0" fmla="*/ 6 w 13"/>
              <a:gd name="T1" fmla="*/ 3 h 6"/>
              <a:gd name="T2" fmla="*/ 1 w 13"/>
              <a:gd name="T3" fmla="*/ 1 h 6"/>
              <a:gd name="T4" fmla="*/ 0 w 13"/>
              <a:gd name="T5" fmla="*/ 2 h 6"/>
              <a:gd name="T6" fmla="*/ 6 w 13"/>
              <a:gd name="T7" fmla="*/ 6 h 6"/>
              <a:gd name="T8" fmla="*/ 13 w 13"/>
              <a:gd name="T9" fmla="*/ 2 h 6"/>
              <a:gd name="T10" fmla="*/ 12 w 13"/>
              <a:gd name="T11" fmla="*/ 1 h 6"/>
              <a:gd name="T12" fmla="*/ 6 w 13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6">
                <a:moveTo>
                  <a:pt x="6" y="3"/>
                </a:moveTo>
                <a:cubicBezTo>
                  <a:pt x="5" y="3"/>
                  <a:pt x="3" y="2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2" y="4"/>
                  <a:pt x="4" y="6"/>
                  <a:pt x="6" y="6"/>
                </a:cubicBezTo>
                <a:cubicBezTo>
                  <a:pt x="9" y="6"/>
                  <a:pt x="11" y="4"/>
                  <a:pt x="13" y="2"/>
                </a:cubicBezTo>
                <a:cubicBezTo>
                  <a:pt x="13" y="1"/>
                  <a:pt x="12" y="0"/>
                  <a:pt x="12" y="1"/>
                </a:cubicBezTo>
                <a:cubicBezTo>
                  <a:pt x="10" y="2"/>
                  <a:pt x="8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0" name="Oval 649">
            <a:extLst>
              <a:ext uri="{FF2B5EF4-FFF2-40B4-BE49-F238E27FC236}">
                <a16:creationId xmlns:a16="http://schemas.microsoft.com/office/drawing/2014/main" id="{9893A659-D2C1-2D5E-92A9-B3DB7F0D8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9993" y="5730343"/>
            <a:ext cx="52533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1" name="Freeform 650">
            <a:extLst>
              <a:ext uri="{FF2B5EF4-FFF2-40B4-BE49-F238E27FC236}">
                <a16:creationId xmlns:a16="http://schemas.microsoft.com/office/drawing/2014/main" id="{B4F71FF3-7476-3854-0EA4-730AEB5C1CD6}"/>
              </a:ext>
            </a:extLst>
          </p:cNvPr>
          <p:cNvSpPr>
            <a:spLocks/>
          </p:cNvSpPr>
          <p:nvPr/>
        </p:nvSpPr>
        <p:spPr bwMode="auto">
          <a:xfrm>
            <a:off x="6288399" y="5738748"/>
            <a:ext cx="33621" cy="12608"/>
          </a:xfrm>
          <a:custGeom>
            <a:avLst/>
            <a:gdLst>
              <a:gd name="T0" fmla="*/ 5 w 10"/>
              <a:gd name="T1" fmla="*/ 2 h 4"/>
              <a:gd name="T2" fmla="*/ 9 w 10"/>
              <a:gd name="T3" fmla="*/ 3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3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3"/>
                  <a:pt x="9" y="3"/>
                </a:cubicBezTo>
                <a:cubicBezTo>
                  <a:pt x="10" y="4"/>
                  <a:pt x="10" y="3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1" y="4"/>
                  <a:pt x="1" y="3"/>
                </a:cubicBezTo>
                <a:cubicBezTo>
                  <a:pt x="2" y="3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" name="Freeform 651">
            <a:extLst>
              <a:ext uri="{FF2B5EF4-FFF2-40B4-BE49-F238E27FC236}">
                <a16:creationId xmlns:a16="http://schemas.microsoft.com/office/drawing/2014/main" id="{89283FC3-5791-0B5C-4653-62F81751759F}"/>
              </a:ext>
            </a:extLst>
          </p:cNvPr>
          <p:cNvSpPr>
            <a:spLocks/>
          </p:cNvSpPr>
          <p:nvPr/>
        </p:nvSpPr>
        <p:spPr bwMode="auto">
          <a:xfrm>
            <a:off x="6284196" y="5761863"/>
            <a:ext cx="44129" cy="16810"/>
          </a:xfrm>
          <a:custGeom>
            <a:avLst/>
            <a:gdLst>
              <a:gd name="T0" fmla="*/ 6 w 13"/>
              <a:gd name="T1" fmla="*/ 2 h 5"/>
              <a:gd name="T2" fmla="*/ 1 w 13"/>
              <a:gd name="T3" fmla="*/ 0 h 5"/>
              <a:gd name="T4" fmla="*/ 0 w 13"/>
              <a:gd name="T5" fmla="*/ 1 h 5"/>
              <a:gd name="T6" fmla="*/ 6 w 13"/>
              <a:gd name="T7" fmla="*/ 5 h 5"/>
              <a:gd name="T8" fmla="*/ 12 w 13"/>
              <a:gd name="T9" fmla="*/ 1 h 5"/>
              <a:gd name="T10" fmla="*/ 11 w 13"/>
              <a:gd name="T11" fmla="*/ 0 h 5"/>
              <a:gd name="T12" fmla="*/ 6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2"/>
                </a:moveTo>
                <a:cubicBezTo>
                  <a:pt x="4" y="2"/>
                  <a:pt x="3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3"/>
                  <a:pt x="4" y="5"/>
                  <a:pt x="6" y="5"/>
                </a:cubicBezTo>
                <a:cubicBezTo>
                  <a:pt x="9" y="5"/>
                  <a:pt x="11" y="3"/>
                  <a:pt x="12" y="1"/>
                </a:cubicBezTo>
                <a:cubicBezTo>
                  <a:pt x="13" y="0"/>
                  <a:pt x="12" y="0"/>
                  <a:pt x="11" y="0"/>
                </a:cubicBezTo>
                <a:cubicBezTo>
                  <a:pt x="10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" name="Oval 652">
            <a:extLst>
              <a:ext uri="{FF2B5EF4-FFF2-40B4-BE49-F238E27FC236}">
                <a16:creationId xmlns:a16="http://schemas.microsoft.com/office/drawing/2014/main" id="{EB7BAE18-46E2-532E-B56E-48DA150C4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776" y="5892145"/>
            <a:ext cx="504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" name="Freeform 653">
            <a:extLst>
              <a:ext uri="{FF2B5EF4-FFF2-40B4-BE49-F238E27FC236}">
                <a16:creationId xmlns:a16="http://schemas.microsoft.com/office/drawing/2014/main" id="{D1FD25CF-5BB2-52F7-E230-99FCBFA4A4CD}"/>
              </a:ext>
            </a:extLst>
          </p:cNvPr>
          <p:cNvSpPr>
            <a:spLocks/>
          </p:cNvSpPr>
          <p:nvPr/>
        </p:nvSpPr>
        <p:spPr bwMode="auto">
          <a:xfrm>
            <a:off x="5618082" y="5900549"/>
            <a:ext cx="37824" cy="12608"/>
          </a:xfrm>
          <a:custGeom>
            <a:avLst/>
            <a:gdLst>
              <a:gd name="T0" fmla="*/ 6 w 11"/>
              <a:gd name="T1" fmla="*/ 2 h 4"/>
              <a:gd name="T2" fmla="*/ 10 w 11"/>
              <a:gd name="T3" fmla="*/ 3 h 4"/>
              <a:gd name="T4" fmla="*/ 11 w 11"/>
              <a:gd name="T5" fmla="*/ 3 h 4"/>
              <a:gd name="T6" fmla="*/ 6 w 11"/>
              <a:gd name="T7" fmla="*/ 0 h 4"/>
              <a:gd name="T8" fmla="*/ 1 w 11"/>
              <a:gd name="T9" fmla="*/ 3 h 4"/>
              <a:gd name="T10" fmla="*/ 2 w 11"/>
              <a:gd name="T11" fmla="*/ 3 h 4"/>
              <a:gd name="T12" fmla="*/ 6 w 11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6" y="2"/>
                </a:moveTo>
                <a:cubicBezTo>
                  <a:pt x="7" y="2"/>
                  <a:pt x="9" y="2"/>
                  <a:pt x="10" y="3"/>
                </a:cubicBezTo>
                <a:cubicBezTo>
                  <a:pt x="10" y="4"/>
                  <a:pt x="11" y="3"/>
                  <a:pt x="11" y="3"/>
                </a:cubicBezTo>
                <a:cubicBezTo>
                  <a:pt x="10" y="1"/>
                  <a:pt x="8" y="0"/>
                  <a:pt x="6" y="0"/>
                </a:cubicBezTo>
                <a:cubicBezTo>
                  <a:pt x="4" y="0"/>
                  <a:pt x="2" y="1"/>
                  <a:pt x="1" y="3"/>
                </a:cubicBezTo>
                <a:cubicBezTo>
                  <a:pt x="0" y="3"/>
                  <a:pt x="1" y="4"/>
                  <a:pt x="2" y="3"/>
                </a:cubicBezTo>
                <a:cubicBezTo>
                  <a:pt x="3" y="2"/>
                  <a:pt x="4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9" name="Freeform 654">
            <a:extLst>
              <a:ext uri="{FF2B5EF4-FFF2-40B4-BE49-F238E27FC236}">
                <a16:creationId xmlns:a16="http://schemas.microsoft.com/office/drawing/2014/main" id="{7A680AD3-C124-9139-EFF6-F27D14EF897F}"/>
              </a:ext>
            </a:extLst>
          </p:cNvPr>
          <p:cNvSpPr>
            <a:spLocks/>
          </p:cNvSpPr>
          <p:nvPr/>
        </p:nvSpPr>
        <p:spPr bwMode="auto">
          <a:xfrm>
            <a:off x="5613878" y="5923663"/>
            <a:ext cx="46229" cy="16810"/>
          </a:xfrm>
          <a:custGeom>
            <a:avLst/>
            <a:gdLst>
              <a:gd name="T0" fmla="*/ 7 w 13"/>
              <a:gd name="T1" fmla="*/ 2 h 5"/>
              <a:gd name="T2" fmla="*/ 2 w 13"/>
              <a:gd name="T3" fmla="*/ 0 h 5"/>
              <a:gd name="T4" fmla="*/ 1 w 13"/>
              <a:gd name="T5" fmla="*/ 1 h 5"/>
              <a:gd name="T6" fmla="*/ 7 w 13"/>
              <a:gd name="T7" fmla="*/ 5 h 5"/>
              <a:gd name="T8" fmla="*/ 13 w 13"/>
              <a:gd name="T9" fmla="*/ 1 h 5"/>
              <a:gd name="T10" fmla="*/ 12 w 13"/>
              <a:gd name="T11" fmla="*/ 0 h 5"/>
              <a:gd name="T12" fmla="*/ 7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7" y="2"/>
                </a:moveTo>
                <a:cubicBezTo>
                  <a:pt x="5" y="2"/>
                  <a:pt x="3" y="1"/>
                  <a:pt x="2" y="0"/>
                </a:cubicBezTo>
                <a:cubicBezTo>
                  <a:pt x="1" y="0"/>
                  <a:pt x="0" y="0"/>
                  <a:pt x="1" y="1"/>
                </a:cubicBezTo>
                <a:cubicBezTo>
                  <a:pt x="2" y="3"/>
                  <a:pt x="4" y="5"/>
                  <a:pt x="7" y="5"/>
                </a:cubicBezTo>
                <a:cubicBezTo>
                  <a:pt x="9" y="5"/>
                  <a:pt x="12" y="3"/>
                  <a:pt x="13" y="1"/>
                </a:cubicBezTo>
                <a:cubicBezTo>
                  <a:pt x="13" y="0"/>
                  <a:pt x="12" y="0"/>
                  <a:pt x="12" y="0"/>
                </a:cubicBezTo>
                <a:cubicBezTo>
                  <a:pt x="10" y="1"/>
                  <a:pt x="9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" name="Oval 655">
            <a:extLst>
              <a:ext uri="{FF2B5EF4-FFF2-40B4-BE49-F238E27FC236}">
                <a16:creationId xmlns:a16="http://schemas.microsoft.com/office/drawing/2014/main" id="{E1B2F2B2-40BE-6DAD-A6B2-672CD8A64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4554" y="6167415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" name="Freeform 656">
            <a:extLst>
              <a:ext uri="{FF2B5EF4-FFF2-40B4-BE49-F238E27FC236}">
                <a16:creationId xmlns:a16="http://schemas.microsoft.com/office/drawing/2014/main" id="{47BF5639-4B97-E1D8-EE1E-52E3F64215D0}"/>
              </a:ext>
            </a:extLst>
          </p:cNvPr>
          <p:cNvSpPr>
            <a:spLocks/>
          </p:cNvSpPr>
          <p:nvPr/>
        </p:nvSpPr>
        <p:spPr bwMode="auto">
          <a:xfrm>
            <a:off x="6380856" y="6175821"/>
            <a:ext cx="33621" cy="12608"/>
          </a:xfrm>
          <a:custGeom>
            <a:avLst/>
            <a:gdLst>
              <a:gd name="T0" fmla="*/ 5 w 10"/>
              <a:gd name="T1" fmla="*/ 2 h 4"/>
              <a:gd name="T2" fmla="*/ 9 w 10"/>
              <a:gd name="T3" fmla="*/ 3 h 4"/>
              <a:gd name="T4" fmla="*/ 10 w 10"/>
              <a:gd name="T5" fmla="*/ 2 h 4"/>
              <a:gd name="T6" fmla="*/ 5 w 10"/>
              <a:gd name="T7" fmla="*/ 0 h 4"/>
              <a:gd name="T8" fmla="*/ 0 w 10"/>
              <a:gd name="T9" fmla="*/ 2 h 4"/>
              <a:gd name="T10" fmla="*/ 1 w 10"/>
              <a:gd name="T11" fmla="*/ 3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2"/>
                  <a:pt x="9" y="3"/>
                </a:cubicBezTo>
                <a:cubicBezTo>
                  <a:pt x="10" y="4"/>
                  <a:pt x="10" y="3"/>
                  <a:pt x="10" y="2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2"/>
                </a:cubicBezTo>
                <a:cubicBezTo>
                  <a:pt x="0" y="3"/>
                  <a:pt x="1" y="4"/>
                  <a:pt x="1" y="3"/>
                </a:cubicBezTo>
                <a:cubicBezTo>
                  <a:pt x="2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" name="Freeform 657">
            <a:extLst>
              <a:ext uri="{FF2B5EF4-FFF2-40B4-BE49-F238E27FC236}">
                <a16:creationId xmlns:a16="http://schemas.microsoft.com/office/drawing/2014/main" id="{D63C9CE1-1211-AA2E-5462-DBD03D10F283}"/>
              </a:ext>
            </a:extLst>
          </p:cNvPr>
          <p:cNvSpPr>
            <a:spLocks/>
          </p:cNvSpPr>
          <p:nvPr/>
        </p:nvSpPr>
        <p:spPr bwMode="auto">
          <a:xfrm>
            <a:off x="6376654" y="6198936"/>
            <a:ext cx="46229" cy="16810"/>
          </a:xfrm>
          <a:custGeom>
            <a:avLst/>
            <a:gdLst>
              <a:gd name="T0" fmla="*/ 6 w 13"/>
              <a:gd name="T1" fmla="*/ 2 h 5"/>
              <a:gd name="T2" fmla="*/ 1 w 13"/>
              <a:gd name="T3" fmla="*/ 0 h 5"/>
              <a:gd name="T4" fmla="*/ 0 w 13"/>
              <a:gd name="T5" fmla="*/ 1 h 5"/>
              <a:gd name="T6" fmla="*/ 6 w 13"/>
              <a:gd name="T7" fmla="*/ 5 h 5"/>
              <a:gd name="T8" fmla="*/ 12 w 13"/>
              <a:gd name="T9" fmla="*/ 1 h 5"/>
              <a:gd name="T10" fmla="*/ 11 w 13"/>
              <a:gd name="T11" fmla="*/ 0 h 5"/>
              <a:gd name="T12" fmla="*/ 6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2"/>
                </a:moveTo>
                <a:cubicBezTo>
                  <a:pt x="4" y="2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3"/>
                  <a:pt x="3" y="5"/>
                  <a:pt x="6" y="5"/>
                </a:cubicBezTo>
                <a:cubicBezTo>
                  <a:pt x="9" y="5"/>
                  <a:pt x="11" y="3"/>
                  <a:pt x="12" y="1"/>
                </a:cubicBezTo>
                <a:cubicBezTo>
                  <a:pt x="13" y="0"/>
                  <a:pt x="12" y="0"/>
                  <a:pt x="11" y="0"/>
                </a:cubicBezTo>
                <a:cubicBezTo>
                  <a:pt x="10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" name="Oval 658">
            <a:extLst>
              <a:ext uri="{FF2B5EF4-FFF2-40B4-BE49-F238E27FC236}">
                <a16:creationId xmlns:a16="http://schemas.microsoft.com/office/drawing/2014/main" id="{534816D9-0664-C138-C266-C2FE37136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9751" y="6167415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" name="Freeform 659">
            <a:extLst>
              <a:ext uri="{FF2B5EF4-FFF2-40B4-BE49-F238E27FC236}">
                <a16:creationId xmlns:a16="http://schemas.microsoft.com/office/drawing/2014/main" id="{20AF71B3-8F3A-246E-A439-CB6FD13203E6}"/>
              </a:ext>
            </a:extLst>
          </p:cNvPr>
          <p:cNvSpPr>
            <a:spLocks/>
          </p:cNvSpPr>
          <p:nvPr/>
        </p:nvSpPr>
        <p:spPr bwMode="auto">
          <a:xfrm>
            <a:off x="5576055" y="6175821"/>
            <a:ext cx="35723" cy="12608"/>
          </a:xfrm>
          <a:custGeom>
            <a:avLst/>
            <a:gdLst>
              <a:gd name="T0" fmla="*/ 5 w 10"/>
              <a:gd name="T1" fmla="*/ 2 h 4"/>
              <a:gd name="T2" fmla="*/ 9 w 10"/>
              <a:gd name="T3" fmla="*/ 3 h 4"/>
              <a:gd name="T4" fmla="*/ 10 w 10"/>
              <a:gd name="T5" fmla="*/ 2 h 4"/>
              <a:gd name="T6" fmla="*/ 5 w 10"/>
              <a:gd name="T7" fmla="*/ 0 h 4"/>
              <a:gd name="T8" fmla="*/ 0 w 10"/>
              <a:gd name="T9" fmla="*/ 2 h 4"/>
              <a:gd name="T10" fmla="*/ 1 w 10"/>
              <a:gd name="T11" fmla="*/ 3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2"/>
                  <a:pt x="9" y="3"/>
                </a:cubicBezTo>
                <a:cubicBezTo>
                  <a:pt x="10" y="4"/>
                  <a:pt x="10" y="3"/>
                  <a:pt x="10" y="2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2"/>
                </a:cubicBezTo>
                <a:cubicBezTo>
                  <a:pt x="0" y="3"/>
                  <a:pt x="1" y="4"/>
                  <a:pt x="1" y="3"/>
                </a:cubicBezTo>
                <a:cubicBezTo>
                  <a:pt x="2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" name="Freeform 660">
            <a:extLst>
              <a:ext uri="{FF2B5EF4-FFF2-40B4-BE49-F238E27FC236}">
                <a16:creationId xmlns:a16="http://schemas.microsoft.com/office/drawing/2014/main" id="{B373675C-025A-1CED-75A2-47912AEB4ED4}"/>
              </a:ext>
            </a:extLst>
          </p:cNvPr>
          <p:cNvSpPr>
            <a:spLocks/>
          </p:cNvSpPr>
          <p:nvPr/>
        </p:nvSpPr>
        <p:spPr bwMode="auto">
          <a:xfrm>
            <a:off x="5573953" y="6198936"/>
            <a:ext cx="44129" cy="16810"/>
          </a:xfrm>
          <a:custGeom>
            <a:avLst/>
            <a:gdLst>
              <a:gd name="T0" fmla="*/ 6 w 13"/>
              <a:gd name="T1" fmla="*/ 2 h 5"/>
              <a:gd name="T2" fmla="*/ 1 w 13"/>
              <a:gd name="T3" fmla="*/ 0 h 5"/>
              <a:gd name="T4" fmla="*/ 0 w 13"/>
              <a:gd name="T5" fmla="*/ 1 h 5"/>
              <a:gd name="T6" fmla="*/ 6 w 13"/>
              <a:gd name="T7" fmla="*/ 5 h 5"/>
              <a:gd name="T8" fmla="*/ 12 w 13"/>
              <a:gd name="T9" fmla="*/ 1 h 5"/>
              <a:gd name="T10" fmla="*/ 11 w 13"/>
              <a:gd name="T11" fmla="*/ 0 h 5"/>
              <a:gd name="T12" fmla="*/ 6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2"/>
                </a:moveTo>
                <a:cubicBezTo>
                  <a:pt x="4" y="2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3"/>
                  <a:pt x="3" y="5"/>
                  <a:pt x="6" y="5"/>
                </a:cubicBezTo>
                <a:cubicBezTo>
                  <a:pt x="9" y="5"/>
                  <a:pt x="11" y="3"/>
                  <a:pt x="12" y="1"/>
                </a:cubicBezTo>
                <a:cubicBezTo>
                  <a:pt x="13" y="0"/>
                  <a:pt x="12" y="0"/>
                  <a:pt x="11" y="0"/>
                </a:cubicBezTo>
                <a:cubicBezTo>
                  <a:pt x="10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Oval 661">
            <a:extLst>
              <a:ext uri="{FF2B5EF4-FFF2-40B4-BE49-F238E27FC236}">
                <a16:creationId xmlns:a16="http://schemas.microsoft.com/office/drawing/2014/main" id="{AC7A3B75-06B9-144F-A7A5-5601027C4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156" y="5463477"/>
            <a:ext cx="52533" cy="504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Freeform 662">
            <a:extLst>
              <a:ext uri="{FF2B5EF4-FFF2-40B4-BE49-F238E27FC236}">
                <a16:creationId xmlns:a16="http://schemas.microsoft.com/office/drawing/2014/main" id="{38FAFD29-C81D-BC07-E0D2-107F95F2CA10}"/>
              </a:ext>
            </a:extLst>
          </p:cNvPr>
          <p:cNvSpPr>
            <a:spLocks/>
          </p:cNvSpPr>
          <p:nvPr/>
        </p:nvSpPr>
        <p:spPr bwMode="auto">
          <a:xfrm>
            <a:off x="6229562" y="5469780"/>
            <a:ext cx="37824" cy="10507"/>
          </a:xfrm>
          <a:custGeom>
            <a:avLst/>
            <a:gdLst>
              <a:gd name="T0" fmla="*/ 5 w 11"/>
              <a:gd name="T1" fmla="*/ 2 h 3"/>
              <a:gd name="T2" fmla="*/ 9 w 11"/>
              <a:gd name="T3" fmla="*/ 3 h 3"/>
              <a:gd name="T4" fmla="*/ 10 w 11"/>
              <a:gd name="T5" fmla="*/ 2 h 3"/>
              <a:gd name="T6" fmla="*/ 5 w 11"/>
              <a:gd name="T7" fmla="*/ 0 h 3"/>
              <a:gd name="T8" fmla="*/ 0 w 11"/>
              <a:gd name="T9" fmla="*/ 2 h 3"/>
              <a:gd name="T10" fmla="*/ 1 w 11"/>
              <a:gd name="T11" fmla="*/ 3 h 3"/>
              <a:gd name="T12" fmla="*/ 5 w 11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3">
                <a:moveTo>
                  <a:pt x="5" y="2"/>
                </a:moveTo>
                <a:cubicBezTo>
                  <a:pt x="7" y="2"/>
                  <a:pt x="8" y="2"/>
                  <a:pt x="9" y="3"/>
                </a:cubicBezTo>
                <a:cubicBezTo>
                  <a:pt x="10" y="3"/>
                  <a:pt x="11" y="3"/>
                  <a:pt x="10" y="2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" name="Freeform 663">
            <a:extLst>
              <a:ext uri="{FF2B5EF4-FFF2-40B4-BE49-F238E27FC236}">
                <a16:creationId xmlns:a16="http://schemas.microsoft.com/office/drawing/2014/main" id="{38157CF8-4BB9-0D7C-85B4-0DF962CC45F6}"/>
              </a:ext>
            </a:extLst>
          </p:cNvPr>
          <p:cNvSpPr>
            <a:spLocks/>
          </p:cNvSpPr>
          <p:nvPr/>
        </p:nvSpPr>
        <p:spPr bwMode="auto">
          <a:xfrm>
            <a:off x="6225360" y="5490794"/>
            <a:ext cx="44129" cy="21013"/>
          </a:xfrm>
          <a:custGeom>
            <a:avLst/>
            <a:gdLst>
              <a:gd name="T0" fmla="*/ 6 w 13"/>
              <a:gd name="T1" fmla="*/ 3 h 6"/>
              <a:gd name="T2" fmla="*/ 1 w 13"/>
              <a:gd name="T3" fmla="*/ 1 h 6"/>
              <a:gd name="T4" fmla="*/ 0 w 13"/>
              <a:gd name="T5" fmla="*/ 2 h 6"/>
              <a:gd name="T6" fmla="*/ 6 w 13"/>
              <a:gd name="T7" fmla="*/ 6 h 6"/>
              <a:gd name="T8" fmla="*/ 12 w 13"/>
              <a:gd name="T9" fmla="*/ 2 h 6"/>
              <a:gd name="T10" fmla="*/ 11 w 13"/>
              <a:gd name="T11" fmla="*/ 1 h 6"/>
              <a:gd name="T12" fmla="*/ 6 w 13"/>
              <a:gd name="T13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6">
                <a:moveTo>
                  <a:pt x="6" y="3"/>
                </a:moveTo>
                <a:cubicBezTo>
                  <a:pt x="4" y="3"/>
                  <a:pt x="3" y="2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1" y="4"/>
                  <a:pt x="4" y="6"/>
                  <a:pt x="6" y="6"/>
                </a:cubicBezTo>
                <a:cubicBezTo>
                  <a:pt x="9" y="6"/>
                  <a:pt x="11" y="4"/>
                  <a:pt x="12" y="2"/>
                </a:cubicBezTo>
                <a:cubicBezTo>
                  <a:pt x="13" y="1"/>
                  <a:pt x="12" y="0"/>
                  <a:pt x="11" y="1"/>
                </a:cubicBezTo>
                <a:cubicBezTo>
                  <a:pt x="10" y="2"/>
                  <a:pt x="8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" name="Oval 664">
            <a:extLst>
              <a:ext uri="{FF2B5EF4-FFF2-40B4-BE49-F238E27FC236}">
                <a16:creationId xmlns:a16="http://schemas.microsoft.com/office/drawing/2014/main" id="{F31EC0D3-883C-2E23-9486-3A717378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058" y="4622953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" name="Freeform 665">
            <a:extLst>
              <a:ext uri="{FF2B5EF4-FFF2-40B4-BE49-F238E27FC236}">
                <a16:creationId xmlns:a16="http://schemas.microsoft.com/office/drawing/2014/main" id="{BF9DB529-938F-C967-2834-511160867BB4}"/>
              </a:ext>
            </a:extLst>
          </p:cNvPr>
          <p:cNvSpPr>
            <a:spLocks/>
          </p:cNvSpPr>
          <p:nvPr/>
        </p:nvSpPr>
        <p:spPr bwMode="auto">
          <a:xfrm>
            <a:off x="5748362" y="4631358"/>
            <a:ext cx="35723" cy="12608"/>
          </a:xfrm>
          <a:custGeom>
            <a:avLst/>
            <a:gdLst>
              <a:gd name="T0" fmla="*/ 5 w 10"/>
              <a:gd name="T1" fmla="*/ 2 h 4"/>
              <a:gd name="T2" fmla="*/ 9 w 10"/>
              <a:gd name="T3" fmla="*/ 3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3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3"/>
                  <a:pt x="9" y="3"/>
                </a:cubicBezTo>
                <a:cubicBezTo>
                  <a:pt x="10" y="4"/>
                  <a:pt x="10" y="3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1" y="4"/>
                  <a:pt x="1" y="3"/>
                </a:cubicBezTo>
                <a:cubicBezTo>
                  <a:pt x="2" y="3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" name="Freeform 666">
            <a:extLst>
              <a:ext uri="{FF2B5EF4-FFF2-40B4-BE49-F238E27FC236}">
                <a16:creationId xmlns:a16="http://schemas.microsoft.com/office/drawing/2014/main" id="{1ACB026E-7AE5-E7EC-16F7-FD013803835F}"/>
              </a:ext>
            </a:extLst>
          </p:cNvPr>
          <p:cNvSpPr>
            <a:spLocks/>
          </p:cNvSpPr>
          <p:nvPr/>
        </p:nvSpPr>
        <p:spPr bwMode="auto">
          <a:xfrm>
            <a:off x="5746261" y="4654472"/>
            <a:ext cx="44129" cy="16810"/>
          </a:xfrm>
          <a:custGeom>
            <a:avLst/>
            <a:gdLst>
              <a:gd name="T0" fmla="*/ 6 w 13"/>
              <a:gd name="T1" fmla="*/ 2 h 5"/>
              <a:gd name="T2" fmla="*/ 1 w 13"/>
              <a:gd name="T3" fmla="*/ 0 h 5"/>
              <a:gd name="T4" fmla="*/ 0 w 13"/>
              <a:gd name="T5" fmla="*/ 1 h 5"/>
              <a:gd name="T6" fmla="*/ 6 w 13"/>
              <a:gd name="T7" fmla="*/ 5 h 5"/>
              <a:gd name="T8" fmla="*/ 12 w 13"/>
              <a:gd name="T9" fmla="*/ 1 h 5"/>
              <a:gd name="T10" fmla="*/ 11 w 13"/>
              <a:gd name="T11" fmla="*/ 0 h 5"/>
              <a:gd name="T12" fmla="*/ 6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2"/>
                </a:moveTo>
                <a:cubicBezTo>
                  <a:pt x="4" y="2"/>
                  <a:pt x="2" y="1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4"/>
                  <a:pt x="3" y="5"/>
                  <a:pt x="6" y="5"/>
                </a:cubicBezTo>
                <a:cubicBezTo>
                  <a:pt x="9" y="5"/>
                  <a:pt x="11" y="4"/>
                  <a:pt x="12" y="1"/>
                </a:cubicBezTo>
                <a:cubicBezTo>
                  <a:pt x="13" y="0"/>
                  <a:pt x="12" y="0"/>
                  <a:pt x="11" y="0"/>
                </a:cubicBezTo>
                <a:cubicBezTo>
                  <a:pt x="10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" name="Oval 667">
            <a:extLst>
              <a:ext uri="{FF2B5EF4-FFF2-40B4-BE49-F238E27FC236}">
                <a16:creationId xmlns:a16="http://schemas.microsoft.com/office/drawing/2014/main" id="{8FE27595-48E6-C64C-F593-2EF151791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284" y="4541001"/>
            <a:ext cx="48331" cy="52533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668">
            <a:extLst>
              <a:ext uri="{FF2B5EF4-FFF2-40B4-BE49-F238E27FC236}">
                <a16:creationId xmlns:a16="http://schemas.microsoft.com/office/drawing/2014/main" id="{0BEA252D-A3EC-5061-04AF-78DEC56DFC07}"/>
              </a:ext>
            </a:extLst>
          </p:cNvPr>
          <p:cNvSpPr>
            <a:spLocks/>
          </p:cNvSpPr>
          <p:nvPr/>
        </p:nvSpPr>
        <p:spPr bwMode="auto">
          <a:xfrm>
            <a:off x="5628588" y="4547305"/>
            <a:ext cx="33621" cy="14710"/>
          </a:xfrm>
          <a:custGeom>
            <a:avLst/>
            <a:gdLst>
              <a:gd name="T0" fmla="*/ 5 w 10"/>
              <a:gd name="T1" fmla="*/ 2 h 4"/>
              <a:gd name="T2" fmla="*/ 9 w 10"/>
              <a:gd name="T3" fmla="*/ 3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3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6" y="2"/>
                  <a:pt x="8" y="3"/>
                  <a:pt x="9" y="3"/>
                </a:cubicBezTo>
                <a:cubicBezTo>
                  <a:pt x="9" y="4"/>
                  <a:pt x="10" y="3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0" y="4"/>
                  <a:pt x="1" y="3"/>
                </a:cubicBezTo>
                <a:cubicBezTo>
                  <a:pt x="2" y="3"/>
                  <a:pt x="3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" name="Freeform 669">
            <a:extLst>
              <a:ext uri="{FF2B5EF4-FFF2-40B4-BE49-F238E27FC236}">
                <a16:creationId xmlns:a16="http://schemas.microsoft.com/office/drawing/2014/main" id="{FC210831-9DFE-F32D-B7BC-98AF5E207D92}"/>
              </a:ext>
            </a:extLst>
          </p:cNvPr>
          <p:cNvSpPr>
            <a:spLocks/>
          </p:cNvSpPr>
          <p:nvPr/>
        </p:nvSpPr>
        <p:spPr bwMode="auto">
          <a:xfrm>
            <a:off x="5622284" y="4572521"/>
            <a:ext cx="44129" cy="16810"/>
          </a:xfrm>
          <a:custGeom>
            <a:avLst/>
            <a:gdLst>
              <a:gd name="T0" fmla="*/ 7 w 13"/>
              <a:gd name="T1" fmla="*/ 2 h 5"/>
              <a:gd name="T2" fmla="*/ 2 w 13"/>
              <a:gd name="T3" fmla="*/ 0 h 5"/>
              <a:gd name="T4" fmla="*/ 1 w 13"/>
              <a:gd name="T5" fmla="*/ 1 h 5"/>
              <a:gd name="T6" fmla="*/ 7 w 13"/>
              <a:gd name="T7" fmla="*/ 5 h 5"/>
              <a:gd name="T8" fmla="*/ 13 w 13"/>
              <a:gd name="T9" fmla="*/ 1 h 5"/>
              <a:gd name="T10" fmla="*/ 12 w 13"/>
              <a:gd name="T11" fmla="*/ 0 h 5"/>
              <a:gd name="T12" fmla="*/ 7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7" y="2"/>
                </a:moveTo>
                <a:cubicBezTo>
                  <a:pt x="5" y="2"/>
                  <a:pt x="3" y="1"/>
                  <a:pt x="2" y="0"/>
                </a:cubicBezTo>
                <a:cubicBezTo>
                  <a:pt x="1" y="0"/>
                  <a:pt x="0" y="0"/>
                  <a:pt x="1" y="1"/>
                </a:cubicBezTo>
                <a:cubicBezTo>
                  <a:pt x="2" y="4"/>
                  <a:pt x="4" y="5"/>
                  <a:pt x="7" y="5"/>
                </a:cubicBezTo>
                <a:cubicBezTo>
                  <a:pt x="10" y="5"/>
                  <a:pt x="12" y="4"/>
                  <a:pt x="13" y="1"/>
                </a:cubicBezTo>
                <a:cubicBezTo>
                  <a:pt x="13" y="0"/>
                  <a:pt x="13" y="0"/>
                  <a:pt x="12" y="0"/>
                </a:cubicBezTo>
                <a:cubicBezTo>
                  <a:pt x="11" y="1"/>
                  <a:pt x="9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" name="Oval 670">
            <a:extLst>
              <a:ext uri="{FF2B5EF4-FFF2-40B4-BE49-F238E27FC236}">
                <a16:creationId xmlns:a16="http://schemas.microsoft.com/office/drawing/2014/main" id="{5CCE5E0E-B7BC-3163-56F0-62016ED67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776" y="5215522"/>
            <a:ext cx="50431" cy="483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0" name="Freeform 671">
            <a:extLst>
              <a:ext uri="{FF2B5EF4-FFF2-40B4-BE49-F238E27FC236}">
                <a16:creationId xmlns:a16="http://schemas.microsoft.com/office/drawing/2014/main" id="{49A30DC5-75D5-4CC7-CBA3-E9DD0CFC4CDB}"/>
              </a:ext>
            </a:extLst>
          </p:cNvPr>
          <p:cNvSpPr>
            <a:spLocks/>
          </p:cNvSpPr>
          <p:nvPr/>
        </p:nvSpPr>
        <p:spPr bwMode="auto">
          <a:xfrm>
            <a:off x="5618082" y="5219725"/>
            <a:ext cx="37824" cy="12608"/>
          </a:xfrm>
          <a:custGeom>
            <a:avLst/>
            <a:gdLst>
              <a:gd name="T0" fmla="*/ 6 w 11"/>
              <a:gd name="T1" fmla="*/ 2 h 4"/>
              <a:gd name="T2" fmla="*/ 10 w 11"/>
              <a:gd name="T3" fmla="*/ 4 h 4"/>
              <a:gd name="T4" fmla="*/ 11 w 11"/>
              <a:gd name="T5" fmla="*/ 3 h 4"/>
              <a:gd name="T6" fmla="*/ 6 w 11"/>
              <a:gd name="T7" fmla="*/ 0 h 4"/>
              <a:gd name="T8" fmla="*/ 1 w 11"/>
              <a:gd name="T9" fmla="*/ 3 h 4"/>
              <a:gd name="T10" fmla="*/ 2 w 11"/>
              <a:gd name="T11" fmla="*/ 4 h 4"/>
              <a:gd name="T12" fmla="*/ 6 w 11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6" y="2"/>
                </a:moveTo>
                <a:cubicBezTo>
                  <a:pt x="7" y="2"/>
                  <a:pt x="9" y="3"/>
                  <a:pt x="10" y="4"/>
                </a:cubicBezTo>
                <a:cubicBezTo>
                  <a:pt x="10" y="4"/>
                  <a:pt x="11" y="3"/>
                  <a:pt x="11" y="3"/>
                </a:cubicBezTo>
                <a:cubicBezTo>
                  <a:pt x="10" y="1"/>
                  <a:pt x="8" y="0"/>
                  <a:pt x="6" y="0"/>
                </a:cubicBezTo>
                <a:cubicBezTo>
                  <a:pt x="4" y="0"/>
                  <a:pt x="2" y="1"/>
                  <a:pt x="1" y="3"/>
                </a:cubicBezTo>
                <a:cubicBezTo>
                  <a:pt x="0" y="3"/>
                  <a:pt x="1" y="4"/>
                  <a:pt x="2" y="4"/>
                </a:cubicBezTo>
                <a:cubicBezTo>
                  <a:pt x="3" y="3"/>
                  <a:pt x="4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" name="Freeform 672">
            <a:extLst>
              <a:ext uri="{FF2B5EF4-FFF2-40B4-BE49-F238E27FC236}">
                <a16:creationId xmlns:a16="http://schemas.microsoft.com/office/drawing/2014/main" id="{C564B40B-5E18-0665-086D-31FF815F2396}"/>
              </a:ext>
            </a:extLst>
          </p:cNvPr>
          <p:cNvSpPr>
            <a:spLocks/>
          </p:cNvSpPr>
          <p:nvPr/>
        </p:nvSpPr>
        <p:spPr bwMode="auto">
          <a:xfrm>
            <a:off x="5613878" y="5242839"/>
            <a:ext cx="46229" cy="16810"/>
          </a:xfrm>
          <a:custGeom>
            <a:avLst/>
            <a:gdLst>
              <a:gd name="T0" fmla="*/ 7 w 13"/>
              <a:gd name="T1" fmla="*/ 2 h 5"/>
              <a:gd name="T2" fmla="*/ 2 w 13"/>
              <a:gd name="T3" fmla="*/ 0 h 5"/>
              <a:gd name="T4" fmla="*/ 1 w 13"/>
              <a:gd name="T5" fmla="*/ 1 h 5"/>
              <a:gd name="T6" fmla="*/ 7 w 13"/>
              <a:gd name="T7" fmla="*/ 5 h 5"/>
              <a:gd name="T8" fmla="*/ 13 w 13"/>
              <a:gd name="T9" fmla="*/ 1 h 5"/>
              <a:gd name="T10" fmla="*/ 12 w 13"/>
              <a:gd name="T11" fmla="*/ 0 h 5"/>
              <a:gd name="T12" fmla="*/ 7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7" y="2"/>
                </a:moveTo>
                <a:cubicBezTo>
                  <a:pt x="5" y="2"/>
                  <a:pt x="3" y="2"/>
                  <a:pt x="2" y="0"/>
                </a:cubicBezTo>
                <a:cubicBezTo>
                  <a:pt x="1" y="0"/>
                  <a:pt x="0" y="1"/>
                  <a:pt x="1" y="1"/>
                </a:cubicBezTo>
                <a:cubicBezTo>
                  <a:pt x="2" y="4"/>
                  <a:pt x="4" y="5"/>
                  <a:pt x="7" y="5"/>
                </a:cubicBezTo>
                <a:cubicBezTo>
                  <a:pt x="9" y="5"/>
                  <a:pt x="12" y="4"/>
                  <a:pt x="13" y="1"/>
                </a:cubicBezTo>
                <a:cubicBezTo>
                  <a:pt x="13" y="1"/>
                  <a:pt x="12" y="0"/>
                  <a:pt x="12" y="0"/>
                </a:cubicBezTo>
                <a:cubicBezTo>
                  <a:pt x="10" y="2"/>
                  <a:pt x="9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" name="Oval 673">
            <a:extLst>
              <a:ext uri="{FF2B5EF4-FFF2-40B4-BE49-F238E27FC236}">
                <a16:creationId xmlns:a16="http://schemas.microsoft.com/office/drawing/2014/main" id="{4BDC5F04-4CD1-316D-F525-A874385A5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068" y="4038788"/>
            <a:ext cx="48331" cy="483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" name="Freeform 674">
            <a:extLst>
              <a:ext uri="{FF2B5EF4-FFF2-40B4-BE49-F238E27FC236}">
                <a16:creationId xmlns:a16="http://schemas.microsoft.com/office/drawing/2014/main" id="{23946142-E6D5-DA0C-E5E8-F18115B0B9C1}"/>
              </a:ext>
            </a:extLst>
          </p:cNvPr>
          <p:cNvSpPr>
            <a:spLocks/>
          </p:cNvSpPr>
          <p:nvPr/>
        </p:nvSpPr>
        <p:spPr bwMode="auto">
          <a:xfrm>
            <a:off x="5603372" y="4042991"/>
            <a:ext cx="35723" cy="12608"/>
          </a:xfrm>
          <a:custGeom>
            <a:avLst/>
            <a:gdLst>
              <a:gd name="T0" fmla="*/ 5 w 10"/>
              <a:gd name="T1" fmla="*/ 2 h 4"/>
              <a:gd name="T2" fmla="*/ 9 w 10"/>
              <a:gd name="T3" fmla="*/ 4 h 4"/>
              <a:gd name="T4" fmla="*/ 10 w 10"/>
              <a:gd name="T5" fmla="*/ 3 h 4"/>
              <a:gd name="T6" fmla="*/ 5 w 10"/>
              <a:gd name="T7" fmla="*/ 0 h 4"/>
              <a:gd name="T8" fmla="*/ 0 w 10"/>
              <a:gd name="T9" fmla="*/ 3 h 4"/>
              <a:gd name="T10" fmla="*/ 1 w 10"/>
              <a:gd name="T11" fmla="*/ 4 h 4"/>
              <a:gd name="T12" fmla="*/ 5 w 10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" h="4">
                <a:moveTo>
                  <a:pt x="5" y="2"/>
                </a:moveTo>
                <a:cubicBezTo>
                  <a:pt x="7" y="2"/>
                  <a:pt x="8" y="3"/>
                  <a:pt x="9" y="4"/>
                </a:cubicBezTo>
                <a:cubicBezTo>
                  <a:pt x="10" y="4"/>
                  <a:pt x="10" y="3"/>
                  <a:pt x="10" y="3"/>
                </a:cubicBezTo>
                <a:cubicBezTo>
                  <a:pt x="9" y="1"/>
                  <a:pt x="7" y="0"/>
                  <a:pt x="5" y="0"/>
                </a:cubicBezTo>
                <a:cubicBezTo>
                  <a:pt x="3" y="0"/>
                  <a:pt x="1" y="1"/>
                  <a:pt x="0" y="3"/>
                </a:cubicBezTo>
                <a:cubicBezTo>
                  <a:pt x="0" y="3"/>
                  <a:pt x="1" y="4"/>
                  <a:pt x="1" y="4"/>
                </a:cubicBezTo>
                <a:cubicBezTo>
                  <a:pt x="2" y="3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" name="Freeform 675">
            <a:extLst>
              <a:ext uri="{FF2B5EF4-FFF2-40B4-BE49-F238E27FC236}">
                <a16:creationId xmlns:a16="http://schemas.microsoft.com/office/drawing/2014/main" id="{055281E7-C623-4BDB-7283-26EBB29C7E67}"/>
              </a:ext>
            </a:extLst>
          </p:cNvPr>
          <p:cNvSpPr>
            <a:spLocks/>
          </p:cNvSpPr>
          <p:nvPr/>
        </p:nvSpPr>
        <p:spPr bwMode="auto">
          <a:xfrm>
            <a:off x="5601270" y="4066105"/>
            <a:ext cx="44129" cy="18913"/>
          </a:xfrm>
          <a:custGeom>
            <a:avLst/>
            <a:gdLst>
              <a:gd name="T0" fmla="*/ 6 w 13"/>
              <a:gd name="T1" fmla="*/ 2 h 5"/>
              <a:gd name="T2" fmla="*/ 1 w 13"/>
              <a:gd name="T3" fmla="*/ 0 h 5"/>
              <a:gd name="T4" fmla="*/ 0 w 13"/>
              <a:gd name="T5" fmla="*/ 1 h 5"/>
              <a:gd name="T6" fmla="*/ 6 w 13"/>
              <a:gd name="T7" fmla="*/ 5 h 5"/>
              <a:gd name="T8" fmla="*/ 12 w 13"/>
              <a:gd name="T9" fmla="*/ 1 h 5"/>
              <a:gd name="T10" fmla="*/ 11 w 13"/>
              <a:gd name="T11" fmla="*/ 0 h 5"/>
              <a:gd name="T12" fmla="*/ 6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6" y="2"/>
                </a:moveTo>
                <a:cubicBezTo>
                  <a:pt x="4" y="2"/>
                  <a:pt x="2" y="2"/>
                  <a:pt x="1" y="0"/>
                </a:cubicBezTo>
                <a:cubicBezTo>
                  <a:pt x="0" y="0"/>
                  <a:pt x="0" y="1"/>
                  <a:pt x="0" y="1"/>
                </a:cubicBezTo>
                <a:cubicBezTo>
                  <a:pt x="1" y="4"/>
                  <a:pt x="4" y="5"/>
                  <a:pt x="6" y="5"/>
                </a:cubicBezTo>
                <a:cubicBezTo>
                  <a:pt x="9" y="5"/>
                  <a:pt x="11" y="4"/>
                  <a:pt x="12" y="1"/>
                </a:cubicBezTo>
                <a:cubicBezTo>
                  <a:pt x="13" y="1"/>
                  <a:pt x="12" y="0"/>
                  <a:pt x="11" y="0"/>
                </a:cubicBezTo>
                <a:cubicBezTo>
                  <a:pt x="10" y="2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" name="Oval 676">
            <a:extLst>
              <a:ext uri="{FF2B5EF4-FFF2-40B4-BE49-F238E27FC236}">
                <a16:creationId xmlns:a16="http://schemas.microsoft.com/office/drawing/2014/main" id="{5EED8F8F-A9F4-8DDD-C337-FAD201838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651" y="4053497"/>
            <a:ext cx="63039" cy="6514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" name="Freeform 677">
            <a:extLst>
              <a:ext uri="{FF2B5EF4-FFF2-40B4-BE49-F238E27FC236}">
                <a16:creationId xmlns:a16="http://schemas.microsoft.com/office/drawing/2014/main" id="{C282434D-724C-6822-22B5-8B0509B6BFD6}"/>
              </a:ext>
            </a:extLst>
          </p:cNvPr>
          <p:cNvSpPr>
            <a:spLocks/>
          </p:cNvSpPr>
          <p:nvPr/>
        </p:nvSpPr>
        <p:spPr bwMode="auto">
          <a:xfrm>
            <a:off x="6219056" y="4059801"/>
            <a:ext cx="48331" cy="16810"/>
          </a:xfrm>
          <a:custGeom>
            <a:avLst/>
            <a:gdLst>
              <a:gd name="T0" fmla="*/ 7 w 14"/>
              <a:gd name="T1" fmla="*/ 3 h 5"/>
              <a:gd name="T2" fmla="*/ 12 w 14"/>
              <a:gd name="T3" fmla="*/ 5 h 5"/>
              <a:gd name="T4" fmla="*/ 13 w 14"/>
              <a:gd name="T5" fmla="*/ 4 h 5"/>
              <a:gd name="T6" fmla="*/ 7 w 14"/>
              <a:gd name="T7" fmla="*/ 0 h 5"/>
              <a:gd name="T8" fmla="*/ 1 w 14"/>
              <a:gd name="T9" fmla="*/ 4 h 5"/>
              <a:gd name="T10" fmla="*/ 2 w 14"/>
              <a:gd name="T11" fmla="*/ 5 h 5"/>
              <a:gd name="T12" fmla="*/ 7 w 14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5">
                <a:moveTo>
                  <a:pt x="7" y="3"/>
                </a:moveTo>
                <a:cubicBezTo>
                  <a:pt x="9" y="3"/>
                  <a:pt x="11" y="4"/>
                  <a:pt x="12" y="5"/>
                </a:cubicBezTo>
                <a:cubicBezTo>
                  <a:pt x="13" y="5"/>
                  <a:pt x="14" y="5"/>
                  <a:pt x="13" y="4"/>
                </a:cubicBezTo>
                <a:cubicBezTo>
                  <a:pt x="12" y="2"/>
                  <a:pt x="10" y="0"/>
                  <a:pt x="7" y="0"/>
                </a:cubicBezTo>
                <a:cubicBezTo>
                  <a:pt x="4" y="0"/>
                  <a:pt x="2" y="2"/>
                  <a:pt x="1" y="4"/>
                </a:cubicBezTo>
                <a:cubicBezTo>
                  <a:pt x="0" y="5"/>
                  <a:pt x="1" y="5"/>
                  <a:pt x="2" y="5"/>
                </a:cubicBezTo>
                <a:cubicBezTo>
                  <a:pt x="3" y="4"/>
                  <a:pt x="5" y="3"/>
                  <a:pt x="7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" name="Freeform 678">
            <a:extLst>
              <a:ext uri="{FF2B5EF4-FFF2-40B4-BE49-F238E27FC236}">
                <a16:creationId xmlns:a16="http://schemas.microsoft.com/office/drawing/2014/main" id="{37BA72E1-73F1-5442-A218-7D66085618F8}"/>
              </a:ext>
            </a:extLst>
          </p:cNvPr>
          <p:cNvSpPr>
            <a:spLocks/>
          </p:cNvSpPr>
          <p:nvPr/>
        </p:nvSpPr>
        <p:spPr bwMode="auto">
          <a:xfrm>
            <a:off x="6214854" y="4091320"/>
            <a:ext cx="54634" cy="23115"/>
          </a:xfrm>
          <a:custGeom>
            <a:avLst/>
            <a:gdLst>
              <a:gd name="T0" fmla="*/ 8 w 16"/>
              <a:gd name="T1" fmla="*/ 3 h 7"/>
              <a:gd name="T2" fmla="*/ 1 w 16"/>
              <a:gd name="T3" fmla="*/ 1 h 7"/>
              <a:gd name="T4" fmla="*/ 0 w 16"/>
              <a:gd name="T5" fmla="*/ 2 h 7"/>
              <a:gd name="T6" fmla="*/ 8 w 16"/>
              <a:gd name="T7" fmla="*/ 7 h 7"/>
              <a:gd name="T8" fmla="*/ 16 w 16"/>
              <a:gd name="T9" fmla="*/ 2 h 7"/>
              <a:gd name="T10" fmla="*/ 15 w 16"/>
              <a:gd name="T11" fmla="*/ 1 h 7"/>
              <a:gd name="T12" fmla="*/ 8 w 16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7">
                <a:moveTo>
                  <a:pt x="8" y="3"/>
                </a:moveTo>
                <a:cubicBezTo>
                  <a:pt x="6" y="3"/>
                  <a:pt x="3" y="2"/>
                  <a:pt x="1" y="1"/>
                </a:cubicBezTo>
                <a:cubicBezTo>
                  <a:pt x="1" y="0"/>
                  <a:pt x="0" y="1"/>
                  <a:pt x="0" y="2"/>
                </a:cubicBezTo>
                <a:cubicBezTo>
                  <a:pt x="2" y="5"/>
                  <a:pt x="5" y="7"/>
                  <a:pt x="8" y="7"/>
                </a:cubicBezTo>
                <a:cubicBezTo>
                  <a:pt x="11" y="7"/>
                  <a:pt x="14" y="5"/>
                  <a:pt x="16" y="2"/>
                </a:cubicBezTo>
                <a:cubicBezTo>
                  <a:pt x="16" y="1"/>
                  <a:pt x="15" y="0"/>
                  <a:pt x="15" y="1"/>
                </a:cubicBezTo>
                <a:cubicBezTo>
                  <a:pt x="13" y="2"/>
                  <a:pt x="11" y="3"/>
                  <a:pt x="8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" name="Oval 679">
            <a:extLst>
              <a:ext uri="{FF2B5EF4-FFF2-40B4-BE49-F238E27FC236}">
                <a16:creationId xmlns:a16="http://schemas.microsoft.com/office/drawing/2014/main" id="{8F53DA84-6D05-9EE7-DB9D-3A4AA4551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590" y="3977850"/>
            <a:ext cx="42026" cy="44129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" name="Freeform 680">
            <a:extLst>
              <a:ext uri="{FF2B5EF4-FFF2-40B4-BE49-F238E27FC236}">
                <a16:creationId xmlns:a16="http://schemas.microsoft.com/office/drawing/2014/main" id="{3D69953B-84A4-5769-E2CE-FE4BAABCA472}"/>
              </a:ext>
            </a:extLst>
          </p:cNvPr>
          <p:cNvSpPr>
            <a:spLocks/>
          </p:cNvSpPr>
          <p:nvPr/>
        </p:nvSpPr>
        <p:spPr bwMode="auto">
          <a:xfrm>
            <a:off x="5155793" y="3984155"/>
            <a:ext cx="31521" cy="10507"/>
          </a:xfrm>
          <a:custGeom>
            <a:avLst/>
            <a:gdLst>
              <a:gd name="T0" fmla="*/ 5 w 9"/>
              <a:gd name="T1" fmla="*/ 2 h 3"/>
              <a:gd name="T2" fmla="*/ 8 w 9"/>
              <a:gd name="T3" fmla="*/ 3 h 3"/>
              <a:gd name="T4" fmla="*/ 9 w 9"/>
              <a:gd name="T5" fmla="*/ 2 h 3"/>
              <a:gd name="T6" fmla="*/ 5 w 9"/>
              <a:gd name="T7" fmla="*/ 0 h 3"/>
              <a:gd name="T8" fmla="*/ 1 w 9"/>
              <a:gd name="T9" fmla="*/ 2 h 3"/>
              <a:gd name="T10" fmla="*/ 1 w 9"/>
              <a:gd name="T11" fmla="*/ 3 h 3"/>
              <a:gd name="T12" fmla="*/ 5 w 9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5" y="2"/>
                </a:moveTo>
                <a:cubicBezTo>
                  <a:pt x="6" y="2"/>
                  <a:pt x="7" y="2"/>
                  <a:pt x="8" y="3"/>
                </a:cubicBezTo>
                <a:cubicBezTo>
                  <a:pt x="9" y="3"/>
                  <a:pt x="9" y="2"/>
                  <a:pt x="9" y="2"/>
                </a:cubicBezTo>
                <a:cubicBezTo>
                  <a:pt x="8" y="1"/>
                  <a:pt x="7" y="0"/>
                  <a:pt x="5" y="0"/>
                </a:cubicBezTo>
                <a:cubicBezTo>
                  <a:pt x="3" y="0"/>
                  <a:pt x="2" y="1"/>
                  <a:pt x="1" y="2"/>
                </a:cubicBezTo>
                <a:cubicBezTo>
                  <a:pt x="0" y="2"/>
                  <a:pt x="1" y="3"/>
                  <a:pt x="1" y="3"/>
                </a:cubicBezTo>
                <a:cubicBezTo>
                  <a:pt x="2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" name="Freeform 681">
            <a:extLst>
              <a:ext uri="{FF2B5EF4-FFF2-40B4-BE49-F238E27FC236}">
                <a16:creationId xmlns:a16="http://schemas.microsoft.com/office/drawing/2014/main" id="{4152D248-E825-5D3B-FA5E-A4ECB3C023E1}"/>
              </a:ext>
            </a:extLst>
          </p:cNvPr>
          <p:cNvSpPr>
            <a:spLocks/>
          </p:cNvSpPr>
          <p:nvPr/>
        </p:nvSpPr>
        <p:spPr bwMode="auto">
          <a:xfrm>
            <a:off x="5151590" y="4005167"/>
            <a:ext cx="42026" cy="12608"/>
          </a:xfrm>
          <a:custGeom>
            <a:avLst/>
            <a:gdLst>
              <a:gd name="T0" fmla="*/ 6 w 12"/>
              <a:gd name="T1" fmla="*/ 2 h 4"/>
              <a:gd name="T2" fmla="*/ 1 w 12"/>
              <a:gd name="T3" fmla="*/ 0 h 4"/>
              <a:gd name="T4" fmla="*/ 1 w 12"/>
              <a:gd name="T5" fmla="*/ 1 h 4"/>
              <a:gd name="T6" fmla="*/ 6 w 12"/>
              <a:gd name="T7" fmla="*/ 4 h 4"/>
              <a:gd name="T8" fmla="*/ 11 w 12"/>
              <a:gd name="T9" fmla="*/ 1 h 4"/>
              <a:gd name="T10" fmla="*/ 10 w 12"/>
              <a:gd name="T11" fmla="*/ 0 h 4"/>
              <a:gd name="T12" fmla="*/ 6 w 12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4">
                <a:moveTo>
                  <a:pt x="6" y="2"/>
                </a:moveTo>
                <a:cubicBezTo>
                  <a:pt x="4" y="2"/>
                  <a:pt x="3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2" y="3"/>
                  <a:pt x="4" y="4"/>
                  <a:pt x="6" y="4"/>
                </a:cubicBezTo>
                <a:cubicBezTo>
                  <a:pt x="8" y="4"/>
                  <a:pt x="10" y="3"/>
                  <a:pt x="11" y="1"/>
                </a:cubicBezTo>
                <a:cubicBezTo>
                  <a:pt x="12" y="0"/>
                  <a:pt x="11" y="0"/>
                  <a:pt x="10" y="0"/>
                </a:cubicBezTo>
                <a:cubicBezTo>
                  <a:pt x="9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" name="Oval 682">
            <a:extLst>
              <a:ext uri="{FF2B5EF4-FFF2-40B4-BE49-F238E27FC236}">
                <a16:creationId xmlns:a16="http://schemas.microsoft.com/office/drawing/2014/main" id="{71CBBDE7-A2D1-9FBA-792F-48F20D6DF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274" y="3015450"/>
            <a:ext cx="65141" cy="60939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" name="Freeform 683">
            <a:extLst>
              <a:ext uri="{FF2B5EF4-FFF2-40B4-BE49-F238E27FC236}">
                <a16:creationId xmlns:a16="http://schemas.microsoft.com/office/drawing/2014/main" id="{A1D9C66B-0045-D728-EFC5-5536C6FB9A8A}"/>
              </a:ext>
            </a:extLst>
          </p:cNvPr>
          <p:cNvSpPr>
            <a:spLocks/>
          </p:cNvSpPr>
          <p:nvPr/>
        </p:nvSpPr>
        <p:spPr bwMode="auto">
          <a:xfrm>
            <a:off x="5775679" y="3021754"/>
            <a:ext cx="46229" cy="16810"/>
          </a:xfrm>
          <a:custGeom>
            <a:avLst/>
            <a:gdLst>
              <a:gd name="T0" fmla="*/ 7 w 13"/>
              <a:gd name="T1" fmla="*/ 2 h 5"/>
              <a:gd name="T2" fmla="*/ 12 w 13"/>
              <a:gd name="T3" fmla="*/ 4 h 5"/>
              <a:gd name="T4" fmla="*/ 13 w 13"/>
              <a:gd name="T5" fmla="*/ 3 h 5"/>
              <a:gd name="T6" fmla="*/ 7 w 13"/>
              <a:gd name="T7" fmla="*/ 0 h 5"/>
              <a:gd name="T8" fmla="*/ 0 w 13"/>
              <a:gd name="T9" fmla="*/ 3 h 5"/>
              <a:gd name="T10" fmla="*/ 1 w 13"/>
              <a:gd name="T11" fmla="*/ 4 h 5"/>
              <a:gd name="T12" fmla="*/ 7 w 13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5">
                <a:moveTo>
                  <a:pt x="7" y="2"/>
                </a:moveTo>
                <a:cubicBezTo>
                  <a:pt x="9" y="2"/>
                  <a:pt x="10" y="3"/>
                  <a:pt x="12" y="4"/>
                </a:cubicBezTo>
                <a:cubicBezTo>
                  <a:pt x="12" y="5"/>
                  <a:pt x="13" y="4"/>
                  <a:pt x="13" y="3"/>
                </a:cubicBezTo>
                <a:cubicBezTo>
                  <a:pt x="12" y="1"/>
                  <a:pt x="9" y="0"/>
                  <a:pt x="7" y="0"/>
                </a:cubicBezTo>
                <a:cubicBezTo>
                  <a:pt x="4" y="0"/>
                  <a:pt x="2" y="1"/>
                  <a:pt x="0" y="3"/>
                </a:cubicBezTo>
                <a:cubicBezTo>
                  <a:pt x="0" y="4"/>
                  <a:pt x="1" y="5"/>
                  <a:pt x="1" y="4"/>
                </a:cubicBezTo>
                <a:cubicBezTo>
                  <a:pt x="3" y="3"/>
                  <a:pt x="5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" name="Freeform 684">
            <a:extLst>
              <a:ext uri="{FF2B5EF4-FFF2-40B4-BE49-F238E27FC236}">
                <a16:creationId xmlns:a16="http://schemas.microsoft.com/office/drawing/2014/main" id="{2FDBDB23-2C22-7CBE-4B97-E2BE97184E79}"/>
              </a:ext>
            </a:extLst>
          </p:cNvPr>
          <p:cNvSpPr>
            <a:spLocks/>
          </p:cNvSpPr>
          <p:nvPr/>
        </p:nvSpPr>
        <p:spPr bwMode="auto">
          <a:xfrm>
            <a:off x="5769376" y="3049070"/>
            <a:ext cx="58837" cy="23115"/>
          </a:xfrm>
          <a:custGeom>
            <a:avLst/>
            <a:gdLst>
              <a:gd name="T0" fmla="*/ 9 w 17"/>
              <a:gd name="T1" fmla="*/ 3 h 7"/>
              <a:gd name="T2" fmla="*/ 2 w 17"/>
              <a:gd name="T3" fmla="*/ 1 h 7"/>
              <a:gd name="T4" fmla="*/ 1 w 17"/>
              <a:gd name="T5" fmla="*/ 2 h 7"/>
              <a:gd name="T6" fmla="*/ 9 w 17"/>
              <a:gd name="T7" fmla="*/ 7 h 7"/>
              <a:gd name="T8" fmla="*/ 16 w 17"/>
              <a:gd name="T9" fmla="*/ 2 h 7"/>
              <a:gd name="T10" fmla="*/ 15 w 17"/>
              <a:gd name="T11" fmla="*/ 1 h 7"/>
              <a:gd name="T12" fmla="*/ 9 w 17"/>
              <a:gd name="T13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7">
                <a:moveTo>
                  <a:pt x="9" y="3"/>
                </a:moveTo>
                <a:cubicBezTo>
                  <a:pt x="6" y="3"/>
                  <a:pt x="4" y="2"/>
                  <a:pt x="2" y="1"/>
                </a:cubicBezTo>
                <a:cubicBezTo>
                  <a:pt x="1" y="0"/>
                  <a:pt x="0" y="1"/>
                  <a:pt x="1" y="2"/>
                </a:cubicBezTo>
                <a:cubicBezTo>
                  <a:pt x="2" y="5"/>
                  <a:pt x="5" y="7"/>
                  <a:pt x="9" y="7"/>
                </a:cubicBezTo>
                <a:cubicBezTo>
                  <a:pt x="12" y="7"/>
                  <a:pt x="15" y="5"/>
                  <a:pt x="16" y="2"/>
                </a:cubicBezTo>
                <a:cubicBezTo>
                  <a:pt x="17" y="1"/>
                  <a:pt x="16" y="0"/>
                  <a:pt x="15" y="1"/>
                </a:cubicBezTo>
                <a:cubicBezTo>
                  <a:pt x="13" y="2"/>
                  <a:pt x="11" y="3"/>
                  <a:pt x="9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" name="Oval 685">
            <a:extLst>
              <a:ext uri="{FF2B5EF4-FFF2-40B4-BE49-F238E27FC236}">
                <a16:creationId xmlns:a16="http://schemas.microsoft.com/office/drawing/2014/main" id="{65388334-29A6-D135-0788-9DA8F3EA1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745" y="2675037"/>
            <a:ext cx="54634" cy="50431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" name="Freeform 686">
            <a:extLst>
              <a:ext uri="{FF2B5EF4-FFF2-40B4-BE49-F238E27FC236}">
                <a16:creationId xmlns:a16="http://schemas.microsoft.com/office/drawing/2014/main" id="{F59691EB-D648-5370-87C7-87D080E057A2}"/>
              </a:ext>
            </a:extLst>
          </p:cNvPr>
          <p:cNvSpPr>
            <a:spLocks/>
          </p:cNvSpPr>
          <p:nvPr/>
        </p:nvSpPr>
        <p:spPr bwMode="auto">
          <a:xfrm>
            <a:off x="5887049" y="2677139"/>
            <a:ext cx="37824" cy="14710"/>
          </a:xfrm>
          <a:custGeom>
            <a:avLst/>
            <a:gdLst>
              <a:gd name="T0" fmla="*/ 6 w 11"/>
              <a:gd name="T1" fmla="*/ 3 h 4"/>
              <a:gd name="T2" fmla="*/ 10 w 11"/>
              <a:gd name="T3" fmla="*/ 4 h 4"/>
              <a:gd name="T4" fmla="*/ 11 w 11"/>
              <a:gd name="T5" fmla="*/ 3 h 4"/>
              <a:gd name="T6" fmla="*/ 6 w 11"/>
              <a:gd name="T7" fmla="*/ 0 h 4"/>
              <a:gd name="T8" fmla="*/ 1 w 11"/>
              <a:gd name="T9" fmla="*/ 3 h 4"/>
              <a:gd name="T10" fmla="*/ 1 w 11"/>
              <a:gd name="T11" fmla="*/ 4 h 4"/>
              <a:gd name="T12" fmla="*/ 6 w 11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6" y="3"/>
                </a:moveTo>
                <a:cubicBezTo>
                  <a:pt x="7" y="3"/>
                  <a:pt x="9" y="3"/>
                  <a:pt x="10" y="4"/>
                </a:cubicBezTo>
                <a:cubicBezTo>
                  <a:pt x="11" y="4"/>
                  <a:pt x="11" y="4"/>
                  <a:pt x="11" y="3"/>
                </a:cubicBezTo>
                <a:cubicBezTo>
                  <a:pt x="10" y="1"/>
                  <a:pt x="8" y="0"/>
                  <a:pt x="6" y="0"/>
                </a:cubicBezTo>
                <a:cubicBezTo>
                  <a:pt x="4" y="0"/>
                  <a:pt x="2" y="1"/>
                  <a:pt x="1" y="3"/>
                </a:cubicBezTo>
                <a:cubicBezTo>
                  <a:pt x="0" y="4"/>
                  <a:pt x="1" y="4"/>
                  <a:pt x="1" y="4"/>
                </a:cubicBezTo>
                <a:cubicBezTo>
                  <a:pt x="3" y="3"/>
                  <a:pt x="4" y="3"/>
                  <a:pt x="6" y="3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" name="Freeform 687">
            <a:extLst>
              <a:ext uri="{FF2B5EF4-FFF2-40B4-BE49-F238E27FC236}">
                <a16:creationId xmlns:a16="http://schemas.microsoft.com/office/drawing/2014/main" id="{53169BE8-42FB-CEA9-AFEE-03A699416482}"/>
              </a:ext>
            </a:extLst>
          </p:cNvPr>
          <p:cNvSpPr>
            <a:spLocks/>
          </p:cNvSpPr>
          <p:nvPr/>
        </p:nvSpPr>
        <p:spPr bwMode="auto">
          <a:xfrm>
            <a:off x="5882847" y="2704455"/>
            <a:ext cx="48331" cy="16810"/>
          </a:xfrm>
          <a:custGeom>
            <a:avLst/>
            <a:gdLst>
              <a:gd name="T0" fmla="*/ 7 w 14"/>
              <a:gd name="T1" fmla="*/ 2 h 5"/>
              <a:gd name="T2" fmla="*/ 1 w 14"/>
              <a:gd name="T3" fmla="*/ 0 h 5"/>
              <a:gd name="T4" fmla="*/ 0 w 14"/>
              <a:gd name="T5" fmla="*/ 1 h 5"/>
              <a:gd name="T6" fmla="*/ 7 w 14"/>
              <a:gd name="T7" fmla="*/ 5 h 5"/>
              <a:gd name="T8" fmla="*/ 13 w 14"/>
              <a:gd name="T9" fmla="*/ 1 h 5"/>
              <a:gd name="T10" fmla="*/ 12 w 14"/>
              <a:gd name="T11" fmla="*/ 0 h 5"/>
              <a:gd name="T12" fmla="*/ 7 w 14"/>
              <a:gd name="T13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" h="5">
                <a:moveTo>
                  <a:pt x="7" y="2"/>
                </a:moveTo>
                <a:cubicBezTo>
                  <a:pt x="5" y="2"/>
                  <a:pt x="3" y="1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2" y="4"/>
                  <a:pt x="4" y="5"/>
                  <a:pt x="7" y="5"/>
                </a:cubicBezTo>
                <a:cubicBezTo>
                  <a:pt x="10" y="5"/>
                  <a:pt x="12" y="4"/>
                  <a:pt x="13" y="1"/>
                </a:cubicBezTo>
                <a:cubicBezTo>
                  <a:pt x="14" y="0"/>
                  <a:pt x="13" y="0"/>
                  <a:pt x="12" y="0"/>
                </a:cubicBezTo>
                <a:cubicBezTo>
                  <a:pt x="11" y="1"/>
                  <a:pt x="9" y="2"/>
                  <a:pt x="7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" name="Oval 688">
            <a:extLst>
              <a:ext uri="{FF2B5EF4-FFF2-40B4-BE49-F238E27FC236}">
                <a16:creationId xmlns:a16="http://schemas.microsoft.com/office/drawing/2014/main" id="{0F936C52-0FF6-3028-CE43-AC608BA7A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061" y="3904304"/>
            <a:ext cx="42026" cy="46229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1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" name="Freeform 689">
            <a:extLst>
              <a:ext uri="{FF2B5EF4-FFF2-40B4-BE49-F238E27FC236}">
                <a16:creationId xmlns:a16="http://schemas.microsoft.com/office/drawing/2014/main" id="{42585BAD-1F3B-2CF7-0FC9-91641E406603}"/>
              </a:ext>
            </a:extLst>
          </p:cNvPr>
          <p:cNvSpPr>
            <a:spLocks/>
          </p:cNvSpPr>
          <p:nvPr/>
        </p:nvSpPr>
        <p:spPr bwMode="auto">
          <a:xfrm>
            <a:off x="5269264" y="3912710"/>
            <a:ext cx="31521" cy="10507"/>
          </a:xfrm>
          <a:custGeom>
            <a:avLst/>
            <a:gdLst>
              <a:gd name="T0" fmla="*/ 5 w 9"/>
              <a:gd name="T1" fmla="*/ 2 h 3"/>
              <a:gd name="T2" fmla="*/ 8 w 9"/>
              <a:gd name="T3" fmla="*/ 3 h 3"/>
              <a:gd name="T4" fmla="*/ 9 w 9"/>
              <a:gd name="T5" fmla="*/ 2 h 3"/>
              <a:gd name="T6" fmla="*/ 5 w 9"/>
              <a:gd name="T7" fmla="*/ 0 h 3"/>
              <a:gd name="T8" fmla="*/ 1 w 9"/>
              <a:gd name="T9" fmla="*/ 2 h 3"/>
              <a:gd name="T10" fmla="*/ 1 w 9"/>
              <a:gd name="T11" fmla="*/ 3 h 3"/>
              <a:gd name="T12" fmla="*/ 5 w 9"/>
              <a:gd name="T13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3">
                <a:moveTo>
                  <a:pt x="5" y="2"/>
                </a:moveTo>
                <a:cubicBezTo>
                  <a:pt x="6" y="2"/>
                  <a:pt x="7" y="2"/>
                  <a:pt x="8" y="3"/>
                </a:cubicBezTo>
                <a:cubicBezTo>
                  <a:pt x="9" y="3"/>
                  <a:pt x="9" y="3"/>
                  <a:pt x="9" y="2"/>
                </a:cubicBezTo>
                <a:cubicBezTo>
                  <a:pt x="8" y="1"/>
                  <a:pt x="7" y="0"/>
                  <a:pt x="5" y="0"/>
                </a:cubicBezTo>
                <a:cubicBezTo>
                  <a:pt x="3" y="0"/>
                  <a:pt x="2" y="1"/>
                  <a:pt x="1" y="2"/>
                </a:cubicBezTo>
                <a:cubicBezTo>
                  <a:pt x="0" y="3"/>
                  <a:pt x="1" y="3"/>
                  <a:pt x="1" y="3"/>
                </a:cubicBezTo>
                <a:cubicBezTo>
                  <a:pt x="2" y="2"/>
                  <a:pt x="4" y="2"/>
                  <a:pt x="5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" name="Freeform 690">
            <a:extLst>
              <a:ext uri="{FF2B5EF4-FFF2-40B4-BE49-F238E27FC236}">
                <a16:creationId xmlns:a16="http://schemas.microsoft.com/office/drawing/2014/main" id="{2175FA89-776E-D254-94C0-75C00C9C5AEB}"/>
              </a:ext>
            </a:extLst>
          </p:cNvPr>
          <p:cNvSpPr>
            <a:spLocks/>
          </p:cNvSpPr>
          <p:nvPr/>
        </p:nvSpPr>
        <p:spPr bwMode="auto">
          <a:xfrm>
            <a:off x="5265061" y="3933722"/>
            <a:ext cx="37824" cy="12608"/>
          </a:xfrm>
          <a:custGeom>
            <a:avLst/>
            <a:gdLst>
              <a:gd name="T0" fmla="*/ 6 w 11"/>
              <a:gd name="T1" fmla="*/ 2 h 4"/>
              <a:gd name="T2" fmla="*/ 2 w 11"/>
              <a:gd name="T3" fmla="*/ 0 h 4"/>
              <a:gd name="T4" fmla="*/ 1 w 11"/>
              <a:gd name="T5" fmla="*/ 1 h 4"/>
              <a:gd name="T6" fmla="*/ 6 w 11"/>
              <a:gd name="T7" fmla="*/ 4 h 4"/>
              <a:gd name="T8" fmla="*/ 11 w 11"/>
              <a:gd name="T9" fmla="*/ 1 h 4"/>
              <a:gd name="T10" fmla="*/ 10 w 11"/>
              <a:gd name="T11" fmla="*/ 0 h 4"/>
              <a:gd name="T12" fmla="*/ 6 w 11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4">
                <a:moveTo>
                  <a:pt x="6" y="2"/>
                </a:moveTo>
                <a:cubicBezTo>
                  <a:pt x="4" y="2"/>
                  <a:pt x="3" y="1"/>
                  <a:pt x="2" y="0"/>
                </a:cubicBezTo>
                <a:cubicBezTo>
                  <a:pt x="1" y="0"/>
                  <a:pt x="0" y="0"/>
                  <a:pt x="1" y="1"/>
                </a:cubicBezTo>
                <a:cubicBezTo>
                  <a:pt x="2" y="3"/>
                  <a:pt x="4" y="4"/>
                  <a:pt x="6" y="4"/>
                </a:cubicBezTo>
                <a:cubicBezTo>
                  <a:pt x="8" y="4"/>
                  <a:pt x="10" y="3"/>
                  <a:pt x="11" y="1"/>
                </a:cubicBezTo>
                <a:cubicBezTo>
                  <a:pt x="11" y="0"/>
                  <a:pt x="11" y="0"/>
                  <a:pt x="10" y="0"/>
                </a:cubicBezTo>
                <a:cubicBezTo>
                  <a:pt x="9" y="1"/>
                  <a:pt x="8" y="2"/>
                  <a:pt x="6" y="2"/>
                </a:cubicBezTo>
                <a:close/>
              </a:path>
            </a:pathLst>
          </a:custGeom>
          <a:solidFill>
            <a:srgbClr val="FFFF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3" name="Freeform 859">
            <a:extLst>
              <a:ext uri="{FF2B5EF4-FFF2-40B4-BE49-F238E27FC236}">
                <a16:creationId xmlns:a16="http://schemas.microsoft.com/office/drawing/2014/main" id="{C76A0459-8FBF-F471-C79E-5534848CC74D}"/>
              </a:ext>
            </a:extLst>
          </p:cNvPr>
          <p:cNvSpPr/>
          <p:nvPr/>
        </p:nvSpPr>
        <p:spPr>
          <a:xfrm>
            <a:off x="4902199" y="1450455"/>
            <a:ext cx="2133601" cy="5407545"/>
          </a:xfrm>
          <a:custGeom>
            <a:avLst/>
            <a:gdLst>
              <a:gd name="connsiteX0" fmla="*/ 1064700 w 2133601"/>
              <a:gd name="connsiteY0" fmla="*/ 102482 h 5407545"/>
              <a:gd name="connsiteX1" fmla="*/ 961385 w 2133601"/>
              <a:gd name="connsiteY1" fmla="*/ 119651 h 5407545"/>
              <a:gd name="connsiteX2" fmla="*/ 833964 w 2133601"/>
              <a:gd name="connsiteY2" fmla="*/ 294778 h 5407545"/>
              <a:gd name="connsiteX3" fmla="*/ 854627 w 2133601"/>
              <a:gd name="connsiteY3" fmla="*/ 439000 h 5407545"/>
              <a:gd name="connsiteX4" fmla="*/ 854627 w 2133601"/>
              <a:gd name="connsiteY4" fmla="*/ 445867 h 5407545"/>
              <a:gd name="connsiteX5" fmla="*/ 854838 w 2133601"/>
              <a:gd name="connsiteY5" fmla="*/ 446514 h 5407545"/>
              <a:gd name="connsiteX6" fmla="*/ 847247 w 2133601"/>
              <a:gd name="connsiteY6" fmla="*/ 438947 h 5407545"/>
              <a:gd name="connsiteX7" fmla="*/ 833876 w 2133601"/>
              <a:gd name="connsiteY7" fmla="*/ 446257 h 5407545"/>
              <a:gd name="connsiteX8" fmla="*/ 837326 w 2133601"/>
              <a:gd name="connsiteY8" fmla="*/ 532250 h 5407545"/>
              <a:gd name="connsiteX9" fmla="*/ 864932 w 2133601"/>
              <a:gd name="connsiteY9" fmla="*/ 573527 h 5407545"/>
              <a:gd name="connsiteX10" fmla="*/ 882186 w 2133601"/>
              <a:gd name="connsiteY10" fmla="*/ 559768 h 5407545"/>
              <a:gd name="connsiteX11" fmla="*/ 920144 w 2133601"/>
              <a:gd name="connsiteY11" fmla="*/ 676720 h 5407545"/>
              <a:gd name="connsiteX12" fmla="*/ 906341 w 2133601"/>
              <a:gd name="connsiteY12" fmla="*/ 793671 h 5407545"/>
              <a:gd name="connsiteX13" fmla="*/ 661339 w 2133601"/>
              <a:gd name="connsiteY13" fmla="*/ 889984 h 5407545"/>
              <a:gd name="connsiteX14" fmla="*/ 409435 w 2133601"/>
              <a:gd name="connsiteY14" fmla="*/ 1147965 h 5407545"/>
              <a:gd name="connsiteX15" fmla="*/ 409435 w 2133601"/>
              <a:gd name="connsiteY15" fmla="*/ 1498819 h 5407545"/>
              <a:gd name="connsiteX16" fmla="*/ 354223 w 2133601"/>
              <a:gd name="connsiteY16" fmla="*/ 1743040 h 5407545"/>
              <a:gd name="connsiteX17" fmla="*/ 299011 w 2133601"/>
              <a:gd name="connsiteY17" fmla="*/ 2121412 h 5407545"/>
              <a:gd name="connsiteX18" fmla="*/ 285208 w 2133601"/>
              <a:gd name="connsiteY18" fmla="*/ 2269321 h 5407545"/>
              <a:gd name="connsiteX19" fmla="*/ 264503 w 2133601"/>
              <a:gd name="connsiteY19" fmla="*/ 2344996 h 5407545"/>
              <a:gd name="connsiteX20" fmla="*/ 205841 w 2133601"/>
              <a:gd name="connsiteY20" fmla="*/ 2486025 h 5407545"/>
              <a:gd name="connsiteX21" fmla="*/ 171333 w 2133601"/>
              <a:gd name="connsiteY21" fmla="*/ 2609856 h 5407545"/>
              <a:gd name="connsiteX22" fmla="*/ 150629 w 2133601"/>
              <a:gd name="connsiteY22" fmla="*/ 2692410 h 5407545"/>
              <a:gd name="connsiteX23" fmla="*/ 153013 w 2133601"/>
              <a:gd name="connsiteY23" fmla="*/ 2701204 h 5407545"/>
              <a:gd name="connsiteX24" fmla="*/ 152731 w 2133601"/>
              <a:gd name="connsiteY24" fmla="*/ 2701995 h 5407545"/>
              <a:gd name="connsiteX25" fmla="*/ 153322 w 2133601"/>
              <a:gd name="connsiteY25" fmla="*/ 2702344 h 5407545"/>
              <a:gd name="connsiteX26" fmla="*/ 154942 w 2133601"/>
              <a:gd name="connsiteY26" fmla="*/ 2708319 h 5407545"/>
              <a:gd name="connsiteX27" fmla="*/ 164432 w 2133601"/>
              <a:gd name="connsiteY27" fmla="*/ 2716488 h 5407545"/>
              <a:gd name="connsiteX28" fmla="*/ 198939 w 2133601"/>
              <a:gd name="connsiteY28" fmla="*/ 2675211 h 5407545"/>
              <a:gd name="connsiteX29" fmla="*/ 226545 w 2133601"/>
              <a:gd name="connsiteY29" fmla="*/ 2589218 h 5407545"/>
              <a:gd name="connsiteX30" fmla="*/ 226545 w 2133601"/>
              <a:gd name="connsiteY30" fmla="*/ 2606416 h 5407545"/>
              <a:gd name="connsiteX31" fmla="*/ 192038 w 2133601"/>
              <a:gd name="connsiteY31" fmla="*/ 2723368 h 5407545"/>
              <a:gd name="connsiteX32" fmla="*/ 182548 w 2133601"/>
              <a:gd name="connsiteY32" fmla="*/ 2767224 h 5407545"/>
              <a:gd name="connsiteX33" fmla="*/ 185367 w 2133601"/>
              <a:gd name="connsiteY33" fmla="*/ 2780474 h 5407545"/>
              <a:gd name="connsiteX34" fmla="*/ 184250 w 2133601"/>
              <a:gd name="connsiteY34" fmla="*/ 2784887 h 5407545"/>
              <a:gd name="connsiteX35" fmla="*/ 186696 w 2133601"/>
              <a:gd name="connsiteY35" fmla="*/ 2786717 h 5407545"/>
              <a:gd name="connsiteX36" fmla="*/ 188587 w 2133601"/>
              <a:gd name="connsiteY36" fmla="*/ 2795602 h 5407545"/>
              <a:gd name="connsiteX37" fmla="*/ 219644 w 2133601"/>
              <a:gd name="connsiteY37" fmla="*/ 2792163 h 5407545"/>
              <a:gd name="connsiteX38" fmla="*/ 236897 w 2133601"/>
              <a:gd name="connsiteY38" fmla="*/ 2723368 h 5407545"/>
              <a:gd name="connsiteX39" fmla="*/ 278306 w 2133601"/>
              <a:gd name="connsiteY39" fmla="*/ 2602977 h 5407545"/>
              <a:gd name="connsiteX40" fmla="*/ 236897 w 2133601"/>
              <a:gd name="connsiteY40" fmla="*/ 2737127 h 5407545"/>
              <a:gd name="connsiteX41" fmla="*/ 226545 w 2133601"/>
              <a:gd name="connsiteY41" fmla="*/ 2802482 h 5407545"/>
              <a:gd name="connsiteX42" fmla="*/ 247249 w 2133601"/>
              <a:gd name="connsiteY42" fmla="*/ 2843759 h 5407545"/>
              <a:gd name="connsiteX43" fmla="*/ 295560 w 2133601"/>
              <a:gd name="connsiteY43" fmla="*/ 2726807 h 5407545"/>
              <a:gd name="connsiteX44" fmla="*/ 330067 w 2133601"/>
              <a:gd name="connsiteY44" fmla="*/ 2609856 h 5407545"/>
              <a:gd name="connsiteX45" fmla="*/ 299011 w 2133601"/>
              <a:gd name="connsiteY45" fmla="*/ 2750886 h 5407545"/>
              <a:gd name="connsiteX46" fmla="*/ 316265 w 2133601"/>
              <a:gd name="connsiteY46" fmla="*/ 2823120 h 5407545"/>
              <a:gd name="connsiteX47" fmla="*/ 350772 w 2133601"/>
              <a:gd name="connsiteY47" fmla="*/ 2757765 h 5407545"/>
              <a:gd name="connsiteX48" fmla="*/ 371476 w 2133601"/>
              <a:gd name="connsiteY48" fmla="*/ 2671772 h 5407545"/>
              <a:gd name="connsiteX49" fmla="*/ 412885 w 2133601"/>
              <a:gd name="connsiteY49" fmla="*/ 2551380 h 5407545"/>
              <a:gd name="connsiteX50" fmla="*/ 457745 w 2133601"/>
              <a:gd name="connsiteY50" fmla="*/ 2654573 h 5407545"/>
              <a:gd name="connsiteX51" fmla="*/ 511123 w 2133601"/>
              <a:gd name="connsiteY51" fmla="*/ 2655057 h 5407545"/>
              <a:gd name="connsiteX52" fmla="*/ 510327 w 2133601"/>
              <a:gd name="connsiteY52" fmla="*/ 2646345 h 5407545"/>
              <a:gd name="connsiteX53" fmla="*/ 512055 w 2133601"/>
              <a:gd name="connsiteY53" fmla="*/ 2643808 h 5407545"/>
              <a:gd name="connsiteX54" fmla="*/ 509696 w 2133601"/>
              <a:gd name="connsiteY54" fmla="*/ 2639453 h 5407545"/>
              <a:gd name="connsiteX55" fmla="*/ 509506 w 2133601"/>
              <a:gd name="connsiteY55" fmla="*/ 2637374 h 5407545"/>
              <a:gd name="connsiteX56" fmla="*/ 471548 w 2133601"/>
              <a:gd name="connsiteY56" fmla="*/ 2516983 h 5407545"/>
              <a:gd name="connsiteX57" fmla="*/ 416336 w 2133601"/>
              <a:gd name="connsiteY57" fmla="*/ 2403471 h 5407545"/>
              <a:gd name="connsiteX58" fmla="*/ 402533 w 2133601"/>
              <a:gd name="connsiteY58" fmla="*/ 2386273 h 5407545"/>
              <a:gd name="connsiteX59" fmla="*/ 399082 w 2133601"/>
              <a:gd name="connsiteY59" fmla="*/ 2372514 h 5407545"/>
              <a:gd name="connsiteX60" fmla="*/ 412885 w 2133601"/>
              <a:gd name="connsiteY60" fmla="*/ 2324357 h 5407545"/>
              <a:gd name="connsiteX61" fmla="*/ 537112 w 2133601"/>
              <a:gd name="connsiteY61" fmla="*/ 1956305 h 5407545"/>
              <a:gd name="connsiteX62" fmla="*/ 575070 w 2133601"/>
              <a:gd name="connsiteY62" fmla="*/ 1701764 h 5407545"/>
              <a:gd name="connsiteX63" fmla="*/ 654437 w 2133601"/>
              <a:gd name="connsiteY63" fmla="*/ 1450662 h 5407545"/>
              <a:gd name="connsiteX64" fmla="*/ 720001 w 2133601"/>
              <a:gd name="connsiteY64" fmla="*/ 1832474 h 5407545"/>
              <a:gd name="connsiteX65" fmla="*/ 668240 w 2133601"/>
              <a:gd name="connsiteY65" fmla="*/ 2076696 h 5407545"/>
              <a:gd name="connsiteX66" fmla="*/ 626831 w 2133601"/>
              <a:gd name="connsiteY66" fmla="*/ 2314038 h 5407545"/>
              <a:gd name="connsiteX67" fmla="*/ 623380 w 2133601"/>
              <a:gd name="connsiteY67" fmla="*/ 2857518 h 5407545"/>
              <a:gd name="connsiteX68" fmla="*/ 671691 w 2133601"/>
              <a:gd name="connsiteY68" fmla="*/ 3315004 h 5407545"/>
              <a:gd name="connsiteX69" fmla="*/ 619930 w 2133601"/>
              <a:gd name="connsiteY69" fmla="*/ 3524828 h 5407545"/>
              <a:gd name="connsiteX70" fmla="*/ 619930 w 2133601"/>
              <a:gd name="connsiteY70" fmla="*/ 3827526 h 5407545"/>
              <a:gd name="connsiteX71" fmla="*/ 650986 w 2133601"/>
              <a:gd name="connsiteY71" fmla="*/ 4199018 h 5407545"/>
              <a:gd name="connsiteX72" fmla="*/ 644085 w 2133601"/>
              <a:gd name="connsiteY72" fmla="*/ 4518915 h 5407545"/>
              <a:gd name="connsiteX73" fmla="*/ 637183 w 2133601"/>
              <a:gd name="connsiteY73" fmla="*/ 4542993 h 5407545"/>
              <a:gd name="connsiteX74" fmla="*/ 609577 w 2133601"/>
              <a:gd name="connsiteY74" fmla="*/ 4615227 h 5407545"/>
              <a:gd name="connsiteX75" fmla="*/ 519858 w 2133601"/>
              <a:gd name="connsiteY75" fmla="*/ 4752817 h 5407545"/>
              <a:gd name="connsiteX76" fmla="*/ 502604 w 2133601"/>
              <a:gd name="connsiteY76" fmla="*/ 4821612 h 5407545"/>
              <a:gd name="connsiteX77" fmla="*/ 512957 w 2133601"/>
              <a:gd name="connsiteY77" fmla="*/ 4821612 h 5407545"/>
              <a:gd name="connsiteX78" fmla="*/ 526760 w 2133601"/>
              <a:gd name="connsiteY78" fmla="*/ 4852570 h 5407545"/>
              <a:gd name="connsiteX79" fmla="*/ 540563 w 2133601"/>
              <a:gd name="connsiteY79" fmla="*/ 4852570 h 5407545"/>
              <a:gd name="connsiteX80" fmla="*/ 578521 w 2133601"/>
              <a:gd name="connsiteY80" fmla="*/ 4876648 h 5407545"/>
              <a:gd name="connsiteX81" fmla="*/ 602676 w 2133601"/>
              <a:gd name="connsiteY81" fmla="*/ 4900726 h 5407545"/>
              <a:gd name="connsiteX82" fmla="*/ 623380 w 2133601"/>
              <a:gd name="connsiteY82" fmla="*/ 4897287 h 5407545"/>
              <a:gd name="connsiteX83" fmla="*/ 640634 w 2133601"/>
              <a:gd name="connsiteY83" fmla="*/ 4873208 h 5407545"/>
              <a:gd name="connsiteX84" fmla="*/ 661339 w 2133601"/>
              <a:gd name="connsiteY84" fmla="*/ 4904166 h 5407545"/>
              <a:gd name="connsiteX85" fmla="*/ 730353 w 2133601"/>
              <a:gd name="connsiteY85" fmla="*/ 4869769 h 5407545"/>
              <a:gd name="connsiteX86" fmla="*/ 754508 w 2133601"/>
              <a:gd name="connsiteY86" fmla="*/ 4804413 h 5407545"/>
              <a:gd name="connsiteX87" fmla="*/ 771762 w 2133601"/>
              <a:gd name="connsiteY87" fmla="*/ 4677143 h 5407545"/>
              <a:gd name="connsiteX88" fmla="*/ 809720 w 2133601"/>
              <a:gd name="connsiteY88" fmla="*/ 4611788 h 5407545"/>
              <a:gd name="connsiteX89" fmla="*/ 809720 w 2133601"/>
              <a:gd name="connsiteY89" fmla="*/ 4542993 h 5407545"/>
              <a:gd name="connsiteX90" fmla="*/ 809720 w 2133601"/>
              <a:gd name="connsiteY90" fmla="*/ 4432921 h 5407545"/>
              <a:gd name="connsiteX91" fmla="*/ 813171 w 2133601"/>
              <a:gd name="connsiteY91" fmla="*/ 4384765 h 5407545"/>
              <a:gd name="connsiteX92" fmla="*/ 844228 w 2133601"/>
              <a:gd name="connsiteY92" fmla="*/ 4161181 h 5407545"/>
              <a:gd name="connsiteX93" fmla="*/ 909792 w 2133601"/>
              <a:gd name="connsiteY93" fmla="*/ 3703695 h 5407545"/>
              <a:gd name="connsiteX94" fmla="*/ 947750 w 2133601"/>
              <a:gd name="connsiteY94" fmla="*/ 3366600 h 5407545"/>
              <a:gd name="connsiteX95" fmla="*/ 947750 w 2133601"/>
              <a:gd name="connsiteY95" fmla="*/ 3363160 h 5407545"/>
              <a:gd name="connsiteX96" fmla="*/ 1020216 w 2133601"/>
              <a:gd name="connsiteY96" fmla="*/ 3046704 h 5407545"/>
              <a:gd name="connsiteX97" fmla="*/ 1030568 w 2133601"/>
              <a:gd name="connsiteY97" fmla="*/ 2936632 h 5407545"/>
              <a:gd name="connsiteX98" fmla="*/ 1068526 w 2133601"/>
              <a:gd name="connsiteY98" fmla="*/ 2658013 h 5407545"/>
              <a:gd name="connsiteX99" fmla="*/ 1106484 w 2133601"/>
              <a:gd name="connsiteY99" fmla="*/ 2936632 h 5407545"/>
              <a:gd name="connsiteX100" fmla="*/ 1116836 w 2133601"/>
              <a:gd name="connsiteY100" fmla="*/ 3046704 h 5407545"/>
              <a:gd name="connsiteX101" fmla="*/ 1185851 w 2133601"/>
              <a:gd name="connsiteY101" fmla="*/ 3363160 h 5407545"/>
              <a:gd name="connsiteX102" fmla="*/ 1185851 w 2133601"/>
              <a:gd name="connsiteY102" fmla="*/ 3366600 h 5407545"/>
              <a:gd name="connsiteX103" fmla="*/ 1223809 w 2133601"/>
              <a:gd name="connsiteY103" fmla="*/ 3703695 h 5407545"/>
              <a:gd name="connsiteX104" fmla="*/ 1292824 w 2133601"/>
              <a:gd name="connsiteY104" fmla="*/ 4161181 h 5407545"/>
              <a:gd name="connsiteX105" fmla="*/ 1320430 w 2133601"/>
              <a:gd name="connsiteY105" fmla="*/ 4384765 h 5407545"/>
              <a:gd name="connsiteX106" fmla="*/ 1323881 w 2133601"/>
              <a:gd name="connsiteY106" fmla="*/ 4432921 h 5407545"/>
              <a:gd name="connsiteX107" fmla="*/ 1323881 w 2133601"/>
              <a:gd name="connsiteY107" fmla="*/ 4542993 h 5407545"/>
              <a:gd name="connsiteX108" fmla="*/ 1323881 w 2133601"/>
              <a:gd name="connsiteY108" fmla="*/ 4611788 h 5407545"/>
              <a:gd name="connsiteX109" fmla="*/ 1361839 w 2133601"/>
              <a:gd name="connsiteY109" fmla="*/ 4677143 h 5407545"/>
              <a:gd name="connsiteX110" fmla="*/ 1379092 w 2133601"/>
              <a:gd name="connsiteY110" fmla="*/ 4804413 h 5407545"/>
              <a:gd name="connsiteX111" fmla="*/ 1403248 w 2133601"/>
              <a:gd name="connsiteY111" fmla="*/ 4869769 h 5407545"/>
              <a:gd name="connsiteX112" fmla="*/ 1475713 w 2133601"/>
              <a:gd name="connsiteY112" fmla="*/ 4904166 h 5407545"/>
              <a:gd name="connsiteX113" fmla="*/ 1492967 w 2133601"/>
              <a:gd name="connsiteY113" fmla="*/ 4873208 h 5407545"/>
              <a:gd name="connsiteX114" fmla="*/ 1513671 w 2133601"/>
              <a:gd name="connsiteY114" fmla="*/ 4897287 h 5407545"/>
              <a:gd name="connsiteX115" fmla="*/ 1530925 w 2133601"/>
              <a:gd name="connsiteY115" fmla="*/ 4900726 h 5407545"/>
              <a:gd name="connsiteX116" fmla="*/ 1558531 w 2133601"/>
              <a:gd name="connsiteY116" fmla="*/ 4876648 h 5407545"/>
              <a:gd name="connsiteX117" fmla="*/ 1593038 w 2133601"/>
              <a:gd name="connsiteY117" fmla="*/ 4852570 h 5407545"/>
              <a:gd name="connsiteX118" fmla="*/ 1610292 w 2133601"/>
              <a:gd name="connsiteY118" fmla="*/ 4852570 h 5407545"/>
              <a:gd name="connsiteX119" fmla="*/ 1620644 w 2133601"/>
              <a:gd name="connsiteY119" fmla="*/ 4821612 h 5407545"/>
              <a:gd name="connsiteX120" fmla="*/ 1634447 w 2133601"/>
              <a:gd name="connsiteY120" fmla="*/ 4821612 h 5407545"/>
              <a:gd name="connsiteX121" fmla="*/ 1613743 w 2133601"/>
              <a:gd name="connsiteY121" fmla="*/ 4752817 h 5407545"/>
              <a:gd name="connsiteX122" fmla="*/ 1527474 w 2133601"/>
              <a:gd name="connsiteY122" fmla="*/ 4615227 h 5407545"/>
              <a:gd name="connsiteX123" fmla="*/ 1496418 w 2133601"/>
              <a:gd name="connsiteY123" fmla="*/ 4542993 h 5407545"/>
              <a:gd name="connsiteX124" fmla="*/ 1492967 w 2133601"/>
              <a:gd name="connsiteY124" fmla="*/ 4518915 h 5407545"/>
              <a:gd name="connsiteX125" fmla="*/ 1482615 w 2133601"/>
              <a:gd name="connsiteY125" fmla="*/ 4199018 h 5407545"/>
              <a:gd name="connsiteX126" fmla="*/ 1513671 w 2133601"/>
              <a:gd name="connsiteY126" fmla="*/ 3827526 h 5407545"/>
              <a:gd name="connsiteX127" fmla="*/ 1513671 w 2133601"/>
              <a:gd name="connsiteY127" fmla="*/ 3524828 h 5407545"/>
              <a:gd name="connsiteX128" fmla="*/ 1465361 w 2133601"/>
              <a:gd name="connsiteY128" fmla="*/ 3315004 h 5407545"/>
              <a:gd name="connsiteX129" fmla="*/ 1510221 w 2133601"/>
              <a:gd name="connsiteY129" fmla="*/ 2857518 h 5407545"/>
              <a:gd name="connsiteX130" fmla="*/ 1506770 w 2133601"/>
              <a:gd name="connsiteY130" fmla="*/ 2314038 h 5407545"/>
              <a:gd name="connsiteX131" fmla="*/ 1465361 w 2133601"/>
              <a:gd name="connsiteY131" fmla="*/ 2076696 h 5407545"/>
              <a:gd name="connsiteX132" fmla="*/ 1417051 w 2133601"/>
              <a:gd name="connsiteY132" fmla="*/ 1832474 h 5407545"/>
              <a:gd name="connsiteX133" fmla="*/ 1479164 w 2133601"/>
              <a:gd name="connsiteY133" fmla="*/ 1450662 h 5407545"/>
              <a:gd name="connsiteX134" fmla="*/ 1558531 w 2133601"/>
              <a:gd name="connsiteY134" fmla="*/ 1701764 h 5407545"/>
              <a:gd name="connsiteX135" fmla="*/ 1596489 w 2133601"/>
              <a:gd name="connsiteY135" fmla="*/ 1956305 h 5407545"/>
              <a:gd name="connsiteX136" fmla="*/ 1720716 w 2133601"/>
              <a:gd name="connsiteY136" fmla="*/ 2324357 h 5407545"/>
              <a:gd name="connsiteX137" fmla="*/ 1734519 w 2133601"/>
              <a:gd name="connsiteY137" fmla="*/ 2358755 h 5407545"/>
              <a:gd name="connsiteX138" fmla="*/ 1731068 w 2133601"/>
              <a:gd name="connsiteY138" fmla="*/ 2386273 h 5407545"/>
              <a:gd name="connsiteX139" fmla="*/ 1720716 w 2133601"/>
              <a:gd name="connsiteY139" fmla="*/ 2403471 h 5407545"/>
              <a:gd name="connsiteX140" fmla="*/ 1662053 w 2133601"/>
              <a:gd name="connsiteY140" fmla="*/ 2516983 h 5407545"/>
              <a:gd name="connsiteX141" fmla="*/ 1624095 w 2133601"/>
              <a:gd name="connsiteY141" fmla="*/ 2637374 h 5407545"/>
              <a:gd name="connsiteX142" fmla="*/ 1675856 w 2133601"/>
              <a:gd name="connsiteY142" fmla="*/ 2654573 h 5407545"/>
              <a:gd name="connsiteX143" fmla="*/ 1720716 w 2133601"/>
              <a:gd name="connsiteY143" fmla="*/ 2551380 h 5407545"/>
              <a:gd name="connsiteX144" fmla="*/ 1762125 w 2133601"/>
              <a:gd name="connsiteY144" fmla="*/ 2671772 h 5407545"/>
              <a:gd name="connsiteX145" fmla="*/ 1782829 w 2133601"/>
              <a:gd name="connsiteY145" fmla="*/ 2757765 h 5407545"/>
              <a:gd name="connsiteX146" fmla="*/ 1820787 w 2133601"/>
              <a:gd name="connsiteY146" fmla="*/ 2823120 h 5407545"/>
              <a:gd name="connsiteX147" fmla="*/ 1834590 w 2133601"/>
              <a:gd name="connsiteY147" fmla="*/ 2750886 h 5407545"/>
              <a:gd name="connsiteX148" fmla="*/ 1803534 w 2133601"/>
              <a:gd name="connsiteY148" fmla="*/ 2609856 h 5407545"/>
              <a:gd name="connsiteX149" fmla="*/ 1838041 w 2133601"/>
              <a:gd name="connsiteY149" fmla="*/ 2726807 h 5407545"/>
              <a:gd name="connsiteX150" fmla="*/ 1886351 w 2133601"/>
              <a:gd name="connsiteY150" fmla="*/ 2843759 h 5407545"/>
              <a:gd name="connsiteX151" fmla="*/ 1907056 w 2133601"/>
              <a:gd name="connsiteY151" fmla="*/ 2802482 h 5407545"/>
              <a:gd name="connsiteX152" fmla="*/ 1896704 w 2133601"/>
              <a:gd name="connsiteY152" fmla="*/ 2737127 h 5407545"/>
              <a:gd name="connsiteX153" fmla="*/ 1858745 w 2133601"/>
              <a:gd name="connsiteY153" fmla="*/ 2602977 h 5407545"/>
              <a:gd name="connsiteX154" fmla="*/ 1896704 w 2133601"/>
              <a:gd name="connsiteY154" fmla="*/ 2723368 h 5407545"/>
              <a:gd name="connsiteX155" fmla="*/ 1913957 w 2133601"/>
              <a:gd name="connsiteY155" fmla="*/ 2792163 h 5407545"/>
              <a:gd name="connsiteX156" fmla="*/ 1948465 w 2133601"/>
              <a:gd name="connsiteY156" fmla="*/ 2795602 h 5407545"/>
              <a:gd name="connsiteX157" fmla="*/ 1945014 w 2133601"/>
              <a:gd name="connsiteY157" fmla="*/ 2723368 h 5407545"/>
              <a:gd name="connsiteX158" fmla="*/ 1910506 w 2133601"/>
              <a:gd name="connsiteY158" fmla="*/ 2606416 h 5407545"/>
              <a:gd name="connsiteX159" fmla="*/ 1907056 w 2133601"/>
              <a:gd name="connsiteY159" fmla="*/ 2589218 h 5407545"/>
              <a:gd name="connsiteX160" fmla="*/ 1934662 w 2133601"/>
              <a:gd name="connsiteY160" fmla="*/ 2675211 h 5407545"/>
              <a:gd name="connsiteX161" fmla="*/ 1969169 w 2133601"/>
              <a:gd name="connsiteY161" fmla="*/ 2716488 h 5407545"/>
              <a:gd name="connsiteX162" fmla="*/ 1982972 w 2133601"/>
              <a:gd name="connsiteY162" fmla="*/ 2692410 h 5407545"/>
              <a:gd name="connsiteX163" fmla="*/ 1965718 w 2133601"/>
              <a:gd name="connsiteY163" fmla="*/ 2609856 h 5407545"/>
              <a:gd name="connsiteX164" fmla="*/ 1927760 w 2133601"/>
              <a:gd name="connsiteY164" fmla="*/ 2486025 h 5407545"/>
              <a:gd name="connsiteX165" fmla="*/ 1872548 w 2133601"/>
              <a:gd name="connsiteY165" fmla="*/ 2344996 h 5407545"/>
              <a:gd name="connsiteX166" fmla="*/ 1851844 w 2133601"/>
              <a:gd name="connsiteY166" fmla="*/ 2269321 h 5407545"/>
              <a:gd name="connsiteX167" fmla="*/ 1834590 w 2133601"/>
              <a:gd name="connsiteY167" fmla="*/ 2121412 h 5407545"/>
              <a:gd name="connsiteX168" fmla="*/ 1779378 w 2133601"/>
              <a:gd name="connsiteY168" fmla="*/ 1743040 h 5407545"/>
              <a:gd name="connsiteX169" fmla="*/ 1724166 w 2133601"/>
              <a:gd name="connsiteY169" fmla="*/ 1498819 h 5407545"/>
              <a:gd name="connsiteX170" fmla="*/ 1724166 w 2133601"/>
              <a:gd name="connsiteY170" fmla="*/ 1147965 h 5407545"/>
              <a:gd name="connsiteX171" fmla="*/ 1472262 w 2133601"/>
              <a:gd name="connsiteY171" fmla="*/ 889984 h 5407545"/>
              <a:gd name="connsiteX172" fmla="*/ 1227260 w 2133601"/>
              <a:gd name="connsiteY172" fmla="*/ 793671 h 5407545"/>
              <a:gd name="connsiteX173" fmla="*/ 1213457 w 2133601"/>
              <a:gd name="connsiteY173" fmla="*/ 676720 h 5407545"/>
              <a:gd name="connsiteX174" fmla="*/ 1254866 w 2133601"/>
              <a:gd name="connsiteY174" fmla="*/ 559768 h 5407545"/>
              <a:gd name="connsiteX175" fmla="*/ 1272120 w 2133601"/>
              <a:gd name="connsiteY175" fmla="*/ 573527 h 5407545"/>
              <a:gd name="connsiteX176" fmla="*/ 1296275 w 2133601"/>
              <a:gd name="connsiteY176" fmla="*/ 532250 h 5407545"/>
              <a:gd name="connsiteX177" fmla="*/ 1299726 w 2133601"/>
              <a:gd name="connsiteY177" fmla="*/ 446257 h 5407545"/>
              <a:gd name="connsiteX178" fmla="*/ 1275570 w 2133601"/>
              <a:gd name="connsiteY178" fmla="*/ 449696 h 5407545"/>
              <a:gd name="connsiteX179" fmla="*/ 1272952 w 2133601"/>
              <a:gd name="connsiteY179" fmla="*/ 451436 h 5407545"/>
              <a:gd name="connsiteX180" fmla="*/ 1274772 w 2133601"/>
              <a:gd name="connsiteY180" fmla="*/ 445867 h 5407545"/>
              <a:gd name="connsiteX181" fmla="*/ 1278216 w 2133601"/>
              <a:gd name="connsiteY181" fmla="*/ 439000 h 5407545"/>
              <a:gd name="connsiteX182" fmla="*/ 1295435 w 2133601"/>
              <a:gd name="connsiteY182" fmla="*/ 294778 h 5407545"/>
              <a:gd name="connsiteX183" fmla="*/ 1168014 w 2133601"/>
              <a:gd name="connsiteY183" fmla="*/ 119651 h 5407545"/>
              <a:gd name="connsiteX184" fmla="*/ 1064700 w 2133601"/>
              <a:gd name="connsiteY184" fmla="*/ 102482 h 5407545"/>
              <a:gd name="connsiteX185" fmla="*/ 0 w 2133601"/>
              <a:gd name="connsiteY185" fmla="*/ 0 h 5407545"/>
              <a:gd name="connsiteX186" fmla="*/ 2133601 w 2133601"/>
              <a:gd name="connsiteY186" fmla="*/ 0 h 5407545"/>
              <a:gd name="connsiteX187" fmla="*/ 2133601 w 2133601"/>
              <a:gd name="connsiteY187" fmla="*/ 5407545 h 5407545"/>
              <a:gd name="connsiteX188" fmla="*/ 0 w 2133601"/>
              <a:gd name="connsiteY188" fmla="*/ 5407545 h 540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2133601" h="5407545">
                <a:moveTo>
                  <a:pt x="1064700" y="102482"/>
                </a:moveTo>
                <a:cubicBezTo>
                  <a:pt x="1033705" y="105916"/>
                  <a:pt x="999267" y="109350"/>
                  <a:pt x="961385" y="119651"/>
                </a:cubicBezTo>
                <a:cubicBezTo>
                  <a:pt x="816745" y="167726"/>
                  <a:pt x="830520" y="232969"/>
                  <a:pt x="833964" y="294778"/>
                </a:cubicBezTo>
                <a:cubicBezTo>
                  <a:pt x="837408" y="360021"/>
                  <a:pt x="847739" y="411529"/>
                  <a:pt x="854627" y="439000"/>
                </a:cubicBezTo>
                <a:cubicBezTo>
                  <a:pt x="854627" y="439000"/>
                  <a:pt x="854627" y="442434"/>
                  <a:pt x="854627" y="445867"/>
                </a:cubicBezTo>
                <a:lnTo>
                  <a:pt x="854838" y="446514"/>
                </a:lnTo>
                <a:lnTo>
                  <a:pt x="847247" y="438947"/>
                </a:lnTo>
                <a:cubicBezTo>
                  <a:pt x="842503" y="436797"/>
                  <a:pt x="837327" y="437657"/>
                  <a:pt x="833876" y="446257"/>
                </a:cubicBezTo>
                <a:cubicBezTo>
                  <a:pt x="826974" y="466895"/>
                  <a:pt x="833876" y="518491"/>
                  <a:pt x="837326" y="532250"/>
                </a:cubicBezTo>
                <a:cubicBezTo>
                  <a:pt x="840777" y="546009"/>
                  <a:pt x="854580" y="573527"/>
                  <a:pt x="864932" y="573527"/>
                </a:cubicBezTo>
                <a:cubicBezTo>
                  <a:pt x="871834" y="573527"/>
                  <a:pt x="878735" y="566648"/>
                  <a:pt x="882186" y="559768"/>
                </a:cubicBezTo>
                <a:cubicBezTo>
                  <a:pt x="889087" y="601045"/>
                  <a:pt x="899440" y="642322"/>
                  <a:pt x="920144" y="676720"/>
                </a:cubicBezTo>
                <a:cubicBezTo>
                  <a:pt x="923595" y="728316"/>
                  <a:pt x="920144" y="783352"/>
                  <a:pt x="906341" y="793671"/>
                </a:cubicBezTo>
                <a:cubicBezTo>
                  <a:pt x="878735" y="814309"/>
                  <a:pt x="733804" y="872785"/>
                  <a:pt x="661339" y="889984"/>
                </a:cubicBezTo>
                <a:cubicBezTo>
                  <a:pt x="592324" y="907182"/>
                  <a:pt x="433590" y="941580"/>
                  <a:pt x="409435" y="1147965"/>
                </a:cubicBezTo>
                <a:cubicBezTo>
                  <a:pt x="388730" y="1354349"/>
                  <a:pt x="433590" y="1326831"/>
                  <a:pt x="409435" y="1498819"/>
                </a:cubicBezTo>
                <a:cubicBezTo>
                  <a:pt x="388730" y="1667366"/>
                  <a:pt x="374927" y="1701764"/>
                  <a:pt x="354223" y="1743040"/>
                </a:cubicBezTo>
                <a:cubicBezTo>
                  <a:pt x="336969" y="1784317"/>
                  <a:pt x="299011" y="1939106"/>
                  <a:pt x="299011" y="2121412"/>
                </a:cubicBezTo>
                <a:cubicBezTo>
                  <a:pt x="299011" y="2197087"/>
                  <a:pt x="292109" y="2241803"/>
                  <a:pt x="285208" y="2269321"/>
                </a:cubicBezTo>
                <a:cubicBezTo>
                  <a:pt x="281757" y="2276201"/>
                  <a:pt x="271405" y="2324357"/>
                  <a:pt x="264503" y="2344996"/>
                </a:cubicBezTo>
                <a:cubicBezTo>
                  <a:pt x="257602" y="2369074"/>
                  <a:pt x="223094" y="2448188"/>
                  <a:pt x="205841" y="2486025"/>
                </a:cubicBezTo>
                <a:cubicBezTo>
                  <a:pt x="192038" y="2523862"/>
                  <a:pt x="185136" y="2565139"/>
                  <a:pt x="171333" y="2609856"/>
                </a:cubicBezTo>
                <a:cubicBezTo>
                  <a:pt x="160981" y="2637374"/>
                  <a:pt x="150629" y="2675211"/>
                  <a:pt x="150629" y="2692410"/>
                </a:cubicBezTo>
                <a:lnTo>
                  <a:pt x="153013" y="2701204"/>
                </a:lnTo>
                <a:lnTo>
                  <a:pt x="152731" y="2701995"/>
                </a:lnTo>
                <a:lnTo>
                  <a:pt x="153322" y="2702344"/>
                </a:lnTo>
                <a:lnTo>
                  <a:pt x="154942" y="2708319"/>
                </a:lnTo>
                <a:cubicBezTo>
                  <a:pt x="157530" y="2712188"/>
                  <a:pt x="160981" y="2714768"/>
                  <a:pt x="164432" y="2716488"/>
                </a:cubicBezTo>
                <a:cubicBezTo>
                  <a:pt x="178235" y="2723368"/>
                  <a:pt x="188587" y="2702729"/>
                  <a:pt x="198939" y="2675211"/>
                </a:cubicBezTo>
                <a:cubicBezTo>
                  <a:pt x="205841" y="2654573"/>
                  <a:pt x="219644" y="2606416"/>
                  <a:pt x="226545" y="2589218"/>
                </a:cubicBezTo>
                <a:cubicBezTo>
                  <a:pt x="229996" y="2582338"/>
                  <a:pt x="229996" y="2596097"/>
                  <a:pt x="226545" y="2606416"/>
                </a:cubicBezTo>
                <a:cubicBezTo>
                  <a:pt x="219644" y="2633934"/>
                  <a:pt x="198939" y="2688970"/>
                  <a:pt x="192038" y="2723368"/>
                </a:cubicBezTo>
                <a:cubicBezTo>
                  <a:pt x="186862" y="2738846"/>
                  <a:pt x="183411" y="2754325"/>
                  <a:pt x="182548" y="2767224"/>
                </a:cubicBezTo>
                <a:lnTo>
                  <a:pt x="185367" y="2780474"/>
                </a:lnTo>
                <a:lnTo>
                  <a:pt x="184250" y="2784887"/>
                </a:lnTo>
                <a:lnTo>
                  <a:pt x="186696" y="2786717"/>
                </a:lnTo>
                <a:lnTo>
                  <a:pt x="188587" y="2795602"/>
                </a:lnTo>
                <a:cubicBezTo>
                  <a:pt x="198939" y="2805922"/>
                  <a:pt x="212742" y="2805922"/>
                  <a:pt x="219644" y="2792163"/>
                </a:cubicBezTo>
                <a:cubicBezTo>
                  <a:pt x="226545" y="2774964"/>
                  <a:pt x="229996" y="2744006"/>
                  <a:pt x="236897" y="2723368"/>
                </a:cubicBezTo>
                <a:cubicBezTo>
                  <a:pt x="250700" y="2682091"/>
                  <a:pt x="278306" y="2602977"/>
                  <a:pt x="278306" y="2602977"/>
                </a:cubicBezTo>
                <a:cubicBezTo>
                  <a:pt x="278306" y="2602977"/>
                  <a:pt x="250700" y="2702729"/>
                  <a:pt x="236897" y="2737127"/>
                </a:cubicBezTo>
                <a:cubicBezTo>
                  <a:pt x="236897" y="2740566"/>
                  <a:pt x="229996" y="2778404"/>
                  <a:pt x="226545" y="2802482"/>
                </a:cubicBezTo>
                <a:cubicBezTo>
                  <a:pt x="223094" y="2826560"/>
                  <a:pt x="229996" y="2847199"/>
                  <a:pt x="247249" y="2843759"/>
                </a:cubicBezTo>
                <a:cubicBezTo>
                  <a:pt x="281757" y="2836879"/>
                  <a:pt x="281757" y="2771524"/>
                  <a:pt x="295560" y="2726807"/>
                </a:cubicBezTo>
                <a:cubicBezTo>
                  <a:pt x="305912" y="2682091"/>
                  <a:pt x="330067" y="2609856"/>
                  <a:pt x="330067" y="2609856"/>
                </a:cubicBezTo>
                <a:cubicBezTo>
                  <a:pt x="330067" y="2609856"/>
                  <a:pt x="312814" y="2699289"/>
                  <a:pt x="299011" y="2750886"/>
                </a:cubicBezTo>
                <a:cubicBezTo>
                  <a:pt x="288659" y="2799042"/>
                  <a:pt x="292109" y="2830000"/>
                  <a:pt x="316265" y="2823120"/>
                </a:cubicBezTo>
                <a:cubicBezTo>
                  <a:pt x="336969" y="2812801"/>
                  <a:pt x="347321" y="2778404"/>
                  <a:pt x="350772" y="2757765"/>
                </a:cubicBezTo>
                <a:cubicBezTo>
                  <a:pt x="354223" y="2740566"/>
                  <a:pt x="364575" y="2702729"/>
                  <a:pt x="371476" y="2671772"/>
                </a:cubicBezTo>
                <a:cubicBezTo>
                  <a:pt x="378378" y="2640814"/>
                  <a:pt x="399082" y="2547941"/>
                  <a:pt x="412885" y="2551380"/>
                </a:cubicBezTo>
                <a:cubicBezTo>
                  <a:pt x="423237" y="2554820"/>
                  <a:pt x="423237" y="2623615"/>
                  <a:pt x="457745" y="2654573"/>
                </a:cubicBezTo>
                <a:cubicBezTo>
                  <a:pt x="486214" y="2680371"/>
                  <a:pt x="506918" y="2671342"/>
                  <a:pt x="511123" y="2655057"/>
                </a:cubicBezTo>
                <a:lnTo>
                  <a:pt x="510327" y="2646345"/>
                </a:lnTo>
                <a:lnTo>
                  <a:pt x="512055" y="2643808"/>
                </a:lnTo>
                <a:lnTo>
                  <a:pt x="509696" y="2639453"/>
                </a:lnTo>
                <a:lnTo>
                  <a:pt x="509506" y="2637374"/>
                </a:lnTo>
                <a:cubicBezTo>
                  <a:pt x="499154" y="2613296"/>
                  <a:pt x="481900" y="2585778"/>
                  <a:pt x="471548" y="2516983"/>
                </a:cubicBezTo>
                <a:cubicBezTo>
                  <a:pt x="464646" y="2475706"/>
                  <a:pt x="443942" y="2437869"/>
                  <a:pt x="416336" y="2403471"/>
                </a:cubicBezTo>
                <a:cubicBezTo>
                  <a:pt x="409435" y="2400032"/>
                  <a:pt x="405984" y="2393152"/>
                  <a:pt x="402533" y="2386273"/>
                </a:cubicBezTo>
                <a:cubicBezTo>
                  <a:pt x="399082" y="2382833"/>
                  <a:pt x="399082" y="2379393"/>
                  <a:pt x="399082" y="2372514"/>
                </a:cubicBezTo>
                <a:cubicBezTo>
                  <a:pt x="405984" y="2348436"/>
                  <a:pt x="412885" y="2324357"/>
                  <a:pt x="412885" y="2324357"/>
                </a:cubicBezTo>
                <a:cubicBezTo>
                  <a:pt x="437040" y="2248683"/>
                  <a:pt x="499154" y="2066377"/>
                  <a:pt x="537112" y="1956305"/>
                </a:cubicBezTo>
                <a:cubicBezTo>
                  <a:pt x="585422" y="1811835"/>
                  <a:pt x="568169" y="1763679"/>
                  <a:pt x="575070" y="1701764"/>
                </a:cubicBezTo>
                <a:cubicBezTo>
                  <a:pt x="581972" y="1660487"/>
                  <a:pt x="623380" y="1560734"/>
                  <a:pt x="654437" y="1450662"/>
                </a:cubicBezTo>
                <a:cubicBezTo>
                  <a:pt x="699297" y="1550415"/>
                  <a:pt x="747607" y="1691444"/>
                  <a:pt x="720001" y="1832474"/>
                </a:cubicBezTo>
                <a:cubicBezTo>
                  <a:pt x="668240" y="2076696"/>
                  <a:pt x="685494" y="2004461"/>
                  <a:pt x="668240" y="2076696"/>
                </a:cubicBezTo>
                <a:cubicBezTo>
                  <a:pt x="650986" y="2155810"/>
                  <a:pt x="633733" y="2234924"/>
                  <a:pt x="626831" y="2314038"/>
                </a:cubicBezTo>
                <a:cubicBezTo>
                  <a:pt x="609577" y="2496345"/>
                  <a:pt x="595774" y="2678651"/>
                  <a:pt x="623380" y="2857518"/>
                </a:cubicBezTo>
                <a:cubicBezTo>
                  <a:pt x="633733" y="2922873"/>
                  <a:pt x="671691" y="3301245"/>
                  <a:pt x="671691" y="3315004"/>
                </a:cubicBezTo>
                <a:cubicBezTo>
                  <a:pt x="661339" y="3363160"/>
                  <a:pt x="633733" y="3466353"/>
                  <a:pt x="619930" y="3524828"/>
                </a:cubicBezTo>
                <a:cubicBezTo>
                  <a:pt x="609577" y="3583304"/>
                  <a:pt x="616479" y="3669298"/>
                  <a:pt x="619930" y="3827526"/>
                </a:cubicBezTo>
                <a:cubicBezTo>
                  <a:pt x="623380" y="3989194"/>
                  <a:pt x="644085" y="4109585"/>
                  <a:pt x="650986" y="4199018"/>
                </a:cubicBezTo>
                <a:cubicBezTo>
                  <a:pt x="657888" y="4271253"/>
                  <a:pt x="647536" y="4463879"/>
                  <a:pt x="644085" y="4518915"/>
                </a:cubicBezTo>
                <a:cubicBezTo>
                  <a:pt x="644085" y="4525794"/>
                  <a:pt x="640634" y="4536113"/>
                  <a:pt x="637183" y="4542993"/>
                </a:cubicBezTo>
                <a:cubicBezTo>
                  <a:pt x="630282" y="4563631"/>
                  <a:pt x="619930" y="4591149"/>
                  <a:pt x="609577" y="4615227"/>
                </a:cubicBezTo>
                <a:cubicBezTo>
                  <a:pt x="585422" y="4656504"/>
                  <a:pt x="537112" y="4735619"/>
                  <a:pt x="519858" y="4752817"/>
                </a:cubicBezTo>
                <a:cubicBezTo>
                  <a:pt x="502604" y="4770016"/>
                  <a:pt x="474999" y="4807853"/>
                  <a:pt x="502604" y="4821612"/>
                </a:cubicBezTo>
                <a:cubicBezTo>
                  <a:pt x="509506" y="4825052"/>
                  <a:pt x="512957" y="4821612"/>
                  <a:pt x="512957" y="4821612"/>
                </a:cubicBezTo>
                <a:cubicBezTo>
                  <a:pt x="512957" y="4835371"/>
                  <a:pt x="516407" y="4849130"/>
                  <a:pt x="526760" y="4852570"/>
                </a:cubicBezTo>
                <a:cubicBezTo>
                  <a:pt x="530210" y="4856010"/>
                  <a:pt x="540563" y="4852570"/>
                  <a:pt x="540563" y="4852570"/>
                </a:cubicBezTo>
                <a:cubicBezTo>
                  <a:pt x="540563" y="4862889"/>
                  <a:pt x="550915" y="4883528"/>
                  <a:pt x="578521" y="4876648"/>
                </a:cubicBezTo>
                <a:cubicBezTo>
                  <a:pt x="578521" y="4876648"/>
                  <a:pt x="585422" y="4897287"/>
                  <a:pt x="602676" y="4900726"/>
                </a:cubicBezTo>
                <a:cubicBezTo>
                  <a:pt x="609577" y="4900726"/>
                  <a:pt x="616479" y="4900726"/>
                  <a:pt x="623380" y="4897287"/>
                </a:cubicBezTo>
                <a:cubicBezTo>
                  <a:pt x="626831" y="4893847"/>
                  <a:pt x="633733" y="4890407"/>
                  <a:pt x="640634" y="4873208"/>
                </a:cubicBezTo>
                <a:cubicBezTo>
                  <a:pt x="640634" y="4873208"/>
                  <a:pt x="637183" y="4893847"/>
                  <a:pt x="661339" y="4904166"/>
                </a:cubicBezTo>
                <a:cubicBezTo>
                  <a:pt x="685494" y="4914485"/>
                  <a:pt x="713100" y="4900726"/>
                  <a:pt x="730353" y="4869769"/>
                </a:cubicBezTo>
                <a:cubicBezTo>
                  <a:pt x="744156" y="4838811"/>
                  <a:pt x="744156" y="4831931"/>
                  <a:pt x="754508" y="4804413"/>
                </a:cubicBezTo>
                <a:cubicBezTo>
                  <a:pt x="768312" y="4776895"/>
                  <a:pt x="761410" y="4704661"/>
                  <a:pt x="771762" y="4677143"/>
                </a:cubicBezTo>
                <a:cubicBezTo>
                  <a:pt x="782114" y="4646185"/>
                  <a:pt x="806270" y="4635866"/>
                  <a:pt x="809720" y="4611788"/>
                </a:cubicBezTo>
                <a:cubicBezTo>
                  <a:pt x="813171" y="4598029"/>
                  <a:pt x="813171" y="4570511"/>
                  <a:pt x="809720" y="4542993"/>
                </a:cubicBezTo>
                <a:cubicBezTo>
                  <a:pt x="809720" y="4542993"/>
                  <a:pt x="809720" y="4432921"/>
                  <a:pt x="809720" y="4432921"/>
                </a:cubicBezTo>
                <a:cubicBezTo>
                  <a:pt x="813171" y="4384765"/>
                  <a:pt x="813171" y="4384765"/>
                  <a:pt x="813171" y="4384765"/>
                </a:cubicBezTo>
                <a:cubicBezTo>
                  <a:pt x="820073" y="4309090"/>
                  <a:pt x="826974" y="4233416"/>
                  <a:pt x="844228" y="4161181"/>
                </a:cubicBezTo>
                <a:cubicBezTo>
                  <a:pt x="864932" y="4033910"/>
                  <a:pt x="899440" y="3827526"/>
                  <a:pt x="909792" y="3703695"/>
                </a:cubicBezTo>
                <a:cubicBezTo>
                  <a:pt x="923595" y="3535147"/>
                  <a:pt x="937398" y="3394118"/>
                  <a:pt x="947750" y="3366600"/>
                </a:cubicBezTo>
                <a:cubicBezTo>
                  <a:pt x="947750" y="3366600"/>
                  <a:pt x="947750" y="3366600"/>
                  <a:pt x="947750" y="3363160"/>
                </a:cubicBezTo>
                <a:cubicBezTo>
                  <a:pt x="982257" y="3259968"/>
                  <a:pt x="1006413" y="3153336"/>
                  <a:pt x="1020216" y="3046704"/>
                </a:cubicBezTo>
                <a:cubicBezTo>
                  <a:pt x="1023666" y="3012306"/>
                  <a:pt x="1027117" y="2974469"/>
                  <a:pt x="1030568" y="2936632"/>
                </a:cubicBezTo>
                <a:cubicBezTo>
                  <a:pt x="1040920" y="2757765"/>
                  <a:pt x="1034018" y="2661452"/>
                  <a:pt x="1068526" y="2658013"/>
                </a:cubicBezTo>
                <a:cubicBezTo>
                  <a:pt x="1099582" y="2661452"/>
                  <a:pt x="1092681" y="2757765"/>
                  <a:pt x="1106484" y="2936632"/>
                </a:cubicBezTo>
                <a:cubicBezTo>
                  <a:pt x="1109935" y="2974469"/>
                  <a:pt x="1113386" y="3012306"/>
                  <a:pt x="1116836" y="3046704"/>
                </a:cubicBezTo>
                <a:cubicBezTo>
                  <a:pt x="1127188" y="3153336"/>
                  <a:pt x="1151344" y="3259968"/>
                  <a:pt x="1185851" y="3363160"/>
                </a:cubicBezTo>
                <a:cubicBezTo>
                  <a:pt x="1185851" y="3366600"/>
                  <a:pt x="1185851" y="3366600"/>
                  <a:pt x="1185851" y="3366600"/>
                </a:cubicBezTo>
                <a:cubicBezTo>
                  <a:pt x="1196203" y="3394118"/>
                  <a:pt x="1210006" y="3535147"/>
                  <a:pt x="1223809" y="3703695"/>
                </a:cubicBezTo>
                <a:cubicBezTo>
                  <a:pt x="1234161" y="3827526"/>
                  <a:pt x="1268669" y="4033910"/>
                  <a:pt x="1292824" y="4161181"/>
                </a:cubicBezTo>
                <a:cubicBezTo>
                  <a:pt x="1306627" y="4233416"/>
                  <a:pt x="1316979" y="4309090"/>
                  <a:pt x="1320430" y="4384765"/>
                </a:cubicBezTo>
                <a:cubicBezTo>
                  <a:pt x="1323881" y="4432921"/>
                  <a:pt x="1323881" y="4432921"/>
                  <a:pt x="1323881" y="4432921"/>
                </a:cubicBezTo>
                <a:cubicBezTo>
                  <a:pt x="1323881" y="4432921"/>
                  <a:pt x="1323881" y="4542993"/>
                  <a:pt x="1323881" y="4542993"/>
                </a:cubicBezTo>
                <a:cubicBezTo>
                  <a:pt x="1320430" y="4570511"/>
                  <a:pt x="1323881" y="4598029"/>
                  <a:pt x="1323881" y="4611788"/>
                </a:cubicBezTo>
                <a:cubicBezTo>
                  <a:pt x="1327331" y="4635866"/>
                  <a:pt x="1354937" y="4646185"/>
                  <a:pt x="1361839" y="4677143"/>
                </a:cubicBezTo>
                <a:cubicBezTo>
                  <a:pt x="1372191" y="4704661"/>
                  <a:pt x="1365290" y="4776895"/>
                  <a:pt x="1379092" y="4804413"/>
                </a:cubicBezTo>
                <a:cubicBezTo>
                  <a:pt x="1392896" y="4831931"/>
                  <a:pt x="1389445" y="4838811"/>
                  <a:pt x="1403248" y="4869769"/>
                </a:cubicBezTo>
                <a:cubicBezTo>
                  <a:pt x="1420501" y="4900726"/>
                  <a:pt x="1448107" y="4914485"/>
                  <a:pt x="1475713" y="4904166"/>
                </a:cubicBezTo>
                <a:cubicBezTo>
                  <a:pt x="1499868" y="4893847"/>
                  <a:pt x="1492967" y="4873208"/>
                  <a:pt x="1492967" y="4873208"/>
                </a:cubicBezTo>
                <a:cubicBezTo>
                  <a:pt x="1499868" y="4890407"/>
                  <a:pt x="1506770" y="4893847"/>
                  <a:pt x="1513671" y="4897287"/>
                </a:cubicBezTo>
                <a:cubicBezTo>
                  <a:pt x="1517122" y="4900726"/>
                  <a:pt x="1524024" y="4900726"/>
                  <a:pt x="1530925" y="4900726"/>
                </a:cubicBezTo>
                <a:cubicBezTo>
                  <a:pt x="1551630" y="4897287"/>
                  <a:pt x="1558531" y="4876648"/>
                  <a:pt x="1558531" y="4876648"/>
                </a:cubicBezTo>
                <a:cubicBezTo>
                  <a:pt x="1582686" y="4883528"/>
                  <a:pt x="1593038" y="4862889"/>
                  <a:pt x="1593038" y="4852570"/>
                </a:cubicBezTo>
                <a:cubicBezTo>
                  <a:pt x="1593038" y="4852570"/>
                  <a:pt x="1603391" y="4856010"/>
                  <a:pt x="1610292" y="4852570"/>
                </a:cubicBezTo>
                <a:cubicBezTo>
                  <a:pt x="1617194" y="4849130"/>
                  <a:pt x="1624095" y="4835371"/>
                  <a:pt x="1620644" y="4821612"/>
                </a:cubicBezTo>
                <a:cubicBezTo>
                  <a:pt x="1620644" y="4821612"/>
                  <a:pt x="1624095" y="4825052"/>
                  <a:pt x="1634447" y="4821612"/>
                </a:cubicBezTo>
                <a:cubicBezTo>
                  <a:pt x="1658602" y="4807853"/>
                  <a:pt x="1630996" y="4770016"/>
                  <a:pt x="1613743" y="4752817"/>
                </a:cubicBezTo>
                <a:cubicBezTo>
                  <a:pt x="1596489" y="4735619"/>
                  <a:pt x="1548179" y="4656504"/>
                  <a:pt x="1527474" y="4615227"/>
                </a:cubicBezTo>
                <a:cubicBezTo>
                  <a:pt x="1513671" y="4591149"/>
                  <a:pt x="1503319" y="4563631"/>
                  <a:pt x="1496418" y="4542993"/>
                </a:cubicBezTo>
                <a:cubicBezTo>
                  <a:pt x="1492967" y="4536113"/>
                  <a:pt x="1492967" y="4525794"/>
                  <a:pt x="1492967" y="4518915"/>
                </a:cubicBezTo>
                <a:cubicBezTo>
                  <a:pt x="1489516" y="4463879"/>
                  <a:pt x="1475713" y="4271253"/>
                  <a:pt x="1482615" y="4199018"/>
                </a:cubicBezTo>
                <a:cubicBezTo>
                  <a:pt x="1489516" y="4109585"/>
                  <a:pt x="1510221" y="3989194"/>
                  <a:pt x="1513671" y="3827526"/>
                </a:cubicBezTo>
                <a:cubicBezTo>
                  <a:pt x="1520573" y="3669298"/>
                  <a:pt x="1524024" y="3583304"/>
                  <a:pt x="1513671" y="3524828"/>
                </a:cubicBezTo>
                <a:cubicBezTo>
                  <a:pt x="1503319" y="3466353"/>
                  <a:pt x="1472262" y="3363160"/>
                  <a:pt x="1465361" y="3315004"/>
                </a:cubicBezTo>
                <a:cubicBezTo>
                  <a:pt x="1461910" y="3301245"/>
                  <a:pt x="1499868" y="2922873"/>
                  <a:pt x="1510221" y="2857518"/>
                </a:cubicBezTo>
                <a:cubicBezTo>
                  <a:pt x="1537826" y="2678651"/>
                  <a:pt x="1524024" y="2496345"/>
                  <a:pt x="1506770" y="2314038"/>
                </a:cubicBezTo>
                <a:cubicBezTo>
                  <a:pt x="1499868" y="2234924"/>
                  <a:pt x="1482615" y="2155810"/>
                  <a:pt x="1465361" y="2076696"/>
                </a:cubicBezTo>
                <a:cubicBezTo>
                  <a:pt x="1448107" y="2004461"/>
                  <a:pt x="1465361" y="2076696"/>
                  <a:pt x="1417051" y="1832474"/>
                </a:cubicBezTo>
                <a:cubicBezTo>
                  <a:pt x="1385994" y="1691444"/>
                  <a:pt x="1434304" y="1550415"/>
                  <a:pt x="1479164" y="1450662"/>
                </a:cubicBezTo>
                <a:cubicBezTo>
                  <a:pt x="1510221" y="1560734"/>
                  <a:pt x="1555080" y="1660487"/>
                  <a:pt x="1558531" y="1701764"/>
                </a:cubicBezTo>
                <a:cubicBezTo>
                  <a:pt x="1565432" y="1763679"/>
                  <a:pt x="1548179" y="1811835"/>
                  <a:pt x="1596489" y="1956305"/>
                </a:cubicBezTo>
                <a:cubicBezTo>
                  <a:pt x="1637898" y="2066377"/>
                  <a:pt x="1696561" y="2248683"/>
                  <a:pt x="1720716" y="2324357"/>
                </a:cubicBezTo>
                <a:cubicBezTo>
                  <a:pt x="1734519" y="2358755"/>
                  <a:pt x="1734519" y="2358755"/>
                  <a:pt x="1734519" y="2358755"/>
                </a:cubicBezTo>
                <a:cubicBezTo>
                  <a:pt x="1734519" y="2365634"/>
                  <a:pt x="1737970" y="2375953"/>
                  <a:pt x="1731068" y="2386273"/>
                </a:cubicBezTo>
                <a:cubicBezTo>
                  <a:pt x="1731068" y="2393152"/>
                  <a:pt x="1724166" y="2400032"/>
                  <a:pt x="1720716" y="2403471"/>
                </a:cubicBezTo>
                <a:cubicBezTo>
                  <a:pt x="1693110" y="2437869"/>
                  <a:pt x="1672405" y="2475706"/>
                  <a:pt x="1662053" y="2516983"/>
                </a:cubicBezTo>
                <a:cubicBezTo>
                  <a:pt x="1651701" y="2585778"/>
                  <a:pt x="1637898" y="2613296"/>
                  <a:pt x="1624095" y="2637374"/>
                </a:cubicBezTo>
                <a:cubicBezTo>
                  <a:pt x="1613743" y="2661452"/>
                  <a:pt x="1637898" y="2688970"/>
                  <a:pt x="1675856" y="2654573"/>
                </a:cubicBezTo>
                <a:cubicBezTo>
                  <a:pt x="1713814" y="2623615"/>
                  <a:pt x="1710364" y="2554820"/>
                  <a:pt x="1720716" y="2551380"/>
                </a:cubicBezTo>
                <a:cubicBezTo>
                  <a:pt x="1734519" y="2547941"/>
                  <a:pt x="1758674" y="2640814"/>
                  <a:pt x="1762125" y="2671772"/>
                </a:cubicBezTo>
                <a:cubicBezTo>
                  <a:pt x="1769026" y="2702729"/>
                  <a:pt x="1779378" y="2740566"/>
                  <a:pt x="1782829" y="2757765"/>
                </a:cubicBezTo>
                <a:cubicBezTo>
                  <a:pt x="1786280" y="2778404"/>
                  <a:pt x="1796632" y="2812801"/>
                  <a:pt x="1820787" y="2823120"/>
                </a:cubicBezTo>
                <a:cubicBezTo>
                  <a:pt x="1841492" y="2830000"/>
                  <a:pt x="1848393" y="2799042"/>
                  <a:pt x="1834590" y="2750886"/>
                </a:cubicBezTo>
                <a:cubicBezTo>
                  <a:pt x="1824238" y="2699289"/>
                  <a:pt x="1803534" y="2609856"/>
                  <a:pt x="1803534" y="2609856"/>
                </a:cubicBezTo>
                <a:cubicBezTo>
                  <a:pt x="1803534" y="2609856"/>
                  <a:pt x="1827689" y="2682091"/>
                  <a:pt x="1838041" y="2726807"/>
                </a:cubicBezTo>
                <a:cubicBezTo>
                  <a:pt x="1851844" y="2771524"/>
                  <a:pt x="1855295" y="2836879"/>
                  <a:pt x="1886351" y="2843759"/>
                </a:cubicBezTo>
                <a:cubicBezTo>
                  <a:pt x="1903605" y="2847199"/>
                  <a:pt x="1910506" y="2826560"/>
                  <a:pt x="1907056" y="2802482"/>
                </a:cubicBezTo>
                <a:cubicBezTo>
                  <a:pt x="1907056" y="2778404"/>
                  <a:pt x="1896704" y="2740566"/>
                  <a:pt x="1896704" y="2737127"/>
                </a:cubicBezTo>
                <a:cubicBezTo>
                  <a:pt x="1886351" y="2702729"/>
                  <a:pt x="1858745" y="2602977"/>
                  <a:pt x="1858745" y="2602977"/>
                </a:cubicBezTo>
                <a:cubicBezTo>
                  <a:pt x="1858745" y="2602977"/>
                  <a:pt x="1886351" y="2682091"/>
                  <a:pt x="1896704" y="2723368"/>
                </a:cubicBezTo>
                <a:cubicBezTo>
                  <a:pt x="1903605" y="2744006"/>
                  <a:pt x="1907056" y="2774964"/>
                  <a:pt x="1913957" y="2792163"/>
                </a:cubicBezTo>
                <a:cubicBezTo>
                  <a:pt x="1920859" y="2805922"/>
                  <a:pt x="1938112" y="2805922"/>
                  <a:pt x="1948465" y="2795602"/>
                </a:cubicBezTo>
                <a:cubicBezTo>
                  <a:pt x="1958817" y="2785283"/>
                  <a:pt x="1951915" y="2754325"/>
                  <a:pt x="1945014" y="2723368"/>
                </a:cubicBezTo>
                <a:cubicBezTo>
                  <a:pt x="1934662" y="2688970"/>
                  <a:pt x="1917408" y="2633934"/>
                  <a:pt x="1910506" y="2606416"/>
                </a:cubicBezTo>
                <a:cubicBezTo>
                  <a:pt x="1907056" y="2596097"/>
                  <a:pt x="1903605" y="2582338"/>
                  <a:pt x="1907056" y="2589218"/>
                </a:cubicBezTo>
                <a:cubicBezTo>
                  <a:pt x="1917408" y="2606416"/>
                  <a:pt x="1927760" y="2654573"/>
                  <a:pt x="1934662" y="2675211"/>
                </a:cubicBezTo>
                <a:cubicBezTo>
                  <a:pt x="1945014" y="2702729"/>
                  <a:pt x="1955366" y="2723368"/>
                  <a:pt x="1969169" y="2716488"/>
                </a:cubicBezTo>
                <a:cubicBezTo>
                  <a:pt x="1979521" y="2713048"/>
                  <a:pt x="1982972" y="2706169"/>
                  <a:pt x="1982972" y="2692410"/>
                </a:cubicBezTo>
                <a:cubicBezTo>
                  <a:pt x="1982972" y="2675211"/>
                  <a:pt x="1972620" y="2637374"/>
                  <a:pt x="1965718" y="2609856"/>
                </a:cubicBezTo>
                <a:cubicBezTo>
                  <a:pt x="1951915" y="2565139"/>
                  <a:pt x="1941563" y="2523862"/>
                  <a:pt x="1927760" y="2486025"/>
                </a:cubicBezTo>
                <a:cubicBezTo>
                  <a:pt x="1913957" y="2448188"/>
                  <a:pt x="1879450" y="2369074"/>
                  <a:pt x="1872548" y="2344996"/>
                </a:cubicBezTo>
                <a:cubicBezTo>
                  <a:pt x="1865647" y="2324357"/>
                  <a:pt x="1851844" y="2276201"/>
                  <a:pt x="1851844" y="2269321"/>
                </a:cubicBezTo>
                <a:cubicBezTo>
                  <a:pt x="1841492" y="2241803"/>
                  <a:pt x="1834590" y="2197087"/>
                  <a:pt x="1834590" y="2121412"/>
                </a:cubicBezTo>
                <a:cubicBezTo>
                  <a:pt x="1834590" y="1939106"/>
                  <a:pt x="1800083" y="1784317"/>
                  <a:pt x="1779378" y="1743040"/>
                </a:cubicBezTo>
                <a:cubicBezTo>
                  <a:pt x="1758674" y="1701764"/>
                  <a:pt x="1748322" y="1667366"/>
                  <a:pt x="1724166" y="1498819"/>
                </a:cubicBezTo>
                <a:cubicBezTo>
                  <a:pt x="1700011" y="1326831"/>
                  <a:pt x="1744871" y="1354349"/>
                  <a:pt x="1724166" y="1147965"/>
                </a:cubicBezTo>
                <a:cubicBezTo>
                  <a:pt x="1703462" y="941580"/>
                  <a:pt x="1544728" y="907182"/>
                  <a:pt x="1472262" y="889984"/>
                </a:cubicBezTo>
                <a:cubicBezTo>
                  <a:pt x="1399797" y="872785"/>
                  <a:pt x="1254866" y="814309"/>
                  <a:pt x="1227260" y="793671"/>
                </a:cubicBezTo>
                <a:cubicBezTo>
                  <a:pt x="1213457" y="783352"/>
                  <a:pt x="1213457" y="728316"/>
                  <a:pt x="1213457" y="676720"/>
                </a:cubicBezTo>
                <a:cubicBezTo>
                  <a:pt x="1234161" y="642322"/>
                  <a:pt x="1244514" y="601045"/>
                  <a:pt x="1254866" y="559768"/>
                </a:cubicBezTo>
                <a:cubicBezTo>
                  <a:pt x="1258317" y="566648"/>
                  <a:pt x="1265218" y="573527"/>
                  <a:pt x="1272120" y="573527"/>
                </a:cubicBezTo>
                <a:cubicBezTo>
                  <a:pt x="1279021" y="573527"/>
                  <a:pt x="1292824" y="546009"/>
                  <a:pt x="1296275" y="532250"/>
                </a:cubicBezTo>
                <a:cubicBezTo>
                  <a:pt x="1299726" y="518491"/>
                  <a:pt x="1306627" y="466895"/>
                  <a:pt x="1299726" y="446257"/>
                </a:cubicBezTo>
                <a:cubicBezTo>
                  <a:pt x="1292824" y="429058"/>
                  <a:pt x="1279021" y="442817"/>
                  <a:pt x="1275570" y="449696"/>
                </a:cubicBezTo>
                <a:lnTo>
                  <a:pt x="1272952" y="451436"/>
                </a:lnTo>
                <a:lnTo>
                  <a:pt x="1274772" y="445867"/>
                </a:lnTo>
                <a:cubicBezTo>
                  <a:pt x="1274772" y="442434"/>
                  <a:pt x="1274772" y="439000"/>
                  <a:pt x="1278216" y="439000"/>
                </a:cubicBezTo>
                <a:cubicBezTo>
                  <a:pt x="1281660" y="411529"/>
                  <a:pt x="1295435" y="360021"/>
                  <a:pt x="1295435" y="294778"/>
                </a:cubicBezTo>
                <a:cubicBezTo>
                  <a:pt x="1298879" y="232969"/>
                  <a:pt x="1312654" y="167726"/>
                  <a:pt x="1168014" y="119651"/>
                </a:cubicBezTo>
                <a:cubicBezTo>
                  <a:pt x="1133576" y="109350"/>
                  <a:pt x="1099138" y="105916"/>
                  <a:pt x="1064700" y="102482"/>
                </a:cubicBezTo>
                <a:close/>
                <a:moveTo>
                  <a:pt x="0" y="0"/>
                </a:moveTo>
                <a:lnTo>
                  <a:pt x="2133601" y="0"/>
                </a:lnTo>
                <a:lnTo>
                  <a:pt x="2133601" y="5407545"/>
                </a:lnTo>
                <a:lnTo>
                  <a:pt x="0" y="54075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B0AB5359-17D6-ED21-9840-92DF65CDBBCE}"/>
              </a:ext>
            </a:extLst>
          </p:cNvPr>
          <p:cNvSpPr txBox="1"/>
          <p:nvPr/>
        </p:nvSpPr>
        <p:spPr>
          <a:xfrm>
            <a:off x="762002" y="567008"/>
            <a:ext cx="10667996" cy="864211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800" spc="100" dirty="0">
                <a:latin typeface="+mj-lt"/>
                <a:cs typeface="Poppins ExtraBold" panose="00000900000000000000" pitchFamily="2" charset="0"/>
              </a:rPr>
              <a:t>Medical</a:t>
            </a:r>
            <a:r>
              <a:rPr lang="en-US" sz="4800" b="1" spc="100" dirty="0">
                <a:solidFill>
                  <a:schemeClr val="tx2"/>
                </a:solidFill>
                <a:latin typeface="+mj-lt"/>
                <a:cs typeface="Poppins ExtraBold" panose="00000900000000000000" pitchFamily="2" charset="0"/>
              </a:rPr>
              <a:t> </a:t>
            </a:r>
            <a:r>
              <a:rPr lang="en-US" sz="4800" b="1" spc="100" dirty="0">
                <a:solidFill>
                  <a:schemeClr val="accent2"/>
                </a:solidFill>
                <a:latin typeface="+mj-lt"/>
                <a:cs typeface="Poppins ExtraBold" panose="00000900000000000000" pitchFamily="2" charset="0"/>
              </a:rPr>
              <a:t>Infographic</a:t>
            </a: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7AB14358-396D-7B0C-BD72-E366D431AF8F}"/>
              </a:ext>
            </a:extLst>
          </p:cNvPr>
          <p:cNvSpPr/>
          <p:nvPr/>
        </p:nvSpPr>
        <p:spPr>
          <a:xfrm>
            <a:off x="1460500" y="2102861"/>
            <a:ext cx="385226" cy="385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A22D36B-8C7A-044E-E93E-A917DDC6BECE}"/>
              </a:ext>
            </a:extLst>
          </p:cNvPr>
          <p:cNvSpPr txBox="1"/>
          <p:nvPr/>
        </p:nvSpPr>
        <p:spPr>
          <a:xfrm>
            <a:off x="2070100" y="2598718"/>
            <a:ext cx="2743200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vel ameted, consectetur diam adipiscing elit. Etiam commodo enim. 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047C91FB-F975-1E06-AA5C-CA938F37FDD6}"/>
              </a:ext>
            </a:extLst>
          </p:cNvPr>
          <p:cNvSpPr txBox="1"/>
          <p:nvPr/>
        </p:nvSpPr>
        <p:spPr>
          <a:xfrm>
            <a:off x="2070100" y="2013943"/>
            <a:ext cx="2743200" cy="584775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r>
              <a:rPr lang="vi-VN" sz="1600" b="1" spc="50" dirty="0">
                <a:solidFill>
                  <a:schemeClr val="tx2"/>
                </a:solidFill>
                <a:latin typeface="+mj-lt"/>
              </a:rPr>
              <a:t>Here Is Something </a:t>
            </a:r>
          </a:p>
          <a:p>
            <a:r>
              <a:rPr lang="vi-VN" sz="1600" b="1" spc="50" dirty="0">
                <a:solidFill>
                  <a:schemeClr val="accent1"/>
                </a:solidFill>
                <a:latin typeface="+mj-lt"/>
              </a:rPr>
              <a:t>Unique Awesome</a:t>
            </a:r>
            <a:endParaRPr lang="en-US" sz="1600" b="1" spc="5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2" name="Freeform 16">
            <a:extLst>
              <a:ext uri="{FF2B5EF4-FFF2-40B4-BE49-F238E27FC236}">
                <a16:creationId xmlns:a16="http://schemas.microsoft.com/office/drawing/2014/main" id="{0161397E-C9C9-D48C-04D7-53A4E7F12DEA}"/>
              </a:ext>
            </a:extLst>
          </p:cNvPr>
          <p:cNvSpPr>
            <a:spLocks/>
          </p:cNvSpPr>
          <p:nvPr/>
        </p:nvSpPr>
        <p:spPr bwMode="auto">
          <a:xfrm>
            <a:off x="1560466" y="2236139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2EFFEA0F-264B-41AD-917B-1693E456BA96}"/>
              </a:ext>
            </a:extLst>
          </p:cNvPr>
          <p:cNvSpPr/>
          <p:nvPr/>
        </p:nvSpPr>
        <p:spPr>
          <a:xfrm>
            <a:off x="1460500" y="4505942"/>
            <a:ext cx="385226" cy="3852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2C729B27-D009-E9B9-B42A-123F94B115E2}"/>
              </a:ext>
            </a:extLst>
          </p:cNvPr>
          <p:cNvSpPr txBox="1"/>
          <p:nvPr/>
        </p:nvSpPr>
        <p:spPr>
          <a:xfrm>
            <a:off x="2070100" y="5001799"/>
            <a:ext cx="2743200" cy="92333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vel ameted, consectetur diam adipiscing elit. Etiam commodo enim. 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D2918ACC-1B1A-5AFC-2C10-EFBFB0DA4171}"/>
              </a:ext>
            </a:extLst>
          </p:cNvPr>
          <p:cNvSpPr txBox="1"/>
          <p:nvPr/>
        </p:nvSpPr>
        <p:spPr>
          <a:xfrm>
            <a:off x="2070100" y="4417024"/>
            <a:ext cx="2743200" cy="584775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r>
              <a:rPr lang="vi-VN" sz="1600" b="1" spc="50" dirty="0">
                <a:solidFill>
                  <a:schemeClr val="tx2"/>
                </a:solidFill>
                <a:latin typeface="+mj-lt"/>
              </a:rPr>
              <a:t>Here Is Something </a:t>
            </a:r>
          </a:p>
          <a:p>
            <a:r>
              <a:rPr lang="vi-VN" sz="1600" b="1" spc="50" dirty="0">
                <a:solidFill>
                  <a:schemeClr val="accent2"/>
                </a:solidFill>
                <a:latin typeface="+mj-lt"/>
              </a:rPr>
              <a:t>Unique Awesome</a:t>
            </a:r>
            <a:endParaRPr lang="en-US" sz="1600" b="1" spc="5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58" name="Freeform 16">
            <a:extLst>
              <a:ext uri="{FF2B5EF4-FFF2-40B4-BE49-F238E27FC236}">
                <a16:creationId xmlns:a16="http://schemas.microsoft.com/office/drawing/2014/main" id="{417353E4-EC7F-B38E-EC46-0B5DC412EBC8}"/>
              </a:ext>
            </a:extLst>
          </p:cNvPr>
          <p:cNvSpPr>
            <a:spLocks/>
          </p:cNvSpPr>
          <p:nvPr/>
        </p:nvSpPr>
        <p:spPr bwMode="auto">
          <a:xfrm>
            <a:off x="1560466" y="4639220"/>
            <a:ext cx="194086" cy="140384"/>
          </a:xfrm>
          <a:custGeom>
            <a:avLst/>
            <a:gdLst>
              <a:gd name="T0" fmla="*/ 7 w 561"/>
              <a:gd name="T1" fmla="*/ 231 h 404"/>
              <a:gd name="T2" fmla="*/ 7 w 561"/>
              <a:gd name="T3" fmla="*/ 231 h 404"/>
              <a:gd name="T4" fmla="*/ 7 w 561"/>
              <a:gd name="T5" fmla="*/ 208 h 404"/>
              <a:gd name="T6" fmla="*/ 30 w 561"/>
              <a:gd name="T7" fmla="*/ 208 h 404"/>
              <a:gd name="T8" fmla="*/ 180 w 561"/>
              <a:gd name="T9" fmla="*/ 358 h 404"/>
              <a:gd name="T10" fmla="*/ 532 w 561"/>
              <a:gd name="T11" fmla="*/ 6 h 404"/>
              <a:gd name="T12" fmla="*/ 555 w 561"/>
              <a:gd name="T13" fmla="*/ 6 h 404"/>
              <a:gd name="T14" fmla="*/ 555 w 561"/>
              <a:gd name="T15" fmla="*/ 6 h 404"/>
              <a:gd name="T16" fmla="*/ 555 w 561"/>
              <a:gd name="T17" fmla="*/ 29 h 404"/>
              <a:gd name="T18" fmla="*/ 180 w 561"/>
              <a:gd name="T19" fmla="*/ 404 h 404"/>
              <a:gd name="T20" fmla="*/ 7 w 561"/>
              <a:gd name="T21" fmla="*/ 23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404">
                <a:moveTo>
                  <a:pt x="7" y="231"/>
                </a:moveTo>
                <a:cubicBezTo>
                  <a:pt x="7" y="231"/>
                  <a:pt x="7" y="231"/>
                  <a:pt x="7" y="231"/>
                </a:cubicBezTo>
                <a:cubicBezTo>
                  <a:pt x="0" y="225"/>
                  <a:pt x="0" y="215"/>
                  <a:pt x="7" y="208"/>
                </a:cubicBezTo>
                <a:cubicBezTo>
                  <a:pt x="13" y="202"/>
                  <a:pt x="23" y="202"/>
                  <a:pt x="30" y="208"/>
                </a:cubicBezTo>
                <a:cubicBezTo>
                  <a:pt x="180" y="358"/>
                  <a:pt x="180" y="358"/>
                  <a:pt x="180" y="358"/>
                </a:cubicBezTo>
                <a:cubicBezTo>
                  <a:pt x="532" y="6"/>
                  <a:pt x="532" y="6"/>
                  <a:pt x="532" y="6"/>
                </a:cubicBezTo>
                <a:cubicBezTo>
                  <a:pt x="538" y="0"/>
                  <a:pt x="549" y="0"/>
                  <a:pt x="555" y="6"/>
                </a:cubicBezTo>
                <a:cubicBezTo>
                  <a:pt x="555" y="6"/>
                  <a:pt x="555" y="6"/>
                  <a:pt x="555" y="6"/>
                </a:cubicBezTo>
                <a:cubicBezTo>
                  <a:pt x="561" y="13"/>
                  <a:pt x="561" y="23"/>
                  <a:pt x="555" y="29"/>
                </a:cubicBezTo>
                <a:cubicBezTo>
                  <a:pt x="180" y="404"/>
                  <a:pt x="180" y="404"/>
                  <a:pt x="180" y="404"/>
                </a:cubicBezTo>
                <a:lnTo>
                  <a:pt x="7" y="2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F2A03C90-2647-59C4-F2A3-8015543617DD}"/>
              </a:ext>
            </a:extLst>
          </p:cNvPr>
          <p:cNvSpPr txBox="1"/>
          <p:nvPr/>
        </p:nvSpPr>
        <p:spPr>
          <a:xfrm>
            <a:off x="8792196" y="1956066"/>
            <a:ext cx="2637804" cy="62017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com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nec </a:t>
            </a:r>
            <a:r>
              <a:rPr lang="en-US" sz="1200" dirty="0" err="1"/>
              <a:t>elit</a:t>
            </a:r>
            <a:r>
              <a:rPr lang="en-US" sz="1200" dirty="0"/>
              <a:t>.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9251B9E9-A3C2-6ED7-48BA-FDFA1E9EE459}"/>
              </a:ext>
            </a:extLst>
          </p:cNvPr>
          <p:cNvSpPr txBox="1"/>
          <p:nvPr/>
        </p:nvSpPr>
        <p:spPr>
          <a:xfrm>
            <a:off x="8792196" y="1560142"/>
            <a:ext cx="2637804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464" name="Freeform 109">
            <a:extLst>
              <a:ext uri="{FF2B5EF4-FFF2-40B4-BE49-F238E27FC236}">
                <a16:creationId xmlns:a16="http://schemas.microsoft.com/office/drawing/2014/main" id="{7297E8DA-4E0A-10A5-3391-481AC8DA2C26}"/>
              </a:ext>
            </a:extLst>
          </p:cNvPr>
          <p:cNvSpPr>
            <a:spLocks noEditPoints="1"/>
          </p:cNvSpPr>
          <p:nvPr/>
        </p:nvSpPr>
        <p:spPr bwMode="auto">
          <a:xfrm>
            <a:off x="7723128" y="1934816"/>
            <a:ext cx="288548" cy="370711"/>
          </a:xfrm>
          <a:custGeom>
            <a:avLst/>
            <a:gdLst>
              <a:gd name="T0" fmla="*/ 387 w 542"/>
              <a:gd name="T1" fmla="*/ 63 h 696"/>
              <a:gd name="T2" fmla="*/ 272 w 542"/>
              <a:gd name="T3" fmla="*/ 0 h 696"/>
              <a:gd name="T4" fmla="*/ 155 w 542"/>
              <a:gd name="T5" fmla="*/ 63 h 696"/>
              <a:gd name="T6" fmla="*/ 0 w 542"/>
              <a:gd name="T7" fmla="*/ 126 h 696"/>
              <a:gd name="T8" fmla="*/ 490 w 542"/>
              <a:gd name="T9" fmla="*/ 696 h 696"/>
              <a:gd name="T10" fmla="*/ 490 w 542"/>
              <a:gd name="T11" fmla="*/ 74 h 696"/>
              <a:gd name="T12" fmla="*/ 240 w 542"/>
              <a:gd name="T13" fmla="*/ 53 h 696"/>
              <a:gd name="T14" fmla="*/ 293 w 542"/>
              <a:gd name="T15" fmla="*/ 42 h 696"/>
              <a:gd name="T16" fmla="*/ 366 w 542"/>
              <a:gd name="T17" fmla="*/ 63 h 696"/>
              <a:gd name="T18" fmla="*/ 187 w 542"/>
              <a:gd name="T19" fmla="*/ 116 h 696"/>
              <a:gd name="T20" fmla="*/ 521 w 542"/>
              <a:gd name="T21" fmla="*/ 644 h 696"/>
              <a:gd name="T22" fmla="*/ 22 w 542"/>
              <a:gd name="T23" fmla="*/ 644 h 696"/>
              <a:gd name="T24" fmla="*/ 155 w 542"/>
              <a:gd name="T25" fmla="*/ 95 h 696"/>
              <a:gd name="T26" fmla="*/ 356 w 542"/>
              <a:gd name="T27" fmla="*/ 137 h 696"/>
              <a:gd name="T28" fmla="*/ 490 w 542"/>
              <a:gd name="T29" fmla="*/ 95 h 696"/>
              <a:gd name="T30" fmla="*/ 114 w 542"/>
              <a:gd name="T31" fmla="*/ 335 h 696"/>
              <a:gd name="T32" fmla="*/ 151 w 542"/>
              <a:gd name="T33" fmla="*/ 372 h 696"/>
              <a:gd name="T34" fmla="*/ 98 w 542"/>
              <a:gd name="T35" fmla="*/ 372 h 696"/>
              <a:gd name="T36" fmla="*/ 114 w 542"/>
              <a:gd name="T37" fmla="*/ 388 h 696"/>
              <a:gd name="T38" fmla="*/ 114 w 542"/>
              <a:gd name="T39" fmla="*/ 514 h 696"/>
              <a:gd name="T40" fmla="*/ 114 w 542"/>
              <a:gd name="T41" fmla="*/ 493 h 696"/>
              <a:gd name="T42" fmla="*/ 130 w 542"/>
              <a:gd name="T43" fmla="*/ 477 h 696"/>
              <a:gd name="T44" fmla="*/ 77 w 542"/>
              <a:gd name="T45" fmla="*/ 583 h 696"/>
              <a:gd name="T46" fmla="*/ 114 w 542"/>
              <a:gd name="T47" fmla="*/ 546 h 696"/>
              <a:gd name="T48" fmla="*/ 114 w 542"/>
              <a:gd name="T49" fmla="*/ 567 h 696"/>
              <a:gd name="T50" fmla="*/ 187 w 542"/>
              <a:gd name="T51" fmla="*/ 372 h 696"/>
              <a:gd name="T52" fmla="*/ 265 w 542"/>
              <a:gd name="T53" fmla="*/ 372 h 696"/>
              <a:gd name="T54" fmla="*/ 187 w 542"/>
              <a:gd name="T55" fmla="*/ 372 h 696"/>
              <a:gd name="T56" fmla="*/ 314 w 542"/>
              <a:gd name="T57" fmla="*/ 383 h 696"/>
              <a:gd name="T58" fmla="*/ 455 w 542"/>
              <a:gd name="T59" fmla="*/ 361 h 696"/>
              <a:gd name="T60" fmla="*/ 198 w 542"/>
              <a:gd name="T61" fmla="*/ 466 h 696"/>
              <a:gd name="T62" fmla="*/ 360 w 542"/>
              <a:gd name="T63" fmla="*/ 488 h 696"/>
              <a:gd name="T64" fmla="*/ 423 w 542"/>
              <a:gd name="T65" fmla="*/ 583 h 696"/>
              <a:gd name="T66" fmla="*/ 335 w 542"/>
              <a:gd name="T67" fmla="*/ 583 h 696"/>
              <a:gd name="T68" fmla="*/ 423 w 542"/>
              <a:gd name="T69" fmla="*/ 583 h 696"/>
              <a:gd name="T70" fmla="*/ 198 w 542"/>
              <a:gd name="T71" fmla="*/ 594 h 696"/>
              <a:gd name="T72" fmla="*/ 286 w 542"/>
              <a:gd name="T73" fmla="*/ 572 h 696"/>
              <a:gd name="T74" fmla="*/ 350 w 542"/>
              <a:gd name="T75" fmla="*/ 239 h 696"/>
              <a:gd name="T76" fmla="*/ 272 w 542"/>
              <a:gd name="T77" fmla="*/ 318 h 696"/>
              <a:gd name="T78" fmla="*/ 272 w 542"/>
              <a:gd name="T79" fmla="*/ 297 h 696"/>
              <a:gd name="T80" fmla="*/ 232 w 542"/>
              <a:gd name="T81" fmla="*/ 239 h 696"/>
              <a:gd name="T82" fmla="*/ 261 w 542"/>
              <a:gd name="T83" fmla="*/ 210 h 696"/>
              <a:gd name="T84" fmla="*/ 282 w 542"/>
              <a:gd name="T85" fmla="*/ 229 h 696"/>
              <a:gd name="T86" fmla="*/ 300 w 542"/>
              <a:gd name="T87" fmla="*/ 250 h 696"/>
              <a:gd name="T88" fmla="*/ 272 w 542"/>
              <a:gd name="T89" fmla="*/ 279 h 696"/>
              <a:gd name="T90" fmla="*/ 242 w 542"/>
              <a:gd name="T91" fmla="*/ 250 h 696"/>
              <a:gd name="T92" fmla="*/ 166 w 542"/>
              <a:gd name="T93" fmla="*/ 181 h 696"/>
              <a:gd name="T94" fmla="*/ 88 w 542"/>
              <a:gd name="T95" fmla="*/ 307 h 696"/>
              <a:gd name="T96" fmla="*/ 88 w 542"/>
              <a:gd name="T97" fmla="*/ 160 h 696"/>
              <a:gd name="T98" fmla="*/ 466 w 542"/>
              <a:gd name="T99" fmla="*/ 170 h 696"/>
              <a:gd name="T100" fmla="*/ 445 w 542"/>
              <a:gd name="T101" fmla="*/ 297 h 696"/>
              <a:gd name="T102" fmla="*/ 366 w 542"/>
              <a:gd name="T103" fmla="*/ 170 h 696"/>
              <a:gd name="T104" fmla="*/ 466 w 542"/>
              <a:gd name="T105" fmla="*/ 17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42" h="696">
                <a:moveTo>
                  <a:pt x="490" y="74"/>
                </a:moveTo>
                <a:cubicBezTo>
                  <a:pt x="387" y="74"/>
                  <a:pt x="387" y="74"/>
                  <a:pt x="387" y="74"/>
                </a:cubicBezTo>
                <a:cubicBezTo>
                  <a:pt x="387" y="63"/>
                  <a:pt x="387" y="63"/>
                  <a:pt x="387" y="63"/>
                </a:cubicBezTo>
                <a:cubicBezTo>
                  <a:pt x="387" y="46"/>
                  <a:pt x="373" y="31"/>
                  <a:pt x="356" y="31"/>
                </a:cubicBezTo>
                <a:cubicBezTo>
                  <a:pt x="313" y="31"/>
                  <a:pt x="313" y="31"/>
                  <a:pt x="313" y="31"/>
                </a:cubicBezTo>
                <a:cubicBezTo>
                  <a:pt x="308" y="13"/>
                  <a:pt x="291" y="0"/>
                  <a:pt x="272" y="0"/>
                </a:cubicBezTo>
                <a:cubicBezTo>
                  <a:pt x="252" y="0"/>
                  <a:pt x="235" y="13"/>
                  <a:pt x="231" y="31"/>
                </a:cubicBezTo>
                <a:cubicBezTo>
                  <a:pt x="187" y="31"/>
                  <a:pt x="187" y="31"/>
                  <a:pt x="187" y="31"/>
                </a:cubicBezTo>
                <a:cubicBezTo>
                  <a:pt x="170" y="31"/>
                  <a:pt x="155" y="46"/>
                  <a:pt x="155" y="63"/>
                </a:cubicBezTo>
                <a:cubicBezTo>
                  <a:pt x="155" y="74"/>
                  <a:pt x="155" y="74"/>
                  <a:pt x="155" y="74"/>
                </a:cubicBezTo>
                <a:cubicBezTo>
                  <a:pt x="53" y="74"/>
                  <a:pt x="53" y="74"/>
                  <a:pt x="53" y="74"/>
                </a:cubicBezTo>
                <a:cubicBezTo>
                  <a:pt x="24" y="74"/>
                  <a:pt x="0" y="98"/>
                  <a:pt x="0" y="126"/>
                </a:cubicBezTo>
                <a:cubicBezTo>
                  <a:pt x="0" y="644"/>
                  <a:pt x="0" y="644"/>
                  <a:pt x="0" y="644"/>
                </a:cubicBezTo>
                <a:cubicBezTo>
                  <a:pt x="0" y="672"/>
                  <a:pt x="24" y="696"/>
                  <a:pt x="53" y="696"/>
                </a:cubicBezTo>
                <a:cubicBezTo>
                  <a:pt x="490" y="696"/>
                  <a:pt x="490" y="696"/>
                  <a:pt x="490" y="696"/>
                </a:cubicBezTo>
                <a:cubicBezTo>
                  <a:pt x="519" y="696"/>
                  <a:pt x="542" y="672"/>
                  <a:pt x="542" y="644"/>
                </a:cubicBezTo>
                <a:cubicBezTo>
                  <a:pt x="542" y="126"/>
                  <a:pt x="542" y="126"/>
                  <a:pt x="542" y="126"/>
                </a:cubicBezTo>
                <a:cubicBezTo>
                  <a:pt x="542" y="98"/>
                  <a:pt x="519" y="74"/>
                  <a:pt x="490" y="74"/>
                </a:cubicBezTo>
                <a:close/>
                <a:moveTo>
                  <a:pt x="176" y="63"/>
                </a:moveTo>
                <a:cubicBezTo>
                  <a:pt x="176" y="58"/>
                  <a:pt x="181" y="53"/>
                  <a:pt x="187" y="53"/>
                </a:cubicBezTo>
                <a:cubicBezTo>
                  <a:pt x="240" y="53"/>
                  <a:pt x="240" y="53"/>
                  <a:pt x="240" y="53"/>
                </a:cubicBezTo>
                <a:cubicBezTo>
                  <a:pt x="246" y="53"/>
                  <a:pt x="250" y="48"/>
                  <a:pt x="250" y="42"/>
                </a:cubicBezTo>
                <a:cubicBezTo>
                  <a:pt x="250" y="31"/>
                  <a:pt x="260" y="21"/>
                  <a:pt x="272" y="21"/>
                </a:cubicBezTo>
                <a:cubicBezTo>
                  <a:pt x="283" y="21"/>
                  <a:pt x="293" y="31"/>
                  <a:pt x="293" y="42"/>
                </a:cubicBezTo>
                <a:cubicBezTo>
                  <a:pt x="293" y="48"/>
                  <a:pt x="297" y="53"/>
                  <a:pt x="303" y="53"/>
                </a:cubicBezTo>
                <a:cubicBezTo>
                  <a:pt x="356" y="53"/>
                  <a:pt x="356" y="53"/>
                  <a:pt x="356" y="53"/>
                </a:cubicBezTo>
                <a:cubicBezTo>
                  <a:pt x="362" y="53"/>
                  <a:pt x="366" y="58"/>
                  <a:pt x="366" y="63"/>
                </a:cubicBezTo>
                <a:cubicBezTo>
                  <a:pt x="366" y="105"/>
                  <a:pt x="366" y="105"/>
                  <a:pt x="366" y="105"/>
                </a:cubicBezTo>
                <a:cubicBezTo>
                  <a:pt x="366" y="111"/>
                  <a:pt x="362" y="116"/>
                  <a:pt x="356" y="116"/>
                </a:cubicBezTo>
                <a:cubicBezTo>
                  <a:pt x="187" y="116"/>
                  <a:pt x="187" y="116"/>
                  <a:pt x="187" y="116"/>
                </a:cubicBezTo>
                <a:cubicBezTo>
                  <a:pt x="181" y="116"/>
                  <a:pt x="176" y="111"/>
                  <a:pt x="176" y="105"/>
                </a:cubicBezTo>
                <a:lnTo>
                  <a:pt x="176" y="63"/>
                </a:lnTo>
                <a:close/>
                <a:moveTo>
                  <a:pt x="521" y="644"/>
                </a:moveTo>
                <a:cubicBezTo>
                  <a:pt x="521" y="661"/>
                  <a:pt x="507" y="675"/>
                  <a:pt x="490" y="675"/>
                </a:cubicBezTo>
                <a:cubicBezTo>
                  <a:pt x="53" y="675"/>
                  <a:pt x="53" y="675"/>
                  <a:pt x="53" y="675"/>
                </a:cubicBezTo>
                <a:cubicBezTo>
                  <a:pt x="36" y="675"/>
                  <a:pt x="22" y="661"/>
                  <a:pt x="22" y="644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2" y="109"/>
                  <a:pt x="36" y="95"/>
                  <a:pt x="53" y="95"/>
                </a:cubicBezTo>
                <a:cubicBezTo>
                  <a:pt x="155" y="95"/>
                  <a:pt x="155" y="95"/>
                  <a:pt x="155" y="95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55" y="123"/>
                  <a:pt x="170" y="137"/>
                  <a:pt x="187" y="137"/>
                </a:cubicBezTo>
                <a:cubicBezTo>
                  <a:pt x="356" y="137"/>
                  <a:pt x="356" y="137"/>
                  <a:pt x="356" y="137"/>
                </a:cubicBezTo>
                <a:cubicBezTo>
                  <a:pt x="373" y="137"/>
                  <a:pt x="387" y="123"/>
                  <a:pt x="387" y="105"/>
                </a:cubicBezTo>
                <a:cubicBezTo>
                  <a:pt x="387" y="95"/>
                  <a:pt x="387" y="95"/>
                  <a:pt x="387" y="95"/>
                </a:cubicBezTo>
                <a:cubicBezTo>
                  <a:pt x="490" y="95"/>
                  <a:pt x="490" y="95"/>
                  <a:pt x="490" y="95"/>
                </a:cubicBezTo>
                <a:cubicBezTo>
                  <a:pt x="507" y="95"/>
                  <a:pt x="521" y="109"/>
                  <a:pt x="521" y="126"/>
                </a:cubicBezTo>
                <a:lnTo>
                  <a:pt x="521" y="644"/>
                </a:lnTo>
                <a:close/>
                <a:moveTo>
                  <a:pt x="114" y="335"/>
                </a:moveTo>
                <a:cubicBezTo>
                  <a:pt x="94" y="335"/>
                  <a:pt x="77" y="351"/>
                  <a:pt x="77" y="372"/>
                </a:cubicBezTo>
                <a:cubicBezTo>
                  <a:pt x="77" y="392"/>
                  <a:pt x="94" y="409"/>
                  <a:pt x="114" y="409"/>
                </a:cubicBezTo>
                <a:cubicBezTo>
                  <a:pt x="135" y="409"/>
                  <a:pt x="151" y="392"/>
                  <a:pt x="151" y="372"/>
                </a:cubicBezTo>
                <a:cubicBezTo>
                  <a:pt x="151" y="351"/>
                  <a:pt x="135" y="335"/>
                  <a:pt x="114" y="335"/>
                </a:cubicBezTo>
                <a:close/>
                <a:moveTo>
                  <a:pt x="114" y="388"/>
                </a:moveTo>
                <a:cubicBezTo>
                  <a:pt x="105" y="388"/>
                  <a:pt x="98" y="381"/>
                  <a:pt x="98" y="372"/>
                </a:cubicBezTo>
                <a:cubicBezTo>
                  <a:pt x="98" y="363"/>
                  <a:pt x="105" y="356"/>
                  <a:pt x="114" y="356"/>
                </a:cubicBezTo>
                <a:cubicBezTo>
                  <a:pt x="123" y="356"/>
                  <a:pt x="130" y="363"/>
                  <a:pt x="130" y="372"/>
                </a:cubicBezTo>
                <a:cubicBezTo>
                  <a:pt x="130" y="381"/>
                  <a:pt x="123" y="388"/>
                  <a:pt x="114" y="388"/>
                </a:cubicBezTo>
                <a:close/>
                <a:moveTo>
                  <a:pt x="114" y="440"/>
                </a:moveTo>
                <a:cubicBezTo>
                  <a:pt x="94" y="440"/>
                  <a:pt x="77" y="457"/>
                  <a:pt x="77" y="477"/>
                </a:cubicBezTo>
                <a:cubicBezTo>
                  <a:pt x="77" y="498"/>
                  <a:pt x="94" y="514"/>
                  <a:pt x="114" y="514"/>
                </a:cubicBezTo>
                <a:cubicBezTo>
                  <a:pt x="135" y="514"/>
                  <a:pt x="151" y="498"/>
                  <a:pt x="151" y="477"/>
                </a:cubicBezTo>
                <a:cubicBezTo>
                  <a:pt x="151" y="457"/>
                  <a:pt x="135" y="440"/>
                  <a:pt x="114" y="440"/>
                </a:cubicBezTo>
                <a:close/>
                <a:moveTo>
                  <a:pt x="114" y="493"/>
                </a:moveTo>
                <a:cubicBezTo>
                  <a:pt x="105" y="493"/>
                  <a:pt x="98" y="486"/>
                  <a:pt x="98" y="477"/>
                </a:cubicBezTo>
                <a:cubicBezTo>
                  <a:pt x="98" y="468"/>
                  <a:pt x="105" y="461"/>
                  <a:pt x="114" y="461"/>
                </a:cubicBezTo>
                <a:cubicBezTo>
                  <a:pt x="123" y="461"/>
                  <a:pt x="130" y="468"/>
                  <a:pt x="130" y="477"/>
                </a:cubicBezTo>
                <a:cubicBezTo>
                  <a:pt x="130" y="486"/>
                  <a:pt x="123" y="493"/>
                  <a:pt x="114" y="493"/>
                </a:cubicBezTo>
                <a:close/>
                <a:moveTo>
                  <a:pt x="114" y="546"/>
                </a:moveTo>
                <a:cubicBezTo>
                  <a:pt x="94" y="546"/>
                  <a:pt x="77" y="562"/>
                  <a:pt x="77" y="583"/>
                </a:cubicBezTo>
                <a:cubicBezTo>
                  <a:pt x="77" y="603"/>
                  <a:pt x="94" y="620"/>
                  <a:pt x="114" y="620"/>
                </a:cubicBezTo>
                <a:cubicBezTo>
                  <a:pt x="135" y="620"/>
                  <a:pt x="151" y="603"/>
                  <a:pt x="151" y="583"/>
                </a:cubicBezTo>
                <a:cubicBezTo>
                  <a:pt x="151" y="562"/>
                  <a:pt x="135" y="546"/>
                  <a:pt x="114" y="546"/>
                </a:cubicBezTo>
                <a:close/>
                <a:moveTo>
                  <a:pt x="114" y="599"/>
                </a:moveTo>
                <a:cubicBezTo>
                  <a:pt x="105" y="599"/>
                  <a:pt x="98" y="592"/>
                  <a:pt x="98" y="583"/>
                </a:cubicBezTo>
                <a:cubicBezTo>
                  <a:pt x="98" y="574"/>
                  <a:pt x="105" y="567"/>
                  <a:pt x="114" y="567"/>
                </a:cubicBezTo>
                <a:cubicBezTo>
                  <a:pt x="123" y="567"/>
                  <a:pt x="130" y="574"/>
                  <a:pt x="130" y="583"/>
                </a:cubicBezTo>
                <a:cubicBezTo>
                  <a:pt x="130" y="592"/>
                  <a:pt x="123" y="599"/>
                  <a:pt x="114" y="599"/>
                </a:cubicBezTo>
                <a:close/>
                <a:moveTo>
                  <a:pt x="187" y="372"/>
                </a:moveTo>
                <a:cubicBezTo>
                  <a:pt x="187" y="366"/>
                  <a:pt x="192" y="361"/>
                  <a:pt x="198" y="361"/>
                </a:cubicBezTo>
                <a:cubicBezTo>
                  <a:pt x="255" y="361"/>
                  <a:pt x="255" y="361"/>
                  <a:pt x="255" y="361"/>
                </a:cubicBezTo>
                <a:cubicBezTo>
                  <a:pt x="261" y="361"/>
                  <a:pt x="265" y="366"/>
                  <a:pt x="265" y="372"/>
                </a:cubicBezTo>
                <a:cubicBezTo>
                  <a:pt x="265" y="378"/>
                  <a:pt x="261" y="383"/>
                  <a:pt x="255" y="383"/>
                </a:cubicBezTo>
                <a:cubicBezTo>
                  <a:pt x="198" y="383"/>
                  <a:pt x="198" y="383"/>
                  <a:pt x="198" y="383"/>
                </a:cubicBezTo>
                <a:cubicBezTo>
                  <a:pt x="192" y="383"/>
                  <a:pt x="187" y="378"/>
                  <a:pt x="187" y="372"/>
                </a:cubicBezTo>
                <a:close/>
                <a:moveTo>
                  <a:pt x="466" y="372"/>
                </a:moveTo>
                <a:cubicBezTo>
                  <a:pt x="466" y="378"/>
                  <a:pt x="461" y="383"/>
                  <a:pt x="455" y="383"/>
                </a:cubicBezTo>
                <a:cubicBezTo>
                  <a:pt x="314" y="383"/>
                  <a:pt x="314" y="383"/>
                  <a:pt x="314" y="383"/>
                </a:cubicBezTo>
                <a:cubicBezTo>
                  <a:pt x="308" y="383"/>
                  <a:pt x="303" y="378"/>
                  <a:pt x="303" y="372"/>
                </a:cubicBezTo>
                <a:cubicBezTo>
                  <a:pt x="303" y="366"/>
                  <a:pt x="308" y="361"/>
                  <a:pt x="314" y="361"/>
                </a:cubicBezTo>
                <a:cubicBezTo>
                  <a:pt x="455" y="361"/>
                  <a:pt x="455" y="361"/>
                  <a:pt x="455" y="361"/>
                </a:cubicBezTo>
                <a:cubicBezTo>
                  <a:pt x="461" y="361"/>
                  <a:pt x="466" y="366"/>
                  <a:pt x="466" y="372"/>
                </a:cubicBezTo>
                <a:close/>
                <a:moveTo>
                  <a:pt x="187" y="477"/>
                </a:moveTo>
                <a:cubicBezTo>
                  <a:pt x="187" y="471"/>
                  <a:pt x="192" y="466"/>
                  <a:pt x="198" y="466"/>
                </a:cubicBezTo>
                <a:cubicBezTo>
                  <a:pt x="360" y="466"/>
                  <a:pt x="360" y="466"/>
                  <a:pt x="360" y="466"/>
                </a:cubicBezTo>
                <a:cubicBezTo>
                  <a:pt x="366" y="466"/>
                  <a:pt x="371" y="471"/>
                  <a:pt x="371" y="477"/>
                </a:cubicBezTo>
                <a:cubicBezTo>
                  <a:pt x="371" y="483"/>
                  <a:pt x="366" y="488"/>
                  <a:pt x="360" y="488"/>
                </a:cubicBezTo>
                <a:cubicBezTo>
                  <a:pt x="198" y="488"/>
                  <a:pt x="198" y="488"/>
                  <a:pt x="198" y="488"/>
                </a:cubicBezTo>
                <a:cubicBezTo>
                  <a:pt x="192" y="488"/>
                  <a:pt x="187" y="483"/>
                  <a:pt x="187" y="477"/>
                </a:cubicBezTo>
                <a:close/>
                <a:moveTo>
                  <a:pt x="423" y="583"/>
                </a:moveTo>
                <a:cubicBezTo>
                  <a:pt x="423" y="589"/>
                  <a:pt x="419" y="594"/>
                  <a:pt x="413" y="594"/>
                </a:cubicBezTo>
                <a:cubicBezTo>
                  <a:pt x="345" y="594"/>
                  <a:pt x="345" y="594"/>
                  <a:pt x="345" y="594"/>
                </a:cubicBezTo>
                <a:cubicBezTo>
                  <a:pt x="340" y="594"/>
                  <a:pt x="335" y="589"/>
                  <a:pt x="335" y="583"/>
                </a:cubicBezTo>
                <a:cubicBezTo>
                  <a:pt x="335" y="577"/>
                  <a:pt x="340" y="572"/>
                  <a:pt x="345" y="572"/>
                </a:cubicBezTo>
                <a:cubicBezTo>
                  <a:pt x="413" y="572"/>
                  <a:pt x="413" y="572"/>
                  <a:pt x="413" y="572"/>
                </a:cubicBezTo>
                <a:cubicBezTo>
                  <a:pt x="419" y="572"/>
                  <a:pt x="423" y="577"/>
                  <a:pt x="423" y="583"/>
                </a:cubicBezTo>
                <a:close/>
                <a:moveTo>
                  <a:pt x="297" y="583"/>
                </a:moveTo>
                <a:cubicBezTo>
                  <a:pt x="297" y="589"/>
                  <a:pt x="292" y="594"/>
                  <a:pt x="286" y="594"/>
                </a:cubicBezTo>
                <a:cubicBezTo>
                  <a:pt x="198" y="594"/>
                  <a:pt x="198" y="594"/>
                  <a:pt x="198" y="594"/>
                </a:cubicBezTo>
                <a:cubicBezTo>
                  <a:pt x="192" y="594"/>
                  <a:pt x="187" y="589"/>
                  <a:pt x="187" y="583"/>
                </a:cubicBezTo>
                <a:cubicBezTo>
                  <a:pt x="187" y="577"/>
                  <a:pt x="192" y="572"/>
                  <a:pt x="198" y="572"/>
                </a:cubicBezTo>
                <a:cubicBezTo>
                  <a:pt x="286" y="572"/>
                  <a:pt x="286" y="572"/>
                  <a:pt x="286" y="572"/>
                </a:cubicBezTo>
                <a:cubicBezTo>
                  <a:pt x="292" y="572"/>
                  <a:pt x="297" y="577"/>
                  <a:pt x="297" y="583"/>
                </a:cubicBezTo>
                <a:close/>
                <a:moveTo>
                  <a:pt x="272" y="318"/>
                </a:moveTo>
                <a:cubicBezTo>
                  <a:pt x="315" y="318"/>
                  <a:pt x="350" y="282"/>
                  <a:pt x="350" y="239"/>
                </a:cubicBezTo>
                <a:cubicBezTo>
                  <a:pt x="350" y="195"/>
                  <a:pt x="315" y="160"/>
                  <a:pt x="272" y="160"/>
                </a:cubicBezTo>
                <a:cubicBezTo>
                  <a:pt x="228" y="160"/>
                  <a:pt x="192" y="195"/>
                  <a:pt x="192" y="239"/>
                </a:cubicBezTo>
                <a:cubicBezTo>
                  <a:pt x="192" y="282"/>
                  <a:pt x="228" y="318"/>
                  <a:pt x="272" y="318"/>
                </a:cubicBezTo>
                <a:close/>
                <a:moveTo>
                  <a:pt x="272" y="181"/>
                </a:moveTo>
                <a:cubicBezTo>
                  <a:pt x="304" y="181"/>
                  <a:pt x="329" y="207"/>
                  <a:pt x="329" y="239"/>
                </a:cubicBezTo>
                <a:cubicBezTo>
                  <a:pt x="329" y="271"/>
                  <a:pt x="304" y="297"/>
                  <a:pt x="272" y="297"/>
                </a:cubicBezTo>
                <a:cubicBezTo>
                  <a:pt x="240" y="297"/>
                  <a:pt x="214" y="271"/>
                  <a:pt x="214" y="239"/>
                </a:cubicBezTo>
                <a:cubicBezTo>
                  <a:pt x="214" y="207"/>
                  <a:pt x="240" y="181"/>
                  <a:pt x="272" y="181"/>
                </a:cubicBezTo>
                <a:close/>
                <a:moveTo>
                  <a:pt x="232" y="239"/>
                </a:moveTo>
                <a:cubicBezTo>
                  <a:pt x="232" y="233"/>
                  <a:pt x="237" y="229"/>
                  <a:pt x="242" y="229"/>
                </a:cubicBezTo>
                <a:cubicBezTo>
                  <a:pt x="261" y="229"/>
                  <a:pt x="261" y="229"/>
                  <a:pt x="261" y="229"/>
                </a:cubicBezTo>
                <a:cubicBezTo>
                  <a:pt x="261" y="210"/>
                  <a:pt x="261" y="210"/>
                  <a:pt x="261" y="210"/>
                </a:cubicBezTo>
                <a:cubicBezTo>
                  <a:pt x="261" y="204"/>
                  <a:pt x="266" y="199"/>
                  <a:pt x="272" y="199"/>
                </a:cubicBezTo>
                <a:cubicBezTo>
                  <a:pt x="277" y="199"/>
                  <a:pt x="282" y="204"/>
                  <a:pt x="282" y="210"/>
                </a:cubicBezTo>
                <a:cubicBezTo>
                  <a:pt x="282" y="229"/>
                  <a:pt x="282" y="229"/>
                  <a:pt x="282" y="229"/>
                </a:cubicBezTo>
                <a:cubicBezTo>
                  <a:pt x="300" y="229"/>
                  <a:pt x="300" y="229"/>
                  <a:pt x="300" y="229"/>
                </a:cubicBezTo>
                <a:cubicBezTo>
                  <a:pt x="306" y="229"/>
                  <a:pt x="311" y="233"/>
                  <a:pt x="311" y="239"/>
                </a:cubicBezTo>
                <a:cubicBezTo>
                  <a:pt x="311" y="245"/>
                  <a:pt x="306" y="250"/>
                  <a:pt x="300" y="250"/>
                </a:cubicBezTo>
                <a:cubicBezTo>
                  <a:pt x="282" y="250"/>
                  <a:pt x="282" y="250"/>
                  <a:pt x="282" y="250"/>
                </a:cubicBezTo>
                <a:cubicBezTo>
                  <a:pt x="282" y="268"/>
                  <a:pt x="282" y="268"/>
                  <a:pt x="282" y="268"/>
                </a:cubicBezTo>
                <a:cubicBezTo>
                  <a:pt x="282" y="274"/>
                  <a:pt x="277" y="279"/>
                  <a:pt x="272" y="279"/>
                </a:cubicBezTo>
                <a:cubicBezTo>
                  <a:pt x="266" y="279"/>
                  <a:pt x="261" y="274"/>
                  <a:pt x="261" y="268"/>
                </a:cubicBezTo>
                <a:cubicBezTo>
                  <a:pt x="261" y="250"/>
                  <a:pt x="261" y="250"/>
                  <a:pt x="261" y="250"/>
                </a:cubicBezTo>
                <a:cubicBezTo>
                  <a:pt x="242" y="250"/>
                  <a:pt x="242" y="250"/>
                  <a:pt x="242" y="250"/>
                </a:cubicBezTo>
                <a:cubicBezTo>
                  <a:pt x="237" y="250"/>
                  <a:pt x="232" y="245"/>
                  <a:pt x="232" y="239"/>
                </a:cubicBezTo>
                <a:close/>
                <a:moveTo>
                  <a:pt x="176" y="170"/>
                </a:moveTo>
                <a:cubicBezTo>
                  <a:pt x="176" y="176"/>
                  <a:pt x="172" y="181"/>
                  <a:pt x="166" y="181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297"/>
                  <a:pt x="98" y="297"/>
                  <a:pt x="98" y="297"/>
                </a:cubicBezTo>
                <a:cubicBezTo>
                  <a:pt x="98" y="303"/>
                  <a:pt x="94" y="307"/>
                  <a:pt x="88" y="307"/>
                </a:cubicBezTo>
                <a:cubicBezTo>
                  <a:pt x="82" y="307"/>
                  <a:pt x="77" y="303"/>
                  <a:pt x="77" y="297"/>
                </a:cubicBezTo>
                <a:cubicBezTo>
                  <a:pt x="77" y="170"/>
                  <a:pt x="77" y="170"/>
                  <a:pt x="77" y="170"/>
                </a:cubicBezTo>
                <a:cubicBezTo>
                  <a:pt x="77" y="165"/>
                  <a:pt x="82" y="160"/>
                  <a:pt x="88" y="160"/>
                </a:cubicBezTo>
                <a:cubicBezTo>
                  <a:pt x="166" y="160"/>
                  <a:pt x="166" y="160"/>
                  <a:pt x="166" y="160"/>
                </a:cubicBezTo>
                <a:cubicBezTo>
                  <a:pt x="172" y="160"/>
                  <a:pt x="176" y="165"/>
                  <a:pt x="176" y="170"/>
                </a:cubicBezTo>
                <a:close/>
                <a:moveTo>
                  <a:pt x="466" y="170"/>
                </a:moveTo>
                <a:cubicBezTo>
                  <a:pt x="466" y="297"/>
                  <a:pt x="466" y="297"/>
                  <a:pt x="466" y="297"/>
                </a:cubicBezTo>
                <a:cubicBezTo>
                  <a:pt x="466" y="303"/>
                  <a:pt x="461" y="307"/>
                  <a:pt x="455" y="307"/>
                </a:cubicBezTo>
                <a:cubicBezTo>
                  <a:pt x="449" y="307"/>
                  <a:pt x="445" y="303"/>
                  <a:pt x="445" y="297"/>
                </a:cubicBezTo>
                <a:cubicBezTo>
                  <a:pt x="445" y="181"/>
                  <a:pt x="445" y="181"/>
                  <a:pt x="445" y="181"/>
                </a:cubicBezTo>
                <a:cubicBezTo>
                  <a:pt x="377" y="181"/>
                  <a:pt x="377" y="181"/>
                  <a:pt x="377" y="181"/>
                </a:cubicBezTo>
                <a:cubicBezTo>
                  <a:pt x="371" y="181"/>
                  <a:pt x="366" y="176"/>
                  <a:pt x="366" y="170"/>
                </a:cubicBezTo>
                <a:cubicBezTo>
                  <a:pt x="366" y="165"/>
                  <a:pt x="371" y="160"/>
                  <a:pt x="377" y="160"/>
                </a:cubicBezTo>
                <a:cubicBezTo>
                  <a:pt x="455" y="160"/>
                  <a:pt x="455" y="160"/>
                  <a:pt x="455" y="160"/>
                </a:cubicBezTo>
                <a:cubicBezTo>
                  <a:pt x="461" y="160"/>
                  <a:pt x="466" y="165"/>
                  <a:pt x="466" y="1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698A35BB-F1FB-8F78-1D71-F5BF4B7E0F32}"/>
              </a:ext>
            </a:extLst>
          </p:cNvPr>
          <p:cNvSpPr txBox="1"/>
          <p:nvPr/>
        </p:nvSpPr>
        <p:spPr>
          <a:xfrm>
            <a:off x="8792196" y="3146000"/>
            <a:ext cx="2637804" cy="62017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com consectetur adipiscing nec elit.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3F70B87-F979-9331-2879-E364BF95AC99}"/>
              </a:ext>
            </a:extLst>
          </p:cNvPr>
          <p:cNvSpPr txBox="1"/>
          <p:nvPr/>
        </p:nvSpPr>
        <p:spPr>
          <a:xfrm>
            <a:off x="8792196" y="2750076"/>
            <a:ext cx="2637804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470" name="Freeform 140">
            <a:extLst>
              <a:ext uri="{FF2B5EF4-FFF2-40B4-BE49-F238E27FC236}">
                <a16:creationId xmlns:a16="http://schemas.microsoft.com/office/drawing/2014/main" id="{94F7B8FF-BD2B-0B95-60DB-58815F56616D}"/>
              </a:ext>
            </a:extLst>
          </p:cNvPr>
          <p:cNvSpPr>
            <a:spLocks noEditPoints="1"/>
          </p:cNvSpPr>
          <p:nvPr/>
        </p:nvSpPr>
        <p:spPr bwMode="auto">
          <a:xfrm>
            <a:off x="7749538" y="3124587"/>
            <a:ext cx="235729" cy="371037"/>
          </a:xfrm>
          <a:custGeom>
            <a:avLst/>
            <a:gdLst>
              <a:gd name="T0" fmla="*/ 433 w 443"/>
              <a:gd name="T1" fmla="*/ 697 h 697"/>
              <a:gd name="T2" fmla="*/ 303 w 443"/>
              <a:gd name="T3" fmla="*/ 387 h 697"/>
              <a:gd name="T4" fmla="*/ 315 w 443"/>
              <a:gd name="T5" fmla="*/ 370 h 697"/>
              <a:gd name="T6" fmla="*/ 129 w 443"/>
              <a:gd name="T7" fmla="*/ 327 h 697"/>
              <a:gd name="T8" fmla="*/ 144 w 443"/>
              <a:gd name="T9" fmla="*/ 325 h 697"/>
              <a:gd name="T10" fmla="*/ 21 w 443"/>
              <a:gd name="T11" fmla="*/ 11 h 697"/>
              <a:gd name="T12" fmla="*/ 0 w 443"/>
              <a:gd name="T13" fmla="*/ 11 h 697"/>
              <a:gd name="T14" fmla="*/ 222 w 443"/>
              <a:gd name="T15" fmla="*/ 359 h 697"/>
              <a:gd name="T16" fmla="*/ 433 w 443"/>
              <a:gd name="T17" fmla="*/ 0 h 697"/>
              <a:gd name="T18" fmla="*/ 222 w 443"/>
              <a:gd name="T19" fmla="*/ 338 h 697"/>
              <a:gd name="T20" fmla="*/ 11 w 443"/>
              <a:gd name="T21" fmla="*/ 697 h 697"/>
              <a:gd name="T22" fmla="*/ 222 w 443"/>
              <a:gd name="T23" fmla="*/ 359 h 697"/>
              <a:gd name="T24" fmla="*/ 380 w 443"/>
              <a:gd name="T25" fmla="*/ 22 h 697"/>
              <a:gd name="T26" fmla="*/ 380 w 443"/>
              <a:gd name="T27" fmla="*/ 0 h 697"/>
              <a:gd name="T28" fmla="*/ 53 w 443"/>
              <a:gd name="T29" fmla="*/ 11 h 697"/>
              <a:gd name="T30" fmla="*/ 384 w 443"/>
              <a:gd name="T31" fmla="*/ 96 h 697"/>
              <a:gd name="T32" fmla="*/ 70 w 443"/>
              <a:gd name="T33" fmla="*/ 85 h 697"/>
              <a:gd name="T34" fmla="*/ 70 w 443"/>
              <a:gd name="T35" fmla="*/ 106 h 697"/>
              <a:gd name="T36" fmla="*/ 384 w 443"/>
              <a:gd name="T37" fmla="*/ 96 h 697"/>
              <a:gd name="T38" fmla="*/ 352 w 443"/>
              <a:gd name="T39" fmla="*/ 169 h 697"/>
              <a:gd name="T40" fmla="*/ 82 w 443"/>
              <a:gd name="T41" fmla="*/ 179 h 697"/>
              <a:gd name="T42" fmla="*/ 352 w 443"/>
              <a:gd name="T43" fmla="*/ 190 h 697"/>
              <a:gd name="T44" fmla="*/ 145 w 443"/>
              <a:gd name="T45" fmla="*/ 253 h 697"/>
              <a:gd name="T46" fmla="*/ 145 w 443"/>
              <a:gd name="T47" fmla="*/ 275 h 697"/>
              <a:gd name="T48" fmla="*/ 309 w 443"/>
              <a:gd name="T49" fmla="*/ 264 h 697"/>
              <a:gd name="T50" fmla="*/ 145 w 443"/>
              <a:gd name="T51" fmla="*/ 253 h 697"/>
              <a:gd name="T52" fmla="*/ 64 w 443"/>
              <a:gd name="T53" fmla="*/ 670 h 697"/>
              <a:gd name="T54" fmla="*/ 64 w 443"/>
              <a:gd name="T55" fmla="*/ 691 h 697"/>
              <a:gd name="T56" fmla="*/ 391 w 443"/>
              <a:gd name="T57" fmla="*/ 681 h 697"/>
              <a:gd name="T58" fmla="*/ 60 w 443"/>
              <a:gd name="T59" fmla="*/ 596 h 697"/>
              <a:gd name="T60" fmla="*/ 373 w 443"/>
              <a:gd name="T61" fmla="*/ 607 h 697"/>
              <a:gd name="T62" fmla="*/ 373 w 443"/>
              <a:gd name="T63" fmla="*/ 586 h 697"/>
              <a:gd name="T64" fmla="*/ 60 w 443"/>
              <a:gd name="T65" fmla="*/ 596 h 697"/>
              <a:gd name="T66" fmla="*/ 92 w 443"/>
              <a:gd name="T67" fmla="*/ 501 h 697"/>
              <a:gd name="T68" fmla="*/ 92 w 443"/>
              <a:gd name="T69" fmla="*/ 523 h 697"/>
              <a:gd name="T70" fmla="*/ 363 w 443"/>
              <a:gd name="T71" fmla="*/ 512 h 697"/>
              <a:gd name="T72" fmla="*/ 298 w 443"/>
              <a:gd name="T73" fmla="*/ 417 h 697"/>
              <a:gd name="T74" fmla="*/ 135 w 443"/>
              <a:gd name="T75" fmla="*/ 427 h 697"/>
              <a:gd name="T76" fmla="*/ 298 w 443"/>
              <a:gd name="T77" fmla="*/ 438 h 697"/>
              <a:gd name="T78" fmla="*/ 298 w 443"/>
              <a:gd name="T79" fmla="*/ 417 h 6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43" h="697">
                <a:moveTo>
                  <a:pt x="443" y="686"/>
                </a:moveTo>
                <a:cubicBezTo>
                  <a:pt x="443" y="692"/>
                  <a:pt x="439" y="697"/>
                  <a:pt x="433" y="697"/>
                </a:cubicBezTo>
                <a:cubicBezTo>
                  <a:pt x="427" y="697"/>
                  <a:pt x="422" y="692"/>
                  <a:pt x="422" y="686"/>
                </a:cubicBezTo>
                <a:cubicBezTo>
                  <a:pt x="422" y="557"/>
                  <a:pt x="375" y="439"/>
                  <a:pt x="303" y="387"/>
                </a:cubicBezTo>
                <a:cubicBezTo>
                  <a:pt x="298" y="384"/>
                  <a:pt x="297" y="377"/>
                  <a:pt x="300" y="372"/>
                </a:cubicBezTo>
                <a:cubicBezTo>
                  <a:pt x="304" y="367"/>
                  <a:pt x="310" y="367"/>
                  <a:pt x="315" y="370"/>
                </a:cubicBezTo>
                <a:cubicBezTo>
                  <a:pt x="393" y="426"/>
                  <a:pt x="443" y="550"/>
                  <a:pt x="443" y="686"/>
                </a:cubicBezTo>
                <a:close/>
                <a:moveTo>
                  <a:pt x="129" y="327"/>
                </a:moveTo>
                <a:cubicBezTo>
                  <a:pt x="130" y="328"/>
                  <a:pt x="133" y="329"/>
                  <a:pt x="135" y="329"/>
                </a:cubicBezTo>
                <a:cubicBezTo>
                  <a:pt x="138" y="329"/>
                  <a:pt x="141" y="328"/>
                  <a:pt x="144" y="325"/>
                </a:cubicBezTo>
                <a:cubicBezTo>
                  <a:pt x="147" y="320"/>
                  <a:pt x="146" y="313"/>
                  <a:pt x="141" y="310"/>
                </a:cubicBezTo>
                <a:cubicBezTo>
                  <a:pt x="68" y="258"/>
                  <a:pt x="21" y="140"/>
                  <a:pt x="21" y="11"/>
                </a:cubicBezTo>
                <a:cubicBezTo>
                  <a:pt x="21" y="5"/>
                  <a:pt x="17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146"/>
                  <a:pt x="51" y="271"/>
                  <a:pt x="129" y="327"/>
                </a:cubicBezTo>
                <a:close/>
                <a:moveTo>
                  <a:pt x="222" y="359"/>
                </a:moveTo>
                <a:cubicBezTo>
                  <a:pt x="344" y="359"/>
                  <a:pt x="443" y="203"/>
                  <a:pt x="443" y="11"/>
                </a:cubicBezTo>
                <a:cubicBezTo>
                  <a:pt x="443" y="5"/>
                  <a:pt x="439" y="0"/>
                  <a:pt x="433" y="0"/>
                </a:cubicBezTo>
                <a:cubicBezTo>
                  <a:pt x="427" y="0"/>
                  <a:pt x="422" y="5"/>
                  <a:pt x="422" y="11"/>
                </a:cubicBezTo>
                <a:cubicBezTo>
                  <a:pt x="422" y="191"/>
                  <a:pt x="332" y="338"/>
                  <a:pt x="222" y="338"/>
                </a:cubicBezTo>
                <a:cubicBezTo>
                  <a:pt x="100" y="338"/>
                  <a:pt x="0" y="494"/>
                  <a:pt x="0" y="686"/>
                </a:cubicBezTo>
                <a:cubicBezTo>
                  <a:pt x="0" y="692"/>
                  <a:pt x="5" y="697"/>
                  <a:pt x="11" y="697"/>
                </a:cubicBezTo>
                <a:cubicBezTo>
                  <a:pt x="17" y="697"/>
                  <a:pt x="21" y="692"/>
                  <a:pt x="21" y="686"/>
                </a:cubicBezTo>
                <a:cubicBezTo>
                  <a:pt x="21" y="506"/>
                  <a:pt x="112" y="359"/>
                  <a:pt x="222" y="359"/>
                </a:cubicBezTo>
                <a:close/>
                <a:moveTo>
                  <a:pt x="64" y="22"/>
                </a:moveTo>
                <a:cubicBezTo>
                  <a:pt x="380" y="22"/>
                  <a:pt x="380" y="22"/>
                  <a:pt x="380" y="22"/>
                </a:cubicBezTo>
                <a:cubicBezTo>
                  <a:pt x="386" y="22"/>
                  <a:pt x="391" y="17"/>
                  <a:pt x="391" y="11"/>
                </a:cubicBezTo>
                <a:cubicBezTo>
                  <a:pt x="391" y="5"/>
                  <a:pt x="386" y="0"/>
                  <a:pt x="380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58" y="0"/>
                  <a:pt x="53" y="5"/>
                  <a:pt x="53" y="11"/>
                </a:cubicBezTo>
                <a:cubicBezTo>
                  <a:pt x="53" y="17"/>
                  <a:pt x="58" y="22"/>
                  <a:pt x="64" y="22"/>
                </a:cubicBezTo>
                <a:close/>
                <a:moveTo>
                  <a:pt x="384" y="96"/>
                </a:moveTo>
                <a:cubicBezTo>
                  <a:pt x="384" y="89"/>
                  <a:pt x="379" y="85"/>
                  <a:pt x="373" y="85"/>
                </a:cubicBezTo>
                <a:cubicBezTo>
                  <a:pt x="70" y="85"/>
                  <a:pt x="70" y="85"/>
                  <a:pt x="70" y="85"/>
                </a:cubicBezTo>
                <a:cubicBezTo>
                  <a:pt x="65" y="85"/>
                  <a:pt x="60" y="89"/>
                  <a:pt x="60" y="96"/>
                </a:cubicBezTo>
                <a:cubicBezTo>
                  <a:pt x="60" y="101"/>
                  <a:pt x="65" y="106"/>
                  <a:pt x="70" y="106"/>
                </a:cubicBezTo>
                <a:cubicBezTo>
                  <a:pt x="373" y="106"/>
                  <a:pt x="373" y="106"/>
                  <a:pt x="373" y="106"/>
                </a:cubicBezTo>
                <a:cubicBezTo>
                  <a:pt x="379" y="106"/>
                  <a:pt x="384" y="101"/>
                  <a:pt x="384" y="96"/>
                </a:cubicBezTo>
                <a:close/>
                <a:moveTo>
                  <a:pt x="362" y="179"/>
                </a:moveTo>
                <a:cubicBezTo>
                  <a:pt x="362" y="174"/>
                  <a:pt x="358" y="169"/>
                  <a:pt x="352" y="169"/>
                </a:cubicBezTo>
                <a:cubicBezTo>
                  <a:pt x="92" y="169"/>
                  <a:pt x="92" y="169"/>
                  <a:pt x="92" y="169"/>
                </a:cubicBezTo>
                <a:cubicBezTo>
                  <a:pt x="86" y="169"/>
                  <a:pt x="82" y="174"/>
                  <a:pt x="82" y="179"/>
                </a:cubicBezTo>
                <a:cubicBezTo>
                  <a:pt x="82" y="186"/>
                  <a:pt x="86" y="190"/>
                  <a:pt x="92" y="190"/>
                </a:cubicBezTo>
                <a:cubicBezTo>
                  <a:pt x="352" y="190"/>
                  <a:pt x="352" y="190"/>
                  <a:pt x="352" y="190"/>
                </a:cubicBezTo>
                <a:cubicBezTo>
                  <a:pt x="358" y="190"/>
                  <a:pt x="362" y="186"/>
                  <a:pt x="362" y="179"/>
                </a:cubicBezTo>
                <a:close/>
                <a:moveTo>
                  <a:pt x="145" y="253"/>
                </a:moveTo>
                <a:cubicBezTo>
                  <a:pt x="140" y="253"/>
                  <a:pt x="135" y="258"/>
                  <a:pt x="135" y="264"/>
                </a:cubicBezTo>
                <a:cubicBezTo>
                  <a:pt x="135" y="270"/>
                  <a:pt x="140" y="275"/>
                  <a:pt x="145" y="275"/>
                </a:cubicBezTo>
                <a:cubicBezTo>
                  <a:pt x="298" y="275"/>
                  <a:pt x="298" y="275"/>
                  <a:pt x="298" y="275"/>
                </a:cubicBezTo>
                <a:cubicBezTo>
                  <a:pt x="304" y="275"/>
                  <a:pt x="309" y="270"/>
                  <a:pt x="309" y="264"/>
                </a:cubicBezTo>
                <a:cubicBezTo>
                  <a:pt x="309" y="258"/>
                  <a:pt x="304" y="253"/>
                  <a:pt x="298" y="253"/>
                </a:cubicBezTo>
                <a:lnTo>
                  <a:pt x="145" y="253"/>
                </a:lnTo>
                <a:close/>
                <a:moveTo>
                  <a:pt x="380" y="670"/>
                </a:moveTo>
                <a:cubicBezTo>
                  <a:pt x="64" y="670"/>
                  <a:pt x="64" y="670"/>
                  <a:pt x="64" y="670"/>
                </a:cubicBezTo>
                <a:cubicBezTo>
                  <a:pt x="58" y="670"/>
                  <a:pt x="53" y="675"/>
                  <a:pt x="53" y="681"/>
                </a:cubicBezTo>
                <a:cubicBezTo>
                  <a:pt x="53" y="687"/>
                  <a:pt x="58" y="691"/>
                  <a:pt x="64" y="691"/>
                </a:cubicBezTo>
                <a:cubicBezTo>
                  <a:pt x="380" y="691"/>
                  <a:pt x="380" y="691"/>
                  <a:pt x="380" y="691"/>
                </a:cubicBezTo>
                <a:cubicBezTo>
                  <a:pt x="386" y="691"/>
                  <a:pt x="391" y="687"/>
                  <a:pt x="391" y="681"/>
                </a:cubicBezTo>
                <a:cubicBezTo>
                  <a:pt x="391" y="675"/>
                  <a:pt x="386" y="670"/>
                  <a:pt x="380" y="670"/>
                </a:cubicBezTo>
                <a:close/>
                <a:moveTo>
                  <a:pt x="60" y="596"/>
                </a:moveTo>
                <a:cubicBezTo>
                  <a:pt x="60" y="602"/>
                  <a:pt x="65" y="607"/>
                  <a:pt x="70" y="607"/>
                </a:cubicBezTo>
                <a:cubicBezTo>
                  <a:pt x="373" y="607"/>
                  <a:pt x="373" y="607"/>
                  <a:pt x="373" y="607"/>
                </a:cubicBezTo>
                <a:cubicBezTo>
                  <a:pt x="379" y="607"/>
                  <a:pt x="384" y="602"/>
                  <a:pt x="384" y="596"/>
                </a:cubicBezTo>
                <a:cubicBezTo>
                  <a:pt x="384" y="591"/>
                  <a:pt x="379" y="586"/>
                  <a:pt x="373" y="586"/>
                </a:cubicBezTo>
                <a:cubicBezTo>
                  <a:pt x="70" y="586"/>
                  <a:pt x="70" y="586"/>
                  <a:pt x="70" y="586"/>
                </a:cubicBezTo>
                <a:cubicBezTo>
                  <a:pt x="65" y="586"/>
                  <a:pt x="60" y="591"/>
                  <a:pt x="60" y="596"/>
                </a:cubicBezTo>
                <a:close/>
                <a:moveTo>
                  <a:pt x="352" y="501"/>
                </a:moveTo>
                <a:cubicBezTo>
                  <a:pt x="92" y="501"/>
                  <a:pt x="92" y="501"/>
                  <a:pt x="92" y="501"/>
                </a:cubicBezTo>
                <a:cubicBezTo>
                  <a:pt x="86" y="501"/>
                  <a:pt x="82" y="506"/>
                  <a:pt x="82" y="512"/>
                </a:cubicBezTo>
                <a:cubicBezTo>
                  <a:pt x="82" y="518"/>
                  <a:pt x="86" y="523"/>
                  <a:pt x="92" y="523"/>
                </a:cubicBezTo>
                <a:cubicBezTo>
                  <a:pt x="352" y="523"/>
                  <a:pt x="352" y="523"/>
                  <a:pt x="352" y="523"/>
                </a:cubicBezTo>
                <a:cubicBezTo>
                  <a:pt x="358" y="523"/>
                  <a:pt x="363" y="518"/>
                  <a:pt x="363" y="512"/>
                </a:cubicBezTo>
                <a:cubicBezTo>
                  <a:pt x="363" y="506"/>
                  <a:pt x="358" y="501"/>
                  <a:pt x="352" y="501"/>
                </a:cubicBezTo>
                <a:close/>
                <a:moveTo>
                  <a:pt x="298" y="417"/>
                </a:moveTo>
                <a:cubicBezTo>
                  <a:pt x="145" y="417"/>
                  <a:pt x="145" y="417"/>
                  <a:pt x="145" y="417"/>
                </a:cubicBezTo>
                <a:cubicBezTo>
                  <a:pt x="140" y="417"/>
                  <a:pt x="135" y="422"/>
                  <a:pt x="135" y="427"/>
                </a:cubicBezTo>
                <a:cubicBezTo>
                  <a:pt x="135" y="434"/>
                  <a:pt x="140" y="438"/>
                  <a:pt x="145" y="438"/>
                </a:cubicBezTo>
                <a:cubicBezTo>
                  <a:pt x="298" y="438"/>
                  <a:pt x="298" y="438"/>
                  <a:pt x="298" y="438"/>
                </a:cubicBezTo>
                <a:cubicBezTo>
                  <a:pt x="304" y="438"/>
                  <a:pt x="309" y="434"/>
                  <a:pt x="309" y="427"/>
                </a:cubicBezTo>
                <a:cubicBezTo>
                  <a:pt x="309" y="422"/>
                  <a:pt x="304" y="417"/>
                  <a:pt x="298" y="4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D0AE631A-F351-86A5-C1CC-9858F567FBA9}"/>
              </a:ext>
            </a:extLst>
          </p:cNvPr>
          <p:cNvSpPr txBox="1"/>
          <p:nvPr/>
        </p:nvSpPr>
        <p:spPr>
          <a:xfrm>
            <a:off x="8792196" y="4335934"/>
            <a:ext cx="2637804" cy="62017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com consectetur adipiscing nec elit.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7FD70C10-A403-1CAB-542D-E8F0C0CF7340}"/>
              </a:ext>
            </a:extLst>
          </p:cNvPr>
          <p:cNvSpPr txBox="1"/>
          <p:nvPr/>
        </p:nvSpPr>
        <p:spPr>
          <a:xfrm>
            <a:off x="8792196" y="3940010"/>
            <a:ext cx="2637804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476" name="Freeform 148">
            <a:extLst>
              <a:ext uri="{FF2B5EF4-FFF2-40B4-BE49-F238E27FC236}">
                <a16:creationId xmlns:a16="http://schemas.microsoft.com/office/drawing/2014/main" id="{B82324DA-C354-3712-30CB-DBBB6E7999E2}"/>
              </a:ext>
            </a:extLst>
          </p:cNvPr>
          <p:cNvSpPr>
            <a:spLocks noEditPoints="1"/>
          </p:cNvSpPr>
          <p:nvPr/>
        </p:nvSpPr>
        <p:spPr bwMode="auto">
          <a:xfrm>
            <a:off x="7687427" y="4314032"/>
            <a:ext cx="359951" cy="372015"/>
          </a:xfrm>
          <a:custGeom>
            <a:avLst/>
            <a:gdLst>
              <a:gd name="T0" fmla="*/ 628 w 676"/>
              <a:gd name="T1" fmla="*/ 191 h 699"/>
              <a:gd name="T2" fmla="*/ 542 w 676"/>
              <a:gd name="T3" fmla="*/ 17 h 699"/>
              <a:gd name="T4" fmla="*/ 380 w 676"/>
              <a:gd name="T5" fmla="*/ 148 h 699"/>
              <a:gd name="T6" fmla="*/ 371 w 676"/>
              <a:gd name="T7" fmla="*/ 152 h 699"/>
              <a:gd name="T8" fmla="*/ 133 w 676"/>
              <a:gd name="T9" fmla="*/ 74 h 699"/>
              <a:gd name="T10" fmla="*/ 165 w 676"/>
              <a:gd name="T11" fmla="*/ 266 h 699"/>
              <a:gd name="T12" fmla="*/ 11 w 676"/>
              <a:gd name="T13" fmla="*/ 395 h 699"/>
              <a:gd name="T14" fmla="*/ 136 w 676"/>
              <a:gd name="T15" fmla="*/ 598 h 699"/>
              <a:gd name="T16" fmla="*/ 264 w 676"/>
              <a:gd name="T17" fmla="*/ 578 h 699"/>
              <a:gd name="T18" fmla="*/ 410 w 676"/>
              <a:gd name="T19" fmla="*/ 697 h 699"/>
              <a:gd name="T20" fmla="*/ 604 w 676"/>
              <a:gd name="T21" fmla="*/ 558 h 699"/>
              <a:gd name="T22" fmla="*/ 582 w 676"/>
              <a:gd name="T23" fmla="*/ 439 h 699"/>
              <a:gd name="T24" fmla="*/ 639 w 676"/>
              <a:gd name="T25" fmla="*/ 304 h 699"/>
              <a:gd name="T26" fmla="*/ 506 w 676"/>
              <a:gd name="T27" fmla="*/ 411 h 699"/>
              <a:gd name="T28" fmla="*/ 483 w 676"/>
              <a:gd name="T29" fmla="*/ 310 h 699"/>
              <a:gd name="T30" fmla="*/ 610 w 676"/>
              <a:gd name="T31" fmla="*/ 208 h 699"/>
              <a:gd name="T32" fmla="*/ 400 w 676"/>
              <a:gd name="T33" fmla="*/ 142 h 699"/>
              <a:gd name="T34" fmla="*/ 462 w 676"/>
              <a:gd name="T35" fmla="*/ 28 h 699"/>
              <a:gd name="T36" fmla="*/ 532 w 676"/>
              <a:gd name="T37" fmla="*/ 36 h 699"/>
              <a:gd name="T38" fmla="*/ 604 w 676"/>
              <a:gd name="T39" fmla="*/ 187 h 699"/>
              <a:gd name="T40" fmla="*/ 450 w 676"/>
              <a:gd name="T41" fmla="*/ 231 h 699"/>
              <a:gd name="T42" fmla="*/ 400 w 676"/>
              <a:gd name="T43" fmla="*/ 142 h 699"/>
              <a:gd name="T44" fmla="*/ 462 w 676"/>
              <a:gd name="T45" fmla="*/ 310 h 699"/>
              <a:gd name="T46" fmla="*/ 305 w 676"/>
              <a:gd name="T47" fmla="*/ 375 h 699"/>
              <a:gd name="T48" fmla="*/ 299 w 676"/>
              <a:gd name="T49" fmla="*/ 240 h 699"/>
              <a:gd name="T50" fmla="*/ 435 w 676"/>
              <a:gd name="T51" fmla="*/ 246 h 699"/>
              <a:gd name="T52" fmla="*/ 148 w 676"/>
              <a:gd name="T53" fmla="*/ 89 h 699"/>
              <a:gd name="T54" fmla="*/ 278 w 676"/>
              <a:gd name="T55" fmla="*/ 88 h 699"/>
              <a:gd name="T56" fmla="*/ 284 w 676"/>
              <a:gd name="T57" fmla="*/ 225 h 699"/>
              <a:gd name="T58" fmla="*/ 148 w 676"/>
              <a:gd name="T59" fmla="*/ 218 h 699"/>
              <a:gd name="T60" fmla="*/ 44 w 676"/>
              <a:gd name="T61" fmla="*/ 503 h 699"/>
              <a:gd name="T62" fmla="*/ 175 w 676"/>
              <a:gd name="T63" fmla="*/ 287 h 699"/>
              <a:gd name="T64" fmla="*/ 212 w 676"/>
              <a:gd name="T65" fmla="*/ 312 h 699"/>
              <a:gd name="T66" fmla="*/ 56 w 676"/>
              <a:gd name="T67" fmla="*/ 495 h 699"/>
              <a:gd name="T68" fmla="*/ 253 w 676"/>
              <a:gd name="T69" fmla="*/ 560 h 699"/>
              <a:gd name="T70" fmla="*/ 55 w 676"/>
              <a:gd name="T71" fmla="*/ 521 h 699"/>
              <a:gd name="T72" fmla="*/ 291 w 676"/>
              <a:gd name="T73" fmla="*/ 390 h 699"/>
              <a:gd name="T74" fmla="*/ 270 w 676"/>
              <a:gd name="T75" fmla="*/ 503 h 699"/>
              <a:gd name="T76" fmla="*/ 253 w 676"/>
              <a:gd name="T77" fmla="*/ 560 h 699"/>
              <a:gd name="T78" fmla="*/ 317 w 676"/>
              <a:gd name="T79" fmla="*/ 617 h 699"/>
              <a:gd name="T80" fmla="*/ 525 w 676"/>
              <a:gd name="T81" fmla="*/ 556 h 699"/>
              <a:gd name="T82" fmla="*/ 413 w 676"/>
              <a:gd name="T83" fmla="*/ 677 h 699"/>
              <a:gd name="T84" fmla="*/ 584 w 676"/>
              <a:gd name="T85" fmla="*/ 545 h 699"/>
              <a:gd name="T86" fmla="*/ 294 w 676"/>
              <a:gd name="T87" fmla="*/ 496 h 699"/>
              <a:gd name="T88" fmla="*/ 370 w 676"/>
              <a:gd name="T89" fmla="*/ 424 h 699"/>
              <a:gd name="T90" fmla="*/ 453 w 676"/>
              <a:gd name="T91" fmla="*/ 387 h 699"/>
              <a:gd name="T92" fmla="*/ 551 w 676"/>
              <a:gd name="T93" fmla="*/ 443 h 699"/>
              <a:gd name="T94" fmla="*/ 557 w 676"/>
              <a:gd name="T95" fmla="*/ 444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76" h="699">
                <a:moveTo>
                  <a:pt x="659" y="298"/>
                </a:moveTo>
                <a:cubicBezTo>
                  <a:pt x="628" y="191"/>
                  <a:pt x="628" y="191"/>
                  <a:pt x="628" y="191"/>
                </a:cubicBezTo>
                <a:cubicBezTo>
                  <a:pt x="596" y="84"/>
                  <a:pt x="596" y="84"/>
                  <a:pt x="596" y="84"/>
                </a:cubicBezTo>
                <a:cubicBezTo>
                  <a:pt x="588" y="55"/>
                  <a:pt x="568" y="32"/>
                  <a:pt x="542" y="17"/>
                </a:cubicBezTo>
                <a:cubicBezTo>
                  <a:pt x="516" y="3"/>
                  <a:pt x="485" y="0"/>
                  <a:pt x="456" y="8"/>
                </a:cubicBezTo>
                <a:cubicBezTo>
                  <a:pt x="396" y="25"/>
                  <a:pt x="362" y="88"/>
                  <a:pt x="380" y="148"/>
                </a:cubicBezTo>
                <a:cubicBezTo>
                  <a:pt x="385" y="165"/>
                  <a:pt x="385" y="165"/>
                  <a:pt x="385" y="165"/>
                </a:cubicBezTo>
                <a:cubicBezTo>
                  <a:pt x="371" y="152"/>
                  <a:pt x="371" y="152"/>
                  <a:pt x="371" y="152"/>
                </a:cubicBezTo>
                <a:cubicBezTo>
                  <a:pt x="293" y="74"/>
                  <a:pt x="293" y="74"/>
                  <a:pt x="293" y="74"/>
                </a:cubicBezTo>
                <a:cubicBezTo>
                  <a:pt x="248" y="29"/>
                  <a:pt x="177" y="30"/>
                  <a:pt x="133" y="74"/>
                </a:cubicBezTo>
                <a:cubicBezTo>
                  <a:pt x="89" y="117"/>
                  <a:pt x="89" y="189"/>
                  <a:pt x="133" y="233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38" y="267"/>
                  <a:pt x="111" y="275"/>
                  <a:pt x="86" y="290"/>
                </a:cubicBezTo>
                <a:cubicBezTo>
                  <a:pt x="48" y="314"/>
                  <a:pt x="21" y="352"/>
                  <a:pt x="11" y="395"/>
                </a:cubicBezTo>
                <a:cubicBezTo>
                  <a:pt x="0" y="439"/>
                  <a:pt x="8" y="484"/>
                  <a:pt x="32" y="523"/>
                </a:cubicBezTo>
                <a:cubicBezTo>
                  <a:pt x="55" y="561"/>
                  <a:pt x="93" y="588"/>
                  <a:pt x="136" y="598"/>
                </a:cubicBezTo>
                <a:cubicBezTo>
                  <a:pt x="150" y="601"/>
                  <a:pt x="163" y="603"/>
                  <a:pt x="176" y="603"/>
                </a:cubicBezTo>
                <a:cubicBezTo>
                  <a:pt x="207" y="603"/>
                  <a:pt x="237" y="595"/>
                  <a:pt x="264" y="578"/>
                </a:cubicBezTo>
                <a:cubicBezTo>
                  <a:pt x="267" y="576"/>
                  <a:pt x="270" y="573"/>
                  <a:pt x="274" y="571"/>
                </a:cubicBezTo>
                <a:cubicBezTo>
                  <a:pt x="289" y="635"/>
                  <a:pt x="341" y="686"/>
                  <a:pt x="410" y="697"/>
                </a:cubicBezTo>
                <a:cubicBezTo>
                  <a:pt x="419" y="699"/>
                  <a:pt x="428" y="699"/>
                  <a:pt x="437" y="699"/>
                </a:cubicBezTo>
                <a:cubicBezTo>
                  <a:pt x="519" y="699"/>
                  <a:pt x="590" y="641"/>
                  <a:pt x="604" y="558"/>
                </a:cubicBezTo>
                <a:cubicBezTo>
                  <a:pt x="611" y="516"/>
                  <a:pt x="602" y="474"/>
                  <a:pt x="579" y="439"/>
                </a:cubicBezTo>
                <a:cubicBezTo>
                  <a:pt x="580" y="439"/>
                  <a:pt x="581" y="439"/>
                  <a:pt x="582" y="439"/>
                </a:cubicBezTo>
                <a:cubicBezTo>
                  <a:pt x="642" y="421"/>
                  <a:pt x="676" y="358"/>
                  <a:pt x="659" y="298"/>
                </a:cubicBezTo>
                <a:close/>
                <a:moveTo>
                  <a:pt x="639" y="304"/>
                </a:moveTo>
                <a:cubicBezTo>
                  <a:pt x="653" y="353"/>
                  <a:pt x="625" y="404"/>
                  <a:pt x="576" y="418"/>
                </a:cubicBezTo>
                <a:cubicBezTo>
                  <a:pt x="553" y="425"/>
                  <a:pt x="528" y="422"/>
                  <a:pt x="506" y="411"/>
                </a:cubicBezTo>
                <a:cubicBezTo>
                  <a:pt x="489" y="401"/>
                  <a:pt x="475" y="386"/>
                  <a:pt x="467" y="369"/>
                </a:cubicBezTo>
                <a:cubicBezTo>
                  <a:pt x="478" y="352"/>
                  <a:pt x="484" y="332"/>
                  <a:pt x="483" y="310"/>
                </a:cubicBezTo>
                <a:cubicBezTo>
                  <a:pt x="483" y="288"/>
                  <a:pt x="477" y="268"/>
                  <a:pt x="466" y="250"/>
                </a:cubicBezTo>
                <a:cubicBezTo>
                  <a:pt x="610" y="208"/>
                  <a:pt x="610" y="208"/>
                  <a:pt x="610" y="208"/>
                </a:cubicBezTo>
                <a:lnTo>
                  <a:pt x="639" y="304"/>
                </a:lnTo>
                <a:close/>
                <a:moveTo>
                  <a:pt x="400" y="142"/>
                </a:moveTo>
                <a:cubicBezTo>
                  <a:pt x="386" y="94"/>
                  <a:pt x="413" y="42"/>
                  <a:pt x="462" y="28"/>
                </a:cubicBezTo>
                <a:cubicBezTo>
                  <a:pt x="462" y="28"/>
                  <a:pt x="462" y="28"/>
                  <a:pt x="462" y="28"/>
                </a:cubicBezTo>
                <a:cubicBezTo>
                  <a:pt x="470" y="25"/>
                  <a:pt x="479" y="24"/>
                  <a:pt x="488" y="24"/>
                </a:cubicBezTo>
                <a:cubicBezTo>
                  <a:pt x="503" y="24"/>
                  <a:pt x="518" y="29"/>
                  <a:pt x="532" y="36"/>
                </a:cubicBezTo>
                <a:cubicBezTo>
                  <a:pt x="553" y="47"/>
                  <a:pt x="569" y="67"/>
                  <a:pt x="576" y="91"/>
                </a:cubicBezTo>
                <a:cubicBezTo>
                  <a:pt x="604" y="187"/>
                  <a:pt x="604" y="187"/>
                  <a:pt x="604" y="187"/>
                </a:cubicBezTo>
                <a:cubicBezTo>
                  <a:pt x="452" y="232"/>
                  <a:pt x="452" y="232"/>
                  <a:pt x="452" y="232"/>
                </a:cubicBezTo>
                <a:cubicBezTo>
                  <a:pt x="451" y="231"/>
                  <a:pt x="451" y="231"/>
                  <a:pt x="450" y="231"/>
                </a:cubicBezTo>
                <a:cubicBezTo>
                  <a:pt x="416" y="196"/>
                  <a:pt x="416" y="196"/>
                  <a:pt x="416" y="196"/>
                </a:cubicBezTo>
                <a:lnTo>
                  <a:pt x="400" y="142"/>
                </a:lnTo>
                <a:close/>
                <a:moveTo>
                  <a:pt x="435" y="246"/>
                </a:moveTo>
                <a:cubicBezTo>
                  <a:pt x="453" y="263"/>
                  <a:pt x="462" y="286"/>
                  <a:pt x="462" y="310"/>
                </a:cubicBezTo>
                <a:cubicBezTo>
                  <a:pt x="462" y="335"/>
                  <a:pt x="453" y="358"/>
                  <a:pt x="436" y="375"/>
                </a:cubicBezTo>
                <a:cubicBezTo>
                  <a:pt x="400" y="411"/>
                  <a:pt x="341" y="412"/>
                  <a:pt x="305" y="375"/>
                </a:cubicBezTo>
                <a:cubicBezTo>
                  <a:pt x="234" y="305"/>
                  <a:pt x="234" y="305"/>
                  <a:pt x="234" y="305"/>
                </a:cubicBezTo>
                <a:cubicBezTo>
                  <a:pt x="299" y="240"/>
                  <a:pt x="299" y="240"/>
                  <a:pt x="299" y="240"/>
                </a:cubicBezTo>
                <a:cubicBezTo>
                  <a:pt x="364" y="174"/>
                  <a:pt x="364" y="174"/>
                  <a:pt x="364" y="174"/>
                </a:cubicBezTo>
                <a:lnTo>
                  <a:pt x="435" y="246"/>
                </a:lnTo>
                <a:close/>
                <a:moveTo>
                  <a:pt x="121" y="154"/>
                </a:moveTo>
                <a:cubicBezTo>
                  <a:pt x="121" y="129"/>
                  <a:pt x="130" y="106"/>
                  <a:pt x="148" y="89"/>
                </a:cubicBezTo>
                <a:cubicBezTo>
                  <a:pt x="166" y="71"/>
                  <a:pt x="189" y="62"/>
                  <a:pt x="213" y="62"/>
                </a:cubicBezTo>
                <a:cubicBezTo>
                  <a:pt x="236" y="62"/>
                  <a:pt x="260" y="71"/>
                  <a:pt x="278" y="88"/>
                </a:cubicBezTo>
                <a:cubicBezTo>
                  <a:pt x="349" y="159"/>
                  <a:pt x="349" y="159"/>
                  <a:pt x="349" y="159"/>
                </a:cubicBezTo>
                <a:cubicBezTo>
                  <a:pt x="284" y="225"/>
                  <a:pt x="284" y="225"/>
                  <a:pt x="284" y="225"/>
                </a:cubicBezTo>
                <a:cubicBezTo>
                  <a:pt x="219" y="290"/>
                  <a:pt x="219" y="290"/>
                  <a:pt x="219" y="290"/>
                </a:cubicBezTo>
                <a:cubicBezTo>
                  <a:pt x="148" y="218"/>
                  <a:pt x="148" y="218"/>
                  <a:pt x="148" y="218"/>
                </a:cubicBezTo>
                <a:cubicBezTo>
                  <a:pt x="131" y="201"/>
                  <a:pt x="121" y="178"/>
                  <a:pt x="121" y="154"/>
                </a:cubicBezTo>
                <a:close/>
                <a:moveTo>
                  <a:pt x="44" y="503"/>
                </a:moveTo>
                <a:cubicBezTo>
                  <a:pt x="9" y="435"/>
                  <a:pt x="31" y="349"/>
                  <a:pt x="98" y="308"/>
                </a:cubicBezTo>
                <a:cubicBezTo>
                  <a:pt x="121" y="293"/>
                  <a:pt x="148" y="287"/>
                  <a:pt x="175" y="287"/>
                </a:cubicBezTo>
                <a:cubicBezTo>
                  <a:pt x="179" y="287"/>
                  <a:pt x="183" y="287"/>
                  <a:pt x="186" y="287"/>
                </a:cubicBezTo>
                <a:cubicBezTo>
                  <a:pt x="212" y="312"/>
                  <a:pt x="212" y="312"/>
                  <a:pt x="212" y="312"/>
                </a:cubicBezTo>
                <a:cubicBezTo>
                  <a:pt x="266" y="365"/>
                  <a:pt x="266" y="365"/>
                  <a:pt x="266" y="365"/>
                </a:cubicBezTo>
                <a:cubicBezTo>
                  <a:pt x="56" y="495"/>
                  <a:pt x="56" y="495"/>
                  <a:pt x="56" y="495"/>
                </a:cubicBezTo>
                <a:lnTo>
                  <a:pt x="44" y="503"/>
                </a:lnTo>
                <a:close/>
                <a:moveTo>
                  <a:pt x="253" y="560"/>
                </a:moveTo>
                <a:cubicBezTo>
                  <a:pt x="219" y="581"/>
                  <a:pt x="180" y="587"/>
                  <a:pt x="141" y="578"/>
                </a:cubicBezTo>
                <a:cubicBezTo>
                  <a:pt x="106" y="570"/>
                  <a:pt x="76" y="550"/>
                  <a:pt x="55" y="521"/>
                </a:cubicBezTo>
                <a:cubicBezTo>
                  <a:pt x="281" y="381"/>
                  <a:pt x="281" y="381"/>
                  <a:pt x="281" y="381"/>
                </a:cubicBezTo>
                <a:cubicBezTo>
                  <a:pt x="291" y="390"/>
                  <a:pt x="291" y="390"/>
                  <a:pt x="291" y="390"/>
                </a:cubicBezTo>
                <a:cubicBezTo>
                  <a:pt x="299" y="399"/>
                  <a:pt x="309" y="406"/>
                  <a:pt x="318" y="411"/>
                </a:cubicBezTo>
                <a:cubicBezTo>
                  <a:pt x="293" y="436"/>
                  <a:pt x="277" y="467"/>
                  <a:pt x="270" y="503"/>
                </a:cubicBezTo>
                <a:cubicBezTo>
                  <a:pt x="268" y="518"/>
                  <a:pt x="268" y="533"/>
                  <a:pt x="269" y="548"/>
                </a:cubicBezTo>
                <a:cubicBezTo>
                  <a:pt x="264" y="552"/>
                  <a:pt x="259" y="556"/>
                  <a:pt x="253" y="560"/>
                </a:cubicBezTo>
                <a:close/>
                <a:moveTo>
                  <a:pt x="413" y="677"/>
                </a:moveTo>
                <a:cubicBezTo>
                  <a:pt x="374" y="670"/>
                  <a:pt x="340" y="648"/>
                  <a:pt x="317" y="617"/>
                </a:cubicBezTo>
                <a:cubicBezTo>
                  <a:pt x="296" y="587"/>
                  <a:pt x="287" y="552"/>
                  <a:pt x="290" y="517"/>
                </a:cubicBezTo>
                <a:cubicBezTo>
                  <a:pt x="525" y="556"/>
                  <a:pt x="525" y="556"/>
                  <a:pt x="525" y="556"/>
                </a:cubicBezTo>
                <a:cubicBezTo>
                  <a:pt x="581" y="565"/>
                  <a:pt x="581" y="565"/>
                  <a:pt x="581" y="565"/>
                </a:cubicBezTo>
                <a:cubicBezTo>
                  <a:pt x="563" y="640"/>
                  <a:pt x="490" y="689"/>
                  <a:pt x="413" y="677"/>
                </a:cubicBezTo>
                <a:close/>
                <a:moveTo>
                  <a:pt x="557" y="444"/>
                </a:moveTo>
                <a:cubicBezTo>
                  <a:pt x="578" y="474"/>
                  <a:pt x="588" y="509"/>
                  <a:pt x="584" y="545"/>
                </a:cubicBezTo>
                <a:cubicBezTo>
                  <a:pt x="350" y="506"/>
                  <a:pt x="350" y="506"/>
                  <a:pt x="350" y="506"/>
                </a:cubicBezTo>
                <a:cubicBezTo>
                  <a:pt x="294" y="496"/>
                  <a:pt x="294" y="496"/>
                  <a:pt x="294" y="496"/>
                </a:cubicBezTo>
                <a:cubicBezTo>
                  <a:pt x="301" y="466"/>
                  <a:pt x="317" y="439"/>
                  <a:pt x="340" y="419"/>
                </a:cubicBezTo>
                <a:cubicBezTo>
                  <a:pt x="350" y="422"/>
                  <a:pt x="360" y="424"/>
                  <a:pt x="370" y="424"/>
                </a:cubicBezTo>
                <a:cubicBezTo>
                  <a:pt x="400" y="424"/>
                  <a:pt x="428" y="412"/>
                  <a:pt x="450" y="390"/>
                </a:cubicBezTo>
                <a:cubicBezTo>
                  <a:pt x="452" y="389"/>
                  <a:pt x="453" y="388"/>
                  <a:pt x="453" y="387"/>
                </a:cubicBezTo>
                <a:cubicBezTo>
                  <a:pt x="464" y="404"/>
                  <a:pt x="478" y="419"/>
                  <a:pt x="496" y="429"/>
                </a:cubicBezTo>
                <a:cubicBezTo>
                  <a:pt x="513" y="438"/>
                  <a:pt x="532" y="443"/>
                  <a:pt x="551" y="443"/>
                </a:cubicBezTo>
                <a:cubicBezTo>
                  <a:pt x="552" y="443"/>
                  <a:pt x="554" y="443"/>
                  <a:pt x="556" y="442"/>
                </a:cubicBezTo>
                <a:cubicBezTo>
                  <a:pt x="556" y="443"/>
                  <a:pt x="557" y="444"/>
                  <a:pt x="557" y="4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F840BC6A-871B-CCBB-F880-B4BCEB56E69C}"/>
              </a:ext>
            </a:extLst>
          </p:cNvPr>
          <p:cNvSpPr txBox="1"/>
          <p:nvPr/>
        </p:nvSpPr>
        <p:spPr>
          <a:xfrm>
            <a:off x="8792196" y="5525869"/>
            <a:ext cx="2637804" cy="616836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/>
              <a:t>Lorem ipsum dolor sit amet, com consectetur adipiscing nec elit.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0B7CF0CE-16EE-7258-9D88-98ED2C5574EF}"/>
              </a:ext>
            </a:extLst>
          </p:cNvPr>
          <p:cNvSpPr txBox="1"/>
          <p:nvPr/>
        </p:nvSpPr>
        <p:spPr>
          <a:xfrm>
            <a:off x="8792196" y="5129945"/>
            <a:ext cx="2637804" cy="423449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spc="5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Your Option</a:t>
            </a:r>
          </a:p>
        </p:txBody>
      </p:sp>
      <p:sp>
        <p:nvSpPr>
          <p:cNvPr id="482" name="Freeform 153">
            <a:extLst>
              <a:ext uri="{FF2B5EF4-FFF2-40B4-BE49-F238E27FC236}">
                <a16:creationId xmlns:a16="http://schemas.microsoft.com/office/drawing/2014/main" id="{8A16E45B-777E-3068-5EA2-670C8EEAF9F4}"/>
              </a:ext>
            </a:extLst>
          </p:cNvPr>
          <p:cNvSpPr>
            <a:spLocks noEditPoints="1"/>
          </p:cNvSpPr>
          <p:nvPr/>
        </p:nvSpPr>
        <p:spPr bwMode="auto">
          <a:xfrm>
            <a:off x="7680580" y="5505271"/>
            <a:ext cx="373645" cy="369406"/>
          </a:xfrm>
          <a:custGeom>
            <a:avLst/>
            <a:gdLst>
              <a:gd name="T0" fmla="*/ 351 w 702"/>
              <a:gd name="T1" fmla="*/ 57 h 694"/>
              <a:gd name="T2" fmla="*/ 346 w 702"/>
              <a:gd name="T3" fmla="*/ 452 h 694"/>
              <a:gd name="T4" fmla="*/ 604 w 702"/>
              <a:gd name="T5" fmla="*/ 141 h 694"/>
              <a:gd name="T6" fmla="*/ 239 w 702"/>
              <a:gd name="T7" fmla="*/ 22 h 694"/>
              <a:gd name="T8" fmla="*/ 464 w 702"/>
              <a:gd name="T9" fmla="*/ 22 h 694"/>
              <a:gd name="T10" fmla="*/ 238 w 702"/>
              <a:gd name="T11" fmla="*/ 492 h 694"/>
              <a:gd name="T12" fmla="*/ 117 w 702"/>
              <a:gd name="T13" fmla="*/ 340 h 694"/>
              <a:gd name="T14" fmla="*/ 55 w 702"/>
              <a:gd name="T15" fmla="*/ 289 h 694"/>
              <a:gd name="T16" fmla="*/ 3 w 702"/>
              <a:gd name="T17" fmla="*/ 318 h 694"/>
              <a:gd name="T18" fmla="*/ 286 w 702"/>
              <a:gd name="T19" fmla="*/ 676 h 694"/>
              <a:gd name="T20" fmla="*/ 309 w 702"/>
              <a:gd name="T21" fmla="*/ 549 h 694"/>
              <a:gd name="T22" fmla="*/ 84 w 702"/>
              <a:gd name="T23" fmla="*/ 310 h 694"/>
              <a:gd name="T24" fmla="*/ 102 w 702"/>
              <a:gd name="T25" fmla="*/ 417 h 694"/>
              <a:gd name="T26" fmla="*/ 63 w 702"/>
              <a:gd name="T27" fmla="*/ 308 h 694"/>
              <a:gd name="T28" fmla="*/ 284 w 702"/>
              <a:gd name="T29" fmla="*/ 652 h 694"/>
              <a:gd name="T30" fmla="*/ 24 w 702"/>
              <a:gd name="T31" fmla="*/ 317 h 694"/>
              <a:gd name="T32" fmla="*/ 36 w 702"/>
              <a:gd name="T33" fmla="*/ 298 h 694"/>
              <a:gd name="T34" fmla="*/ 94 w 702"/>
              <a:gd name="T35" fmla="*/ 459 h 694"/>
              <a:gd name="T36" fmla="*/ 186 w 702"/>
              <a:gd name="T37" fmla="*/ 565 h 694"/>
              <a:gd name="T38" fmla="*/ 113 w 702"/>
              <a:gd name="T39" fmla="*/ 452 h 694"/>
              <a:gd name="T40" fmla="*/ 135 w 702"/>
              <a:gd name="T41" fmla="*/ 425 h 694"/>
              <a:gd name="T42" fmla="*/ 293 w 702"/>
              <a:gd name="T43" fmla="*/ 564 h 694"/>
              <a:gd name="T44" fmla="*/ 662 w 702"/>
              <a:gd name="T45" fmla="*/ 277 h 694"/>
              <a:gd name="T46" fmla="*/ 601 w 702"/>
              <a:gd name="T47" fmla="*/ 298 h 694"/>
              <a:gd name="T48" fmla="*/ 538 w 702"/>
              <a:gd name="T49" fmla="*/ 420 h 694"/>
              <a:gd name="T50" fmla="*/ 374 w 702"/>
              <a:gd name="T51" fmla="*/ 611 h 694"/>
              <a:gd name="T52" fmla="*/ 470 w 702"/>
              <a:gd name="T53" fmla="*/ 694 h 694"/>
              <a:gd name="T54" fmla="*/ 687 w 702"/>
              <a:gd name="T55" fmla="*/ 282 h 694"/>
              <a:gd name="T56" fmla="*/ 628 w 702"/>
              <a:gd name="T57" fmla="*/ 305 h 694"/>
              <a:gd name="T58" fmla="*/ 635 w 702"/>
              <a:gd name="T59" fmla="*/ 326 h 694"/>
              <a:gd name="T60" fmla="*/ 584 w 702"/>
              <a:gd name="T61" fmla="*/ 407 h 694"/>
              <a:gd name="T62" fmla="*/ 517 w 702"/>
              <a:gd name="T63" fmla="*/ 655 h 694"/>
              <a:gd name="T64" fmla="*/ 395 w 702"/>
              <a:gd name="T65" fmla="*/ 610 h 694"/>
              <a:gd name="T66" fmla="*/ 555 w 702"/>
              <a:gd name="T67" fmla="*/ 432 h 694"/>
              <a:gd name="T68" fmla="*/ 570 w 702"/>
              <a:gd name="T69" fmla="*/ 425 h 694"/>
              <a:gd name="T70" fmla="*/ 587 w 702"/>
              <a:gd name="T71" fmla="*/ 433 h 694"/>
              <a:gd name="T72" fmla="*/ 589 w 702"/>
              <a:gd name="T73" fmla="*/ 452 h 694"/>
              <a:gd name="T74" fmla="*/ 524 w 702"/>
              <a:gd name="T75" fmla="*/ 568 h 694"/>
              <a:gd name="T76" fmla="*/ 609 w 702"/>
              <a:gd name="T77" fmla="*/ 459 h 694"/>
              <a:gd name="T78" fmla="*/ 673 w 702"/>
              <a:gd name="T79" fmla="*/ 298 h 694"/>
              <a:gd name="T80" fmla="*/ 390 w 702"/>
              <a:gd name="T81" fmla="*/ 188 h 694"/>
              <a:gd name="T82" fmla="*/ 339 w 702"/>
              <a:gd name="T83" fmla="*/ 124 h 694"/>
              <a:gd name="T84" fmla="*/ 275 w 702"/>
              <a:gd name="T85" fmla="*/ 188 h 694"/>
              <a:gd name="T86" fmla="*/ 275 w 702"/>
              <a:gd name="T87" fmla="*/ 266 h 694"/>
              <a:gd name="T88" fmla="*/ 339 w 702"/>
              <a:gd name="T89" fmla="*/ 330 h 694"/>
              <a:gd name="T90" fmla="*/ 390 w 702"/>
              <a:gd name="T91" fmla="*/ 266 h 694"/>
              <a:gd name="T92" fmla="*/ 454 w 702"/>
              <a:gd name="T93" fmla="*/ 215 h 694"/>
              <a:gd name="T94" fmla="*/ 428 w 702"/>
              <a:gd name="T95" fmla="*/ 245 h 694"/>
              <a:gd name="T96" fmla="*/ 369 w 702"/>
              <a:gd name="T97" fmla="*/ 303 h 694"/>
              <a:gd name="T98" fmla="*/ 334 w 702"/>
              <a:gd name="T99" fmla="*/ 303 h 694"/>
              <a:gd name="T100" fmla="*/ 275 w 702"/>
              <a:gd name="T101" fmla="*/ 245 h 694"/>
              <a:gd name="T102" fmla="*/ 275 w 702"/>
              <a:gd name="T103" fmla="*/ 209 h 694"/>
              <a:gd name="T104" fmla="*/ 334 w 702"/>
              <a:gd name="T105" fmla="*/ 151 h 694"/>
              <a:gd name="T106" fmla="*/ 369 w 702"/>
              <a:gd name="T107" fmla="*/ 151 h 694"/>
              <a:gd name="T108" fmla="*/ 428 w 702"/>
              <a:gd name="T109" fmla="*/ 209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02" h="694">
                <a:moveTo>
                  <a:pt x="604" y="141"/>
                </a:moveTo>
                <a:cubicBezTo>
                  <a:pt x="604" y="64"/>
                  <a:pt x="541" y="0"/>
                  <a:pt x="464" y="0"/>
                </a:cubicBezTo>
                <a:cubicBezTo>
                  <a:pt x="419" y="0"/>
                  <a:pt x="378" y="22"/>
                  <a:pt x="351" y="57"/>
                </a:cubicBezTo>
                <a:cubicBezTo>
                  <a:pt x="325" y="22"/>
                  <a:pt x="283" y="0"/>
                  <a:pt x="239" y="0"/>
                </a:cubicBezTo>
                <a:cubicBezTo>
                  <a:pt x="161" y="0"/>
                  <a:pt x="98" y="64"/>
                  <a:pt x="98" y="141"/>
                </a:cubicBezTo>
                <a:cubicBezTo>
                  <a:pt x="98" y="299"/>
                  <a:pt x="336" y="446"/>
                  <a:pt x="346" y="452"/>
                </a:cubicBezTo>
                <a:cubicBezTo>
                  <a:pt x="347" y="453"/>
                  <a:pt x="349" y="454"/>
                  <a:pt x="351" y="454"/>
                </a:cubicBezTo>
                <a:cubicBezTo>
                  <a:pt x="353" y="454"/>
                  <a:pt x="355" y="453"/>
                  <a:pt x="357" y="452"/>
                </a:cubicBezTo>
                <a:cubicBezTo>
                  <a:pt x="367" y="446"/>
                  <a:pt x="604" y="299"/>
                  <a:pt x="604" y="141"/>
                </a:cubicBezTo>
                <a:close/>
                <a:moveTo>
                  <a:pt x="351" y="430"/>
                </a:moveTo>
                <a:cubicBezTo>
                  <a:pt x="315" y="408"/>
                  <a:pt x="119" y="275"/>
                  <a:pt x="119" y="141"/>
                </a:cubicBezTo>
                <a:cubicBezTo>
                  <a:pt x="119" y="75"/>
                  <a:pt x="173" y="22"/>
                  <a:pt x="239" y="22"/>
                </a:cubicBezTo>
                <a:cubicBezTo>
                  <a:pt x="281" y="22"/>
                  <a:pt x="321" y="44"/>
                  <a:pt x="342" y="80"/>
                </a:cubicBezTo>
                <a:cubicBezTo>
                  <a:pt x="346" y="87"/>
                  <a:pt x="357" y="87"/>
                  <a:pt x="360" y="80"/>
                </a:cubicBezTo>
                <a:cubicBezTo>
                  <a:pt x="382" y="44"/>
                  <a:pt x="421" y="22"/>
                  <a:pt x="464" y="22"/>
                </a:cubicBezTo>
                <a:cubicBezTo>
                  <a:pt x="529" y="22"/>
                  <a:pt x="583" y="75"/>
                  <a:pt x="583" y="141"/>
                </a:cubicBezTo>
                <a:cubicBezTo>
                  <a:pt x="583" y="275"/>
                  <a:pt x="387" y="408"/>
                  <a:pt x="351" y="430"/>
                </a:cubicBezTo>
                <a:close/>
                <a:moveTo>
                  <a:pt x="238" y="492"/>
                </a:moveTo>
                <a:cubicBezTo>
                  <a:pt x="222" y="486"/>
                  <a:pt x="209" y="481"/>
                  <a:pt x="165" y="421"/>
                </a:cubicBezTo>
                <a:cubicBezTo>
                  <a:pt x="164" y="419"/>
                  <a:pt x="155" y="407"/>
                  <a:pt x="140" y="404"/>
                </a:cubicBezTo>
                <a:cubicBezTo>
                  <a:pt x="129" y="380"/>
                  <a:pt x="122" y="358"/>
                  <a:pt x="117" y="340"/>
                </a:cubicBezTo>
                <a:cubicBezTo>
                  <a:pt x="112" y="322"/>
                  <a:pt x="108" y="308"/>
                  <a:pt x="101" y="298"/>
                </a:cubicBezTo>
                <a:cubicBezTo>
                  <a:pt x="94" y="289"/>
                  <a:pt x="85" y="284"/>
                  <a:pt x="75" y="283"/>
                </a:cubicBezTo>
                <a:cubicBezTo>
                  <a:pt x="68" y="283"/>
                  <a:pt x="62" y="285"/>
                  <a:pt x="55" y="289"/>
                </a:cubicBezTo>
                <a:cubicBezTo>
                  <a:pt x="52" y="283"/>
                  <a:pt x="47" y="278"/>
                  <a:pt x="41" y="277"/>
                </a:cubicBezTo>
                <a:cubicBezTo>
                  <a:pt x="28" y="275"/>
                  <a:pt x="20" y="278"/>
                  <a:pt x="16" y="282"/>
                </a:cubicBezTo>
                <a:cubicBezTo>
                  <a:pt x="2" y="293"/>
                  <a:pt x="3" y="316"/>
                  <a:pt x="3" y="318"/>
                </a:cubicBezTo>
                <a:cubicBezTo>
                  <a:pt x="0" y="488"/>
                  <a:pt x="107" y="612"/>
                  <a:pt x="171" y="671"/>
                </a:cubicBezTo>
                <a:cubicBezTo>
                  <a:pt x="189" y="687"/>
                  <a:pt x="210" y="694"/>
                  <a:pt x="232" y="694"/>
                </a:cubicBezTo>
                <a:cubicBezTo>
                  <a:pt x="251" y="694"/>
                  <a:pt x="270" y="688"/>
                  <a:pt x="286" y="676"/>
                </a:cubicBezTo>
                <a:cubicBezTo>
                  <a:pt x="296" y="668"/>
                  <a:pt x="296" y="668"/>
                  <a:pt x="296" y="668"/>
                </a:cubicBezTo>
                <a:cubicBezTo>
                  <a:pt x="314" y="655"/>
                  <a:pt x="326" y="634"/>
                  <a:pt x="328" y="611"/>
                </a:cubicBezTo>
                <a:cubicBezTo>
                  <a:pt x="330" y="589"/>
                  <a:pt x="324" y="567"/>
                  <a:pt x="309" y="549"/>
                </a:cubicBezTo>
                <a:cubicBezTo>
                  <a:pt x="270" y="506"/>
                  <a:pt x="253" y="499"/>
                  <a:pt x="238" y="492"/>
                </a:cubicBezTo>
                <a:close/>
                <a:moveTo>
                  <a:pt x="74" y="305"/>
                </a:moveTo>
                <a:cubicBezTo>
                  <a:pt x="78" y="305"/>
                  <a:pt x="81" y="306"/>
                  <a:pt x="84" y="310"/>
                </a:cubicBezTo>
                <a:cubicBezTo>
                  <a:pt x="89" y="317"/>
                  <a:pt x="92" y="330"/>
                  <a:pt x="97" y="346"/>
                </a:cubicBezTo>
                <a:cubicBezTo>
                  <a:pt x="102" y="363"/>
                  <a:pt x="108" y="384"/>
                  <a:pt x="118" y="407"/>
                </a:cubicBezTo>
                <a:cubicBezTo>
                  <a:pt x="112" y="409"/>
                  <a:pt x="107" y="412"/>
                  <a:pt x="102" y="417"/>
                </a:cubicBezTo>
                <a:cubicBezTo>
                  <a:pt x="100" y="418"/>
                  <a:pt x="100" y="419"/>
                  <a:pt x="99" y="420"/>
                </a:cubicBezTo>
                <a:cubicBezTo>
                  <a:pt x="82" y="380"/>
                  <a:pt x="74" y="348"/>
                  <a:pt x="68" y="326"/>
                </a:cubicBezTo>
                <a:cubicBezTo>
                  <a:pt x="67" y="320"/>
                  <a:pt x="65" y="314"/>
                  <a:pt x="63" y="308"/>
                </a:cubicBezTo>
                <a:cubicBezTo>
                  <a:pt x="67" y="306"/>
                  <a:pt x="70" y="305"/>
                  <a:pt x="74" y="305"/>
                </a:cubicBezTo>
                <a:close/>
                <a:moveTo>
                  <a:pt x="307" y="610"/>
                </a:moveTo>
                <a:cubicBezTo>
                  <a:pt x="305" y="626"/>
                  <a:pt x="297" y="641"/>
                  <a:pt x="284" y="652"/>
                </a:cubicBezTo>
                <a:cubicBezTo>
                  <a:pt x="274" y="659"/>
                  <a:pt x="274" y="659"/>
                  <a:pt x="274" y="659"/>
                </a:cubicBezTo>
                <a:cubicBezTo>
                  <a:pt x="247" y="679"/>
                  <a:pt x="210" y="678"/>
                  <a:pt x="186" y="655"/>
                </a:cubicBezTo>
                <a:cubicBezTo>
                  <a:pt x="124" y="599"/>
                  <a:pt x="21" y="480"/>
                  <a:pt x="24" y="317"/>
                </a:cubicBezTo>
                <a:cubicBezTo>
                  <a:pt x="24" y="312"/>
                  <a:pt x="26" y="301"/>
                  <a:pt x="29" y="298"/>
                </a:cubicBezTo>
                <a:cubicBezTo>
                  <a:pt x="30" y="298"/>
                  <a:pt x="31" y="297"/>
                  <a:pt x="33" y="297"/>
                </a:cubicBezTo>
                <a:cubicBezTo>
                  <a:pt x="34" y="297"/>
                  <a:pt x="35" y="297"/>
                  <a:pt x="36" y="298"/>
                </a:cubicBezTo>
                <a:cubicBezTo>
                  <a:pt x="40" y="300"/>
                  <a:pt x="44" y="317"/>
                  <a:pt x="48" y="332"/>
                </a:cubicBezTo>
                <a:cubicBezTo>
                  <a:pt x="55" y="360"/>
                  <a:pt x="66" y="404"/>
                  <a:pt x="94" y="459"/>
                </a:cubicBezTo>
                <a:cubicBezTo>
                  <a:pt x="94" y="459"/>
                  <a:pt x="94" y="459"/>
                  <a:pt x="94" y="459"/>
                </a:cubicBezTo>
                <a:cubicBezTo>
                  <a:pt x="101" y="486"/>
                  <a:pt x="127" y="520"/>
                  <a:pt x="171" y="565"/>
                </a:cubicBezTo>
                <a:cubicBezTo>
                  <a:pt x="173" y="567"/>
                  <a:pt x="176" y="568"/>
                  <a:pt x="179" y="568"/>
                </a:cubicBezTo>
                <a:cubicBezTo>
                  <a:pt x="181" y="568"/>
                  <a:pt x="184" y="567"/>
                  <a:pt x="186" y="565"/>
                </a:cubicBezTo>
                <a:cubicBezTo>
                  <a:pt x="190" y="561"/>
                  <a:pt x="190" y="554"/>
                  <a:pt x="186" y="550"/>
                </a:cubicBezTo>
                <a:cubicBezTo>
                  <a:pt x="134" y="497"/>
                  <a:pt x="118" y="468"/>
                  <a:pt x="113" y="452"/>
                </a:cubicBezTo>
                <a:cubicBezTo>
                  <a:pt x="113" y="452"/>
                  <a:pt x="113" y="452"/>
                  <a:pt x="113" y="452"/>
                </a:cubicBezTo>
                <a:cubicBezTo>
                  <a:pt x="113" y="452"/>
                  <a:pt x="113" y="452"/>
                  <a:pt x="113" y="452"/>
                </a:cubicBezTo>
                <a:cubicBezTo>
                  <a:pt x="109" y="438"/>
                  <a:pt x="114" y="434"/>
                  <a:pt x="115" y="433"/>
                </a:cubicBezTo>
                <a:cubicBezTo>
                  <a:pt x="122" y="427"/>
                  <a:pt x="129" y="424"/>
                  <a:pt x="135" y="425"/>
                </a:cubicBezTo>
                <a:cubicBezTo>
                  <a:pt x="142" y="425"/>
                  <a:pt x="147" y="432"/>
                  <a:pt x="147" y="433"/>
                </a:cubicBezTo>
                <a:cubicBezTo>
                  <a:pt x="195" y="498"/>
                  <a:pt x="211" y="504"/>
                  <a:pt x="230" y="512"/>
                </a:cubicBezTo>
                <a:cubicBezTo>
                  <a:pt x="243" y="518"/>
                  <a:pt x="257" y="523"/>
                  <a:pt x="293" y="564"/>
                </a:cubicBezTo>
                <a:cubicBezTo>
                  <a:pt x="304" y="576"/>
                  <a:pt x="309" y="593"/>
                  <a:pt x="307" y="610"/>
                </a:cubicBezTo>
                <a:close/>
                <a:moveTo>
                  <a:pt x="687" y="282"/>
                </a:moveTo>
                <a:cubicBezTo>
                  <a:pt x="682" y="278"/>
                  <a:pt x="674" y="275"/>
                  <a:pt x="662" y="277"/>
                </a:cubicBezTo>
                <a:cubicBezTo>
                  <a:pt x="655" y="278"/>
                  <a:pt x="650" y="283"/>
                  <a:pt x="647" y="289"/>
                </a:cubicBezTo>
                <a:cubicBezTo>
                  <a:pt x="641" y="285"/>
                  <a:pt x="634" y="283"/>
                  <a:pt x="628" y="283"/>
                </a:cubicBezTo>
                <a:cubicBezTo>
                  <a:pt x="617" y="284"/>
                  <a:pt x="608" y="289"/>
                  <a:pt x="601" y="298"/>
                </a:cubicBezTo>
                <a:cubicBezTo>
                  <a:pt x="594" y="308"/>
                  <a:pt x="590" y="322"/>
                  <a:pt x="585" y="340"/>
                </a:cubicBezTo>
                <a:cubicBezTo>
                  <a:pt x="580" y="358"/>
                  <a:pt x="573" y="380"/>
                  <a:pt x="563" y="404"/>
                </a:cubicBezTo>
                <a:cubicBezTo>
                  <a:pt x="547" y="407"/>
                  <a:pt x="539" y="419"/>
                  <a:pt x="538" y="420"/>
                </a:cubicBezTo>
                <a:cubicBezTo>
                  <a:pt x="494" y="481"/>
                  <a:pt x="480" y="486"/>
                  <a:pt x="465" y="492"/>
                </a:cubicBezTo>
                <a:cubicBezTo>
                  <a:pt x="450" y="499"/>
                  <a:pt x="433" y="506"/>
                  <a:pt x="394" y="549"/>
                </a:cubicBezTo>
                <a:cubicBezTo>
                  <a:pt x="379" y="567"/>
                  <a:pt x="372" y="589"/>
                  <a:pt x="374" y="611"/>
                </a:cubicBezTo>
                <a:cubicBezTo>
                  <a:pt x="377" y="634"/>
                  <a:pt x="388" y="655"/>
                  <a:pt x="406" y="668"/>
                </a:cubicBezTo>
                <a:cubicBezTo>
                  <a:pt x="416" y="676"/>
                  <a:pt x="416" y="676"/>
                  <a:pt x="416" y="676"/>
                </a:cubicBezTo>
                <a:cubicBezTo>
                  <a:pt x="432" y="688"/>
                  <a:pt x="451" y="694"/>
                  <a:pt x="470" y="694"/>
                </a:cubicBezTo>
                <a:cubicBezTo>
                  <a:pt x="492" y="694"/>
                  <a:pt x="514" y="687"/>
                  <a:pt x="531" y="671"/>
                </a:cubicBezTo>
                <a:cubicBezTo>
                  <a:pt x="595" y="612"/>
                  <a:pt x="702" y="488"/>
                  <a:pt x="699" y="318"/>
                </a:cubicBezTo>
                <a:cubicBezTo>
                  <a:pt x="699" y="316"/>
                  <a:pt x="700" y="293"/>
                  <a:pt x="687" y="282"/>
                </a:cubicBezTo>
                <a:close/>
                <a:moveTo>
                  <a:pt x="605" y="346"/>
                </a:moveTo>
                <a:cubicBezTo>
                  <a:pt x="610" y="330"/>
                  <a:pt x="614" y="317"/>
                  <a:pt x="619" y="310"/>
                </a:cubicBezTo>
                <a:cubicBezTo>
                  <a:pt x="621" y="306"/>
                  <a:pt x="624" y="305"/>
                  <a:pt x="628" y="305"/>
                </a:cubicBezTo>
                <a:cubicBezTo>
                  <a:pt x="628" y="305"/>
                  <a:pt x="629" y="305"/>
                  <a:pt x="629" y="305"/>
                </a:cubicBezTo>
                <a:cubicBezTo>
                  <a:pt x="632" y="305"/>
                  <a:pt x="636" y="306"/>
                  <a:pt x="639" y="308"/>
                </a:cubicBezTo>
                <a:cubicBezTo>
                  <a:pt x="637" y="314"/>
                  <a:pt x="636" y="320"/>
                  <a:pt x="635" y="326"/>
                </a:cubicBezTo>
                <a:cubicBezTo>
                  <a:pt x="629" y="348"/>
                  <a:pt x="621" y="380"/>
                  <a:pt x="604" y="420"/>
                </a:cubicBezTo>
                <a:cubicBezTo>
                  <a:pt x="603" y="419"/>
                  <a:pt x="602" y="418"/>
                  <a:pt x="601" y="417"/>
                </a:cubicBezTo>
                <a:cubicBezTo>
                  <a:pt x="595" y="412"/>
                  <a:pt x="590" y="409"/>
                  <a:pt x="584" y="407"/>
                </a:cubicBezTo>
                <a:cubicBezTo>
                  <a:pt x="594" y="384"/>
                  <a:pt x="601" y="363"/>
                  <a:pt x="605" y="346"/>
                </a:cubicBezTo>
                <a:close/>
                <a:moveTo>
                  <a:pt x="678" y="318"/>
                </a:moveTo>
                <a:cubicBezTo>
                  <a:pt x="681" y="480"/>
                  <a:pt x="578" y="599"/>
                  <a:pt x="517" y="655"/>
                </a:cubicBezTo>
                <a:cubicBezTo>
                  <a:pt x="492" y="678"/>
                  <a:pt x="455" y="679"/>
                  <a:pt x="429" y="659"/>
                </a:cubicBezTo>
                <a:cubicBezTo>
                  <a:pt x="419" y="652"/>
                  <a:pt x="419" y="652"/>
                  <a:pt x="419" y="652"/>
                </a:cubicBezTo>
                <a:cubicBezTo>
                  <a:pt x="405" y="641"/>
                  <a:pt x="397" y="626"/>
                  <a:pt x="395" y="610"/>
                </a:cubicBezTo>
                <a:cubicBezTo>
                  <a:pt x="393" y="593"/>
                  <a:pt x="399" y="576"/>
                  <a:pt x="410" y="564"/>
                </a:cubicBezTo>
                <a:cubicBezTo>
                  <a:pt x="445" y="523"/>
                  <a:pt x="459" y="518"/>
                  <a:pt x="473" y="512"/>
                </a:cubicBezTo>
                <a:cubicBezTo>
                  <a:pt x="491" y="504"/>
                  <a:pt x="507" y="498"/>
                  <a:pt x="555" y="432"/>
                </a:cubicBezTo>
                <a:cubicBezTo>
                  <a:pt x="555" y="432"/>
                  <a:pt x="560" y="425"/>
                  <a:pt x="568" y="425"/>
                </a:cubicBezTo>
                <a:cubicBezTo>
                  <a:pt x="568" y="425"/>
                  <a:pt x="569" y="425"/>
                  <a:pt x="569" y="425"/>
                </a:cubicBezTo>
                <a:cubicBezTo>
                  <a:pt x="570" y="425"/>
                  <a:pt x="570" y="425"/>
                  <a:pt x="570" y="425"/>
                </a:cubicBezTo>
                <a:cubicBezTo>
                  <a:pt x="570" y="425"/>
                  <a:pt x="570" y="425"/>
                  <a:pt x="570" y="425"/>
                </a:cubicBezTo>
                <a:cubicBezTo>
                  <a:pt x="570" y="425"/>
                  <a:pt x="570" y="425"/>
                  <a:pt x="570" y="425"/>
                </a:cubicBezTo>
                <a:cubicBezTo>
                  <a:pt x="575" y="425"/>
                  <a:pt x="581" y="427"/>
                  <a:pt x="587" y="433"/>
                </a:cubicBezTo>
                <a:cubicBezTo>
                  <a:pt x="588" y="434"/>
                  <a:pt x="593" y="438"/>
                  <a:pt x="589" y="452"/>
                </a:cubicBezTo>
                <a:cubicBezTo>
                  <a:pt x="589" y="452"/>
                  <a:pt x="589" y="452"/>
                  <a:pt x="589" y="452"/>
                </a:cubicBezTo>
                <a:cubicBezTo>
                  <a:pt x="589" y="452"/>
                  <a:pt x="589" y="452"/>
                  <a:pt x="589" y="452"/>
                </a:cubicBezTo>
                <a:cubicBezTo>
                  <a:pt x="585" y="468"/>
                  <a:pt x="569" y="497"/>
                  <a:pt x="516" y="550"/>
                </a:cubicBezTo>
                <a:cubicBezTo>
                  <a:pt x="512" y="554"/>
                  <a:pt x="512" y="561"/>
                  <a:pt x="516" y="565"/>
                </a:cubicBezTo>
                <a:cubicBezTo>
                  <a:pt x="519" y="567"/>
                  <a:pt x="521" y="568"/>
                  <a:pt x="524" y="568"/>
                </a:cubicBezTo>
                <a:cubicBezTo>
                  <a:pt x="527" y="568"/>
                  <a:pt x="529" y="567"/>
                  <a:pt x="532" y="565"/>
                </a:cubicBezTo>
                <a:cubicBezTo>
                  <a:pt x="576" y="520"/>
                  <a:pt x="601" y="486"/>
                  <a:pt x="609" y="459"/>
                </a:cubicBezTo>
                <a:cubicBezTo>
                  <a:pt x="609" y="459"/>
                  <a:pt x="609" y="459"/>
                  <a:pt x="609" y="459"/>
                </a:cubicBezTo>
                <a:cubicBezTo>
                  <a:pt x="636" y="404"/>
                  <a:pt x="648" y="360"/>
                  <a:pt x="655" y="332"/>
                </a:cubicBezTo>
                <a:cubicBezTo>
                  <a:pt x="659" y="317"/>
                  <a:pt x="663" y="300"/>
                  <a:pt x="666" y="298"/>
                </a:cubicBezTo>
                <a:cubicBezTo>
                  <a:pt x="671" y="296"/>
                  <a:pt x="673" y="298"/>
                  <a:pt x="673" y="298"/>
                </a:cubicBezTo>
                <a:cubicBezTo>
                  <a:pt x="677" y="301"/>
                  <a:pt x="678" y="312"/>
                  <a:pt x="678" y="318"/>
                </a:cubicBezTo>
                <a:close/>
                <a:moveTo>
                  <a:pt x="428" y="188"/>
                </a:moveTo>
                <a:cubicBezTo>
                  <a:pt x="390" y="188"/>
                  <a:pt x="390" y="188"/>
                  <a:pt x="390" y="188"/>
                </a:cubicBezTo>
                <a:cubicBezTo>
                  <a:pt x="390" y="151"/>
                  <a:pt x="390" y="151"/>
                  <a:pt x="390" y="151"/>
                </a:cubicBezTo>
                <a:cubicBezTo>
                  <a:pt x="390" y="136"/>
                  <a:pt x="378" y="124"/>
                  <a:pt x="363" y="124"/>
                </a:cubicBezTo>
                <a:cubicBezTo>
                  <a:pt x="339" y="124"/>
                  <a:pt x="339" y="124"/>
                  <a:pt x="339" y="124"/>
                </a:cubicBezTo>
                <a:cubicBezTo>
                  <a:pt x="325" y="124"/>
                  <a:pt x="313" y="136"/>
                  <a:pt x="313" y="151"/>
                </a:cubicBezTo>
                <a:cubicBezTo>
                  <a:pt x="313" y="188"/>
                  <a:pt x="313" y="188"/>
                  <a:pt x="313" y="188"/>
                </a:cubicBezTo>
                <a:cubicBezTo>
                  <a:pt x="275" y="188"/>
                  <a:pt x="275" y="188"/>
                  <a:pt x="275" y="188"/>
                </a:cubicBezTo>
                <a:cubicBezTo>
                  <a:pt x="260" y="188"/>
                  <a:pt x="248" y="200"/>
                  <a:pt x="248" y="215"/>
                </a:cubicBezTo>
                <a:cubicBezTo>
                  <a:pt x="248" y="240"/>
                  <a:pt x="248" y="240"/>
                  <a:pt x="248" y="240"/>
                </a:cubicBezTo>
                <a:cubicBezTo>
                  <a:pt x="248" y="254"/>
                  <a:pt x="260" y="266"/>
                  <a:pt x="275" y="266"/>
                </a:cubicBezTo>
                <a:cubicBezTo>
                  <a:pt x="313" y="266"/>
                  <a:pt x="313" y="266"/>
                  <a:pt x="313" y="266"/>
                </a:cubicBezTo>
                <a:cubicBezTo>
                  <a:pt x="313" y="303"/>
                  <a:pt x="313" y="303"/>
                  <a:pt x="313" y="303"/>
                </a:cubicBezTo>
                <a:cubicBezTo>
                  <a:pt x="313" y="318"/>
                  <a:pt x="325" y="330"/>
                  <a:pt x="339" y="330"/>
                </a:cubicBezTo>
                <a:cubicBezTo>
                  <a:pt x="363" y="330"/>
                  <a:pt x="363" y="330"/>
                  <a:pt x="363" y="330"/>
                </a:cubicBezTo>
                <a:cubicBezTo>
                  <a:pt x="378" y="330"/>
                  <a:pt x="390" y="318"/>
                  <a:pt x="390" y="303"/>
                </a:cubicBezTo>
                <a:cubicBezTo>
                  <a:pt x="390" y="266"/>
                  <a:pt x="390" y="266"/>
                  <a:pt x="390" y="266"/>
                </a:cubicBezTo>
                <a:cubicBezTo>
                  <a:pt x="428" y="266"/>
                  <a:pt x="428" y="266"/>
                  <a:pt x="428" y="266"/>
                </a:cubicBezTo>
                <a:cubicBezTo>
                  <a:pt x="442" y="266"/>
                  <a:pt x="454" y="254"/>
                  <a:pt x="454" y="240"/>
                </a:cubicBezTo>
                <a:cubicBezTo>
                  <a:pt x="454" y="215"/>
                  <a:pt x="454" y="215"/>
                  <a:pt x="454" y="215"/>
                </a:cubicBezTo>
                <a:cubicBezTo>
                  <a:pt x="454" y="200"/>
                  <a:pt x="442" y="188"/>
                  <a:pt x="428" y="188"/>
                </a:cubicBezTo>
                <a:close/>
                <a:moveTo>
                  <a:pt x="433" y="240"/>
                </a:moveTo>
                <a:cubicBezTo>
                  <a:pt x="433" y="242"/>
                  <a:pt x="431" y="245"/>
                  <a:pt x="428" y="245"/>
                </a:cubicBezTo>
                <a:cubicBezTo>
                  <a:pt x="379" y="245"/>
                  <a:pt x="379" y="245"/>
                  <a:pt x="379" y="245"/>
                </a:cubicBezTo>
                <a:cubicBezTo>
                  <a:pt x="373" y="245"/>
                  <a:pt x="369" y="250"/>
                  <a:pt x="369" y="255"/>
                </a:cubicBezTo>
                <a:cubicBezTo>
                  <a:pt x="369" y="303"/>
                  <a:pt x="369" y="303"/>
                  <a:pt x="369" y="303"/>
                </a:cubicBezTo>
                <a:cubicBezTo>
                  <a:pt x="369" y="306"/>
                  <a:pt x="366" y="309"/>
                  <a:pt x="363" y="309"/>
                </a:cubicBezTo>
                <a:cubicBezTo>
                  <a:pt x="339" y="309"/>
                  <a:pt x="339" y="309"/>
                  <a:pt x="339" y="309"/>
                </a:cubicBezTo>
                <a:cubicBezTo>
                  <a:pt x="336" y="309"/>
                  <a:pt x="334" y="306"/>
                  <a:pt x="334" y="303"/>
                </a:cubicBezTo>
                <a:cubicBezTo>
                  <a:pt x="334" y="255"/>
                  <a:pt x="334" y="255"/>
                  <a:pt x="334" y="255"/>
                </a:cubicBezTo>
                <a:cubicBezTo>
                  <a:pt x="334" y="250"/>
                  <a:pt x="329" y="245"/>
                  <a:pt x="323" y="245"/>
                </a:cubicBezTo>
                <a:cubicBezTo>
                  <a:pt x="275" y="245"/>
                  <a:pt x="275" y="245"/>
                  <a:pt x="275" y="245"/>
                </a:cubicBezTo>
                <a:cubicBezTo>
                  <a:pt x="272" y="245"/>
                  <a:pt x="269" y="242"/>
                  <a:pt x="269" y="240"/>
                </a:cubicBezTo>
                <a:cubicBezTo>
                  <a:pt x="269" y="215"/>
                  <a:pt x="269" y="215"/>
                  <a:pt x="269" y="215"/>
                </a:cubicBezTo>
                <a:cubicBezTo>
                  <a:pt x="269" y="212"/>
                  <a:pt x="272" y="209"/>
                  <a:pt x="275" y="209"/>
                </a:cubicBezTo>
                <a:cubicBezTo>
                  <a:pt x="323" y="209"/>
                  <a:pt x="323" y="209"/>
                  <a:pt x="323" y="209"/>
                </a:cubicBezTo>
                <a:cubicBezTo>
                  <a:pt x="329" y="209"/>
                  <a:pt x="334" y="204"/>
                  <a:pt x="334" y="199"/>
                </a:cubicBezTo>
                <a:cubicBezTo>
                  <a:pt x="334" y="151"/>
                  <a:pt x="334" y="151"/>
                  <a:pt x="334" y="151"/>
                </a:cubicBezTo>
                <a:cubicBezTo>
                  <a:pt x="334" y="147"/>
                  <a:pt x="336" y="145"/>
                  <a:pt x="339" y="145"/>
                </a:cubicBezTo>
                <a:cubicBezTo>
                  <a:pt x="363" y="145"/>
                  <a:pt x="363" y="145"/>
                  <a:pt x="363" y="145"/>
                </a:cubicBezTo>
                <a:cubicBezTo>
                  <a:pt x="366" y="145"/>
                  <a:pt x="369" y="147"/>
                  <a:pt x="369" y="151"/>
                </a:cubicBezTo>
                <a:cubicBezTo>
                  <a:pt x="369" y="199"/>
                  <a:pt x="369" y="199"/>
                  <a:pt x="369" y="199"/>
                </a:cubicBezTo>
                <a:cubicBezTo>
                  <a:pt x="369" y="204"/>
                  <a:pt x="373" y="209"/>
                  <a:pt x="379" y="209"/>
                </a:cubicBezTo>
                <a:cubicBezTo>
                  <a:pt x="428" y="209"/>
                  <a:pt x="428" y="209"/>
                  <a:pt x="428" y="209"/>
                </a:cubicBezTo>
                <a:cubicBezTo>
                  <a:pt x="431" y="209"/>
                  <a:pt x="433" y="212"/>
                  <a:pt x="433" y="215"/>
                </a:cubicBezTo>
                <a:lnTo>
                  <a:pt x="433" y="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8793DB74-9168-A791-4458-5C1EF909132E}"/>
              </a:ext>
            </a:extLst>
          </p:cNvPr>
          <p:cNvGrpSpPr/>
          <p:nvPr/>
        </p:nvGrpSpPr>
        <p:grpSpPr>
          <a:xfrm>
            <a:off x="774702" y="-970333"/>
            <a:ext cx="1974805" cy="1940665"/>
            <a:chOff x="4705927" y="2059783"/>
            <a:chExt cx="2783882" cy="2735755"/>
          </a:xfrm>
        </p:grpSpPr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C84B30E8-F548-78FF-EF26-D8634CF09CD8}"/>
                </a:ext>
              </a:extLst>
            </p:cNvPr>
            <p:cNvSpPr/>
            <p:nvPr/>
          </p:nvSpPr>
          <p:spPr>
            <a:xfrm>
              <a:off x="4705927" y="2059783"/>
              <a:ext cx="2783882" cy="2735755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rgbClr val="79AD88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52C0C3D3-1DB3-AECF-48FC-7A4B099651B1}"/>
                </a:ext>
              </a:extLst>
            </p:cNvPr>
            <p:cNvSpPr/>
            <p:nvPr/>
          </p:nvSpPr>
          <p:spPr>
            <a:xfrm>
              <a:off x="5965940" y="3236014"/>
              <a:ext cx="339868" cy="31558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rgbClr val="F4D66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057C9E87-2F38-FAF4-5669-61D812F22F1B}"/>
                </a:ext>
              </a:extLst>
            </p:cNvPr>
            <p:cNvSpPr/>
            <p:nvPr/>
          </p:nvSpPr>
          <p:spPr>
            <a:xfrm>
              <a:off x="4806406" y="2113814"/>
              <a:ext cx="2676209" cy="2650669"/>
            </a:xfrm>
            <a:custGeom>
              <a:avLst/>
              <a:gdLst>
                <a:gd name="connsiteX0" fmla="*/ 1208499 w 2676209"/>
                <a:gd name="connsiteY0" fmla="*/ 2000456 h 2650669"/>
                <a:gd name="connsiteX1" fmla="*/ 1195071 w 2676209"/>
                <a:gd name="connsiteY1" fmla="*/ 1979951 h 2650669"/>
                <a:gd name="connsiteX2" fmla="*/ 1197320 w 2676209"/>
                <a:gd name="connsiteY2" fmla="*/ 1972444 h 2650669"/>
                <a:gd name="connsiteX3" fmla="*/ 1212401 w 2676209"/>
                <a:gd name="connsiteY3" fmla="*/ 1954750 h 2650669"/>
                <a:gd name="connsiteX4" fmla="*/ 1216106 w 2676209"/>
                <a:gd name="connsiteY4" fmla="*/ 1952137 h 2650669"/>
                <a:gd name="connsiteX5" fmla="*/ 1240414 w 2676209"/>
                <a:gd name="connsiteY5" fmla="*/ 1968012 h 2650669"/>
                <a:gd name="connsiteX6" fmla="*/ 1240414 w 2676209"/>
                <a:gd name="connsiteY6" fmla="*/ 1969732 h 2650669"/>
                <a:gd name="connsiteX7" fmla="*/ 1239356 w 2676209"/>
                <a:gd name="connsiteY7" fmla="*/ 1984747 h 2650669"/>
                <a:gd name="connsiteX8" fmla="*/ 1243755 w 2676209"/>
                <a:gd name="connsiteY8" fmla="*/ 2000291 h 2650669"/>
                <a:gd name="connsiteX9" fmla="*/ 1240513 w 2676209"/>
                <a:gd name="connsiteY9" fmla="*/ 2004624 h 2650669"/>
                <a:gd name="connsiteX10" fmla="*/ 1229632 w 2676209"/>
                <a:gd name="connsiteY10" fmla="*/ 2004624 h 2650669"/>
                <a:gd name="connsiteX11" fmla="*/ 1214187 w 2676209"/>
                <a:gd name="connsiteY11" fmla="*/ 2001118 h 2650669"/>
                <a:gd name="connsiteX12" fmla="*/ 1208499 w 2676209"/>
                <a:gd name="connsiteY12" fmla="*/ 2000456 h 2650669"/>
                <a:gd name="connsiteX13" fmla="*/ 1745107 w 2676209"/>
                <a:gd name="connsiteY13" fmla="*/ 1247155 h 2650669"/>
                <a:gd name="connsiteX14" fmla="*/ 1738128 w 2676209"/>
                <a:gd name="connsiteY14" fmla="*/ 1243484 h 2650669"/>
                <a:gd name="connsiteX15" fmla="*/ 1722518 w 2676209"/>
                <a:gd name="connsiteY15" fmla="*/ 1251851 h 2650669"/>
                <a:gd name="connsiteX16" fmla="*/ 1718946 w 2676209"/>
                <a:gd name="connsiteY16" fmla="*/ 1259061 h 2650669"/>
                <a:gd name="connsiteX17" fmla="*/ 1732638 w 2676209"/>
                <a:gd name="connsiteY17" fmla="*/ 1271265 h 2650669"/>
                <a:gd name="connsiteX18" fmla="*/ 1747025 w 2676209"/>
                <a:gd name="connsiteY18" fmla="*/ 1256184 h 2650669"/>
                <a:gd name="connsiteX19" fmla="*/ 1745107 w 2676209"/>
                <a:gd name="connsiteY19" fmla="*/ 1247155 h 2650669"/>
                <a:gd name="connsiteX20" fmla="*/ 1196659 w 2676209"/>
                <a:gd name="connsiteY20" fmla="*/ 1715236 h 2650669"/>
                <a:gd name="connsiteX21" fmla="*/ 1194410 w 2676209"/>
                <a:gd name="connsiteY21" fmla="*/ 1725422 h 2650669"/>
                <a:gd name="connsiteX22" fmla="*/ 1207209 w 2676209"/>
                <a:gd name="connsiteY22" fmla="*/ 1741826 h 2650669"/>
                <a:gd name="connsiteX23" fmla="*/ 1218751 w 2676209"/>
                <a:gd name="connsiteY23" fmla="*/ 1739511 h 2650669"/>
                <a:gd name="connsiteX24" fmla="*/ 1222555 w 2676209"/>
                <a:gd name="connsiteY24" fmla="*/ 1730615 h 2650669"/>
                <a:gd name="connsiteX25" fmla="*/ 1208069 w 2676209"/>
                <a:gd name="connsiteY25" fmla="*/ 1715831 h 2650669"/>
                <a:gd name="connsiteX26" fmla="*/ 1196659 w 2676209"/>
                <a:gd name="connsiteY26" fmla="*/ 1715236 h 2650669"/>
                <a:gd name="connsiteX27" fmla="*/ 1628227 w 2676209"/>
                <a:gd name="connsiteY27" fmla="*/ 1364266 h 2650669"/>
                <a:gd name="connsiteX28" fmla="*/ 1628227 w 2676209"/>
                <a:gd name="connsiteY28" fmla="*/ 1360826 h 2650669"/>
                <a:gd name="connsiteX29" fmla="*/ 1619297 w 2676209"/>
                <a:gd name="connsiteY29" fmla="*/ 1355402 h 2650669"/>
                <a:gd name="connsiteX30" fmla="*/ 1614634 w 2676209"/>
                <a:gd name="connsiteY30" fmla="*/ 1360165 h 2650669"/>
                <a:gd name="connsiteX31" fmla="*/ 1608383 w 2676209"/>
                <a:gd name="connsiteY31" fmla="*/ 1373262 h 2650669"/>
                <a:gd name="connsiteX32" fmla="*/ 1609806 w 2676209"/>
                <a:gd name="connsiteY32" fmla="*/ 1380372 h 2650669"/>
                <a:gd name="connsiteX33" fmla="*/ 1615494 w 2676209"/>
                <a:gd name="connsiteY33" fmla="*/ 1382853 h 2650669"/>
                <a:gd name="connsiteX34" fmla="*/ 1628227 w 2676209"/>
                <a:gd name="connsiteY34" fmla="*/ 1364266 h 2650669"/>
                <a:gd name="connsiteX35" fmla="*/ 812847 w 2676209"/>
                <a:gd name="connsiteY35" fmla="*/ 1525595 h 2650669"/>
                <a:gd name="connsiteX36" fmla="*/ 814303 w 2676209"/>
                <a:gd name="connsiteY36" fmla="*/ 1522487 h 2650669"/>
                <a:gd name="connsiteX37" fmla="*/ 816982 w 2676209"/>
                <a:gd name="connsiteY37" fmla="*/ 1507736 h 2650669"/>
                <a:gd name="connsiteX38" fmla="*/ 813608 w 2676209"/>
                <a:gd name="connsiteY38" fmla="*/ 1503106 h 2650669"/>
                <a:gd name="connsiteX39" fmla="*/ 803356 w 2676209"/>
                <a:gd name="connsiteY39" fmla="*/ 1505123 h 2650669"/>
                <a:gd name="connsiteX40" fmla="*/ 810764 w 2676209"/>
                <a:gd name="connsiteY40" fmla="*/ 1518981 h 2650669"/>
                <a:gd name="connsiteX41" fmla="*/ 812847 w 2676209"/>
                <a:gd name="connsiteY41" fmla="*/ 1525595 h 2650669"/>
                <a:gd name="connsiteX42" fmla="*/ 1007680 w 2676209"/>
                <a:gd name="connsiteY42" fmla="*/ 1083047 h 2650669"/>
                <a:gd name="connsiteX43" fmla="*/ 995278 w 2676209"/>
                <a:gd name="connsiteY43" fmla="*/ 1079376 h 2650669"/>
                <a:gd name="connsiteX44" fmla="*/ 988002 w 2676209"/>
                <a:gd name="connsiteY44" fmla="*/ 1081757 h 2650669"/>
                <a:gd name="connsiteX45" fmla="*/ 985753 w 2676209"/>
                <a:gd name="connsiteY45" fmla="*/ 1084204 h 2650669"/>
                <a:gd name="connsiteX46" fmla="*/ 1003149 w 2676209"/>
                <a:gd name="connsiteY46" fmla="*/ 1100145 h 2650669"/>
                <a:gd name="connsiteX47" fmla="*/ 1004737 w 2676209"/>
                <a:gd name="connsiteY47" fmla="*/ 1099947 h 2650669"/>
                <a:gd name="connsiteX48" fmla="*/ 1009830 w 2676209"/>
                <a:gd name="connsiteY48" fmla="*/ 1091811 h 2650669"/>
                <a:gd name="connsiteX49" fmla="*/ 1007680 w 2676209"/>
                <a:gd name="connsiteY49" fmla="*/ 1083047 h 2650669"/>
                <a:gd name="connsiteX50" fmla="*/ 1221033 w 2676209"/>
                <a:gd name="connsiteY50" fmla="*/ 1931169 h 2650669"/>
                <a:gd name="connsiteX51" fmla="*/ 1219512 w 2676209"/>
                <a:gd name="connsiteY51" fmla="*/ 1937486 h 2650669"/>
                <a:gd name="connsiteX52" fmla="*/ 1230426 w 2676209"/>
                <a:gd name="connsiteY52" fmla="*/ 1945258 h 2650669"/>
                <a:gd name="connsiteX53" fmla="*/ 1240348 w 2676209"/>
                <a:gd name="connsiteY53" fmla="*/ 1936526 h 2650669"/>
                <a:gd name="connsiteX54" fmla="*/ 1234329 w 2676209"/>
                <a:gd name="connsiteY54" fmla="*/ 1925149 h 2650669"/>
                <a:gd name="connsiteX55" fmla="*/ 1221033 w 2676209"/>
                <a:gd name="connsiteY55" fmla="*/ 1931169 h 2650669"/>
                <a:gd name="connsiteX56" fmla="*/ 1249145 w 2676209"/>
                <a:gd name="connsiteY56" fmla="*/ 688355 h 2650669"/>
                <a:gd name="connsiteX57" fmla="*/ 1242101 w 2676209"/>
                <a:gd name="connsiteY57" fmla="*/ 684617 h 2650669"/>
                <a:gd name="connsiteX58" fmla="*/ 1235122 w 2676209"/>
                <a:gd name="connsiteY58" fmla="*/ 688487 h 2650669"/>
                <a:gd name="connsiteX59" fmla="*/ 1233403 w 2676209"/>
                <a:gd name="connsiteY59" fmla="*/ 695994 h 2650669"/>
                <a:gd name="connsiteX60" fmla="*/ 1238694 w 2676209"/>
                <a:gd name="connsiteY60" fmla="*/ 705619 h 2650669"/>
                <a:gd name="connsiteX61" fmla="*/ 1250898 w 2676209"/>
                <a:gd name="connsiteY61" fmla="*/ 694175 h 2650669"/>
                <a:gd name="connsiteX62" fmla="*/ 1249145 w 2676209"/>
                <a:gd name="connsiteY62" fmla="*/ 688355 h 2650669"/>
                <a:gd name="connsiteX63" fmla="*/ 1214915 w 2676209"/>
                <a:gd name="connsiteY63" fmla="*/ 614933 h 2650669"/>
                <a:gd name="connsiteX64" fmla="*/ 1208863 w 2676209"/>
                <a:gd name="connsiteY64" fmla="*/ 622308 h 2650669"/>
                <a:gd name="connsiteX65" fmla="*/ 1214452 w 2676209"/>
                <a:gd name="connsiteY65" fmla="*/ 631998 h 2650669"/>
                <a:gd name="connsiteX66" fmla="*/ 1221430 w 2676209"/>
                <a:gd name="connsiteY66" fmla="*/ 632197 h 2650669"/>
                <a:gd name="connsiteX67" fmla="*/ 1226325 w 2676209"/>
                <a:gd name="connsiteY67" fmla="*/ 630444 h 2650669"/>
                <a:gd name="connsiteX68" fmla="*/ 1225300 w 2676209"/>
                <a:gd name="connsiteY68" fmla="*/ 618802 h 2650669"/>
                <a:gd name="connsiteX69" fmla="*/ 1214915 w 2676209"/>
                <a:gd name="connsiteY69" fmla="*/ 614933 h 2650669"/>
                <a:gd name="connsiteX70" fmla="*/ 53394 w 2676209"/>
                <a:gd name="connsiteY70" fmla="*/ 1552848 h 2650669"/>
                <a:gd name="connsiteX71" fmla="*/ 42711 w 2676209"/>
                <a:gd name="connsiteY71" fmla="*/ 1551855 h 2650669"/>
                <a:gd name="connsiteX72" fmla="*/ 38875 w 2676209"/>
                <a:gd name="connsiteY72" fmla="*/ 1563662 h 2650669"/>
                <a:gd name="connsiteX73" fmla="*/ 40396 w 2676209"/>
                <a:gd name="connsiteY73" fmla="*/ 1571865 h 2650669"/>
                <a:gd name="connsiteX74" fmla="*/ 47970 w 2676209"/>
                <a:gd name="connsiteY74" fmla="*/ 1571203 h 2650669"/>
                <a:gd name="connsiteX75" fmla="*/ 47011 w 2676209"/>
                <a:gd name="connsiteY75" fmla="*/ 1565085 h 2650669"/>
                <a:gd name="connsiteX76" fmla="*/ 52534 w 2676209"/>
                <a:gd name="connsiteY76" fmla="*/ 1560752 h 2650669"/>
                <a:gd name="connsiteX77" fmla="*/ 53394 w 2676209"/>
                <a:gd name="connsiteY77" fmla="*/ 1552848 h 2650669"/>
                <a:gd name="connsiteX78" fmla="*/ 1879714 w 2676209"/>
                <a:gd name="connsiteY78" fmla="*/ 1355799 h 2650669"/>
                <a:gd name="connsiteX79" fmla="*/ 1879780 w 2676209"/>
                <a:gd name="connsiteY79" fmla="*/ 1348788 h 2650669"/>
                <a:gd name="connsiteX80" fmla="*/ 1879184 w 2676209"/>
                <a:gd name="connsiteY80" fmla="*/ 1342372 h 2650669"/>
                <a:gd name="connsiteX81" fmla="*/ 1864269 w 2676209"/>
                <a:gd name="connsiteY81" fmla="*/ 1337774 h 2650669"/>
                <a:gd name="connsiteX82" fmla="*/ 1865558 w 2676209"/>
                <a:gd name="connsiteY82" fmla="*/ 1347266 h 2650669"/>
                <a:gd name="connsiteX83" fmla="*/ 1873430 w 2676209"/>
                <a:gd name="connsiteY83" fmla="*/ 1357453 h 2650669"/>
                <a:gd name="connsiteX84" fmla="*/ 1876373 w 2676209"/>
                <a:gd name="connsiteY84" fmla="*/ 1358544 h 2650669"/>
                <a:gd name="connsiteX85" fmla="*/ 1879714 w 2676209"/>
                <a:gd name="connsiteY85" fmla="*/ 1355799 h 2650669"/>
                <a:gd name="connsiteX86" fmla="*/ 1219446 w 2676209"/>
                <a:gd name="connsiteY86" fmla="*/ 1568226 h 2650669"/>
                <a:gd name="connsiteX87" fmla="*/ 1224473 w 2676209"/>
                <a:gd name="connsiteY87" fmla="*/ 1574576 h 2650669"/>
                <a:gd name="connsiteX88" fmla="*/ 1228078 w 2676209"/>
                <a:gd name="connsiteY88" fmla="*/ 1575073 h 2650669"/>
                <a:gd name="connsiteX89" fmla="*/ 1232708 w 2676209"/>
                <a:gd name="connsiteY89" fmla="*/ 1575040 h 2650669"/>
                <a:gd name="connsiteX90" fmla="*/ 1240447 w 2676209"/>
                <a:gd name="connsiteY90" fmla="*/ 1564390 h 2650669"/>
                <a:gd name="connsiteX91" fmla="*/ 1232444 w 2676209"/>
                <a:gd name="connsiteY91" fmla="*/ 1561215 h 2650669"/>
                <a:gd name="connsiteX92" fmla="*/ 1224308 w 2676209"/>
                <a:gd name="connsiteY92" fmla="*/ 1561876 h 2650669"/>
                <a:gd name="connsiteX93" fmla="*/ 1219446 w 2676209"/>
                <a:gd name="connsiteY93" fmla="*/ 1568226 h 2650669"/>
                <a:gd name="connsiteX94" fmla="*/ 1841316 w 2676209"/>
                <a:gd name="connsiteY94" fmla="*/ 859507 h 2650669"/>
                <a:gd name="connsiteX95" fmla="*/ 1846508 w 2676209"/>
                <a:gd name="connsiteY95" fmla="*/ 869330 h 2650669"/>
                <a:gd name="connsiteX96" fmla="*/ 1853586 w 2676209"/>
                <a:gd name="connsiteY96" fmla="*/ 866188 h 2650669"/>
                <a:gd name="connsiteX97" fmla="*/ 1859076 w 2676209"/>
                <a:gd name="connsiteY97" fmla="*/ 854447 h 2650669"/>
                <a:gd name="connsiteX98" fmla="*/ 1857952 w 2676209"/>
                <a:gd name="connsiteY98" fmla="*/ 849651 h 2650669"/>
                <a:gd name="connsiteX99" fmla="*/ 1855670 w 2676209"/>
                <a:gd name="connsiteY99" fmla="*/ 850213 h 2650669"/>
                <a:gd name="connsiteX100" fmla="*/ 1849187 w 2676209"/>
                <a:gd name="connsiteY100" fmla="*/ 852429 h 2650669"/>
                <a:gd name="connsiteX101" fmla="*/ 1841316 w 2676209"/>
                <a:gd name="connsiteY101" fmla="*/ 859507 h 2650669"/>
                <a:gd name="connsiteX102" fmla="*/ 1785456 w 2676209"/>
                <a:gd name="connsiteY102" fmla="*/ 1379380 h 2650669"/>
                <a:gd name="connsiteX103" fmla="*/ 1792269 w 2676209"/>
                <a:gd name="connsiteY103" fmla="*/ 1372931 h 2650669"/>
                <a:gd name="connsiteX104" fmla="*/ 1780759 w 2676209"/>
                <a:gd name="connsiteY104" fmla="*/ 1362050 h 2650669"/>
                <a:gd name="connsiteX105" fmla="*/ 1774906 w 2676209"/>
                <a:gd name="connsiteY105" fmla="*/ 1365688 h 2650669"/>
                <a:gd name="connsiteX106" fmla="*/ 1785456 w 2676209"/>
                <a:gd name="connsiteY106" fmla="*/ 1379380 h 2650669"/>
                <a:gd name="connsiteX107" fmla="*/ 779179 w 2676209"/>
                <a:gd name="connsiteY107" fmla="*/ 1830991 h 2650669"/>
                <a:gd name="connsiteX108" fmla="*/ 775343 w 2676209"/>
                <a:gd name="connsiteY108" fmla="*/ 1824442 h 2650669"/>
                <a:gd name="connsiteX109" fmla="*/ 768728 w 2676209"/>
                <a:gd name="connsiteY109" fmla="*/ 1826559 h 2650669"/>
                <a:gd name="connsiteX110" fmla="*/ 764594 w 2676209"/>
                <a:gd name="connsiteY110" fmla="*/ 1828940 h 2650669"/>
                <a:gd name="connsiteX111" fmla="*/ 762808 w 2676209"/>
                <a:gd name="connsiteY111" fmla="*/ 1839424 h 2650669"/>
                <a:gd name="connsiteX112" fmla="*/ 769787 w 2676209"/>
                <a:gd name="connsiteY112" fmla="*/ 1840979 h 2650669"/>
                <a:gd name="connsiteX113" fmla="*/ 779179 w 2676209"/>
                <a:gd name="connsiteY113" fmla="*/ 1830991 h 2650669"/>
                <a:gd name="connsiteX114" fmla="*/ 2516863 w 2676209"/>
                <a:gd name="connsiteY114" fmla="*/ 1149788 h 2650669"/>
                <a:gd name="connsiteX115" fmla="*/ 2503634 w 2676209"/>
                <a:gd name="connsiteY115" fmla="*/ 1156204 h 2650669"/>
                <a:gd name="connsiteX116" fmla="*/ 2501650 w 2676209"/>
                <a:gd name="connsiteY116" fmla="*/ 1160239 h 2650669"/>
                <a:gd name="connsiteX117" fmla="*/ 2505123 w 2676209"/>
                <a:gd name="connsiteY117" fmla="*/ 1162984 h 2650669"/>
                <a:gd name="connsiteX118" fmla="*/ 2511638 w 2676209"/>
                <a:gd name="connsiteY118" fmla="*/ 1161793 h 2650669"/>
                <a:gd name="connsiteX119" fmla="*/ 2518914 w 2676209"/>
                <a:gd name="connsiteY119" fmla="*/ 1160735 h 2650669"/>
                <a:gd name="connsiteX120" fmla="*/ 2526091 w 2676209"/>
                <a:gd name="connsiteY120" fmla="*/ 1156171 h 2650669"/>
                <a:gd name="connsiteX121" fmla="*/ 2516863 w 2676209"/>
                <a:gd name="connsiteY121" fmla="*/ 1149788 h 2650669"/>
                <a:gd name="connsiteX122" fmla="*/ 1620554 w 2676209"/>
                <a:gd name="connsiteY122" fmla="*/ 1479723 h 2650669"/>
                <a:gd name="connsiteX123" fmla="*/ 1607987 w 2676209"/>
                <a:gd name="connsiteY123" fmla="*/ 1466792 h 2650669"/>
                <a:gd name="connsiteX124" fmla="*/ 1600314 w 2676209"/>
                <a:gd name="connsiteY124" fmla="*/ 1469768 h 2650669"/>
                <a:gd name="connsiteX125" fmla="*/ 1607127 w 2676209"/>
                <a:gd name="connsiteY125" fmla="*/ 1475259 h 2650669"/>
                <a:gd name="connsiteX126" fmla="*/ 1613212 w 2676209"/>
                <a:gd name="connsiteY126" fmla="*/ 1481443 h 2650669"/>
                <a:gd name="connsiteX127" fmla="*/ 1620554 w 2676209"/>
                <a:gd name="connsiteY127" fmla="*/ 1479723 h 2650669"/>
                <a:gd name="connsiteX128" fmla="*/ 1605241 w 2676209"/>
                <a:gd name="connsiteY128" fmla="*/ 743917 h 2650669"/>
                <a:gd name="connsiteX129" fmla="*/ 1613741 w 2676209"/>
                <a:gd name="connsiteY129" fmla="*/ 735715 h 2650669"/>
                <a:gd name="connsiteX130" fmla="*/ 1606201 w 2676209"/>
                <a:gd name="connsiteY130" fmla="*/ 728373 h 2650669"/>
                <a:gd name="connsiteX131" fmla="*/ 1596841 w 2676209"/>
                <a:gd name="connsiteY131" fmla="*/ 733565 h 2650669"/>
                <a:gd name="connsiteX132" fmla="*/ 1605241 w 2676209"/>
                <a:gd name="connsiteY132" fmla="*/ 743917 h 2650669"/>
                <a:gd name="connsiteX133" fmla="*/ 1038471 w 2676209"/>
                <a:gd name="connsiteY133" fmla="*/ 1045608 h 2650669"/>
                <a:gd name="connsiteX134" fmla="*/ 1036288 w 2676209"/>
                <a:gd name="connsiteY134" fmla="*/ 1051528 h 2650669"/>
                <a:gd name="connsiteX135" fmla="*/ 1044821 w 2676209"/>
                <a:gd name="connsiteY135" fmla="*/ 1060028 h 2650669"/>
                <a:gd name="connsiteX136" fmla="*/ 1050642 w 2676209"/>
                <a:gd name="connsiteY136" fmla="*/ 1060954 h 2650669"/>
                <a:gd name="connsiteX137" fmla="*/ 1055371 w 2676209"/>
                <a:gd name="connsiteY137" fmla="*/ 1055100 h 2650669"/>
                <a:gd name="connsiteX138" fmla="*/ 1038471 w 2676209"/>
                <a:gd name="connsiteY138" fmla="*/ 1045608 h 2650669"/>
                <a:gd name="connsiteX139" fmla="*/ 1388349 w 2676209"/>
                <a:gd name="connsiteY139" fmla="*/ 1278111 h 2650669"/>
                <a:gd name="connsiteX140" fmla="*/ 1394170 w 2676209"/>
                <a:gd name="connsiteY140" fmla="*/ 1269049 h 2650669"/>
                <a:gd name="connsiteX141" fmla="*/ 1383421 w 2676209"/>
                <a:gd name="connsiteY141" fmla="*/ 1260748 h 2650669"/>
                <a:gd name="connsiteX142" fmla="*/ 1376840 w 2676209"/>
                <a:gd name="connsiteY142" fmla="*/ 1265841 h 2650669"/>
                <a:gd name="connsiteX143" fmla="*/ 1383785 w 2676209"/>
                <a:gd name="connsiteY143" fmla="*/ 1276788 h 2650669"/>
                <a:gd name="connsiteX144" fmla="*/ 1388349 w 2676209"/>
                <a:gd name="connsiteY144" fmla="*/ 1278111 h 2650669"/>
                <a:gd name="connsiteX145" fmla="*/ 356772 w 2676209"/>
                <a:gd name="connsiteY145" fmla="*/ 2278534 h 2650669"/>
                <a:gd name="connsiteX146" fmla="*/ 352042 w 2676209"/>
                <a:gd name="connsiteY146" fmla="*/ 2273506 h 2650669"/>
                <a:gd name="connsiteX147" fmla="*/ 339508 w 2676209"/>
                <a:gd name="connsiteY147" fmla="*/ 2279757 h 2650669"/>
                <a:gd name="connsiteX148" fmla="*/ 345759 w 2676209"/>
                <a:gd name="connsiteY148" fmla="*/ 2288918 h 2650669"/>
                <a:gd name="connsiteX149" fmla="*/ 346982 w 2676209"/>
                <a:gd name="connsiteY149" fmla="*/ 2290142 h 2650669"/>
                <a:gd name="connsiteX150" fmla="*/ 352605 w 2676209"/>
                <a:gd name="connsiteY150" fmla="*/ 2289381 h 2650669"/>
                <a:gd name="connsiteX151" fmla="*/ 356772 w 2676209"/>
                <a:gd name="connsiteY151" fmla="*/ 2278534 h 2650669"/>
                <a:gd name="connsiteX152" fmla="*/ 321582 w 2676209"/>
                <a:gd name="connsiteY152" fmla="*/ 1267726 h 2650669"/>
                <a:gd name="connsiteX153" fmla="*/ 307989 w 2676209"/>
                <a:gd name="connsiteY153" fmla="*/ 1276193 h 2650669"/>
                <a:gd name="connsiteX154" fmla="*/ 317812 w 2676209"/>
                <a:gd name="connsiteY154" fmla="*/ 1284990 h 2650669"/>
                <a:gd name="connsiteX155" fmla="*/ 325088 w 2676209"/>
                <a:gd name="connsiteY155" fmla="*/ 1273679 h 2650669"/>
                <a:gd name="connsiteX156" fmla="*/ 321582 w 2676209"/>
                <a:gd name="connsiteY156" fmla="*/ 1267726 h 2650669"/>
                <a:gd name="connsiteX157" fmla="*/ 1404290 w 2676209"/>
                <a:gd name="connsiteY157" fmla="*/ 2580721 h 2650669"/>
                <a:gd name="connsiteX158" fmla="*/ 1403001 w 2676209"/>
                <a:gd name="connsiteY158" fmla="*/ 2576256 h 2650669"/>
                <a:gd name="connsiteX159" fmla="*/ 1404290 w 2676209"/>
                <a:gd name="connsiteY159" fmla="*/ 2580985 h 2650669"/>
                <a:gd name="connsiteX160" fmla="*/ 1404290 w 2676209"/>
                <a:gd name="connsiteY160" fmla="*/ 2580721 h 2650669"/>
                <a:gd name="connsiteX161" fmla="*/ 1162097 w 2676209"/>
                <a:gd name="connsiteY161" fmla="*/ 1243318 h 2650669"/>
                <a:gd name="connsiteX162" fmla="*/ 1168910 w 2676209"/>
                <a:gd name="connsiteY162" fmla="*/ 1231941 h 2650669"/>
                <a:gd name="connsiteX163" fmla="*/ 1162296 w 2676209"/>
                <a:gd name="connsiteY163" fmla="*/ 1225856 h 2650669"/>
                <a:gd name="connsiteX164" fmla="*/ 1153102 w 2676209"/>
                <a:gd name="connsiteY164" fmla="*/ 1235315 h 2650669"/>
                <a:gd name="connsiteX165" fmla="*/ 1162097 w 2676209"/>
                <a:gd name="connsiteY165" fmla="*/ 1243318 h 2650669"/>
                <a:gd name="connsiteX166" fmla="*/ 1561916 w 2676209"/>
                <a:gd name="connsiteY166" fmla="*/ 1568028 h 2650669"/>
                <a:gd name="connsiteX167" fmla="*/ 1568861 w 2676209"/>
                <a:gd name="connsiteY167" fmla="*/ 1563729 h 2650669"/>
                <a:gd name="connsiteX168" fmla="*/ 1558278 w 2676209"/>
                <a:gd name="connsiteY168" fmla="*/ 1554137 h 2650669"/>
                <a:gd name="connsiteX169" fmla="*/ 1551333 w 2676209"/>
                <a:gd name="connsiteY169" fmla="*/ 1558470 h 2650669"/>
                <a:gd name="connsiteX170" fmla="*/ 1561916 w 2676209"/>
                <a:gd name="connsiteY170" fmla="*/ 1568028 h 2650669"/>
                <a:gd name="connsiteX171" fmla="*/ 972193 w 2676209"/>
                <a:gd name="connsiteY171" fmla="*/ 1427071 h 2650669"/>
                <a:gd name="connsiteX172" fmla="*/ 974938 w 2676209"/>
                <a:gd name="connsiteY172" fmla="*/ 1436266 h 2650669"/>
                <a:gd name="connsiteX173" fmla="*/ 978344 w 2676209"/>
                <a:gd name="connsiteY173" fmla="*/ 1442351 h 2650669"/>
                <a:gd name="connsiteX174" fmla="*/ 986017 w 2676209"/>
                <a:gd name="connsiteY174" fmla="*/ 1440168 h 2650669"/>
                <a:gd name="connsiteX175" fmla="*/ 987142 w 2676209"/>
                <a:gd name="connsiteY175" fmla="*/ 1428758 h 2650669"/>
                <a:gd name="connsiteX176" fmla="*/ 975235 w 2676209"/>
                <a:gd name="connsiteY176" fmla="*/ 1424922 h 2650669"/>
                <a:gd name="connsiteX177" fmla="*/ 972193 w 2676209"/>
                <a:gd name="connsiteY177" fmla="*/ 1427071 h 2650669"/>
                <a:gd name="connsiteX178" fmla="*/ 1268328 w 2676209"/>
                <a:gd name="connsiteY178" fmla="*/ 824350 h 2650669"/>
                <a:gd name="connsiteX179" fmla="*/ 1278713 w 2676209"/>
                <a:gd name="connsiteY179" fmla="*/ 817703 h 2650669"/>
                <a:gd name="connsiteX180" fmla="*/ 1267170 w 2676209"/>
                <a:gd name="connsiteY180" fmla="*/ 807318 h 2650669"/>
                <a:gd name="connsiteX181" fmla="*/ 1261349 w 2676209"/>
                <a:gd name="connsiteY181" fmla="*/ 816016 h 2650669"/>
                <a:gd name="connsiteX182" fmla="*/ 1268328 w 2676209"/>
                <a:gd name="connsiteY182" fmla="*/ 824350 h 2650669"/>
                <a:gd name="connsiteX183" fmla="*/ 11259 w 2676209"/>
                <a:gd name="connsiteY183" fmla="*/ 973079 h 2650669"/>
                <a:gd name="connsiteX184" fmla="*/ 15856 w 2676209"/>
                <a:gd name="connsiteY184" fmla="*/ 970665 h 2650669"/>
                <a:gd name="connsiteX185" fmla="*/ 13740 w 2676209"/>
                <a:gd name="connsiteY185" fmla="*/ 958825 h 2650669"/>
                <a:gd name="connsiteX186" fmla="*/ 6563 w 2676209"/>
                <a:gd name="connsiteY186" fmla="*/ 956973 h 2650669"/>
                <a:gd name="connsiteX187" fmla="*/ 411 w 2676209"/>
                <a:gd name="connsiteY187" fmla="*/ 958891 h 2650669"/>
                <a:gd name="connsiteX188" fmla="*/ 1370 w 2676209"/>
                <a:gd name="connsiteY188" fmla="*/ 967126 h 2650669"/>
                <a:gd name="connsiteX189" fmla="*/ 11259 w 2676209"/>
                <a:gd name="connsiteY189" fmla="*/ 973079 h 2650669"/>
                <a:gd name="connsiteX190" fmla="*/ 1925189 w 2676209"/>
                <a:gd name="connsiteY190" fmla="*/ 1451115 h 2650669"/>
                <a:gd name="connsiteX191" fmla="*/ 1918640 w 2676209"/>
                <a:gd name="connsiteY191" fmla="*/ 1442516 h 2650669"/>
                <a:gd name="connsiteX192" fmla="*/ 1908652 w 2676209"/>
                <a:gd name="connsiteY192" fmla="*/ 1455216 h 2650669"/>
                <a:gd name="connsiteX193" fmla="*/ 1914606 w 2676209"/>
                <a:gd name="connsiteY193" fmla="*/ 1459747 h 2650669"/>
                <a:gd name="connsiteX194" fmla="*/ 1917549 w 2676209"/>
                <a:gd name="connsiteY194" fmla="*/ 1459218 h 2650669"/>
                <a:gd name="connsiteX195" fmla="*/ 1925189 w 2676209"/>
                <a:gd name="connsiteY195" fmla="*/ 1451115 h 2650669"/>
                <a:gd name="connsiteX196" fmla="*/ 2569714 w 2676209"/>
                <a:gd name="connsiteY196" fmla="*/ 1348126 h 2650669"/>
                <a:gd name="connsiteX197" fmla="*/ 2576329 w 2676209"/>
                <a:gd name="connsiteY197" fmla="*/ 1344951 h 2650669"/>
                <a:gd name="connsiteX198" fmla="*/ 2561380 w 2676209"/>
                <a:gd name="connsiteY198" fmla="*/ 1342173 h 2650669"/>
                <a:gd name="connsiteX199" fmla="*/ 2569714 w 2676209"/>
                <a:gd name="connsiteY199" fmla="*/ 1348126 h 2650669"/>
                <a:gd name="connsiteX200" fmla="*/ 1462333 w 2676209"/>
                <a:gd name="connsiteY200" fmla="*/ 855472 h 2650669"/>
                <a:gd name="connsiteX201" fmla="*/ 1470370 w 2676209"/>
                <a:gd name="connsiteY201" fmla="*/ 854645 h 2650669"/>
                <a:gd name="connsiteX202" fmla="*/ 1474372 w 2676209"/>
                <a:gd name="connsiteY202" fmla="*/ 844492 h 2650669"/>
                <a:gd name="connsiteX203" fmla="*/ 1466534 w 2676209"/>
                <a:gd name="connsiteY203" fmla="*/ 837976 h 2650669"/>
                <a:gd name="connsiteX204" fmla="*/ 1463359 w 2676209"/>
                <a:gd name="connsiteY204" fmla="*/ 840589 h 2650669"/>
                <a:gd name="connsiteX205" fmla="*/ 1460547 w 2676209"/>
                <a:gd name="connsiteY205" fmla="*/ 849618 h 2650669"/>
                <a:gd name="connsiteX206" fmla="*/ 1462333 w 2676209"/>
                <a:gd name="connsiteY206" fmla="*/ 855472 h 2650669"/>
                <a:gd name="connsiteX207" fmla="*/ 975269 w 2676209"/>
                <a:gd name="connsiteY207" fmla="*/ 1334070 h 2650669"/>
                <a:gd name="connsiteX208" fmla="*/ 971366 w 2676209"/>
                <a:gd name="connsiteY208" fmla="*/ 1341842 h 2650669"/>
                <a:gd name="connsiteX209" fmla="*/ 973053 w 2676209"/>
                <a:gd name="connsiteY209" fmla="*/ 1347696 h 2650669"/>
                <a:gd name="connsiteX210" fmla="*/ 979998 w 2676209"/>
                <a:gd name="connsiteY210" fmla="*/ 1351202 h 2650669"/>
                <a:gd name="connsiteX211" fmla="*/ 985422 w 2676209"/>
                <a:gd name="connsiteY211" fmla="*/ 1342636 h 2650669"/>
                <a:gd name="connsiteX212" fmla="*/ 975269 w 2676209"/>
                <a:gd name="connsiteY212" fmla="*/ 1334070 h 2650669"/>
                <a:gd name="connsiteX213" fmla="*/ 905088 w 2676209"/>
                <a:gd name="connsiteY213" fmla="*/ 1679186 h 2650669"/>
                <a:gd name="connsiteX214" fmla="*/ 896522 w 2676209"/>
                <a:gd name="connsiteY214" fmla="*/ 1669330 h 2650669"/>
                <a:gd name="connsiteX215" fmla="*/ 888287 w 2676209"/>
                <a:gd name="connsiteY215" fmla="*/ 1675184 h 2650669"/>
                <a:gd name="connsiteX216" fmla="*/ 897977 w 2676209"/>
                <a:gd name="connsiteY216" fmla="*/ 1683320 h 2650669"/>
                <a:gd name="connsiteX217" fmla="*/ 905088 w 2676209"/>
                <a:gd name="connsiteY217" fmla="*/ 1679186 h 2650669"/>
                <a:gd name="connsiteX218" fmla="*/ 2480649 w 2676209"/>
                <a:gd name="connsiteY218" fmla="*/ 1522685 h 2650669"/>
                <a:gd name="connsiteX219" fmla="*/ 2470164 w 2676209"/>
                <a:gd name="connsiteY219" fmla="*/ 1532475 h 2650669"/>
                <a:gd name="connsiteX220" fmla="*/ 2477308 w 2676209"/>
                <a:gd name="connsiteY220" fmla="*/ 1536675 h 2650669"/>
                <a:gd name="connsiteX221" fmla="*/ 2484022 w 2676209"/>
                <a:gd name="connsiteY221" fmla="*/ 1529928 h 2650669"/>
                <a:gd name="connsiteX222" fmla="*/ 2480649 w 2676209"/>
                <a:gd name="connsiteY222" fmla="*/ 1522685 h 2650669"/>
                <a:gd name="connsiteX223" fmla="*/ 2310257 w 2676209"/>
                <a:gd name="connsiteY223" fmla="*/ 1382787 h 2650669"/>
                <a:gd name="connsiteX224" fmla="*/ 2312870 w 2676209"/>
                <a:gd name="connsiteY224" fmla="*/ 1372666 h 2650669"/>
                <a:gd name="connsiteX225" fmla="*/ 2307049 w 2676209"/>
                <a:gd name="connsiteY225" fmla="*/ 1369028 h 2650669"/>
                <a:gd name="connsiteX226" fmla="*/ 2303378 w 2676209"/>
                <a:gd name="connsiteY226" fmla="*/ 1369028 h 2650669"/>
                <a:gd name="connsiteX227" fmla="*/ 2296102 w 2676209"/>
                <a:gd name="connsiteY227" fmla="*/ 1370682 h 2650669"/>
                <a:gd name="connsiteX228" fmla="*/ 2301360 w 2676209"/>
                <a:gd name="connsiteY228" fmla="*/ 1376602 h 2650669"/>
                <a:gd name="connsiteX229" fmla="*/ 2302452 w 2676209"/>
                <a:gd name="connsiteY229" fmla="*/ 1377826 h 2650669"/>
                <a:gd name="connsiteX230" fmla="*/ 2310257 w 2676209"/>
                <a:gd name="connsiteY230" fmla="*/ 1382787 h 2650669"/>
                <a:gd name="connsiteX231" fmla="*/ 962932 w 2676209"/>
                <a:gd name="connsiteY231" fmla="*/ 178106 h 2650669"/>
                <a:gd name="connsiteX232" fmla="*/ 971399 w 2676209"/>
                <a:gd name="connsiteY232" fmla="*/ 173971 h 2650669"/>
                <a:gd name="connsiteX233" fmla="*/ 964487 w 2676209"/>
                <a:gd name="connsiteY233" fmla="*/ 164248 h 2650669"/>
                <a:gd name="connsiteX234" fmla="*/ 957409 w 2676209"/>
                <a:gd name="connsiteY234" fmla="*/ 173905 h 2650669"/>
                <a:gd name="connsiteX235" fmla="*/ 962932 w 2676209"/>
                <a:gd name="connsiteY235" fmla="*/ 178106 h 2650669"/>
                <a:gd name="connsiteX236" fmla="*/ 1248782 w 2676209"/>
                <a:gd name="connsiteY236" fmla="*/ 1047526 h 2650669"/>
                <a:gd name="connsiteX237" fmla="*/ 1257414 w 2676209"/>
                <a:gd name="connsiteY237" fmla="*/ 1039622 h 2650669"/>
                <a:gd name="connsiteX238" fmla="*/ 1246665 w 2676209"/>
                <a:gd name="connsiteY238" fmla="*/ 1033801 h 2650669"/>
                <a:gd name="connsiteX239" fmla="*/ 1240745 w 2676209"/>
                <a:gd name="connsiteY239" fmla="*/ 1042566 h 2650669"/>
                <a:gd name="connsiteX240" fmla="*/ 1248782 w 2676209"/>
                <a:gd name="connsiteY240" fmla="*/ 1047526 h 2650669"/>
                <a:gd name="connsiteX241" fmla="*/ 256396 w 2676209"/>
                <a:gd name="connsiteY241" fmla="*/ 2391213 h 2650669"/>
                <a:gd name="connsiteX242" fmla="*/ 260993 w 2676209"/>
                <a:gd name="connsiteY242" fmla="*/ 2388038 h 2650669"/>
                <a:gd name="connsiteX243" fmla="*/ 259637 w 2676209"/>
                <a:gd name="connsiteY243" fmla="*/ 2380927 h 2650669"/>
                <a:gd name="connsiteX244" fmla="*/ 259207 w 2676209"/>
                <a:gd name="connsiteY244" fmla="*/ 2380497 h 2650669"/>
                <a:gd name="connsiteX245" fmla="*/ 253121 w 2676209"/>
                <a:gd name="connsiteY245" fmla="*/ 2389460 h 2650669"/>
                <a:gd name="connsiteX246" fmla="*/ 256396 w 2676209"/>
                <a:gd name="connsiteY246" fmla="*/ 2391213 h 2650669"/>
                <a:gd name="connsiteX247" fmla="*/ 1719376 w 2676209"/>
                <a:gd name="connsiteY247" fmla="*/ 1328547 h 2650669"/>
                <a:gd name="connsiteX248" fmla="*/ 1722551 w 2676209"/>
                <a:gd name="connsiteY248" fmla="*/ 1322991 h 2650669"/>
                <a:gd name="connsiteX249" fmla="*/ 1720931 w 2676209"/>
                <a:gd name="connsiteY249" fmla="*/ 1316542 h 2650669"/>
                <a:gd name="connsiteX250" fmla="*/ 1710281 w 2676209"/>
                <a:gd name="connsiteY250" fmla="*/ 1313631 h 2650669"/>
                <a:gd name="connsiteX251" fmla="*/ 1711637 w 2676209"/>
                <a:gd name="connsiteY251" fmla="*/ 1321899 h 2650669"/>
                <a:gd name="connsiteX252" fmla="*/ 1715606 w 2676209"/>
                <a:gd name="connsiteY252" fmla="*/ 1329010 h 2650669"/>
                <a:gd name="connsiteX253" fmla="*/ 1719376 w 2676209"/>
                <a:gd name="connsiteY253" fmla="*/ 1328547 h 2650669"/>
                <a:gd name="connsiteX254" fmla="*/ 1105675 w 2676209"/>
                <a:gd name="connsiteY254" fmla="*/ 268229 h 2650669"/>
                <a:gd name="connsiteX255" fmla="*/ 1111165 w 2676209"/>
                <a:gd name="connsiteY255" fmla="*/ 261152 h 2650669"/>
                <a:gd name="connsiteX256" fmla="*/ 1103823 w 2676209"/>
                <a:gd name="connsiteY256" fmla="*/ 251693 h 2650669"/>
                <a:gd name="connsiteX257" fmla="*/ 1097705 w 2676209"/>
                <a:gd name="connsiteY257" fmla="*/ 262078 h 2650669"/>
                <a:gd name="connsiteX258" fmla="*/ 1105675 w 2676209"/>
                <a:gd name="connsiteY258" fmla="*/ 268229 h 2650669"/>
                <a:gd name="connsiteX259" fmla="*/ 224910 w 2676209"/>
                <a:gd name="connsiteY259" fmla="*/ 2116212 h 2650669"/>
                <a:gd name="connsiteX260" fmla="*/ 230632 w 2676209"/>
                <a:gd name="connsiteY260" fmla="*/ 2111317 h 2650669"/>
                <a:gd name="connsiteX261" fmla="*/ 221702 w 2676209"/>
                <a:gd name="connsiteY261" fmla="*/ 2099345 h 2650669"/>
                <a:gd name="connsiteX262" fmla="*/ 219255 w 2676209"/>
                <a:gd name="connsiteY262" fmla="*/ 2101693 h 2650669"/>
                <a:gd name="connsiteX263" fmla="*/ 219189 w 2676209"/>
                <a:gd name="connsiteY263" fmla="*/ 2113533 h 2650669"/>
                <a:gd name="connsiteX264" fmla="*/ 224910 w 2676209"/>
                <a:gd name="connsiteY264" fmla="*/ 2116212 h 2650669"/>
                <a:gd name="connsiteX265" fmla="*/ 1315258 w 2676209"/>
                <a:gd name="connsiteY265" fmla="*/ 1369227 h 2650669"/>
                <a:gd name="connsiteX266" fmla="*/ 1305998 w 2676209"/>
                <a:gd name="connsiteY266" fmla="*/ 1371641 h 2650669"/>
                <a:gd name="connsiteX267" fmla="*/ 1304377 w 2676209"/>
                <a:gd name="connsiteY267" fmla="*/ 1375279 h 2650669"/>
                <a:gd name="connsiteX268" fmla="*/ 1311719 w 2676209"/>
                <a:gd name="connsiteY268" fmla="*/ 1386094 h 2650669"/>
                <a:gd name="connsiteX269" fmla="*/ 1315093 w 2676209"/>
                <a:gd name="connsiteY269" fmla="*/ 1386524 h 2650669"/>
                <a:gd name="connsiteX270" fmla="*/ 1317209 w 2676209"/>
                <a:gd name="connsiteY270" fmla="*/ 1384209 h 2650669"/>
                <a:gd name="connsiteX271" fmla="*/ 1316879 w 2676209"/>
                <a:gd name="connsiteY271" fmla="*/ 1381001 h 2650669"/>
                <a:gd name="connsiteX272" fmla="*/ 1316647 w 2676209"/>
                <a:gd name="connsiteY272" fmla="*/ 1374651 h 2650669"/>
                <a:gd name="connsiteX273" fmla="*/ 1315258 w 2676209"/>
                <a:gd name="connsiteY273" fmla="*/ 1369227 h 2650669"/>
                <a:gd name="connsiteX274" fmla="*/ 1796601 w 2676209"/>
                <a:gd name="connsiteY274" fmla="*/ 790550 h 2650669"/>
                <a:gd name="connsiteX275" fmla="*/ 1793459 w 2676209"/>
                <a:gd name="connsiteY275" fmla="*/ 795147 h 2650669"/>
                <a:gd name="connsiteX276" fmla="*/ 1798420 w 2676209"/>
                <a:gd name="connsiteY276" fmla="*/ 803250 h 2650669"/>
                <a:gd name="connsiteX277" fmla="*/ 1803646 w 2676209"/>
                <a:gd name="connsiteY277" fmla="*/ 803316 h 2650669"/>
                <a:gd name="connsiteX278" fmla="*/ 1809797 w 2676209"/>
                <a:gd name="connsiteY278" fmla="*/ 801497 h 2650669"/>
                <a:gd name="connsiteX279" fmla="*/ 1807449 w 2676209"/>
                <a:gd name="connsiteY279" fmla="*/ 795577 h 2650669"/>
                <a:gd name="connsiteX280" fmla="*/ 1803745 w 2676209"/>
                <a:gd name="connsiteY280" fmla="*/ 791873 h 2650669"/>
                <a:gd name="connsiteX281" fmla="*/ 1796601 w 2676209"/>
                <a:gd name="connsiteY281" fmla="*/ 790550 h 2650669"/>
                <a:gd name="connsiteX282" fmla="*/ 2197644 w 2676209"/>
                <a:gd name="connsiteY282" fmla="*/ 1359371 h 2650669"/>
                <a:gd name="connsiteX283" fmla="*/ 2195593 w 2676209"/>
                <a:gd name="connsiteY283" fmla="*/ 1355138 h 2650669"/>
                <a:gd name="connsiteX284" fmla="*/ 2192319 w 2676209"/>
                <a:gd name="connsiteY284" fmla="*/ 1355336 h 2650669"/>
                <a:gd name="connsiteX285" fmla="*/ 2181239 w 2676209"/>
                <a:gd name="connsiteY285" fmla="*/ 1366217 h 2650669"/>
                <a:gd name="connsiteX286" fmla="*/ 2181570 w 2676209"/>
                <a:gd name="connsiteY286" fmla="*/ 1368731 h 2650669"/>
                <a:gd name="connsiteX287" fmla="*/ 2185175 w 2676209"/>
                <a:gd name="connsiteY287" fmla="*/ 1372137 h 2650669"/>
                <a:gd name="connsiteX288" fmla="*/ 2194832 w 2676209"/>
                <a:gd name="connsiteY288" fmla="*/ 1366614 h 2650669"/>
                <a:gd name="connsiteX289" fmla="*/ 2197644 w 2676209"/>
                <a:gd name="connsiteY289" fmla="*/ 1359371 h 2650669"/>
                <a:gd name="connsiteX290" fmla="*/ 824721 w 2676209"/>
                <a:gd name="connsiteY290" fmla="*/ 1814620 h 2650669"/>
                <a:gd name="connsiteX291" fmla="*/ 817048 w 2676209"/>
                <a:gd name="connsiteY291" fmla="*/ 1805558 h 2650669"/>
                <a:gd name="connsiteX292" fmla="*/ 810698 w 2676209"/>
                <a:gd name="connsiteY292" fmla="*/ 1815910 h 2650669"/>
                <a:gd name="connsiteX293" fmla="*/ 818172 w 2676209"/>
                <a:gd name="connsiteY293" fmla="*/ 1819481 h 2650669"/>
                <a:gd name="connsiteX294" fmla="*/ 824721 w 2676209"/>
                <a:gd name="connsiteY294" fmla="*/ 1814620 h 2650669"/>
                <a:gd name="connsiteX295" fmla="*/ 2324875 w 2676209"/>
                <a:gd name="connsiteY295" fmla="*/ 1441557 h 2650669"/>
                <a:gd name="connsiteX296" fmla="*/ 2333772 w 2676209"/>
                <a:gd name="connsiteY296" fmla="*/ 1436199 h 2650669"/>
                <a:gd name="connsiteX297" fmla="*/ 2324842 w 2676209"/>
                <a:gd name="connsiteY297" fmla="*/ 1425285 h 2650669"/>
                <a:gd name="connsiteX298" fmla="*/ 2319749 w 2676209"/>
                <a:gd name="connsiteY298" fmla="*/ 1433653 h 2650669"/>
                <a:gd name="connsiteX299" fmla="*/ 2324875 w 2676209"/>
                <a:gd name="connsiteY299" fmla="*/ 1441557 h 2650669"/>
                <a:gd name="connsiteX300" fmla="*/ 262150 w 2676209"/>
                <a:gd name="connsiteY300" fmla="*/ 1271265 h 2650669"/>
                <a:gd name="connsiteX301" fmla="*/ 267508 w 2676209"/>
                <a:gd name="connsiteY301" fmla="*/ 1268255 h 2650669"/>
                <a:gd name="connsiteX302" fmla="*/ 270088 w 2676209"/>
                <a:gd name="connsiteY302" fmla="*/ 1273811 h 2650669"/>
                <a:gd name="connsiteX303" fmla="*/ 272370 w 2676209"/>
                <a:gd name="connsiteY303" fmla="*/ 1273216 h 2650669"/>
                <a:gd name="connsiteX304" fmla="*/ 272800 w 2676209"/>
                <a:gd name="connsiteY304" fmla="*/ 1260516 h 2650669"/>
                <a:gd name="connsiteX305" fmla="*/ 270286 w 2676209"/>
                <a:gd name="connsiteY305" fmla="*/ 1258201 h 2650669"/>
                <a:gd name="connsiteX306" fmla="*/ 258810 w 2676209"/>
                <a:gd name="connsiteY306" fmla="*/ 1266866 h 2650669"/>
                <a:gd name="connsiteX307" fmla="*/ 262150 w 2676209"/>
                <a:gd name="connsiteY307" fmla="*/ 1271265 h 2650669"/>
                <a:gd name="connsiteX308" fmla="*/ 1078258 w 2676209"/>
                <a:gd name="connsiteY308" fmla="*/ 376907 h 2650669"/>
                <a:gd name="connsiteX309" fmla="*/ 1069196 w 2676209"/>
                <a:gd name="connsiteY309" fmla="*/ 373699 h 2650669"/>
                <a:gd name="connsiteX310" fmla="*/ 1067476 w 2676209"/>
                <a:gd name="connsiteY310" fmla="*/ 374063 h 2650669"/>
                <a:gd name="connsiteX311" fmla="*/ 1076306 w 2676209"/>
                <a:gd name="connsiteY311" fmla="*/ 384249 h 2650669"/>
                <a:gd name="connsiteX312" fmla="*/ 1077894 w 2676209"/>
                <a:gd name="connsiteY312" fmla="*/ 384249 h 2650669"/>
                <a:gd name="connsiteX313" fmla="*/ 1083185 w 2676209"/>
                <a:gd name="connsiteY313" fmla="*/ 381669 h 2650669"/>
                <a:gd name="connsiteX314" fmla="*/ 1078258 w 2676209"/>
                <a:gd name="connsiteY314" fmla="*/ 376907 h 2650669"/>
                <a:gd name="connsiteX315" fmla="*/ 1710116 w 2676209"/>
                <a:gd name="connsiteY315" fmla="*/ 1047725 h 2650669"/>
                <a:gd name="connsiteX316" fmla="*/ 1719045 w 2676209"/>
                <a:gd name="connsiteY316" fmla="*/ 1039986 h 2650669"/>
                <a:gd name="connsiteX317" fmla="*/ 1712133 w 2676209"/>
                <a:gd name="connsiteY317" fmla="*/ 1033867 h 2650669"/>
                <a:gd name="connsiteX318" fmla="*/ 1705056 w 2676209"/>
                <a:gd name="connsiteY318" fmla="*/ 1045013 h 2650669"/>
                <a:gd name="connsiteX319" fmla="*/ 1710116 w 2676209"/>
                <a:gd name="connsiteY319" fmla="*/ 1047725 h 2650669"/>
                <a:gd name="connsiteX320" fmla="*/ 958699 w 2676209"/>
                <a:gd name="connsiteY320" fmla="*/ 1843327 h 2650669"/>
                <a:gd name="connsiteX321" fmla="*/ 958633 w 2676209"/>
                <a:gd name="connsiteY321" fmla="*/ 1843294 h 2650669"/>
                <a:gd name="connsiteX322" fmla="*/ 953010 w 2676209"/>
                <a:gd name="connsiteY322" fmla="*/ 1840483 h 2650669"/>
                <a:gd name="connsiteX323" fmla="*/ 950464 w 2676209"/>
                <a:gd name="connsiteY323" fmla="*/ 1845278 h 2650669"/>
                <a:gd name="connsiteX324" fmla="*/ 950398 w 2676209"/>
                <a:gd name="connsiteY324" fmla="*/ 1846436 h 2650669"/>
                <a:gd name="connsiteX325" fmla="*/ 958699 w 2676209"/>
                <a:gd name="connsiteY325" fmla="*/ 1843327 h 2650669"/>
                <a:gd name="connsiteX326" fmla="*/ 1541278 w 2676209"/>
                <a:gd name="connsiteY326" fmla="*/ 1159511 h 2650669"/>
                <a:gd name="connsiteX327" fmla="*/ 1539261 w 2676209"/>
                <a:gd name="connsiteY327" fmla="*/ 1159511 h 2650669"/>
                <a:gd name="connsiteX328" fmla="*/ 1534565 w 2676209"/>
                <a:gd name="connsiteY328" fmla="*/ 1160603 h 2650669"/>
                <a:gd name="connsiteX329" fmla="*/ 1536913 w 2676209"/>
                <a:gd name="connsiteY329" fmla="*/ 1164208 h 2650669"/>
                <a:gd name="connsiteX330" fmla="*/ 1543164 w 2676209"/>
                <a:gd name="connsiteY330" fmla="*/ 1169665 h 2650669"/>
                <a:gd name="connsiteX331" fmla="*/ 1554574 w 2676209"/>
                <a:gd name="connsiteY331" fmla="*/ 1168540 h 2650669"/>
                <a:gd name="connsiteX332" fmla="*/ 1548025 w 2676209"/>
                <a:gd name="connsiteY332" fmla="*/ 1161132 h 2650669"/>
                <a:gd name="connsiteX333" fmla="*/ 1541278 w 2676209"/>
                <a:gd name="connsiteY333" fmla="*/ 1159511 h 2650669"/>
                <a:gd name="connsiteX334" fmla="*/ 1340261 w 2676209"/>
                <a:gd name="connsiteY334" fmla="*/ 1152831 h 2650669"/>
                <a:gd name="connsiteX335" fmla="*/ 1338674 w 2676209"/>
                <a:gd name="connsiteY335" fmla="*/ 1152533 h 2650669"/>
                <a:gd name="connsiteX336" fmla="*/ 1333151 w 2676209"/>
                <a:gd name="connsiteY336" fmla="*/ 1155840 h 2650669"/>
                <a:gd name="connsiteX337" fmla="*/ 1334275 w 2676209"/>
                <a:gd name="connsiteY337" fmla="*/ 1160702 h 2650669"/>
                <a:gd name="connsiteX338" fmla="*/ 1335003 w 2676209"/>
                <a:gd name="connsiteY338" fmla="*/ 1168011 h 2650669"/>
                <a:gd name="connsiteX339" fmla="*/ 1339501 w 2676209"/>
                <a:gd name="connsiteY339" fmla="*/ 1172707 h 2650669"/>
                <a:gd name="connsiteX340" fmla="*/ 1343006 w 2676209"/>
                <a:gd name="connsiteY340" fmla="*/ 1170392 h 2650669"/>
                <a:gd name="connsiteX341" fmla="*/ 1340261 w 2676209"/>
                <a:gd name="connsiteY341" fmla="*/ 1152831 h 2650669"/>
                <a:gd name="connsiteX342" fmla="*/ 1327297 w 2676209"/>
                <a:gd name="connsiteY342" fmla="*/ 2369153 h 2650669"/>
                <a:gd name="connsiteX343" fmla="*/ 1312348 w 2676209"/>
                <a:gd name="connsiteY343" fmla="*/ 2364424 h 2650669"/>
                <a:gd name="connsiteX344" fmla="*/ 1306924 w 2676209"/>
                <a:gd name="connsiteY344" fmla="*/ 2372097 h 2650669"/>
                <a:gd name="connsiteX345" fmla="*/ 1315093 w 2676209"/>
                <a:gd name="connsiteY345" fmla="*/ 2374478 h 2650669"/>
                <a:gd name="connsiteX346" fmla="*/ 1325808 w 2676209"/>
                <a:gd name="connsiteY346" fmla="*/ 2371204 h 2650669"/>
                <a:gd name="connsiteX347" fmla="*/ 1327297 w 2676209"/>
                <a:gd name="connsiteY347" fmla="*/ 2369153 h 2650669"/>
                <a:gd name="connsiteX348" fmla="*/ 1180982 w 2676209"/>
                <a:gd name="connsiteY348" fmla="*/ 502187 h 2650669"/>
                <a:gd name="connsiteX349" fmla="*/ 1183033 w 2676209"/>
                <a:gd name="connsiteY349" fmla="*/ 506354 h 2650669"/>
                <a:gd name="connsiteX350" fmla="*/ 1187696 w 2676209"/>
                <a:gd name="connsiteY350" fmla="*/ 505131 h 2650669"/>
                <a:gd name="connsiteX351" fmla="*/ 1191764 w 2676209"/>
                <a:gd name="connsiteY351" fmla="*/ 498020 h 2650669"/>
                <a:gd name="connsiteX352" fmla="*/ 1190143 w 2676209"/>
                <a:gd name="connsiteY352" fmla="*/ 492497 h 2650669"/>
                <a:gd name="connsiteX353" fmla="*/ 1180982 w 2676209"/>
                <a:gd name="connsiteY353" fmla="*/ 502187 h 2650669"/>
                <a:gd name="connsiteX354" fmla="*/ 709197 w 2676209"/>
                <a:gd name="connsiteY354" fmla="*/ 1252314 h 2650669"/>
                <a:gd name="connsiteX355" fmla="*/ 703541 w 2676209"/>
                <a:gd name="connsiteY355" fmla="*/ 1243384 h 2650669"/>
                <a:gd name="connsiteX356" fmla="*/ 695439 w 2676209"/>
                <a:gd name="connsiteY356" fmla="*/ 1252149 h 2650669"/>
                <a:gd name="connsiteX357" fmla="*/ 698084 w 2676209"/>
                <a:gd name="connsiteY357" fmla="*/ 1257308 h 2650669"/>
                <a:gd name="connsiteX358" fmla="*/ 709197 w 2676209"/>
                <a:gd name="connsiteY358" fmla="*/ 1252314 h 2650669"/>
                <a:gd name="connsiteX359" fmla="*/ 1338277 w 2676209"/>
                <a:gd name="connsiteY359" fmla="*/ 1472050 h 2650669"/>
                <a:gd name="connsiteX360" fmla="*/ 1338277 w 2676209"/>
                <a:gd name="connsiteY360" fmla="*/ 1466957 h 2650669"/>
                <a:gd name="connsiteX361" fmla="*/ 1335730 w 2676209"/>
                <a:gd name="connsiteY361" fmla="*/ 1463451 h 2650669"/>
                <a:gd name="connsiteX362" fmla="*/ 1331398 w 2676209"/>
                <a:gd name="connsiteY362" fmla="*/ 1465072 h 2650669"/>
                <a:gd name="connsiteX363" fmla="*/ 1329149 w 2676209"/>
                <a:gd name="connsiteY363" fmla="*/ 1473043 h 2650669"/>
                <a:gd name="connsiteX364" fmla="*/ 1335730 w 2676209"/>
                <a:gd name="connsiteY364" fmla="*/ 1480682 h 2650669"/>
                <a:gd name="connsiteX365" fmla="*/ 1338277 w 2676209"/>
                <a:gd name="connsiteY365" fmla="*/ 1472050 h 2650669"/>
                <a:gd name="connsiteX366" fmla="*/ 424538 w 2676209"/>
                <a:gd name="connsiteY366" fmla="*/ 1264187 h 2650669"/>
                <a:gd name="connsiteX367" fmla="*/ 426324 w 2676209"/>
                <a:gd name="connsiteY367" fmla="*/ 1261707 h 2650669"/>
                <a:gd name="connsiteX368" fmla="*/ 415774 w 2676209"/>
                <a:gd name="connsiteY368" fmla="*/ 1250297 h 2650669"/>
                <a:gd name="connsiteX369" fmla="*/ 412434 w 2676209"/>
                <a:gd name="connsiteY369" fmla="*/ 1253042 h 2650669"/>
                <a:gd name="connsiteX370" fmla="*/ 424538 w 2676209"/>
                <a:gd name="connsiteY370" fmla="*/ 1264187 h 2650669"/>
                <a:gd name="connsiteX371" fmla="*/ 1567009 w 2676209"/>
                <a:gd name="connsiteY371" fmla="*/ 1257341 h 2650669"/>
                <a:gd name="connsiteX372" fmla="*/ 1572433 w 2676209"/>
                <a:gd name="connsiteY372" fmla="*/ 1253042 h 2650669"/>
                <a:gd name="connsiteX373" fmla="*/ 1565554 w 2676209"/>
                <a:gd name="connsiteY373" fmla="*/ 1243318 h 2650669"/>
                <a:gd name="connsiteX374" fmla="*/ 1561949 w 2676209"/>
                <a:gd name="connsiteY374" fmla="*/ 1247717 h 2650669"/>
                <a:gd name="connsiteX375" fmla="*/ 1567009 w 2676209"/>
                <a:gd name="connsiteY375" fmla="*/ 1257341 h 2650669"/>
                <a:gd name="connsiteX376" fmla="*/ 1400222 w 2676209"/>
                <a:gd name="connsiteY376" fmla="*/ 1931301 h 2650669"/>
                <a:gd name="connsiteX377" fmla="*/ 1394203 w 2676209"/>
                <a:gd name="connsiteY377" fmla="*/ 1936593 h 2650669"/>
                <a:gd name="connsiteX378" fmla="*/ 1396816 w 2676209"/>
                <a:gd name="connsiteY378" fmla="*/ 1945159 h 2650669"/>
                <a:gd name="connsiteX379" fmla="*/ 1404654 w 2676209"/>
                <a:gd name="connsiteY379" fmla="*/ 1936361 h 2650669"/>
                <a:gd name="connsiteX380" fmla="*/ 1400222 w 2676209"/>
                <a:gd name="connsiteY380" fmla="*/ 1931301 h 2650669"/>
                <a:gd name="connsiteX381" fmla="*/ 1310297 w 2676209"/>
                <a:gd name="connsiteY381" fmla="*/ 1467090 h 2650669"/>
                <a:gd name="connsiteX382" fmla="*/ 1307718 w 2676209"/>
                <a:gd name="connsiteY382" fmla="*/ 1459847 h 2650669"/>
                <a:gd name="connsiteX383" fmla="*/ 1299813 w 2676209"/>
                <a:gd name="connsiteY383" fmla="*/ 1468677 h 2650669"/>
                <a:gd name="connsiteX384" fmla="*/ 1304278 w 2676209"/>
                <a:gd name="connsiteY384" fmla="*/ 1473936 h 2650669"/>
                <a:gd name="connsiteX385" fmla="*/ 1310297 w 2676209"/>
                <a:gd name="connsiteY385" fmla="*/ 1467090 h 2650669"/>
                <a:gd name="connsiteX386" fmla="*/ 1537442 w 2676209"/>
                <a:gd name="connsiteY386" fmla="*/ 2481998 h 2650669"/>
                <a:gd name="connsiteX387" fmla="*/ 1546107 w 2676209"/>
                <a:gd name="connsiteY387" fmla="*/ 2490068 h 2650669"/>
                <a:gd name="connsiteX388" fmla="*/ 1551465 w 2676209"/>
                <a:gd name="connsiteY388" fmla="*/ 2483983 h 2650669"/>
                <a:gd name="connsiteX389" fmla="*/ 1544288 w 2676209"/>
                <a:gd name="connsiteY389" fmla="*/ 2479551 h 2650669"/>
                <a:gd name="connsiteX390" fmla="*/ 1537442 w 2676209"/>
                <a:gd name="connsiteY390" fmla="*/ 2481998 h 2650669"/>
                <a:gd name="connsiteX391" fmla="*/ 1493951 w 2676209"/>
                <a:gd name="connsiteY391" fmla="*/ 1616645 h 2650669"/>
                <a:gd name="connsiteX392" fmla="*/ 1498945 w 2676209"/>
                <a:gd name="connsiteY392" fmla="*/ 1611717 h 2650669"/>
                <a:gd name="connsiteX393" fmla="*/ 1491272 w 2676209"/>
                <a:gd name="connsiteY393" fmla="*/ 1603218 h 2650669"/>
                <a:gd name="connsiteX394" fmla="*/ 1485154 w 2676209"/>
                <a:gd name="connsiteY394" fmla="*/ 1608410 h 2650669"/>
                <a:gd name="connsiteX395" fmla="*/ 1493951 w 2676209"/>
                <a:gd name="connsiteY395" fmla="*/ 1616645 h 2650669"/>
                <a:gd name="connsiteX396" fmla="*/ 1100516 w 2676209"/>
                <a:gd name="connsiteY396" fmla="*/ 4208 h 2650669"/>
                <a:gd name="connsiteX397" fmla="*/ 1106039 w 2676209"/>
                <a:gd name="connsiteY397" fmla="*/ 14163 h 2650669"/>
                <a:gd name="connsiteX398" fmla="*/ 1111331 w 2676209"/>
                <a:gd name="connsiteY398" fmla="*/ 4506 h 2650669"/>
                <a:gd name="connsiteX399" fmla="*/ 1106072 w 2676209"/>
                <a:gd name="connsiteY399" fmla="*/ 8 h 2650669"/>
                <a:gd name="connsiteX400" fmla="*/ 1100516 w 2676209"/>
                <a:gd name="connsiteY400" fmla="*/ 4208 h 2650669"/>
                <a:gd name="connsiteX401" fmla="*/ 1604845 w 2676209"/>
                <a:gd name="connsiteY401" fmla="*/ 1528737 h 2650669"/>
                <a:gd name="connsiteX402" fmla="*/ 1610665 w 2676209"/>
                <a:gd name="connsiteY402" fmla="*/ 1520601 h 2650669"/>
                <a:gd name="connsiteX403" fmla="*/ 1602959 w 2676209"/>
                <a:gd name="connsiteY403" fmla="*/ 1518981 h 2650669"/>
                <a:gd name="connsiteX404" fmla="*/ 1593434 w 2676209"/>
                <a:gd name="connsiteY404" fmla="*/ 1521759 h 2650669"/>
                <a:gd name="connsiteX405" fmla="*/ 1595055 w 2676209"/>
                <a:gd name="connsiteY405" fmla="*/ 1526191 h 2650669"/>
                <a:gd name="connsiteX406" fmla="*/ 1604845 w 2676209"/>
                <a:gd name="connsiteY406" fmla="*/ 1528737 h 2650669"/>
                <a:gd name="connsiteX407" fmla="*/ 1403629 w 2676209"/>
                <a:gd name="connsiteY407" fmla="*/ 1195164 h 2650669"/>
                <a:gd name="connsiteX408" fmla="*/ 1398337 w 2676209"/>
                <a:gd name="connsiteY408" fmla="*/ 1203565 h 2650669"/>
                <a:gd name="connsiteX409" fmla="*/ 1403662 w 2676209"/>
                <a:gd name="connsiteY409" fmla="*/ 1208459 h 2650669"/>
                <a:gd name="connsiteX410" fmla="*/ 1411633 w 2676209"/>
                <a:gd name="connsiteY410" fmla="*/ 1201845 h 2650669"/>
                <a:gd name="connsiteX411" fmla="*/ 1403629 w 2676209"/>
                <a:gd name="connsiteY411" fmla="*/ 1195164 h 2650669"/>
                <a:gd name="connsiteX412" fmla="*/ 1467460 w 2676209"/>
                <a:gd name="connsiteY412" fmla="*/ 1333310 h 2650669"/>
                <a:gd name="connsiteX413" fmla="*/ 1464086 w 2676209"/>
                <a:gd name="connsiteY413" fmla="*/ 1330631 h 2650669"/>
                <a:gd name="connsiteX414" fmla="*/ 1453701 w 2676209"/>
                <a:gd name="connsiteY414" fmla="*/ 1336782 h 2650669"/>
                <a:gd name="connsiteX415" fmla="*/ 1455355 w 2676209"/>
                <a:gd name="connsiteY415" fmla="*/ 1340949 h 2650669"/>
                <a:gd name="connsiteX416" fmla="*/ 1467460 w 2676209"/>
                <a:gd name="connsiteY416" fmla="*/ 1333310 h 2650669"/>
                <a:gd name="connsiteX417" fmla="*/ 1462366 w 2676209"/>
                <a:gd name="connsiteY417" fmla="*/ 1854572 h 2650669"/>
                <a:gd name="connsiteX418" fmla="*/ 1450063 w 2676209"/>
                <a:gd name="connsiteY418" fmla="*/ 1864659 h 2650669"/>
                <a:gd name="connsiteX419" fmla="*/ 1450096 w 2676209"/>
                <a:gd name="connsiteY419" fmla="*/ 1866346 h 2650669"/>
                <a:gd name="connsiteX420" fmla="*/ 1452544 w 2676209"/>
                <a:gd name="connsiteY420" fmla="*/ 1868396 h 2650669"/>
                <a:gd name="connsiteX421" fmla="*/ 1454264 w 2676209"/>
                <a:gd name="connsiteY421" fmla="*/ 1868396 h 2650669"/>
                <a:gd name="connsiteX422" fmla="*/ 1463259 w 2676209"/>
                <a:gd name="connsiteY422" fmla="*/ 1859235 h 2650669"/>
                <a:gd name="connsiteX423" fmla="*/ 1463656 w 2676209"/>
                <a:gd name="connsiteY423" fmla="*/ 1856225 h 2650669"/>
                <a:gd name="connsiteX424" fmla="*/ 1463590 w 2676209"/>
                <a:gd name="connsiteY424" fmla="*/ 1855795 h 2650669"/>
                <a:gd name="connsiteX425" fmla="*/ 1462366 w 2676209"/>
                <a:gd name="connsiteY425" fmla="*/ 1854572 h 2650669"/>
                <a:gd name="connsiteX426" fmla="*/ 313744 w 2676209"/>
                <a:gd name="connsiteY426" fmla="*/ 2357313 h 2650669"/>
                <a:gd name="connsiteX427" fmla="*/ 306700 w 2676209"/>
                <a:gd name="connsiteY427" fmla="*/ 2357512 h 2650669"/>
                <a:gd name="connsiteX428" fmla="*/ 301209 w 2676209"/>
                <a:gd name="connsiteY428" fmla="*/ 2363101 h 2650669"/>
                <a:gd name="connsiteX429" fmla="*/ 304748 w 2676209"/>
                <a:gd name="connsiteY429" fmla="*/ 2366640 h 2650669"/>
                <a:gd name="connsiteX430" fmla="*/ 310701 w 2676209"/>
                <a:gd name="connsiteY430" fmla="*/ 2366474 h 2650669"/>
                <a:gd name="connsiteX431" fmla="*/ 315629 w 2676209"/>
                <a:gd name="connsiteY431" fmla="*/ 2361547 h 2650669"/>
                <a:gd name="connsiteX432" fmla="*/ 317944 w 2676209"/>
                <a:gd name="connsiteY432" fmla="*/ 2359132 h 2650669"/>
                <a:gd name="connsiteX433" fmla="*/ 313744 w 2676209"/>
                <a:gd name="connsiteY433" fmla="*/ 2357313 h 2650669"/>
                <a:gd name="connsiteX434" fmla="*/ 1554772 w 2676209"/>
                <a:gd name="connsiteY434" fmla="*/ 1341545 h 2650669"/>
                <a:gd name="connsiteX435" fmla="*/ 1547959 w 2676209"/>
                <a:gd name="connsiteY435" fmla="*/ 1350904 h 2650669"/>
                <a:gd name="connsiteX436" fmla="*/ 1548621 w 2676209"/>
                <a:gd name="connsiteY436" fmla="*/ 1354013 h 2650669"/>
                <a:gd name="connsiteX437" fmla="*/ 1551101 w 2676209"/>
                <a:gd name="connsiteY437" fmla="*/ 1353716 h 2650669"/>
                <a:gd name="connsiteX438" fmla="*/ 1560626 w 2676209"/>
                <a:gd name="connsiteY438" fmla="*/ 1347399 h 2650669"/>
                <a:gd name="connsiteX439" fmla="*/ 1561883 w 2676209"/>
                <a:gd name="connsiteY439" fmla="*/ 1344521 h 2650669"/>
                <a:gd name="connsiteX440" fmla="*/ 1558113 w 2676209"/>
                <a:gd name="connsiteY440" fmla="*/ 1339263 h 2650669"/>
                <a:gd name="connsiteX441" fmla="*/ 1554772 w 2676209"/>
                <a:gd name="connsiteY441" fmla="*/ 1341545 h 2650669"/>
                <a:gd name="connsiteX442" fmla="*/ 1177410 w 2676209"/>
                <a:gd name="connsiteY442" fmla="*/ 1355038 h 2650669"/>
                <a:gd name="connsiteX443" fmla="*/ 1179461 w 2676209"/>
                <a:gd name="connsiteY443" fmla="*/ 1358313 h 2650669"/>
                <a:gd name="connsiteX444" fmla="*/ 1184289 w 2676209"/>
                <a:gd name="connsiteY444" fmla="*/ 1356857 h 2650669"/>
                <a:gd name="connsiteX445" fmla="*/ 1187861 w 2676209"/>
                <a:gd name="connsiteY445" fmla="*/ 1349714 h 2650669"/>
                <a:gd name="connsiteX446" fmla="*/ 1186770 w 2676209"/>
                <a:gd name="connsiteY446" fmla="*/ 1345348 h 2650669"/>
                <a:gd name="connsiteX447" fmla="*/ 1182338 w 2676209"/>
                <a:gd name="connsiteY447" fmla="*/ 1345216 h 2650669"/>
                <a:gd name="connsiteX448" fmla="*/ 1177410 w 2676209"/>
                <a:gd name="connsiteY448" fmla="*/ 1355038 h 2650669"/>
                <a:gd name="connsiteX449" fmla="*/ 1773715 w 2676209"/>
                <a:gd name="connsiteY449" fmla="*/ 664178 h 2650669"/>
                <a:gd name="connsiteX450" fmla="*/ 1770176 w 2676209"/>
                <a:gd name="connsiteY450" fmla="*/ 660772 h 2650669"/>
                <a:gd name="connsiteX451" fmla="*/ 1761015 w 2676209"/>
                <a:gd name="connsiteY451" fmla="*/ 668875 h 2650669"/>
                <a:gd name="connsiteX452" fmla="*/ 1766240 w 2676209"/>
                <a:gd name="connsiteY452" fmla="*/ 674100 h 2650669"/>
                <a:gd name="connsiteX453" fmla="*/ 1773715 w 2676209"/>
                <a:gd name="connsiteY453" fmla="*/ 664178 h 2650669"/>
                <a:gd name="connsiteX454" fmla="*/ 219288 w 2676209"/>
                <a:gd name="connsiteY454" fmla="*/ 2063956 h 2650669"/>
                <a:gd name="connsiteX455" fmla="*/ 227391 w 2676209"/>
                <a:gd name="connsiteY455" fmla="*/ 2055820 h 2650669"/>
                <a:gd name="connsiteX456" fmla="*/ 226498 w 2676209"/>
                <a:gd name="connsiteY456" fmla="*/ 2053902 h 2650669"/>
                <a:gd name="connsiteX457" fmla="*/ 217039 w 2676209"/>
                <a:gd name="connsiteY457" fmla="*/ 2055787 h 2650669"/>
                <a:gd name="connsiteX458" fmla="*/ 216741 w 2676209"/>
                <a:gd name="connsiteY458" fmla="*/ 2058731 h 2650669"/>
                <a:gd name="connsiteX459" fmla="*/ 219288 w 2676209"/>
                <a:gd name="connsiteY459" fmla="*/ 2063956 h 2650669"/>
                <a:gd name="connsiteX460" fmla="*/ 1578849 w 2676209"/>
                <a:gd name="connsiteY460" fmla="*/ 1514582 h 2650669"/>
                <a:gd name="connsiteX461" fmla="*/ 1572301 w 2676209"/>
                <a:gd name="connsiteY461" fmla="*/ 1508828 h 2650669"/>
                <a:gd name="connsiteX462" fmla="*/ 1565389 w 2676209"/>
                <a:gd name="connsiteY462" fmla="*/ 1511209 h 2650669"/>
                <a:gd name="connsiteX463" fmla="*/ 1572202 w 2676209"/>
                <a:gd name="connsiteY463" fmla="*/ 1519179 h 2650669"/>
                <a:gd name="connsiteX464" fmla="*/ 1578849 w 2676209"/>
                <a:gd name="connsiteY464" fmla="*/ 1514582 h 2650669"/>
                <a:gd name="connsiteX465" fmla="*/ 1333713 w 2676209"/>
                <a:gd name="connsiteY465" fmla="*/ 2063063 h 2650669"/>
                <a:gd name="connsiteX466" fmla="*/ 1334639 w 2676209"/>
                <a:gd name="connsiteY466" fmla="*/ 2060087 h 2650669"/>
                <a:gd name="connsiteX467" fmla="*/ 1334573 w 2676209"/>
                <a:gd name="connsiteY467" fmla="*/ 2055192 h 2650669"/>
                <a:gd name="connsiteX468" fmla="*/ 1321972 w 2676209"/>
                <a:gd name="connsiteY468" fmla="*/ 2054001 h 2650669"/>
                <a:gd name="connsiteX469" fmla="*/ 1321939 w 2676209"/>
                <a:gd name="connsiteY469" fmla="*/ 2056515 h 2650669"/>
                <a:gd name="connsiteX470" fmla="*/ 1327958 w 2676209"/>
                <a:gd name="connsiteY470" fmla="*/ 2062468 h 2650669"/>
                <a:gd name="connsiteX471" fmla="*/ 1333713 w 2676209"/>
                <a:gd name="connsiteY471" fmla="*/ 2063063 h 2650669"/>
                <a:gd name="connsiteX472" fmla="*/ 1454330 w 2676209"/>
                <a:gd name="connsiteY472" fmla="*/ 1523975 h 2650669"/>
                <a:gd name="connsiteX473" fmla="*/ 1449997 w 2676209"/>
                <a:gd name="connsiteY473" fmla="*/ 1530689 h 2650669"/>
                <a:gd name="connsiteX474" fmla="*/ 1452478 w 2676209"/>
                <a:gd name="connsiteY474" fmla="*/ 1535716 h 2650669"/>
                <a:gd name="connsiteX475" fmla="*/ 1454892 w 2676209"/>
                <a:gd name="connsiteY475" fmla="*/ 1542860 h 2650669"/>
                <a:gd name="connsiteX476" fmla="*/ 1457009 w 2676209"/>
                <a:gd name="connsiteY476" fmla="*/ 1537965 h 2650669"/>
                <a:gd name="connsiteX477" fmla="*/ 1457042 w 2676209"/>
                <a:gd name="connsiteY477" fmla="*/ 1534459 h 2650669"/>
                <a:gd name="connsiteX478" fmla="*/ 1456943 w 2676209"/>
                <a:gd name="connsiteY478" fmla="*/ 1529267 h 2650669"/>
                <a:gd name="connsiteX479" fmla="*/ 1454330 w 2676209"/>
                <a:gd name="connsiteY479" fmla="*/ 1523975 h 2650669"/>
                <a:gd name="connsiteX480" fmla="*/ 1730952 w 2676209"/>
                <a:gd name="connsiteY480" fmla="*/ 1072133 h 2650669"/>
                <a:gd name="connsiteX481" fmla="*/ 1736508 w 2676209"/>
                <a:gd name="connsiteY481" fmla="*/ 1061020 h 2650669"/>
                <a:gd name="connsiteX482" fmla="*/ 1733267 w 2676209"/>
                <a:gd name="connsiteY482" fmla="*/ 1058275 h 2650669"/>
                <a:gd name="connsiteX483" fmla="*/ 1726288 w 2676209"/>
                <a:gd name="connsiteY483" fmla="*/ 1065849 h 2650669"/>
                <a:gd name="connsiteX484" fmla="*/ 1730952 w 2676209"/>
                <a:gd name="connsiteY484" fmla="*/ 1072133 h 2650669"/>
                <a:gd name="connsiteX485" fmla="*/ 1167918 w 2676209"/>
                <a:gd name="connsiteY485" fmla="*/ 1206045 h 2650669"/>
                <a:gd name="connsiteX486" fmla="*/ 1175955 w 2676209"/>
                <a:gd name="connsiteY486" fmla="*/ 1211932 h 2650669"/>
                <a:gd name="connsiteX487" fmla="*/ 1181081 w 2676209"/>
                <a:gd name="connsiteY487" fmla="*/ 1208691 h 2650669"/>
                <a:gd name="connsiteX488" fmla="*/ 1174004 w 2676209"/>
                <a:gd name="connsiteY488" fmla="*/ 1201415 h 2650669"/>
                <a:gd name="connsiteX489" fmla="*/ 1167918 w 2676209"/>
                <a:gd name="connsiteY489" fmla="*/ 1206045 h 2650669"/>
                <a:gd name="connsiteX490" fmla="*/ 1402075 w 2676209"/>
                <a:gd name="connsiteY490" fmla="*/ 1229262 h 2650669"/>
                <a:gd name="connsiteX491" fmla="*/ 1397510 w 2676209"/>
                <a:gd name="connsiteY491" fmla="*/ 1234521 h 2650669"/>
                <a:gd name="connsiteX492" fmla="*/ 1404158 w 2676209"/>
                <a:gd name="connsiteY492" fmla="*/ 1239779 h 2650669"/>
                <a:gd name="connsiteX493" fmla="*/ 1408259 w 2676209"/>
                <a:gd name="connsiteY493" fmla="*/ 1234653 h 2650669"/>
                <a:gd name="connsiteX494" fmla="*/ 1402075 w 2676209"/>
                <a:gd name="connsiteY494" fmla="*/ 1229262 h 2650669"/>
                <a:gd name="connsiteX495" fmla="*/ 2096540 w 2676209"/>
                <a:gd name="connsiteY495" fmla="*/ 550242 h 2650669"/>
                <a:gd name="connsiteX496" fmla="*/ 2097631 w 2676209"/>
                <a:gd name="connsiteY496" fmla="*/ 554575 h 2650669"/>
                <a:gd name="connsiteX497" fmla="*/ 2102063 w 2676209"/>
                <a:gd name="connsiteY497" fmla="*/ 554740 h 2650669"/>
                <a:gd name="connsiteX498" fmla="*/ 2106858 w 2676209"/>
                <a:gd name="connsiteY498" fmla="*/ 544950 h 2650669"/>
                <a:gd name="connsiteX499" fmla="*/ 2104279 w 2676209"/>
                <a:gd name="connsiteY499" fmla="*/ 541511 h 2650669"/>
                <a:gd name="connsiteX500" fmla="*/ 2100112 w 2676209"/>
                <a:gd name="connsiteY500" fmla="*/ 543065 h 2650669"/>
                <a:gd name="connsiteX501" fmla="*/ 2096540 w 2676209"/>
                <a:gd name="connsiteY501" fmla="*/ 550242 h 2650669"/>
                <a:gd name="connsiteX502" fmla="*/ 1367116 w 2676209"/>
                <a:gd name="connsiteY502" fmla="*/ 1449329 h 2650669"/>
                <a:gd name="connsiteX503" fmla="*/ 1369729 w 2676209"/>
                <a:gd name="connsiteY503" fmla="*/ 1444170 h 2650669"/>
                <a:gd name="connsiteX504" fmla="*/ 1363677 w 2676209"/>
                <a:gd name="connsiteY504" fmla="*/ 1435604 h 2650669"/>
                <a:gd name="connsiteX505" fmla="*/ 1359410 w 2676209"/>
                <a:gd name="connsiteY505" fmla="*/ 1442483 h 2650669"/>
                <a:gd name="connsiteX506" fmla="*/ 1367116 w 2676209"/>
                <a:gd name="connsiteY506" fmla="*/ 1449329 h 2650669"/>
                <a:gd name="connsiteX507" fmla="*/ 226134 w 2676209"/>
                <a:gd name="connsiteY507" fmla="*/ 1174394 h 2650669"/>
                <a:gd name="connsiteX508" fmla="*/ 222297 w 2676209"/>
                <a:gd name="connsiteY508" fmla="*/ 1176412 h 2650669"/>
                <a:gd name="connsiteX509" fmla="*/ 228912 w 2676209"/>
                <a:gd name="connsiteY509" fmla="*/ 1180876 h 2650669"/>
                <a:gd name="connsiteX510" fmla="*/ 230136 w 2676209"/>
                <a:gd name="connsiteY510" fmla="*/ 1181869 h 2650669"/>
                <a:gd name="connsiteX511" fmla="*/ 230830 w 2676209"/>
                <a:gd name="connsiteY511" fmla="*/ 1179421 h 2650669"/>
                <a:gd name="connsiteX512" fmla="*/ 226134 w 2676209"/>
                <a:gd name="connsiteY512" fmla="*/ 1174394 h 2650669"/>
                <a:gd name="connsiteX513" fmla="*/ 793268 w 2676209"/>
                <a:gd name="connsiteY513" fmla="*/ 1438018 h 2650669"/>
                <a:gd name="connsiteX514" fmla="*/ 798395 w 2676209"/>
                <a:gd name="connsiteY514" fmla="*/ 1449131 h 2650669"/>
                <a:gd name="connsiteX515" fmla="*/ 803918 w 2676209"/>
                <a:gd name="connsiteY515" fmla="*/ 1445724 h 2650669"/>
                <a:gd name="connsiteX516" fmla="*/ 796675 w 2676209"/>
                <a:gd name="connsiteY516" fmla="*/ 1435406 h 2650669"/>
                <a:gd name="connsiteX517" fmla="*/ 793268 w 2676209"/>
                <a:gd name="connsiteY517" fmla="*/ 1438018 h 2650669"/>
                <a:gd name="connsiteX518" fmla="*/ 1879780 w 2676209"/>
                <a:gd name="connsiteY518" fmla="*/ 1465998 h 2650669"/>
                <a:gd name="connsiteX519" fmla="*/ 1874620 w 2676209"/>
                <a:gd name="connsiteY519" fmla="*/ 1459847 h 2650669"/>
                <a:gd name="connsiteX520" fmla="*/ 1869329 w 2676209"/>
                <a:gd name="connsiteY520" fmla="*/ 1462261 h 2650669"/>
                <a:gd name="connsiteX521" fmla="*/ 1871941 w 2676209"/>
                <a:gd name="connsiteY521" fmla="*/ 1467916 h 2650669"/>
                <a:gd name="connsiteX522" fmla="*/ 1879780 w 2676209"/>
                <a:gd name="connsiteY522" fmla="*/ 1466362 h 2650669"/>
                <a:gd name="connsiteX523" fmla="*/ 1879780 w 2676209"/>
                <a:gd name="connsiteY523" fmla="*/ 1465998 h 2650669"/>
                <a:gd name="connsiteX524" fmla="*/ 2173236 w 2676209"/>
                <a:gd name="connsiteY524" fmla="*/ 1420787 h 2650669"/>
                <a:gd name="connsiteX525" fmla="*/ 2169234 w 2676209"/>
                <a:gd name="connsiteY525" fmla="*/ 1420192 h 2650669"/>
                <a:gd name="connsiteX526" fmla="*/ 2165695 w 2676209"/>
                <a:gd name="connsiteY526" fmla="*/ 1419001 h 2650669"/>
                <a:gd name="connsiteX527" fmla="*/ 2157427 w 2676209"/>
                <a:gd name="connsiteY527" fmla="*/ 1421449 h 2650669"/>
                <a:gd name="connsiteX528" fmla="*/ 2156732 w 2676209"/>
                <a:gd name="connsiteY528" fmla="*/ 1424293 h 2650669"/>
                <a:gd name="connsiteX529" fmla="*/ 2173203 w 2676209"/>
                <a:gd name="connsiteY529" fmla="*/ 1422408 h 2650669"/>
                <a:gd name="connsiteX530" fmla="*/ 2173236 w 2676209"/>
                <a:gd name="connsiteY530" fmla="*/ 1420787 h 2650669"/>
                <a:gd name="connsiteX531" fmla="*/ 544229 w 2676209"/>
                <a:gd name="connsiteY531" fmla="*/ 2329433 h 2650669"/>
                <a:gd name="connsiteX532" fmla="*/ 541650 w 2676209"/>
                <a:gd name="connsiteY532" fmla="*/ 2334691 h 2650669"/>
                <a:gd name="connsiteX533" fmla="*/ 547801 w 2676209"/>
                <a:gd name="connsiteY533" fmla="*/ 2339851 h 2650669"/>
                <a:gd name="connsiteX534" fmla="*/ 552167 w 2676209"/>
                <a:gd name="connsiteY534" fmla="*/ 2336411 h 2650669"/>
                <a:gd name="connsiteX535" fmla="*/ 544229 w 2676209"/>
                <a:gd name="connsiteY535" fmla="*/ 2329433 h 2650669"/>
                <a:gd name="connsiteX536" fmla="*/ 1579279 w 2676209"/>
                <a:gd name="connsiteY536" fmla="*/ 2426105 h 2650669"/>
                <a:gd name="connsiteX537" fmla="*/ 1582587 w 2676209"/>
                <a:gd name="connsiteY537" fmla="*/ 2430570 h 2650669"/>
                <a:gd name="connsiteX538" fmla="*/ 1589102 w 2676209"/>
                <a:gd name="connsiteY538" fmla="*/ 2426072 h 2650669"/>
                <a:gd name="connsiteX539" fmla="*/ 1583777 w 2676209"/>
                <a:gd name="connsiteY539" fmla="*/ 2420086 h 2650669"/>
                <a:gd name="connsiteX540" fmla="*/ 1579279 w 2676209"/>
                <a:gd name="connsiteY540" fmla="*/ 2426105 h 2650669"/>
                <a:gd name="connsiteX541" fmla="*/ 2319154 w 2676209"/>
                <a:gd name="connsiteY541" fmla="*/ 1343463 h 2650669"/>
                <a:gd name="connsiteX542" fmla="*/ 2311150 w 2676209"/>
                <a:gd name="connsiteY542" fmla="*/ 1337576 h 2650669"/>
                <a:gd name="connsiteX543" fmla="*/ 2305991 w 2676209"/>
                <a:gd name="connsiteY543" fmla="*/ 1340189 h 2650669"/>
                <a:gd name="connsiteX544" fmla="*/ 2315185 w 2676209"/>
                <a:gd name="connsiteY544" fmla="*/ 1348027 h 2650669"/>
                <a:gd name="connsiteX545" fmla="*/ 2319154 w 2676209"/>
                <a:gd name="connsiteY545" fmla="*/ 1343463 h 2650669"/>
                <a:gd name="connsiteX546" fmla="*/ 1352333 w 2676209"/>
                <a:gd name="connsiteY546" fmla="*/ 1479856 h 2650669"/>
                <a:gd name="connsiteX547" fmla="*/ 1347835 w 2676209"/>
                <a:gd name="connsiteY547" fmla="*/ 1477276 h 2650669"/>
                <a:gd name="connsiteX548" fmla="*/ 1341683 w 2676209"/>
                <a:gd name="connsiteY548" fmla="*/ 1482468 h 2650669"/>
                <a:gd name="connsiteX549" fmla="*/ 1344263 w 2676209"/>
                <a:gd name="connsiteY549" fmla="*/ 1487727 h 2650669"/>
                <a:gd name="connsiteX550" fmla="*/ 1352333 w 2676209"/>
                <a:gd name="connsiteY550" fmla="*/ 1479856 h 2650669"/>
                <a:gd name="connsiteX551" fmla="*/ 96290 w 2676209"/>
                <a:gd name="connsiteY551" fmla="*/ 1543753 h 2650669"/>
                <a:gd name="connsiteX552" fmla="*/ 94603 w 2676209"/>
                <a:gd name="connsiteY552" fmla="*/ 1546266 h 2650669"/>
                <a:gd name="connsiteX553" fmla="*/ 101515 w 2676209"/>
                <a:gd name="connsiteY553" fmla="*/ 1554038 h 2650669"/>
                <a:gd name="connsiteX554" fmla="*/ 107964 w 2676209"/>
                <a:gd name="connsiteY554" fmla="*/ 1549507 h 2650669"/>
                <a:gd name="connsiteX555" fmla="*/ 107832 w 2676209"/>
                <a:gd name="connsiteY555" fmla="*/ 1548284 h 2650669"/>
                <a:gd name="connsiteX556" fmla="*/ 96290 w 2676209"/>
                <a:gd name="connsiteY556" fmla="*/ 1543753 h 2650669"/>
                <a:gd name="connsiteX557" fmla="*/ 893446 w 2676209"/>
                <a:gd name="connsiteY557" fmla="*/ 1778736 h 2650669"/>
                <a:gd name="connsiteX558" fmla="*/ 893248 w 2676209"/>
                <a:gd name="connsiteY558" fmla="*/ 1787665 h 2650669"/>
                <a:gd name="connsiteX559" fmla="*/ 890999 w 2676209"/>
                <a:gd name="connsiteY559" fmla="*/ 1791832 h 2650669"/>
                <a:gd name="connsiteX560" fmla="*/ 893909 w 2676209"/>
                <a:gd name="connsiteY560" fmla="*/ 1795074 h 2650669"/>
                <a:gd name="connsiteX561" fmla="*/ 897977 w 2676209"/>
                <a:gd name="connsiteY561" fmla="*/ 1793089 h 2650669"/>
                <a:gd name="connsiteX562" fmla="*/ 898043 w 2676209"/>
                <a:gd name="connsiteY562" fmla="*/ 1788426 h 2650669"/>
                <a:gd name="connsiteX563" fmla="*/ 893446 w 2676209"/>
                <a:gd name="connsiteY563" fmla="*/ 1778736 h 2650669"/>
                <a:gd name="connsiteX564" fmla="*/ 1547827 w 2676209"/>
                <a:gd name="connsiteY564" fmla="*/ 1157825 h 2650669"/>
                <a:gd name="connsiteX565" fmla="*/ 1551266 w 2676209"/>
                <a:gd name="connsiteY565" fmla="*/ 1159379 h 2650669"/>
                <a:gd name="connsiteX566" fmla="*/ 1554078 w 2676209"/>
                <a:gd name="connsiteY566" fmla="*/ 1158387 h 2650669"/>
                <a:gd name="connsiteX567" fmla="*/ 1555004 w 2676209"/>
                <a:gd name="connsiteY567" fmla="*/ 1152632 h 2650669"/>
                <a:gd name="connsiteX568" fmla="*/ 1554475 w 2676209"/>
                <a:gd name="connsiteY568" fmla="*/ 1147043 h 2650669"/>
                <a:gd name="connsiteX569" fmla="*/ 1551796 w 2676209"/>
                <a:gd name="connsiteY569" fmla="*/ 1145588 h 2650669"/>
                <a:gd name="connsiteX570" fmla="*/ 1547992 w 2676209"/>
                <a:gd name="connsiteY570" fmla="*/ 1147704 h 2650669"/>
                <a:gd name="connsiteX571" fmla="*/ 1547827 w 2676209"/>
                <a:gd name="connsiteY571" fmla="*/ 1157825 h 2650669"/>
                <a:gd name="connsiteX572" fmla="*/ 1499044 w 2676209"/>
                <a:gd name="connsiteY572" fmla="*/ 1401010 h 2650669"/>
                <a:gd name="connsiteX573" fmla="*/ 1500533 w 2676209"/>
                <a:gd name="connsiteY573" fmla="*/ 1403788 h 2650669"/>
                <a:gd name="connsiteX574" fmla="*/ 1512472 w 2676209"/>
                <a:gd name="connsiteY574" fmla="*/ 1395520 h 2650669"/>
                <a:gd name="connsiteX575" fmla="*/ 1510785 w 2676209"/>
                <a:gd name="connsiteY575" fmla="*/ 1393138 h 2650669"/>
                <a:gd name="connsiteX576" fmla="*/ 1507147 w 2676209"/>
                <a:gd name="connsiteY576" fmla="*/ 1390526 h 2650669"/>
                <a:gd name="connsiteX577" fmla="*/ 1499044 w 2676209"/>
                <a:gd name="connsiteY577" fmla="*/ 1401010 h 2650669"/>
                <a:gd name="connsiteX578" fmla="*/ 1142783 w 2676209"/>
                <a:gd name="connsiteY578" fmla="*/ 1572328 h 2650669"/>
                <a:gd name="connsiteX579" fmla="*/ 1147909 w 2676209"/>
                <a:gd name="connsiteY579" fmla="*/ 1578512 h 2650669"/>
                <a:gd name="connsiteX580" fmla="*/ 1151481 w 2676209"/>
                <a:gd name="connsiteY580" fmla="*/ 1574973 h 2650669"/>
                <a:gd name="connsiteX581" fmla="*/ 1153102 w 2676209"/>
                <a:gd name="connsiteY581" fmla="*/ 1568888 h 2650669"/>
                <a:gd name="connsiteX582" fmla="*/ 1152473 w 2676209"/>
                <a:gd name="connsiteY582" fmla="*/ 1565812 h 2650669"/>
                <a:gd name="connsiteX583" fmla="*/ 1148934 w 2676209"/>
                <a:gd name="connsiteY583" fmla="*/ 1567003 h 2650669"/>
                <a:gd name="connsiteX584" fmla="*/ 1144470 w 2676209"/>
                <a:gd name="connsiteY584" fmla="*/ 1568193 h 2650669"/>
                <a:gd name="connsiteX585" fmla="*/ 1142783 w 2676209"/>
                <a:gd name="connsiteY585" fmla="*/ 1572328 h 2650669"/>
                <a:gd name="connsiteX586" fmla="*/ 1275405 w 2676209"/>
                <a:gd name="connsiteY586" fmla="*/ 729993 h 2650669"/>
                <a:gd name="connsiteX587" fmla="*/ 1268427 w 2676209"/>
                <a:gd name="connsiteY587" fmla="*/ 737931 h 2650669"/>
                <a:gd name="connsiteX588" fmla="*/ 1273619 w 2676209"/>
                <a:gd name="connsiteY588" fmla="*/ 740411 h 2650669"/>
                <a:gd name="connsiteX589" fmla="*/ 1278878 w 2676209"/>
                <a:gd name="connsiteY589" fmla="*/ 734359 h 2650669"/>
                <a:gd name="connsiteX590" fmla="*/ 1275405 w 2676209"/>
                <a:gd name="connsiteY590" fmla="*/ 729993 h 2650669"/>
                <a:gd name="connsiteX591" fmla="*/ 139450 w 2676209"/>
                <a:gd name="connsiteY591" fmla="*/ 1118435 h 2650669"/>
                <a:gd name="connsiteX592" fmla="*/ 138458 w 2676209"/>
                <a:gd name="connsiteY592" fmla="*/ 1117740 h 2650669"/>
                <a:gd name="connsiteX593" fmla="*/ 139450 w 2676209"/>
                <a:gd name="connsiteY593" fmla="*/ 1118435 h 2650669"/>
                <a:gd name="connsiteX594" fmla="*/ 1049153 w 2676209"/>
                <a:gd name="connsiteY594" fmla="*/ 1040581 h 2650669"/>
                <a:gd name="connsiteX595" fmla="*/ 1055007 w 2676209"/>
                <a:gd name="connsiteY595" fmla="*/ 1035885 h 2650669"/>
                <a:gd name="connsiteX596" fmla="*/ 1046541 w 2676209"/>
                <a:gd name="connsiteY596" fmla="*/ 1030329 h 2650669"/>
                <a:gd name="connsiteX597" fmla="*/ 1044920 w 2676209"/>
                <a:gd name="connsiteY597" fmla="*/ 1037274 h 2650669"/>
                <a:gd name="connsiteX598" fmla="*/ 1049153 w 2676209"/>
                <a:gd name="connsiteY598" fmla="*/ 1040581 h 2650669"/>
                <a:gd name="connsiteX599" fmla="*/ 1551366 w 2676209"/>
                <a:gd name="connsiteY599" fmla="*/ 1397802 h 2650669"/>
                <a:gd name="connsiteX600" fmla="*/ 1546140 w 2676209"/>
                <a:gd name="connsiteY600" fmla="*/ 1390162 h 2650669"/>
                <a:gd name="connsiteX601" fmla="*/ 1541080 w 2676209"/>
                <a:gd name="connsiteY601" fmla="*/ 1396413 h 2650669"/>
                <a:gd name="connsiteX602" fmla="*/ 1546239 w 2676209"/>
                <a:gd name="connsiteY602" fmla="*/ 1400415 h 2650669"/>
                <a:gd name="connsiteX603" fmla="*/ 1551366 w 2676209"/>
                <a:gd name="connsiteY603" fmla="*/ 1397802 h 2650669"/>
                <a:gd name="connsiteX604" fmla="*/ 828028 w 2676209"/>
                <a:gd name="connsiteY604" fmla="*/ 1360264 h 2650669"/>
                <a:gd name="connsiteX605" fmla="*/ 825184 w 2676209"/>
                <a:gd name="connsiteY605" fmla="*/ 1355105 h 2650669"/>
                <a:gd name="connsiteX606" fmla="*/ 817742 w 2676209"/>
                <a:gd name="connsiteY606" fmla="*/ 1358743 h 2650669"/>
                <a:gd name="connsiteX607" fmla="*/ 820355 w 2676209"/>
                <a:gd name="connsiteY607" fmla="*/ 1365523 h 2650669"/>
                <a:gd name="connsiteX608" fmla="*/ 828028 w 2676209"/>
                <a:gd name="connsiteY608" fmla="*/ 1360264 h 2650669"/>
                <a:gd name="connsiteX609" fmla="*/ 1097208 w 2676209"/>
                <a:gd name="connsiteY609" fmla="*/ 397478 h 2650669"/>
                <a:gd name="connsiteX610" fmla="*/ 1098862 w 2676209"/>
                <a:gd name="connsiteY610" fmla="*/ 401844 h 2650669"/>
                <a:gd name="connsiteX611" fmla="*/ 1106800 w 2676209"/>
                <a:gd name="connsiteY611" fmla="*/ 396982 h 2650669"/>
                <a:gd name="connsiteX612" fmla="*/ 1100383 w 2676209"/>
                <a:gd name="connsiteY612" fmla="*/ 391294 h 2650669"/>
                <a:gd name="connsiteX613" fmla="*/ 1097208 w 2676209"/>
                <a:gd name="connsiteY613" fmla="*/ 397478 h 2650669"/>
                <a:gd name="connsiteX614" fmla="*/ 1304906 w 2676209"/>
                <a:gd name="connsiteY614" fmla="*/ 1847626 h 2650669"/>
                <a:gd name="connsiteX615" fmla="*/ 1312083 w 2676209"/>
                <a:gd name="connsiteY615" fmla="*/ 1840483 h 2650669"/>
                <a:gd name="connsiteX616" fmla="*/ 1310562 w 2676209"/>
                <a:gd name="connsiteY616" fmla="*/ 1835555 h 2650669"/>
                <a:gd name="connsiteX617" fmla="*/ 1305634 w 2676209"/>
                <a:gd name="connsiteY617" fmla="*/ 1836316 h 2650669"/>
                <a:gd name="connsiteX618" fmla="*/ 1303385 w 2676209"/>
                <a:gd name="connsiteY618" fmla="*/ 1844121 h 2650669"/>
                <a:gd name="connsiteX619" fmla="*/ 1304906 w 2676209"/>
                <a:gd name="connsiteY619" fmla="*/ 1847626 h 2650669"/>
                <a:gd name="connsiteX620" fmla="*/ 1187233 w 2676209"/>
                <a:gd name="connsiteY620" fmla="*/ 1822822 h 2650669"/>
                <a:gd name="connsiteX621" fmla="*/ 1191433 w 2676209"/>
                <a:gd name="connsiteY621" fmla="*/ 1820374 h 2650669"/>
                <a:gd name="connsiteX622" fmla="*/ 1184455 w 2676209"/>
                <a:gd name="connsiteY622" fmla="*/ 1812569 h 2650669"/>
                <a:gd name="connsiteX623" fmla="*/ 1181114 w 2676209"/>
                <a:gd name="connsiteY623" fmla="*/ 1815182 h 2650669"/>
                <a:gd name="connsiteX624" fmla="*/ 1187233 w 2676209"/>
                <a:gd name="connsiteY624" fmla="*/ 1822822 h 2650669"/>
                <a:gd name="connsiteX625" fmla="*/ 469484 w 2676209"/>
                <a:gd name="connsiteY625" fmla="*/ 2202664 h 2650669"/>
                <a:gd name="connsiteX626" fmla="*/ 475338 w 2676209"/>
                <a:gd name="connsiteY626" fmla="*/ 2196777 h 2650669"/>
                <a:gd name="connsiteX627" fmla="*/ 470973 w 2676209"/>
                <a:gd name="connsiteY627" fmla="*/ 2193239 h 2650669"/>
                <a:gd name="connsiteX628" fmla="*/ 464821 w 2676209"/>
                <a:gd name="connsiteY628" fmla="*/ 2196513 h 2650669"/>
                <a:gd name="connsiteX629" fmla="*/ 469484 w 2676209"/>
                <a:gd name="connsiteY629" fmla="*/ 2202664 h 2650669"/>
                <a:gd name="connsiteX630" fmla="*/ 801867 w 2676209"/>
                <a:gd name="connsiteY630" fmla="*/ 1337510 h 2650669"/>
                <a:gd name="connsiteX631" fmla="*/ 807060 w 2676209"/>
                <a:gd name="connsiteY631" fmla="*/ 1331259 h 2650669"/>
                <a:gd name="connsiteX632" fmla="*/ 803653 w 2676209"/>
                <a:gd name="connsiteY632" fmla="*/ 1327158 h 2650669"/>
                <a:gd name="connsiteX633" fmla="*/ 796741 w 2676209"/>
                <a:gd name="connsiteY633" fmla="*/ 1329638 h 2650669"/>
                <a:gd name="connsiteX634" fmla="*/ 801867 w 2676209"/>
                <a:gd name="connsiteY634" fmla="*/ 1337510 h 2650669"/>
                <a:gd name="connsiteX635" fmla="*/ 2204655 w 2676209"/>
                <a:gd name="connsiteY635" fmla="*/ 1323818 h 2650669"/>
                <a:gd name="connsiteX636" fmla="*/ 2197181 w 2676209"/>
                <a:gd name="connsiteY636" fmla="*/ 1320180 h 2650669"/>
                <a:gd name="connsiteX637" fmla="*/ 2194369 w 2676209"/>
                <a:gd name="connsiteY637" fmla="*/ 1325339 h 2650669"/>
                <a:gd name="connsiteX638" fmla="*/ 2202042 w 2676209"/>
                <a:gd name="connsiteY638" fmla="*/ 1330598 h 2650669"/>
                <a:gd name="connsiteX639" fmla="*/ 2204655 w 2676209"/>
                <a:gd name="connsiteY639" fmla="*/ 1323818 h 2650669"/>
                <a:gd name="connsiteX640" fmla="*/ 1423870 w 2676209"/>
                <a:gd name="connsiteY640" fmla="*/ 2605360 h 2650669"/>
                <a:gd name="connsiteX641" fmla="*/ 1428963 w 2676209"/>
                <a:gd name="connsiteY641" fmla="*/ 2602648 h 2650669"/>
                <a:gd name="connsiteX642" fmla="*/ 1427243 w 2676209"/>
                <a:gd name="connsiteY642" fmla="*/ 2598448 h 2650669"/>
                <a:gd name="connsiteX643" fmla="*/ 1422216 w 2676209"/>
                <a:gd name="connsiteY643" fmla="*/ 2598283 h 2650669"/>
                <a:gd name="connsiteX644" fmla="*/ 1417123 w 2676209"/>
                <a:gd name="connsiteY644" fmla="*/ 2598382 h 2650669"/>
                <a:gd name="connsiteX645" fmla="*/ 1415668 w 2676209"/>
                <a:gd name="connsiteY645" fmla="*/ 2600432 h 2650669"/>
                <a:gd name="connsiteX646" fmla="*/ 1423870 w 2676209"/>
                <a:gd name="connsiteY646" fmla="*/ 2605360 h 2650669"/>
                <a:gd name="connsiteX647" fmla="*/ 1942850 w 2676209"/>
                <a:gd name="connsiteY647" fmla="*/ 1260218 h 2650669"/>
                <a:gd name="connsiteX648" fmla="*/ 1947712 w 2676209"/>
                <a:gd name="connsiteY648" fmla="*/ 1264286 h 2650669"/>
                <a:gd name="connsiteX649" fmla="*/ 1953135 w 2676209"/>
                <a:gd name="connsiteY649" fmla="*/ 1261607 h 2650669"/>
                <a:gd name="connsiteX650" fmla="*/ 1947910 w 2676209"/>
                <a:gd name="connsiteY650" fmla="*/ 1253968 h 2650669"/>
                <a:gd name="connsiteX651" fmla="*/ 1942850 w 2676209"/>
                <a:gd name="connsiteY651" fmla="*/ 1260218 h 2650669"/>
                <a:gd name="connsiteX652" fmla="*/ 1128595 w 2676209"/>
                <a:gd name="connsiteY652" fmla="*/ 881765 h 2650669"/>
                <a:gd name="connsiteX653" fmla="*/ 1132696 w 2676209"/>
                <a:gd name="connsiteY653" fmla="*/ 886924 h 2650669"/>
                <a:gd name="connsiteX654" fmla="*/ 1139013 w 2676209"/>
                <a:gd name="connsiteY654" fmla="*/ 882261 h 2650669"/>
                <a:gd name="connsiteX655" fmla="*/ 1131274 w 2676209"/>
                <a:gd name="connsiteY655" fmla="*/ 876639 h 2650669"/>
                <a:gd name="connsiteX656" fmla="*/ 1128595 w 2676209"/>
                <a:gd name="connsiteY656" fmla="*/ 881765 h 2650669"/>
                <a:gd name="connsiteX657" fmla="*/ 1606465 w 2676209"/>
                <a:gd name="connsiteY657" fmla="*/ 1424922 h 2650669"/>
                <a:gd name="connsiteX658" fmla="*/ 1600247 w 2676209"/>
                <a:gd name="connsiteY658" fmla="*/ 1428262 h 2650669"/>
                <a:gd name="connsiteX659" fmla="*/ 1608681 w 2676209"/>
                <a:gd name="connsiteY659" fmla="*/ 1434711 h 2650669"/>
                <a:gd name="connsiteX660" fmla="*/ 1610765 w 2676209"/>
                <a:gd name="connsiteY660" fmla="*/ 1431867 h 2650669"/>
                <a:gd name="connsiteX661" fmla="*/ 1606465 w 2676209"/>
                <a:gd name="connsiteY661" fmla="*/ 1424922 h 2650669"/>
                <a:gd name="connsiteX662" fmla="*/ 1370556 w 2676209"/>
                <a:gd name="connsiteY662" fmla="*/ 1206144 h 2650669"/>
                <a:gd name="connsiteX663" fmla="*/ 1377005 w 2676209"/>
                <a:gd name="connsiteY663" fmla="*/ 1211866 h 2650669"/>
                <a:gd name="connsiteX664" fmla="*/ 1380180 w 2676209"/>
                <a:gd name="connsiteY664" fmla="*/ 1207136 h 2650669"/>
                <a:gd name="connsiteX665" fmla="*/ 1376608 w 2676209"/>
                <a:gd name="connsiteY665" fmla="*/ 1201382 h 2650669"/>
                <a:gd name="connsiteX666" fmla="*/ 1370556 w 2676209"/>
                <a:gd name="connsiteY666" fmla="*/ 1206144 h 2650669"/>
                <a:gd name="connsiteX667" fmla="*/ 2457068 w 2676209"/>
                <a:gd name="connsiteY667" fmla="*/ 1159511 h 2650669"/>
                <a:gd name="connsiteX668" fmla="*/ 2449428 w 2676209"/>
                <a:gd name="connsiteY668" fmla="*/ 1164737 h 2650669"/>
                <a:gd name="connsiteX669" fmla="*/ 2455679 w 2676209"/>
                <a:gd name="connsiteY669" fmla="*/ 1169764 h 2650669"/>
                <a:gd name="connsiteX670" fmla="*/ 2459680 w 2676209"/>
                <a:gd name="connsiteY670" fmla="*/ 1164605 h 2650669"/>
                <a:gd name="connsiteX671" fmla="*/ 2457068 w 2676209"/>
                <a:gd name="connsiteY671" fmla="*/ 1159511 h 2650669"/>
                <a:gd name="connsiteX672" fmla="*/ 946892 w 2676209"/>
                <a:gd name="connsiteY672" fmla="*/ 1452835 h 2650669"/>
                <a:gd name="connsiteX673" fmla="*/ 943585 w 2676209"/>
                <a:gd name="connsiteY673" fmla="*/ 1460574 h 2650669"/>
                <a:gd name="connsiteX674" fmla="*/ 946793 w 2676209"/>
                <a:gd name="connsiteY674" fmla="*/ 1463319 h 2650669"/>
                <a:gd name="connsiteX675" fmla="*/ 953672 w 2676209"/>
                <a:gd name="connsiteY675" fmla="*/ 1457234 h 2650669"/>
                <a:gd name="connsiteX676" fmla="*/ 946892 w 2676209"/>
                <a:gd name="connsiteY676" fmla="*/ 1452835 h 2650669"/>
                <a:gd name="connsiteX677" fmla="*/ 1170663 w 2676209"/>
                <a:gd name="connsiteY677" fmla="*/ 987433 h 2650669"/>
                <a:gd name="connsiteX678" fmla="*/ 1177509 w 2676209"/>
                <a:gd name="connsiteY678" fmla="*/ 995337 h 2650669"/>
                <a:gd name="connsiteX679" fmla="*/ 1180949 w 2676209"/>
                <a:gd name="connsiteY679" fmla="*/ 992824 h 2650669"/>
                <a:gd name="connsiteX680" fmla="*/ 1174831 w 2676209"/>
                <a:gd name="connsiteY680" fmla="*/ 985052 h 2650669"/>
                <a:gd name="connsiteX681" fmla="*/ 1170663 w 2676209"/>
                <a:gd name="connsiteY681" fmla="*/ 987433 h 2650669"/>
                <a:gd name="connsiteX682" fmla="*/ 1372540 w 2676209"/>
                <a:gd name="connsiteY682" fmla="*/ 1764746 h 2650669"/>
                <a:gd name="connsiteX683" fmla="*/ 1366025 w 2676209"/>
                <a:gd name="connsiteY683" fmla="*/ 1760149 h 2650669"/>
                <a:gd name="connsiteX684" fmla="*/ 1362751 w 2676209"/>
                <a:gd name="connsiteY684" fmla="*/ 1766300 h 2650669"/>
                <a:gd name="connsiteX685" fmla="*/ 1367943 w 2676209"/>
                <a:gd name="connsiteY685" fmla="*/ 1770567 h 2650669"/>
                <a:gd name="connsiteX686" fmla="*/ 1372540 w 2676209"/>
                <a:gd name="connsiteY686" fmla="*/ 1764746 h 2650669"/>
                <a:gd name="connsiteX687" fmla="*/ 1682500 w 2676209"/>
                <a:gd name="connsiteY687" fmla="*/ 1487694 h 2650669"/>
                <a:gd name="connsiteX688" fmla="*/ 1685212 w 2676209"/>
                <a:gd name="connsiteY688" fmla="*/ 1484817 h 2650669"/>
                <a:gd name="connsiteX689" fmla="*/ 1687461 w 2676209"/>
                <a:gd name="connsiteY689" fmla="*/ 1475854 h 2650669"/>
                <a:gd name="connsiteX690" fmla="*/ 1683624 w 2676209"/>
                <a:gd name="connsiteY690" fmla="*/ 1473836 h 2650669"/>
                <a:gd name="connsiteX691" fmla="*/ 1681012 w 2676209"/>
                <a:gd name="connsiteY691" fmla="*/ 1475325 h 2650669"/>
                <a:gd name="connsiteX692" fmla="*/ 1680648 w 2676209"/>
                <a:gd name="connsiteY692" fmla="*/ 1478996 h 2650669"/>
                <a:gd name="connsiteX693" fmla="*/ 1680714 w 2676209"/>
                <a:gd name="connsiteY693" fmla="*/ 1485213 h 2650669"/>
                <a:gd name="connsiteX694" fmla="*/ 1682500 w 2676209"/>
                <a:gd name="connsiteY694" fmla="*/ 1487694 h 2650669"/>
                <a:gd name="connsiteX695" fmla="*/ 1979428 w 2676209"/>
                <a:gd name="connsiteY695" fmla="*/ 55802 h 2650669"/>
                <a:gd name="connsiteX696" fmla="*/ 1981082 w 2676209"/>
                <a:gd name="connsiteY696" fmla="*/ 51139 h 2650669"/>
                <a:gd name="connsiteX697" fmla="*/ 1981115 w 2676209"/>
                <a:gd name="connsiteY697" fmla="*/ 45946 h 2650669"/>
                <a:gd name="connsiteX698" fmla="*/ 1977312 w 2676209"/>
                <a:gd name="connsiteY698" fmla="*/ 41977 h 2650669"/>
                <a:gd name="connsiteX699" fmla="*/ 1974104 w 2676209"/>
                <a:gd name="connsiteY699" fmla="*/ 46508 h 2650669"/>
                <a:gd name="connsiteX700" fmla="*/ 1975824 w 2676209"/>
                <a:gd name="connsiteY700" fmla="*/ 52495 h 2650669"/>
                <a:gd name="connsiteX701" fmla="*/ 1979428 w 2676209"/>
                <a:gd name="connsiteY701" fmla="*/ 55802 h 2650669"/>
                <a:gd name="connsiteX702" fmla="*/ 544328 w 2676209"/>
                <a:gd name="connsiteY702" fmla="*/ 2524894 h 2650669"/>
                <a:gd name="connsiteX703" fmla="*/ 548859 w 2676209"/>
                <a:gd name="connsiteY703" fmla="*/ 2523802 h 2650669"/>
                <a:gd name="connsiteX704" fmla="*/ 542542 w 2676209"/>
                <a:gd name="connsiteY704" fmla="*/ 2517981 h 2650669"/>
                <a:gd name="connsiteX705" fmla="*/ 538177 w 2676209"/>
                <a:gd name="connsiteY705" fmla="*/ 2521487 h 2650669"/>
                <a:gd name="connsiteX706" fmla="*/ 544328 w 2676209"/>
                <a:gd name="connsiteY706" fmla="*/ 2524894 h 2650669"/>
                <a:gd name="connsiteX707" fmla="*/ 1006291 w 2676209"/>
                <a:gd name="connsiteY707" fmla="*/ 1273911 h 2650669"/>
                <a:gd name="connsiteX708" fmla="*/ 1004604 w 2676209"/>
                <a:gd name="connsiteY708" fmla="*/ 1271265 h 2650669"/>
                <a:gd name="connsiteX709" fmla="*/ 1002190 w 2676209"/>
                <a:gd name="connsiteY709" fmla="*/ 1273613 h 2650669"/>
                <a:gd name="connsiteX710" fmla="*/ 999445 w 2676209"/>
                <a:gd name="connsiteY710" fmla="*/ 1282576 h 2650669"/>
                <a:gd name="connsiteX711" fmla="*/ 1001132 w 2676209"/>
                <a:gd name="connsiteY711" fmla="*/ 1285222 h 2650669"/>
                <a:gd name="connsiteX712" fmla="*/ 1003513 w 2676209"/>
                <a:gd name="connsiteY712" fmla="*/ 1282873 h 2650669"/>
                <a:gd name="connsiteX713" fmla="*/ 1006291 w 2676209"/>
                <a:gd name="connsiteY713" fmla="*/ 1273911 h 2650669"/>
                <a:gd name="connsiteX714" fmla="*/ 1766240 w 2676209"/>
                <a:gd name="connsiteY714" fmla="*/ 894068 h 2650669"/>
                <a:gd name="connsiteX715" fmla="*/ 1771433 w 2676209"/>
                <a:gd name="connsiteY715" fmla="*/ 891389 h 2650669"/>
                <a:gd name="connsiteX716" fmla="*/ 1766174 w 2676209"/>
                <a:gd name="connsiteY716" fmla="*/ 887057 h 2650669"/>
                <a:gd name="connsiteX717" fmla="*/ 1761015 w 2676209"/>
                <a:gd name="connsiteY717" fmla="*/ 889835 h 2650669"/>
                <a:gd name="connsiteX718" fmla="*/ 1766240 w 2676209"/>
                <a:gd name="connsiteY718" fmla="*/ 894068 h 2650669"/>
                <a:gd name="connsiteX719" fmla="*/ 1140732 w 2676209"/>
                <a:gd name="connsiteY719" fmla="*/ 77134 h 2650669"/>
                <a:gd name="connsiteX720" fmla="*/ 1132166 w 2676209"/>
                <a:gd name="connsiteY720" fmla="*/ 79648 h 2650669"/>
                <a:gd name="connsiteX721" fmla="*/ 1133952 w 2676209"/>
                <a:gd name="connsiteY721" fmla="*/ 83715 h 2650669"/>
                <a:gd name="connsiteX722" fmla="*/ 1142551 w 2676209"/>
                <a:gd name="connsiteY722" fmla="*/ 81268 h 2650669"/>
                <a:gd name="connsiteX723" fmla="*/ 1140732 w 2676209"/>
                <a:gd name="connsiteY723" fmla="*/ 77134 h 2650669"/>
                <a:gd name="connsiteX724" fmla="*/ 1041249 w 2676209"/>
                <a:gd name="connsiteY724" fmla="*/ 1015479 h 2650669"/>
                <a:gd name="connsiteX725" fmla="*/ 1037909 w 2676209"/>
                <a:gd name="connsiteY725" fmla="*/ 1012833 h 2650669"/>
                <a:gd name="connsiteX726" fmla="*/ 1031261 w 2676209"/>
                <a:gd name="connsiteY726" fmla="*/ 1018522 h 2650669"/>
                <a:gd name="connsiteX727" fmla="*/ 1036057 w 2676209"/>
                <a:gd name="connsiteY727" fmla="*/ 1023317 h 2650669"/>
                <a:gd name="connsiteX728" fmla="*/ 1041249 w 2676209"/>
                <a:gd name="connsiteY728" fmla="*/ 1015479 h 2650669"/>
                <a:gd name="connsiteX729" fmla="*/ 1925255 w 2676209"/>
                <a:gd name="connsiteY729" fmla="*/ 510025 h 2650669"/>
                <a:gd name="connsiteX730" fmla="*/ 1927868 w 2676209"/>
                <a:gd name="connsiteY730" fmla="*/ 513399 h 2650669"/>
                <a:gd name="connsiteX731" fmla="*/ 1932068 w 2676209"/>
                <a:gd name="connsiteY731" fmla="*/ 511580 h 2650669"/>
                <a:gd name="connsiteX732" fmla="*/ 1932167 w 2676209"/>
                <a:gd name="connsiteY732" fmla="*/ 506520 h 2650669"/>
                <a:gd name="connsiteX733" fmla="*/ 1932134 w 2676209"/>
                <a:gd name="connsiteY733" fmla="*/ 503113 h 2650669"/>
                <a:gd name="connsiteX734" fmla="*/ 1931043 w 2676209"/>
                <a:gd name="connsiteY734" fmla="*/ 500269 h 2650669"/>
                <a:gd name="connsiteX735" fmla="*/ 1928562 w 2676209"/>
                <a:gd name="connsiteY735" fmla="*/ 502882 h 2650669"/>
                <a:gd name="connsiteX736" fmla="*/ 1925255 w 2676209"/>
                <a:gd name="connsiteY736" fmla="*/ 510025 h 2650669"/>
                <a:gd name="connsiteX737" fmla="*/ 859679 w 2676209"/>
                <a:gd name="connsiteY737" fmla="*/ 1768880 h 2650669"/>
                <a:gd name="connsiteX738" fmla="*/ 860770 w 2676209"/>
                <a:gd name="connsiteY738" fmla="*/ 1770004 h 2650669"/>
                <a:gd name="connsiteX739" fmla="*/ 870593 w 2676209"/>
                <a:gd name="connsiteY739" fmla="*/ 1764779 h 2650669"/>
                <a:gd name="connsiteX740" fmla="*/ 868873 w 2676209"/>
                <a:gd name="connsiteY740" fmla="*/ 1760777 h 2650669"/>
                <a:gd name="connsiteX741" fmla="*/ 861895 w 2676209"/>
                <a:gd name="connsiteY741" fmla="*/ 1763026 h 2650669"/>
                <a:gd name="connsiteX742" fmla="*/ 859679 w 2676209"/>
                <a:gd name="connsiteY742" fmla="*/ 1768880 h 2650669"/>
                <a:gd name="connsiteX743" fmla="*/ 1504138 w 2676209"/>
                <a:gd name="connsiteY743" fmla="*/ 1026856 h 2650669"/>
                <a:gd name="connsiteX744" fmla="*/ 1509396 w 2676209"/>
                <a:gd name="connsiteY744" fmla="*/ 1022523 h 2650669"/>
                <a:gd name="connsiteX745" fmla="*/ 1504204 w 2676209"/>
                <a:gd name="connsiteY745" fmla="*/ 1019844 h 2650669"/>
                <a:gd name="connsiteX746" fmla="*/ 1499011 w 2676209"/>
                <a:gd name="connsiteY746" fmla="*/ 1024078 h 2650669"/>
                <a:gd name="connsiteX747" fmla="*/ 1504138 w 2676209"/>
                <a:gd name="connsiteY747" fmla="*/ 1026856 h 2650669"/>
                <a:gd name="connsiteX748" fmla="*/ 1683327 w 2676209"/>
                <a:gd name="connsiteY748" fmla="*/ 1459780 h 2650669"/>
                <a:gd name="connsiteX749" fmla="*/ 1687593 w 2676209"/>
                <a:gd name="connsiteY749" fmla="*/ 1454588 h 2650669"/>
                <a:gd name="connsiteX750" fmla="*/ 1684914 w 2676209"/>
                <a:gd name="connsiteY750" fmla="*/ 1449395 h 2650669"/>
                <a:gd name="connsiteX751" fmla="*/ 1680582 w 2676209"/>
                <a:gd name="connsiteY751" fmla="*/ 1454654 h 2650669"/>
                <a:gd name="connsiteX752" fmla="*/ 1683327 w 2676209"/>
                <a:gd name="connsiteY752" fmla="*/ 1459780 h 2650669"/>
                <a:gd name="connsiteX753" fmla="*/ 1418611 w 2676209"/>
                <a:gd name="connsiteY753" fmla="*/ 1541900 h 2650669"/>
                <a:gd name="connsiteX754" fmla="*/ 1423274 w 2676209"/>
                <a:gd name="connsiteY754" fmla="*/ 1546299 h 2650669"/>
                <a:gd name="connsiteX755" fmla="*/ 1429492 w 2676209"/>
                <a:gd name="connsiteY755" fmla="*/ 1537766 h 2650669"/>
                <a:gd name="connsiteX756" fmla="*/ 1426449 w 2676209"/>
                <a:gd name="connsiteY756" fmla="*/ 1536708 h 2650669"/>
                <a:gd name="connsiteX757" fmla="*/ 1418611 w 2676209"/>
                <a:gd name="connsiteY757" fmla="*/ 1541900 h 2650669"/>
                <a:gd name="connsiteX758" fmla="*/ 1070122 w 2676209"/>
                <a:gd name="connsiteY758" fmla="*/ 1543719 h 2650669"/>
                <a:gd name="connsiteX759" fmla="*/ 1066980 w 2676209"/>
                <a:gd name="connsiteY759" fmla="*/ 1544216 h 2650669"/>
                <a:gd name="connsiteX760" fmla="*/ 1065888 w 2676209"/>
                <a:gd name="connsiteY760" fmla="*/ 1548713 h 2650669"/>
                <a:gd name="connsiteX761" fmla="*/ 1069361 w 2676209"/>
                <a:gd name="connsiteY761" fmla="*/ 1555890 h 2650669"/>
                <a:gd name="connsiteX762" fmla="*/ 1071676 w 2676209"/>
                <a:gd name="connsiteY762" fmla="*/ 1556882 h 2650669"/>
                <a:gd name="connsiteX763" fmla="*/ 1072701 w 2676209"/>
                <a:gd name="connsiteY763" fmla="*/ 1555692 h 2650669"/>
                <a:gd name="connsiteX764" fmla="*/ 1072734 w 2676209"/>
                <a:gd name="connsiteY764" fmla="*/ 1550599 h 2650669"/>
                <a:gd name="connsiteX765" fmla="*/ 1072768 w 2676209"/>
                <a:gd name="connsiteY765" fmla="*/ 1547192 h 2650669"/>
                <a:gd name="connsiteX766" fmla="*/ 1070122 w 2676209"/>
                <a:gd name="connsiteY766" fmla="*/ 1543719 h 2650669"/>
                <a:gd name="connsiteX767" fmla="*/ 1443184 w 2676209"/>
                <a:gd name="connsiteY767" fmla="*/ 1444203 h 2650669"/>
                <a:gd name="connsiteX768" fmla="*/ 1444342 w 2676209"/>
                <a:gd name="connsiteY768" fmla="*/ 1445361 h 2650669"/>
                <a:gd name="connsiteX769" fmla="*/ 1457042 w 2676209"/>
                <a:gd name="connsiteY769" fmla="*/ 1438878 h 2650669"/>
                <a:gd name="connsiteX770" fmla="*/ 1455851 w 2676209"/>
                <a:gd name="connsiteY770" fmla="*/ 1436133 h 2650669"/>
                <a:gd name="connsiteX771" fmla="*/ 1443184 w 2676209"/>
                <a:gd name="connsiteY771" fmla="*/ 1444203 h 2650669"/>
                <a:gd name="connsiteX772" fmla="*/ 1300276 w 2676209"/>
                <a:gd name="connsiteY772" fmla="*/ 739088 h 2650669"/>
                <a:gd name="connsiteX773" fmla="*/ 1308577 w 2676209"/>
                <a:gd name="connsiteY773" fmla="*/ 740444 h 2650669"/>
                <a:gd name="connsiteX774" fmla="*/ 1310231 w 2676209"/>
                <a:gd name="connsiteY774" fmla="*/ 737799 h 2650669"/>
                <a:gd name="connsiteX775" fmla="*/ 1309702 w 2676209"/>
                <a:gd name="connsiteY775" fmla="*/ 734690 h 2650669"/>
                <a:gd name="connsiteX776" fmla="*/ 1303716 w 2676209"/>
                <a:gd name="connsiteY776" fmla="*/ 733466 h 2650669"/>
                <a:gd name="connsiteX777" fmla="*/ 1300177 w 2676209"/>
                <a:gd name="connsiteY777" fmla="*/ 733433 h 2650669"/>
                <a:gd name="connsiteX778" fmla="*/ 1296870 w 2676209"/>
                <a:gd name="connsiteY778" fmla="*/ 735517 h 2650669"/>
                <a:gd name="connsiteX779" fmla="*/ 1300276 w 2676209"/>
                <a:gd name="connsiteY779" fmla="*/ 739088 h 2650669"/>
                <a:gd name="connsiteX780" fmla="*/ 1744313 w 2676209"/>
                <a:gd name="connsiteY780" fmla="*/ 1044219 h 2650669"/>
                <a:gd name="connsiteX781" fmla="*/ 1746959 w 2676209"/>
                <a:gd name="connsiteY781" fmla="*/ 1039027 h 2650669"/>
                <a:gd name="connsiteX782" fmla="*/ 1742726 w 2676209"/>
                <a:gd name="connsiteY782" fmla="*/ 1033834 h 2650669"/>
                <a:gd name="connsiteX783" fmla="*/ 1739981 w 2676209"/>
                <a:gd name="connsiteY783" fmla="*/ 1038961 h 2650669"/>
                <a:gd name="connsiteX784" fmla="*/ 1744313 w 2676209"/>
                <a:gd name="connsiteY784" fmla="*/ 1044219 h 2650669"/>
                <a:gd name="connsiteX785" fmla="*/ 1048327 w 2676209"/>
                <a:gd name="connsiteY785" fmla="*/ 317045 h 2650669"/>
                <a:gd name="connsiteX786" fmla="*/ 1049418 w 2676209"/>
                <a:gd name="connsiteY786" fmla="*/ 321543 h 2650669"/>
                <a:gd name="connsiteX787" fmla="*/ 1055239 w 2676209"/>
                <a:gd name="connsiteY787" fmla="*/ 315259 h 2650669"/>
                <a:gd name="connsiteX788" fmla="*/ 1051733 w 2676209"/>
                <a:gd name="connsiteY788" fmla="*/ 310893 h 2650669"/>
                <a:gd name="connsiteX789" fmla="*/ 1048327 w 2676209"/>
                <a:gd name="connsiteY789" fmla="*/ 317045 h 2650669"/>
                <a:gd name="connsiteX790" fmla="*/ 1069229 w 2676209"/>
                <a:gd name="connsiteY790" fmla="*/ 310993 h 2650669"/>
                <a:gd name="connsiteX791" fmla="*/ 1066781 w 2676209"/>
                <a:gd name="connsiteY791" fmla="*/ 307454 h 2650669"/>
                <a:gd name="connsiteX792" fmla="*/ 1058877 w 2676209"/>
                <a:gd name="connsiteY792" fmla="*/ 312514 h 2650669"/>
                <a:gd name="connsiteX793" fmla="*/ 1063408 w 2676209"/>
                <a:gd name="connsiteY793" fmla="*/ 317376 h 2650669"/>
                <a:gd name="connsiteX794" fmla="*/ 1069229 w 2676209"/>
                <a:gd name="connsiteY794" fmla="*/ 310993 h 2650669"/>
                <a:gd name="connsiteX795" fmla="*/ 1206316 w 2676209"/>
                <a:gd name="connsiteY795" fmla="*/ 283013 h 2650669"/>
                <a:gd name="connsiteX796" fmla="*/ 1202215 w 2676209"/>
                <a:gd name="connsiteY796" fmla="*/ 284832 h 2650669"/>
                <a:gd name="connsiteX797" fmla="*/ 1204728 w 2676209"/>
                <a:gd name="connsiteY797" fmla="*/ 293398 h 2650669"/>
                <a:gd name="connsiteX798" fmla="*/ 1208763 w 2676209"/>
                <a:gd name="connsiteY798" fmla="*/ 291612 h 2650669"/>
                <a:gd name="connsiteX799" fmla="*/ 1206316 w 2676209"/>
                <a:gd name="connsiteY799" fmla="*/ 283013 h 2650669"/>
                <a:gd name="connsiteX800" fmla="*/ 283218 w 2676209"/>
                <a:gd name="connsiteY800" fmla="*/ 2054266 h 2650669"/>
                <a:gd name="connsiteX801" fmla="*/ 286492 w 2676209"/>
                <a:gd name="connsiteY801" fmla="*/ 2057011 h 2650669"/>
                <a:gd name="connsiteX802" fmla="*/ 293239 w 2676209"/>
                <a:gd name="connsiteY802" fmla="*/ 2051323 h 2650669"/>
                <a:gd name="connsiteX803" fmla="*/ 288443 w 2676209"/>
                <a:gd name="connsiteY803" fmla="*/ 2046560 h 2650669"/>
                <a:gd name="connsiteX804" fmla="*/ 283218 w 2676209"/>
                <a:gd name="connsiteY804" fmla="*/ 2054266 h 2650669"/>
                <a:gd name="connsiteX805" fmla="*/ 632501 w 2676209"/>
                <a:gd name="connsiteY805" fmla="*/ 1309695 h 2650669"/>
                <a:gd name="connsiteX806" fmla="*/ 636007 w 2676209"/>
                <a:gd name="connsiteY806" fmla="*/ 1305330 h 2650669"/>
                <a:gd name="connsiteX807" fmla="*/ 631674 w 2676209"/>
                <a:gd name="connsiteY807" fmla="*/ 1299079 h 2650669"/>
                <a:gd name="connsiteX808" fmla="*/ 629061 w 2676209"/>
                <a:gd name="connsiteY808" fmla="*/ 1303544 h 2650669"/>
                <a:gd name="connsiteX809" fmla="*/ 632501 w 2676209"/>
                <a:gd name="connsiteY809" fmla="*/ 1309695 h 2650669"/>
                <a:gd name="connsiteX810" fmla="*/ 1019487 w 2676209"/>
                <a:gd name="connsiteY810" fmla="*/ 1044351 h 2650669"/>
                <a:gd name="connsiteX811" fmla="*/ 1016907 w 2676209"/>
                <a:gd name="connsiteY811" fmla="*/ 1046038 h 2650669"/>
                <a:gd name="connsiteX812" fmla="*/ 1023753 w 2676209"/>
                <a:gd name="connsiteY812" fmla="*/ 1052884 h 2650669"/>
                <a:gd name="connsiteX813" fmla="*/ 1024944 w 2676209"/>
                <a:gd name="connsiteY813" fmla="*/ 1054042 h 2650669"/>
                <a:gd name="connsiteX814" fmla="*/ 1027292 w 2676209"/>
                <a:gd name="connsiteY814" fmla="*/ 1050966 h 2650669"/>
                <a:gd name="connsiteX815" fmla="*/ 1019487 w 2676209"/>
                <a:gd name="connsiteY815" fmla="*/ 1044351 h 2650669"/>
                <a:gd name="connsiteX816" fmla="*/ 1133721 w 2676209"/>
                <a:gd name="connsiteY816" fmla="*/ 398074 h 2650669"/>
                <a:gd name="connsiteX817" fmla="*/ 1138616 w 2676209"/>
                <a:gd name="connsiteY817" fmla="*/ 393576 h 2650669"/>
                <a:gd name="connsiteX818" fmla="*/ 1132200 w 2676209"/>
                <a:gd name="connsiteY818" fmla="*/ 387755 h 2650669"/>
                <a:gd name="connsiteX819" fmla="*/ 1128694 w 2676209"/>
                <a:gd name="connsiteY819" fmla="*/ 390202 h 2650669"/>
                <a:gd name="connsiteX820" fmla="*/ 1133721 w 2676209"/>
                <a:gd name="connsiteY820" fmla="*/ 398074 h 2650669"/>
                <a:gd name="connsiteX821" fmla="*/ 1273553 w 2676209"/>
                <a:gd name="connsiteY821" fmla="*/ 1899882 h 2650669"/>
                <a:gd name="connsiteX822" fmla="*/ 1278812 w 2676209"/>
                <a:gd name="connsiteY822" fmla="*/ 1895582 h 2650669"/>
                <a:gd name="connsiteX823" fmla="*/ 1273222 w 2676209"/>
                <a:gd name="connsiteY823" fmla="*/ 1892936 h 2650669"/>
                <a:gd name="connsiteX824" fmla="*/ 1268427 w 2676209"/>
                <a:gd name="connsiteY824" fmla="*/ 1897137 h 2650669"/>
                <a:gd name="connsiteX825" fmla="*/ 1273553 w 2676209"/>
                <a:gd name="connsiteY825" fmla="*/ 1899882 h 2650669"/>
                <a:gd name="connsiteX826" fmla="*/ 780436 w 2676209"/>
                <a:gd name="connsiteY826" fmla="*/ 1937419 h 2650669"/>
                <a:gd name="connsiteX827" fmla="*/ 786720 w 2676209"/>
                <a:gd name="connsiteY827" fmla="*/ 1928920 h 2650669"/>
                <a:gd name="connsiteX828" fmla="*/ 783644 w 2676209"/>
                <a:gd name="connsiteY828" fmla="*/ 1927828 h 2650669"/>
                <a:gd name="connsiteX829" fmla="*/ 775806 w 2676209"/>
                <a:gd name="connsiteY829" fmla="*/ 1932988 h 2650669"/>
                <a:gd name="connsiteX830" fmla="*/ 780436 w 2676209"/>
                <a:gd name="connsiteY830" fmla="*/ 1937419 h 2650669"/>
                <a:gd name="connsiteX831" fmla="*/ 1443019 w 2676209"/>
                <a:gd name="connsiteY831" fmla="*/ 1951376 h 2650669"/>
                <a:gd name="connsiteX832" fmla="*/ 1439678 w 2676209"/>
                <a:gd name="connsiteY832" fmla="*/ 1948730 h 2650669"/>
                <a:gd name="connsiteX833" fmla="*/ 1433031 w 2676209"/>
                <a:gd name="connsiteY833" fmla="*/ 1954419 h 2650669"/>
                <a:gd name="connsiteX834" fmla="*/ 1437826 w 2676209"/>
                <a:gd name="connsiteY834" fmla="*/ 1959215 h 2650669"/>
                <a:gd name="connsiteX835" fmla="*/ 1443019 w 2676209"/>
                <a:gd name="connsiteY835" fmla="*/ 1951376 h 2650669"/>
                <a:gd name="connsiteX836" fmla="*/ 1709785 w 2676209"/>
                <a:gd name="connsiteY836" fmla="*/ 924694 h 2650669"/>
                <a:gd name="connsiteX837" fmla="*/ 1715275 w 2676209"/>
                <a:gd name="connsiteY837" fmla="*/ 921089 h 2650669"/>
                <a:gd name="connsiteX838" fmla="*/ 1709355 w 2676209"/>
                <a:gd name="connsiteY838" fmla="*/ 915202 h 2650669"/>
                <a:gd name="connsiteX839" fmla="*/ 1705287 w 2676209"/>
                <a:gd name="connsiteY839" fmla="*/ 916822 h 2650669"/>
                <a:gd name="connsiteX840" fmla="*/ 1709785 w 2676209"/>
                <a:gd name="connsiteY840" fmla="*/ 924694 h 2650669"/>
                <a:gd name="connsiteX841" fmla="*/ 1061357 w 2676209"/>
                <a:gd name="connsiteY841" fmla="*/ 1093134 h 2650669"/>
                <a:gd name="connsiteX842" fmla="*/ 1068071 w 2676209"/>
                <a:gd name="connsiteY842" fmla="*/ 1089099 h 2650669"/>
                <a:gd name="connsiteX843" fmla="*/ 1066781 w 2676209"/>
                <a:gd name="connsiteY843" fmla="*/ 1085626 h 2650669"/>
                <a:gd name="connsiteX844" fmla="*/ 1062118 w 2676209"/>
                <a:gd name="connsiteY844" fmla="*/ 1084469 h 2650669"/>
                <a:gd name="connsiteX845" fmla="*/ 1058877 w 2676209"/>
                <a:gd name="connsiteY845" fmla="*/ 1091381 h 2650669"/>
                <a:gd name="connsiteX846" fmla="*/ 1061357 w 2676209"/>
                <a:gd name="connsiteY846" fmla="*/ 1093134 h 2650669"/>
                <a:gd name="connsiteX847" fmla="*/ 428176 w 2676209"/>
                <a:gd name="connsiteY847" fmla="*/ 2214339 h 2650669"/>
                <a:gd name="connsiteX848" fmla="*/ 426523 w 2676209"/>
                <a:gd name="connsiteY848" fmla="*/ 2218506 h 2650669"/>
                <a:gd name="connsiteX849" fmla="*/ 433303 w 2676209"/>
                <a:gd name="connsiteY849" fmla="*/ 2221119 h 2650669"/>
                <a:gd name="connsiteX850" fmla="*/ 436345 w 2676209"/>
                <a:gd name="connsiteY850" fmla="*/ 2218837 h 2650669"/>
                <a:gd name="connsiteX851" fmla="*/ 428176 w 2676209"/>
                <a:gd name="connsiteY851" fmla="*/ 2214339 h 2650669"/>
                <a:gd name="connsiteX852" fmla="*/ 1542535 w 2676209"/>
                <a:gd name="connsiteY852" fmla="*/ 1264187 h 2650669"/>
                <a:gd name="connsiteX853" fmla="*/ 1544288 w 2676209"/>
                <a:gd name="connsiteY853" fmla="*/ 1259921 h 2650669"/>
                <a:gd name="connsiteX854" fmla="*/ 1541014 w 2676209"/>
                <a:gd name="connsiteY854" fmla="*/ 1253736 h 2650669"/>
                <a:gd name="connsiteX855" fmla="*/ 1537409 w 2676209"/>
                <a:gd name="connsiteY855" fmla="*/ 1256283 h 2650669"/>
                <a:gd name="connsiteX856" fmla="*/ 1542535 w 2676209"/>
                <a:gd name="connsiteY856" fmla="*/ 1264187 h 2650669"/>
                <a:gd name="connsiteX857" fmla="*/ 1999008 w 2676209"/>
                <a:gd name="connsiteY857" fmla="*/ 572897 h 2650669"/>
                <a:gd name="connsiteX858" fmla="*/ 2001984 w 2676209"/>
                <a:gd name="connsiteY858" fmla="*/ 570152 h 2650669"/>
                <a:gd name="connsiteX859" fmla="*/ 1996693 w 2676209"/>
                <a:gd name="connsiteY859" fmla="*/ 562479 h 2650669"/>
                <a:gd name="connsiteX860" fmla="*/ 1995171 w 2676209"/>
                <a:gd name="connsiteY860" fmla="*/ 566878 h 2650669"/>
                <a:gd name="connsiteX861" fmla="*/ 1999008 w 2676209"/>
                <a:gd name="connsiteY861" fmla="*/ 572897 h 2650669"/>
                <a:gd name="connsiteX862" fmla="*/ 1296440 w 2676209"/>
                <a:gd name="connsiteY862" fmla="*/ 1282576 h 2650669"/>
                <a:gd name="connsiteX863" fmla="*/ 1298126 w 2676209"/>
                <a:gd name="connsiteY863" fmla="*/ 1285122 h 2650669"/>
                <a:gd name="connsiteX864" fmla="*/ 1303253 w 2676209"/>
                <a:gd name="connsiteY864" fmla="*/ 1277251 h 2650669"/>
                <a:gd name="connsiteX865" fmla="*/ 1301533 w 2676209"/>
                <a:gd name="connsiteY865" fmla="*/ 1274374 h 2650669"/>
                <a:gd name="connsiteX866" fmla="*/ 1296440 w 2676209"/>
                <a:gd name="connsiteY866" fmla="*/ 1282576 h 2650669"/>
                <a:gd name="connsiteX867" fmla="*/ 1114671 w 2676209"/>
                <a:gd name="connsiteY867" fmla="*/ 1264584 h 2650669"/>
                <a:gd name="connsiteX868" fmla="*/ 1107593 w 2676209"/>
                <a:gd name="connsiteY868" fmla="*/ 1259061 h 2650669"/>
                <a:gd name="connsiteX869" fmla="*/ 1104319 w 2676209"/>
                <a:gd name="connsiteY869" fmla="*/ 1259193 h 2650669"/>
                <a:gd name="connsiteX870" fmla="*/ 1105410 w 2676209"/>
                <a:gd name="connsiteY870" fmla="*/ 1263625 h 2650669"/>
                <a:gd name="connsiteX871" fmla="*/ 1112455 w 2676209"/>
                <a:gd name="connsiteY871" fmla="*/ 1267131 h 2650669"/>
                <a:gd name="connsiteX872" fmla="*/ 1114605 w 2676209"/>
                <a:gd name="connsiteY872" fmla="*/ 1265841 h 2650669"/>
                <a:gd name="connsiteX873" fmla="*/ 1114671 w 2676209"/>
                <a:gd name="connsiteY873" fmla="*/ 1264584 h 2650669"/>
                <a:gd name="connsiteX874" fmla="*/ 1447318 w 2676209"/>
                <a:gd name="connsiteY874" fmla="*/ 2322421 h 2650669"/>
                <a:gd name="connsiteX875" fmla="*/ 1443250 w 2676209"/>
                <a:gd name="connsiteY875" fmla="*/ 2324240 h 2650669"/>
                <a:gd name="connsiteX876" fmla="*/ 1444209 w 2676209"/>
                <a:gd name="connsiteY876" fmla="*/ 2332211 h 2650669"/>
                <a:gd name="connsiteX877" fmla="*/ 1445334 w 2676209"/>
                <a:gd name="connsiteY877" fmla="*/ 2332277 h 2650669"/>
                <a:gd name="connsiteX878" fmla="*/ 1450096 w 2676209"/>
                <a:gd name="connsiteY878" fmla="*/ 2325332 h 2650669"/>
                <a:gd name="connsiteX879" fmla="*/ 1447318 w 2676209"/>
                <a:gd name="connsiteY879" fmla="*/ 2322421 h 2650669"/>
                <a:gd name="connsiteX880" fmla="*/ 1554706 w 2676209"/>
                <a:gd name="connsiteY880" fmla="*/ 1075705 h 2650669"/>
                <a:gd name="connsiteX881" fmla="*/ 1547992 w 2676209"/>
                <a:gd name="connsiteY881" fmla="*/ 1078384 h 2650669"/>
                <a:gd name="connsiteX882" fmla="*/ 1549745 w 2676209"/>
                <a:gd name="connsiteY882" fmla="*/ 1082551 h 2650669"/>
                <a:gd name="connsiteX883" fmla="*/ 1557881 w 2676209"/>
                <a:gd name="connsiteY883" fmla="*/ 1077854 h 2650669"/>
                <a:gd name="connsiteX884" fmla="*/ 1554706 w 2676209"/>
                <a:gd name="connsiteY884" fmla="*/ 1075705 h 2650669"/>
                <a:gd name="connsiteX885" fmla="*/ 1450130 w 2676209"/>
                <a:gd name="connsiteY885" fmla="*/ 2380894 h 2650669"/>
                <a:gd name="connsiteX886" fmla="*/ 1456943 w 2676209"/>
                <a:gd name="connsiteY886" fmla="*/ 2388666 h 2650669"/>
                <a:gd name="connsiteX887" fmla="*/ 1460878 w 2676209"/>
                <a:gd name="connsiteY887" fmla="*/ 2387343 h 2650669"/>
                <a:gd name="connsiteX888" fmla="*/ 1451816 w 2676209"/>
                <a:gd name="connsiteY888" fmla="*/ 2378281 h 2650669"/>
                <a:gd name="connsiteX889" fmla="*/ 1450130 w 2676209"/>
                <a:gd name="connsiteY889" fmla="*/ 2380894 h 2650669"/>
                <a:gd name="connsiteX890" fmla="*/ 2443045 w 2676209"/>
                <a:gd name="connsiteY890" fmla="*/ 1217852 h 2650669"/>
                <a:gd name="connsiteX891" fmla="*/ 2449362 w 2676209"/>
                <a:gd name="connsiteY891" fmla="*/ 1218844 h 2650669"/>
                <a:gd name="connsiteX892" fmla="*/ 2452768 w 2676209"/>
                <a:gd name="connsiteY892" fmla="*/ 1214512 h 2650669"/>
                <a:gd name="connsiteX893" fmla="*/ 2449196 w 2676209"/>
                <a:gd name="connsiteY893" fmla="*/ 1211866 h 2650669"/>
                <a:gd name="connsiteX894" fmla="*/ 2443045 w 2676209"/>
                <a:gd name="connsiteY894" fmla="*/ 1217852 h 2650669"/>
                <a:gd name="connsiteX895" fmla="*/ 562089 w 2676209"/>
                <a:gd name="connsiteY895" fmla="*/ 2387575 h 2650669"/>
                <a:gd name="connsiteX896" fmla="*/ 559112 w 2676209"/>
                <a:gd name="connsiteY896" fmla="*/ 2385260 h 2650669"/>
                <a:gd name="connsiteX897" fmla="*/ 552299 w 2676209"/>
                <a:gd name="connsiteY897" fmla="*/ 2387840 h 2650669"/>
                <a:gd name="connsiteX898" fmla="*/ 553920 w 2676209"/>
                <a:gd name="connsiteY898" fmla="*/ 2392007 h 2650669"/>
                <a:gd name="connsiteX899" fmla="*/ 562089 w 2676209"/>
                <a:gd name="connsiteY899" fmla="*/ 2387575 h 2650669"/>
                <a:gd name="connsiteX900" fmla="*/ 609780 w 2676209"/>
                <a:gd name="connsiteY900" fmla="*/ 2273209 h 2650669"/>
                <a:gd name="connsiteX901" fmla="*/ 618015 w 2676209"/>
                <a:gd name="connsiteY901" fmla="*/ 2268843 h 2650669"/>
                <a:gd name="connsiteX902" fmla="*/ 616824 w 2676209"/>
                <a:gd name="connsiteY902" fmla="*/ 2266627 h 2650669"/>
                <a:gd name="connsiteX903" fmla="*/ 608225 w 2676209"/>
                <a:gd name="connsiteY903" fmla="*/ 2269009 h 2650669"/>
                <a:gd name="connsiteX904" fmla="*/ 609780 w 2676209"/>
                <a:gd name="connsiteY904" fmla="*/ 2273209 h 2650669"/>
                <a:gd name="connsiteX905" fmla="*/ 1428268 w 2676209"/>
                <a:gd name="connsiteY905" fmla="*/ 2317791 h 2650669"/>
                <a:gd name="connsiteX906" fmla="*/ 1424498 w 2676209"/>
                <a:gd name="connsiteY906" fmla="*/ 2311640 h 2650669"/>
                <a:gd name="connsiteX907" fmla="*/ 1419306 w 2676209"/>
                <a:gd name="connsiteY907" fmla="*/ 2320073 h 2650669"/>
                <a:gd name="connsiteX908" fmla="*/ 1420397 w 2676209"/>
                <a:gd name="connsiteY908" fmla="*/ 2322355 h 2650669"/>
                <a:gd name="connsiteX909" fmla="*/ 1428268 w 2676209"/>
                <a:gd name="connsiteY909" fmla="*/ 2317791 h 2650669"/>
                <a:gd name="connsiteX910" fmla="*/ 1360204 w 2676209"/>
                <a:gd name="connsiteY910" fmla="*/ 976817 h 2650669"/>
                <a:gd name="connsiteX911" fmla="*/ 1366224 w 2676209"/>
                <a:gd name="connsiteY911" fmla="*/ 977875 h 2650669"/>
                <a:gd name="connsiteX912" fmla="*/ 1369729 w 2676209"/>
                <a:gd name="connsiteY912" fmla="*/ 973675 h 2650669"/>
                <a:gd name="connsiteX913" fmla="*/ 1366257 w 2676209"/>
                <a:gd name="connsiteY913" fmla="*/ 970930 h 2650669"/>
                <a:gd name="connsiteX914" fmla="*/ 1360204 w 2676209"/>
                <a:gd name="connsiteY914" fmla="*/ 976817 h 2650669"/>
                <a:gd name="connsiteX915" fmla="*/ 647284 w 2676209"/>
                <a:gd name="connsiteY915" fmla="*/ 1934840 h 2650669"/>
                <a:gd name="connsiteX916" fmla="*/ 639545 w 2676209"/>
                <a:gd name="connsiteY916" fmla="*/ 1941752 h 2650669"/>
                <a:gd name="connsiteX917" fmla="*/ 639578 w 2676209"/>
                <a:gd name="connsiteY917" fmla="*/ 1943340 h 2650669"/>
                <a:gd name="connsiteX918" fmla="*/ 641728 w 2676209"/>
                <a:gd name="connsiteY918" fmla="*/ 1944629 h 2650669"/>
                <a:gd name="connsiteX919" fmla="*/ 650228 w 2676209"/>
                <a:gd name="connsiteY919" fmla="*/ 1936626 h 2650669"/>
                <a:gd name="connsiteX920" fmla="*/ 647284 w 2676209"/>
                <a:gd name="connsiteY920" fmla="*/ 1934840 h 2650669"/>
                <a:gd name="connsiteX921" fmla="*/ 1899293 w 2676209"/>
                <a:gd name="connsiteY921" fmla="*/ 1347762 h 2650669"/>
                <a:gd name="connsiteX922" fmla="*/ 1894299 w 2676209"/>
                <a:gd name="connsiteY922" fmla="*/ 1353153 h 2650669"/>
                <a:gd name="connsiteX923" fmla="*/ 1898499 w 2676209"/>
                <a:gd name="connsiteY923" fmla="*/ 1357750 h 2650669"/>
                <a:gd name="connsiteX924" fmla="*/ 1903526 w 2676209"/>
                <a:gd name="connsiteY924" fmla="*/ 1352922 h 2650669"/>
                <a:gd name="connsiteX925" fmla="*/ 1899293 w 2676209"/>
                <a:gd name="connsiteY925" fmla="*/ 1347762 h 2650669"/>
                <a:gd name="connsiteX926" fmla="*/ 1935640 w 2676209"/>
                <a:gd name="connsiteY926" fmla="*/ 1339395 h 2650669"/>
                <a:gd name="connsiteX927" fmla="*/ 1927570 w 2676209"/>
                <a:gd name="connsiteY927" fmla="*/ 1341181 h 2650669"/>
                <a:gd name="connsiteX928" fmla="*/ 1924230 w 2676209"/>
                <a:gd name="connsiteY928" fmla="*/ 1341181 h 2650669"/>
                <a:gd name="connsiteX929" fmla="*/ 1921815 w 2676209"/>
                <a:gd name="connsiteY929" fmla="*/ 1342967 h 2650669"/>
                <a:gd name="connsiteX930" fmla="*/ 1924560 w 2676209"/>
                <a:gd name="connsiteY930" fmla="*/ 1344521 h 2650669"/>
                <a:gd name="connsiteX931" fmla="*/ 1927967 w 2676209"/>
                <a:gd name="connsiteY931" fmla="*/ 1344587 h 2650669"/>
                <a:gd name="connsiteX932" fmla="*/ 1935673 w 2676209"/>
                <a:gd name="connsiteY932" fmla="*/ 1341049 h 2650669"/>
                <a:gd name="connsiteX933" fmla="*/ 1935640 w 2676209"/>
                <a:gd name="connsiteY933" fmla="*/ 1339395 h 2650669"/>
                <a:gd name="connsiteX934" fmla="*/ 669179 w 2676209"/>
                <a:gd name="connsiteY934" fmla="*/ 1864857 h 2650669"/>
                <a:gd name="connsiteX935" fmla="*/ 674503 w 2676209"/>
                <a:gd name="connsiteY935" fmla="*/ 1857118 h 2650669"/>
                <a:gd name="connsiteX936" fmla="*/ 673710 w 2676209"/>
                <a:gd name="connsiteY936" fmla="*/ 1855630 h 2650669"/>
                <a:gd name="connsiteX937" fmla="*/ 668583 w 2676209"/>
                <a:gd name="connsiteY937" fmla="*/ 1863568 h 2650669"/>
                <a:gd name="connsiteX938" fmla="*/ 669179 w 2676209"/>
                <a:gd name="connsiteY938" fmla="*/ 1864857 h 2650669"/>
                <a:gd name="connsiteX939" fmla="*/ 1358385 w 2676209"/>
                <a:gd name="connsiteY939" fmla="*/ 1895053 h 2650669"/>
                <a:gd name="connsiteX940" fmla="*/ 1352101 w 2676209"/>
                <a:gd name="connsiteY940" fmla="*/ 1892936 h 2650669"/>
                <a:gd name="connsiteX941" fmla="*/ 1348827 w 2676209"/>
                <a:gd name="connsiteY941" fmla="*/ 1897269 h 2650669"/>
                <a:gd name="connsiteX942" fmla="*/ 1351705 w 2676209"/>
                <a:gd name="connsiteY942" fmla="*/ 1899948 h 2650669"/>
                <a:gd name="connsiteX943" fmla="*/ 1358385 w 2676209"/>
                <a:gd name="connsiteY943" fmla="*/ 1895053 h 2650669"/>
                <a:gd name="connsiteX944" fmla="*/ 1211608 w 2676209"/>
                <a:gd name="connsiteY944" fmla="*/ 262078 h 2650669"/>
                <a:gd name="connsiteX945" fmla="*/ 1208929 w 2676209"/>
                <a:gd name="connsiteY945" fmla="*/ 265484 h 2650669"/>
                <a:gd name="connsiteX946" fmla="*/ 1213824 w 2676209"/>
                <a:gd name="connsiteY946" fmla="*/ 271669 h 2650669"/>
                <a:gd name="connsiteX947" fmla="*/ 1215609 w 2676209"/>
                <a:gd name="connsiteY947" fmla="*/ 269023 h 2650669"/>
                <a:gd name="connsiteX948" fmla="*/ 1211608 w 2676209"/>
                <a:gd name="connsiteY948" fmla="*/ 262078 h 2650669"/>
                <a:gd name="connsiteX949" fmla="*/ 1794187 w 2676209"/>
                <a:gd name="connsiteY949" fmla="*/ 1302684 h 2650669"/>
                <a:gd name="connsiteX950" fmla="*/ 1788995 w 2676209"/>
                <a:gd name="connsiteY950" fmla="*/ 1310522 h 2650669"/>
                <a:gd name="connsiteX951" fmla="*/ 1790648 w 2676209"/>
                <a:gd name="connsiteY951" fmla="*/ 1313135 h 2650669"/>
                <a:gd name="connsiteX952" fmla="*/ 1799049 w 2676209"/>
                <a:gd name="connsiteY952" fmla="*/ 1307546 h 2650669"/>
                <a:gd name="connsiteX953" fmla="*/ 1794187 w 2676209"/>
                <a:gd name="connsiteY953" fmla="*/ 1302684 h 2650669"/>
                <a:gd name="connsiteX954" fmla="*/ 1345355 w 2676209"/>
                <a:gd name="connsiteY954" fmla="*/ 1400944 h 2650669"/>
                <a:gd name="connsiteX955" fmla="*/ 1341816 w 2676209"/>
                <a:gd name="connsiteY955" fmla="*/ 1397008 h 2650669"/>
                <a:gd name="connsiteX956" fmla="*/ 1335763 w 2676209"/>
                <a:gd name="connsiteY956" fmla="*/ 1398066 h 2650669"/>
                <a:gd name="connsiteX957" fmla="*/ 1341783 w 2676209"/>
                <a:gd name="connsiteY957" fmla="*/ 1403953 h 2650669"/>
                <a:gd name="connsiteX958" fmla="*/ 1345355 w 2676209"/>
                <a:gd name="connsiteY958" fmla="*/ 1400944 h 2650669"/>
                <a:gd name="connsiteX959" fmla="*/ 2416189 w 2676209"/>
                <a:gd name="connsiteY959" fmla="*/ 1330796 h 2650669"/>
                <a:gd name="connsiteX960" fmla="*/ 2417711 w 2676209"/>
                <a:gd name="connsiteY960" fmla="*/ 1327323 h 2650669"/>
                <a:gd name="connsiteX961" fmla="*/ 2417810 w 2676209"/>
                <a:gd name="connsiteY961" fmla="*/ 1322627 h 2650669"/>
                <a:gd name="connsiteX962" fmla="*/ 2415065 w 2676209"/>
                <a:gd name="connsiteY962" fmla="*/ 1322329 h 2650669"/>
                <a:gd name="connsiteX963" fmla="*/ 2411229 w 2676209"/>
                <a:gd name="connsiteY963" fmla="*/ 1321602 h 2650669"/>
                <a:gd name="connsiteX964" fmla="*/ 2410832 w 2676209"/>
                <a:gd name="connsiteY964" fmla="*/ 1322925 h 2650669"/>
                <a:gd name="connsiteX965" fmla="*/ 2416189 w 2676209"/>
                <a:gd name="connsiteY965" fmla="*/ 1330796 h 2650669"/>
                <a:gd name="connsiteX966" fmla="*/ 1663185 w 2676209"/>
                <a:gd name="connsiteY966" fmla="*/ 1194932 h 2650669"/>
                <a:gd name="connsiteX967" fmla="*/ 1659514 w 2676209"/>
                <a:gd name="connsiteY967" fmla="*/ 1190964 h 2650669"/>
                <a:gd name="connsiteX968" fmla="*/ 1653561 w 2676209"/>
                <a:gd name="connsiteY968" fmla="*/ 1192154 h 2650669"/>
                <a:gd name="connsiteX969" fmla="*/ 1659911 w 2676209"/>
                <a:gd name="connsiteY969" fmla="*/ 1197909 h 2650669"/>
                <a:gd name="connsiteX970" fmla="*/ 1663185 w 2676209"/>
                <a:gd name="connsiteY970" fmla="*/ 1194932 h 2650669"/>
                <a:gd name="connsiteX971" fmla="*/ 1188390 w 2676209"/>
                <a:gd name="connsiteY971" fmla="*/ 2551121 h 2650669"/>
                <a:gd name="connsiteX972" fmla="*/ 1192955 w 2676209"/>
                <a:gd name="connsiteY972" fmla="*/ 2555718 h 2650669"/>
                <a:gd name="connsiteX973" fmla="*/ 1197684 w 2676209"/>
                <a:gd name="connsiteY973" fmla="*/ 2550525 h 2650669"/>
                <a:gd name="connsiteX974" fmla="*/ 1194178 w 2676209"/>
                <a:gd name="connsiteY974" fmla="*/ 2545002 h 2650669"/>
                <a:gd name="connsiteX975" fmla="*/ 1188390 w 2676209"/>
                <a:gd name="connsiteY975" fmla="*/ 2551121 h 2650669"/>
                <a:gd name="connsiteX976" fmla="*/ 1542668 w 2676209"/>
                <a:gd name="connsiteY976" fmla="*/ 2430570 h 2650669"/>
                <a:gd name="connsiteX977" fmla="*/ 1547827 w 2676209"/>
                <a:gd name="connsiteY977" fmla="*/ 2422665 h 2650669"/>
                <a:gd name="connsiteX978" fmla="*/ 1546107 w 2676209"/>
                <a:gd name="connsiteY978" fmla="*/ 2419821 h 2650669"/>
                <a:gd name="connsiteX979" fmla="*/ 1540981 w 2676209"/>
                <a:gd name="connsiteY979" fmla="*/ 2428023 h 2650669"/>
                <a:gd name="connsiteX980" fmla="*/ 1542668 w 2676209"/>
                <a:gd name="connsiteY980" fmla="*/ 2430570 h 2650669"/>
                <a:gd name="connsiteX981" fmla="*/ 1599123 w 2676209"/>
                <a:gd name="connsiteY981" fmla="*/ 2504918 h 2650669"/>
                <a:gd name="connsiteX982" fmla="*/ 1593302 w 2676209"/>
                <a:gd name="connsiteY982" fmla="*/ 2511102 h 2650669"/>
                <a:gd name="connsiteX983" fmla="*/ 1596146 w 2676209"/>
                <a:gd name="connsiteY983" fmla="*/ 2514476 h 2650669"/>
                <a:gd name="connsiteX984" fmla="*/ 1600247 w 2676209"/>
                <a:gd name="connsiteY984" fmla="*/ 2510904 h 2650669"/>
                <a:gd name="connsiteX985" fmla="*/ 1599123 w 2676209"/>
                <a:gd name="connsiteY985" fmla="*/ 2504918 h 2650669"/>
                <a:gd name="connsiteX986" fmla="*/ 336498 w 2676209"/>
                <a:gd name="connsiteY986" fmla="*/ 1186499 h 2650669"/>
                <a:gd name="connsiteX987" fmla="*/ 339508 w 2676209"/>
                <a:gd name="connsiteY987" fmla="*/ 1192617 h 2650669"/>
                <a:gd name="connsiteX988" fmla="*/ 342088 w 2676209"/>
                <a:gd name="connsiteY988" fmla="*/ 1189938 h 2650669"/>
                <a:gd name="connsiteX989" fmla="*/ 336465 w 2676209"/>
                <a:gd name="connsiteY989" fmla="*/ 1185308 h 2650669"/>
                <a:gd name="connsiteX990" fmla="*/ 336498 w 2676209"/>
                <a:gd name="connsiteY990" fmla="*/ 1186499 h 2650669"/>
                <a:gd name="connsiteX991" fmla="*/ 2515541 w 2676209"/>
                <a:gd name="connsiteY991" fmla="*/ 1176279 h 2650669"/>
                <a:gd name="connsiteX992" fmla="*/ 2518252 w 2676209"/>
                <a:gd name="connsiteY992" fmla="*/ 1173634 h 2650669"/>
                <a:gd name="connsiteX993" fmla="*/ 2515541 w 2676209"/>
                <a:gd name="connsiteY993" fmla="*/ 1176279 h 2650669"/>
                <a:gd name="connsiteX994" fmla="*/ 1839497 w 2676209"/>
                <a:gd name="connsiteY994" fmla="*/ 883683 h 2650669"/>
                <a:gd name="connsiteX995" fmla="*/ 1844822 w 2676209"/>
                <a:gd name="connsiteY995" fmla="*/ 879648 h 2650669"/>
                <a:gd name="connsiteX996" fmla="*/ 1840787 w 2676209"/>
                <a:gd name="connsiteY996" fmla="*/ 876606 h 2650669"/>
                <a:gd name="connsiteX997" fmla="*/ 1837943 w 2676209"/>
                <a:gd name="connsiteY997" fmla="*/ 880310 h 2650669"/>
                <a:gd name="connsiteX998" fmla="*/ 1839497 w 2676209"/>
                <a:gd name="connsiteY998" fmla="*/ 883683 h 2650669"/>
                <a:gd name="connsiteX999" fmla="*/ 498985 w 2676209"/>
                <a:gd name="connsiteY999" fmla="*/ 2042955 h 2650669"/>
                <a:gd name="connsiteX1000" fmla="*/ 503285 w 2676209"/>
                <a:gd name="connsiteY1000" fmla="*/ 2039350 h 2650669"/>
                <a:gd name="connsiteX1001" fmla="*/ 500573 w 2676209"/>
                <a:gd name="connsiteY1001" fmla="*/ 2036109 h 2650669"/>
                <a:gd name="connsiteX1002" fmla="*/ 496207 w 2676209"/>
                <a:gd name="connsiteY1002" fmla="*/ 2039582 h 2650669"/>
                <a:gd name="connsiteX1003" fmla="*/ 498985 w 2676209"/>
                <a:gd name="connsiteY1003" fmla="*/ 2042955 h 2650669"/>
                <a:gd name="connsiteX1004" fmla="*/ 1045582 w 2676209"/>
                <a:gd name="connsiteY1004" fmla="*/ 1075738 h 2650669"/>
                <a:gd name="connsiteX1005" fmla="*/ 1041216 w 2676209"/>
                <a:gd name="connsiteY1005" fmla="*/ 1079210 h 2650669"/>
                <a:gd name="connsiteX1006" fmla="*/ 1043994 w 2676209"/>
                <a:gd name="connsiteY1006" fmla="*/ 1082617 h 2650669"/>
                <a:gd name="connsiteX1007" fmla="*/ 1048294 w 2676209"/>
                <a:gd name="connsiteY1007" fmla="*/ 1079012 h 2650669"/>
                <a:gd name="connsiteX1008" fmla="*/ 1045582 w 2676209"/>
                <a:gd name="connsiteY1008" fmla="*/ 1075738 h 2650669"/>
                <a:gd name="connsiteX1009" fmla="*/ 1010657 w 2676209"/>
                <a:gd name="connsiteY1009" fmla="*/ 1313234 h 2650669"/>
                <a:gd name="connsiteX1010" fmla="*/ 1006291 w 2676209"/>
                <a:gd name="connsiteY1010" fmla="*/ 1316707 h 2650669"/>
                <a:gd name="connsiteX1011" fmla="*/ 1009036 w 2676209"/>
                <a:gd name="connsiteY1011" fmla="*/ 1320080 h 2650669"/>
                <a:gd name="connsiteX1012" fmla="*/ 1013369 w 2676209"/>
                <a:gd name="connsiteY1012" fmla="*/ 1316475 h 2650669"/>
                <a:gd name="connsiteX1013" fmla="*/ 1010657 w 2676209"/>
                <a:gd name="connsiteY1013" fmla="*/ 1313234 h 2650669"/>
                <a:gd name="connsiteX1014" fmla="*/ 1675918 w 2676209"/>
                <a:gd name="connsiteY1014" fmla="*/ 1418505 h 2650669"/>
                <a:gd name="connsiteX1015" fmla="*/ 1674794 w 2676209"/>
                <a:gd name="connsiteY1015" fmla="*/ 1418572 h 2650669"/>
                <a:gd name="connsiteX1016" fmla="*/ 1670197 w 2676209"/>
                <a:gd name="connsiteY1016" fmla="*/ 1424988 h 2650669"/>
                <a:gd name="connsiteX1017" fmla="*/ 1671387 w 2676209"/>
                <a:gd name="connsiteY1017" fmla="*/ 1427799 h 2650669"/>
                <a:gd name="connsiteX1018" fmla="*/ 1672479 w 2676209"/>
                <a:gd name="connsiteY1018" fmla="*/ 1427766 h 2650669"/>
                <a:gd name="connsiteX1019" fmla="*/ 1677208 w 2676209"/>
                <a:gd name="connsiteY1019" fmla="*/ 1421482 h 2650669"/>
                <a:gd name="connsiteX1020" fmla="*/ 1675918 w 2676209"/>
                <a:gd name="connsiteY1020" fmla="*/ 1418505 h 2650669"/>
                <a:gd name="connsiteX1021" fmla="*/ 1635933 w 2676209"/>
                <a:gd name="connsiteY1021" fmla="*/ 1403986 h 2650669"/>
                <a:gd name="connsiteX1022" fmla="*/ 1638777 w 2676209"/>
                <a:gd name="connsiteY1022" fmla="*/ 1400514 h 2650669"/>
                <a:gd name="connsiteX1023" fmla="*/ 1634412 w 2676209"/>
                <a:gd name="connsiteY1023" fmla="*/ 1397041 h 2650669"/>
                <a:gd name="connsiteX1024" fmla="*/ 1631634 w 2676209"/>
                <a:gd name="connsiteY1024" fmla="*/ 1400415 h 2650669"/>
                <a:gd name="connsiteX1025" fmla="*/ 1635933 w 2676209"/>
                <a:gd name="connsiteY1025" fmla="*/ 1403986 h 2650669"/>
                <a:gd name="connsiteX1026" fmla="*/ 1048294 w 2676209"/>
                <a:gd name="connsiteY1026" fmla="*/ 1671182 h 2650669"/>
                <a:gd name="connsiteX1027" fmla="*/ 1046111 w 2676209"/>
                <a:gd name="connsiteY1027" fmla="*/ 1662451 h 2650669"/>
                <a:gd name="connsiteX1028" fmla="*/ 1042903 w 2676209"/>
                <a:gd name="connsiteY1028" fmla="*/ 1662584 h 2650669"/>
                <a:gd name="connsiteX1029" fmla="*/ 1041778 w 2676209"/>
                <a:gd name="connsiteY1029" fmla="*/ 1663675 h 2650669"/>
                <a:gd name="connsiteX1030" fmla="*/ 1046607 w 2676209"/>
                <a:gd name="connsiteY1030" fmla="*/ 1672869 h 2650669"/>
                <a:gd name="connsiteX1031" fmla="*/ 1048294 w 2676209"/>
                <a:gd name="connsiteY1031" fmla="*/ 1671182 h 2650669"/>
                <a:gd name="connsiteX1032" fmla="*/ 1694605 w 2676209"/>
                <a:gd name="connsiteY1032" fmla="*/ 1323156 h 2650669"/>
                <a:gd name="connsiteX1033" fmla="*/ 1698375 w 2676209"/>
                <a:gd name="connsiteY1033" fmla="*/ 1327158 h 2650669"/>
                <a:gd name="connsiteX1034" fmla="*/ 1701649 w 2676209"/>
                <a:gd name="connsiteY1034" fmla="*/ 1325471 h 2650669"/>
                <a:gd name="connsiteX1035" fmla="*/ 1699268 w 2676209"/>
                <a:gd name="connsiteY1035" fmla="*/ 1320213 h 2650669"/>
                <a:gd name="connsiteX1036" fmla="*/ 1694605 w 2676209"/>
                <a:gd name="connsiteY1036" fmla="*/ 1323156 h 2650669"/>
                <a:gd name="connsiteX1037" fmla="*/ 1572400 w 2676209"/>
                <a:gd name="connsiteY1037" fmla="*/ 1422210 h 2650669"/>
                <a:gd name="connsiteX1038" fmla="*/ 1575774 w 2676209"/>
                <a:gd name="connsiteY1038" fmla="*/ 1424988 h 2650669"/>
                <a:gd name="connsiteX1039" fmla="*/ 1579345 w 2676209"/>
                <a:gd name="connsiteY1039" fmla="*/ 1420688 h 2650669"/>
                <a:gd name="connsiteX1040" fmla="*/ 1575873 w 2676209"/>
                <a:gd name="connsiteY1040" fmla="*/ 1417844 h 2650669"/>
                <a:gd name="connsiteX1041" fmla="*/ 1572400 w 2676209"/>
                <a:gd name="connsiteY1041" fmla="*/ 1422210 h 2650669"/>
                <a:gd name="connsiteX1042" fmla="*/ 1387952 w 2676209"/>
                <a:gd name="connsiteY1042" fmla="*/ 2140752 h 2650669"/>
                <a:gd name="connsiteX1043" fmla="*/ 1390664 w 2676209"/>
                <a:gd name="connsiteY1043" fmla="*/ 2137478 h 2650669"/>
                <a:gd name="connsiteX1044" fmla="*/ 1386365 w 2676209"/>
                <a:gd name="connsiteY1044" fmla="*/ 2133873 h 2650669"/>
                <a:gd name="connsiteX1045" fmla="*/ 1383587 w 2676209"/>
                <a:gd name="connsiteY1045" fmla="*/ 2137279 h 2650669"/>
                <a:gd name="connsiteX1046" fmla="*/ 1387952 w 2676209"/>
                <a:gd name="connsiteY1046" fmla="*/ 2140752 h 2650669"/>
                <a:gd name="connsiteX1047" fmla="*/ 1247359 w 2676209"/>
                <a:gd name="connsiteY1047" fmla="*/ 2025526 h 2650669"/>
                <a:gd name="connsiteX1048" fmla="*/ 1251626 w 2676209"/>
                <a:gd name="connsiteY1048" fmla="*/ 2029065 h 2650669"/>
                <a:gd name="connsiteX1049" fmla="*/ 1254470 w 2676209"/>
                <a:gd name="connsiteY1049" fmla="*/ 2025592 h 2650669"/>
                <a:gd name="connsiteX1050" fmla="*/ 1250105 w 2676209"/>
                <a:gd name="connsiteY1050" fmla="*/ 2022119 h 2650669"/>
                <a:gd name="connsiteX1051" fmla="*/ 1247359 w 2676209"/>
                <a:gd name="connsiteY1051" fmla="*/ 2025526 h 2650669"/>
                <a:gd name="connsiteX1052" fmla="*/ 1873860 w 2676209"/>
                <a:gd name="connsiteY1052" fmla="*/ 751656 h 2650669"/>
                <a:gd name="connsiteX1053" fmla="*/ 1872868 w 2676209"/>
                <a:gd name="connsiteY1053" fmla="*/ 754401 h 2650669"/>
                <a:gd name="connsiteX1054" fmla="*/ 1878688 w 2676209"/>
                <a:gd name="connsiteY1054" fmla="*/ 760652 h 2650669"/>
                <a:gd name="connsiteX1055" fmla="*/ 1879813 w 2676209"/>
                <a:gd name="connsiteY1055" fmla="*/ 757841 h 2650669"/>
                <a:gd name="connsiteX1056" fmla="*/ 1873860 w 2676209"/>
                <a:gd name="connsiteY1056" fmla="*/ 751656 h 2650669"/>
                <a:gd name="connsiteX1057" fmla="*/ 1918210 w 2676209"/>
                <a:gd name="connsiteY1057" fmla="*/ 532647 h 2650669"/>
                <a:gd name="connsiteX1058" fmla="*/ 1921683 w 2676209"/>
                <a:gd name="connsiteY1058" fmla="*/ 534466 h 2650669"/>
                <a:gd name="connsiteX1059" fmla="*/ 1928232 w 2676209"/>
                <a:gd name="connsiteY1059" fmla="*/ 532747 h 2650669"/>
                <a:gd name="connsiteX1060" fmla="*/ 1924164 w 2676209"/>
                <a:gd name="connsiteY1060" fmla="*/ 528414 h 2650669"/>
                <a:gd name="connsiteX1061" fmla="*/ 1918210 w 2676209"/>
                <a:gd name="connsiteY1061" fmla="*/ 532647 h 2650669"/>
                <a:gd name="connsiteX1062" fmla="*/ 377442 w 2676209"/>
                <a:gd name="connsiteY1062" fmla="*/ 2075267 h 2650669"/>
                <a:gd name="connsiteX1063" fmla="*/ 373970 w 2676209"/>
                <a:gd name="connsiteY1063" fmla="*/ 2070902 h 2650669"/>
                <a:gd name="connsiteX1064" fmla="*/ 370563 w 2676209"/>
                <a:gd name="connsiteY1064" fmla="*/ 2073647 h 2650669"/>
                <a:gd name="connsiteX1065" fmla="*/ 374168 w 2676209"/>
                <a:gd name="connsiteY1065" fmla="*/ 2077946 h 2650669"/>
                <a:gd name="connsiteX1066" fmla="*/ 377442 w 2676209"/>
                <a:gd name="connsiteY1066" fmla="*/ 2075267 h 2650669"/>
                <a:gd name="connsiteX1067" fmla="*/ 1353821 w 2676209"/>
                <a:gd name="connsiteY1067" fmla="*/ 827658 h 2650669"/>
                <a:gd name="connsiteX1068" fmla="*/ 1355144 w 2676209"/>
                <a:gd name="connsiteY1068" fmla="*/ 825442 h 2650669"/>
                <a:gd name="connsiteX1069" fmla="*/ 1350448 w 2676209"/>
                <a:gd name="connsiteY1069" fmla="*/ 817306 h 2650669"/>
                <a:gd name="connsiteX1070" fmla="*/ 1348827 w 2676209"/>
                <a:gd name="connsiteY1070" fmla="*/ 820018 h 2650669"/>
                <a:gd name="connsiteX1071" fmla="*/ 1350547 w 2676209"/>
                <a:gd name="connsiteY1071" fmla="*/ 827658 h 2650669"/>
                <a:gd name="connsiteX1072" fmla="*/ 1353821 w 2676209"/>
                <a:gd name="connsiteY1072" fmla="*/ 827658 h 2650669"/>
                <a:gd name="connsiteX1073" fmla="*/ 1672876 w 2676209"/>
                <a:gd name="connsiteY1073" fmla="*/ 1296929 h 2650669"/>
                <a:gd name="connsiteX1074" fmla="*/ 1668411 w 2676209"/>
                <a:gd name="connsiteY1074" fmla="*/ 1292564 h 2650669"/>
                <a:gd name="connsiteX1075" fmla="*/ 1663847 w 2676209"/>
                <a:gd name="connsiteY1075" fmla="*/ 1296995 h 2650669"/>
                <a:gd name="connsiteX1076" fmla="*/ 1667055 w 2676209"/>
                <a:gd name="connsiteY1076" fmla="*/ 1299145 h 2650669"/>
                <a:gd name="connsiteX1077" fmla="*/ 1672876 w 2676209"/>
                <a:gd name="connsiteY1077" fmla="*/ 1296929 h 2650669"/>
                <a:gd name="connsiteX1078" fmla="*/ 2207367 w 2676209"/>
                <a:gd name="connsiteY1078" fmla="*/ 1414371 h 2650669"/>
                <a:gd name="connsiteX1079" fmla="*/ 2211667 w 2676209"/>
                <a:gd name="connsiteY1079" fmla="*/ 1410766 h 2650669"/>
                <a:gd name="connsiteX1080" fmla="*/ 2208988 w 2676209"/>
                <a:gd name="connsiteY1080" fmla="*/ 1407492 h 2650669"/>
                <a:gd name="connsiteX1081" fmla="*/ 2204622 w 2676209"/>
                <a:gd name="connsiteY1081" fmla="*/ 1410965 h 2650669"/>
                <a:gd name="connsiteX1082" fmla="*/ 2207367 w 2676209"/>
                <a:gd name="connsiteY1082" fmla="*/ 1414371 h 2650669"/>
                <a:gd name="connsiteX1083" fmla="*/ 1413882 w 2676209"/>
                <a:gd name="connsiteY1083" fmla="*/ 1146051 h 2650669"/>
                <a:gd name="connsiteX1084" fmla="*/ 1417255 w 2676209"/>
                <a:gd name="connsiteY1084" fmla="*/ 1148895 h 2650669"/>
                <a:gd name="connsiteX1085" fmla="*/ 1418545 w 2676209"/>
                <a:gd name="connsiteY1085" fmla="*/ 1145621 h 2650669"/>
                <a:gd name="connsiteX1086" fmla="*/ 1413882 w 2676209"/>
                <a:gd name="connsiteY1086" fmla="*/ 1139238 h 2650669"/>
                <a:gd name="connsiteX1087" fmla="*/ 1411699 w 2676209"/>
                <a:gd name="connsiteY1087" fmla="*/ 1140329 h 2650669"/>
                <a:gd name="connsiteX1088" fmla="*/ 1413882 w 2676209"/>
                <a:gd name="connsiteY1088" fmla="*/ 1146051 h 2650669"/>
                <a:gd name="connsiteX1089" fmla="*/ 1259200 w 2676209"/>
                <a:gd name="connsiteY1089" fmla="*/ 1669793 h 2650669"/>
                <a:gd name="connsiteX1090" fmla="*/ 1254801 w 2676209"/>
                <a:gd name="connsiteY1090" fmla="*/ 1674556 h 2650669"/>
                <a:gd name="connsiteX1091" fmla="*/ 1259100 w 2676209"/>
                <a:gd name="connsiteY1091" fmla="*/ 1679054 h 2650669"/>
                <a:gd name="connsiteX1092" fmla="*/ 1261316 w 2676209"/>
                <a:gd name="connsiteY1092" fmla="*/ 1674688 h 2650669"/>
                <a:gd name="connsiteX1093" fmla="*/ 1259200 w 2676209"/>
                <a:gd name="connsiteY1093" fmla="*/ 1669793 h 2650669"/>
                <a:gd name="connsiteX1094" fmla="*/ 1162759 w 2676209"/>
                <a:gd name="connsiteY1094" fmla="*/ 523883 h 2650669"/>
                <a:gd name="connsiteX1095" fmla="*/ 1167091 w 2676209"/>
                <a:gd name="connsiteY1095" fmla="*/ 520278 h 2650669"/>
                <a:gd name="connsiteX1096" fmla="*/ 1164380 w 2676209"/>
                <a:gd name="connsiteY1096" fmla="*/ 517004 h 2650669"/>
                <a:gd name="connsiteX1097" fmla="*/ 1160014 w 2676209"/>
                <a:gd name="connsiteY1097" fmla="*/ 520476 h 2650669"/>
                <a:gd name="connsiteX1098" fmla="*/ 1162759 w 2676209"/>
                <a:gd name="connsiteY1098" fmla="*/ 523883 h 2650669"/>
                <a:gd name="connsiteX1099" fmla="*/ 2096440 w 2676209"/>
                <a:gd name="connsiteY1099" fmla="*/ 1354245 h 2650669"/>
                <a:gd name="connsiteX1100" fmla="*/ 2099847 w 2676209"/>
                <a:gd name="connsiteY1100" fmla="*/ 1358511 h 2650669"/>
                <a:gd name="connsiteX1101" fmla="*/ 2106164 w 2676209"/>
                <a:gd name="connsiteY1101" fmla="*/ 1357453 h 2650669"/>
                <a:gd name="connsiteX1102" fmla="*/ 2106329 w 2676209"/>
                <a:gd name="connsiteY1102" fmla="*/ 1356262 h 2650669"/>
                <a:gd name="connsiteX1103" fmla="*/ 2098127 w 2676209"/>
                <a:gd name="connsiteY1103" fmla="*/ 1351566 h 2650669"/>
                <a:gd name="connsiteX1104" fmla="*/ 2096440 w 2676209"/>
                <a:gd name="connsiteY1104" fmla="*/ 1354245 h 2650669"/>
                <a:gd name="connsiteX1105" fmla="*/ 1306891 w 2676209"/>
                <a:gd name="connsiteY1105" fmla="*/ 698574 h 2650669"/>
                <a:gd name="connsiteX1106" fmla="*/ 1301797 w 2676209"/>
                <a:gd name="connsiteY1106" fmla="*/ 698640 h 2650669"/>
                <a:gd name="connsiteX1107" fmla="*/ 1300441 w 2676209"/>
                <a:gd name="connsiteY1107" fmla="*/ 700856 h 2650669"/>
                <a:gd name="connsiteX1108" fmla="*/ 1301566 w 2676209"/>
                <a:gd name="connsiteY1108" fmla="*/ 701981 h 2650669"/>
                <a:gd name="connsiteX1109" fmla="*/ 1306957 w 2676209"/>
                <a:gd name="connsiteY1109" fmla="*/ 702014 h 2650669"/>
                <a:gd name="connsiteX1110" fmla="*/ 1312976 w 2676209"/>
                <a:gd name="connsiteY1110" fmla="*/ 699765 h 2650669"/>
                <a:gd name="connsiteX1111" fmla="*/ 1306891 w 2676209"/>
                <a:gd name="connsiteY1111" fmla="*/ 698574 h 2650669"/>
                <a:gd name="connsiteX1112" fmla="*/ 1595849 w 2676209"/>
                <a:gd name="connsiteY1112" fmla="*/ 1369061 h 2650669"/>
                <a:gd name="connsiteX1113" fmla="*/ 1593401 w 2676209"/>
                <a:gd name="connsiteY1113" fmla="*/ 1374221 h 2650669"/>
                <a:gd name="connsiteX1114" fmla="*/ 1596907 w 2676209"/>
                <a:gd name="connsiteY1114" fmla="*/ 1374221 h 2650669"/>
                <a:gd name="connsiteX1115" fmla="*/ 1599586 w 2676209"/>
                <a:gd name="connsiteY1115" fmla="*/ 1372600 h 2650669"/>
                <a:gd name="connsiteX1116" fmla="*/ 1603654 w 2676209"/>
                <a:gd name="connsiteY1116" fmla="*/ 1370649 h 2650669"/>
                <a:gd name="connsiteX1117" fmla="*/ 1600247 w 2676209"/>
                <a:gd name="connsiteY1117" fmla="*/ 1369028 h 2650669"/>
                <a:gd name="connsiteX1118" fmla="*/ 1595849 w 2676209"/>
                <a:gd name="connsiteY1118" fmla="*/ 1369061 h 2650669"/>
                <a:gd name="connsiteX1119" fmla="*/ 1371978 w 2676209"/>
                <a:gd name="connsiteY1119" fmla="*/ 1827287 h 2650669"/>
                <a:gd name="connsiteX1120" fmla="*/ 1369729 w 2676209"/>
                <a:gd name="connsiteY1120" fmla="*/ 1833438 h 2650669"/>
                <a:gd name="connsiteX1121" fmla="*/ 1371945 w 2676209"/>
                <a:gd name="connsiteY1121" fmla="*/ 1836481 h 2650669"/>
                <a:gd name="connsiteX1122" fmla="*/ 1376675 w 2676209"/>
                <a:gd name="connsiteY1122" fmla="*/ 1831751 h 2650669"/>
                <a:gd name="connsiteX1123" fmla="*/ 1371978 w 2676209"/>
                <a:gd name="connsiteY1123" fmla="*/ 1827287 h 2650669"/>
                <a:gd name="connsiteX1124" fmla="*/ 2012964 w 2676209"/>
                <a:gd name="connsiteY1124" fmla="*/ 443615 h 2650669"/>
                <a:gd name="connsiteX1125" fmla="*/ 2015941 w 2676209"/>
                <a:gd name="connsiteY1125" fmla="*/ 440903 h 2650669"/>
                <a:gd name="connsiteX1126" fmla="*/ 2012468 w 2676209"/>
                <a:gd name="connsiteY1126" fmla="*/ 436537 h 2650669"/>
                <a:gd name="connsiteX1127" fmla="*/ 2009095 w 2676209"/>
                <a:gd name="connsiteY1127" fmla="*/ 439316 h 2650669"/>
                <a:gd name="connsiteX1128" fmla="*/ 2012964 w 2676209"/>
                <a:gd name="connsiteY1128" fmla="*/ 443615 h 2650669"/>
                <a:gd name="connsiteX1129" fmla="*/ 1080540 w 2676209"/>
                <a:gd name="connsiteY1129" fmla="*/ 1358511 h 2650669"/>
                <a:gd name="connsiteX1130" fmla="*/ 1083219 w 2676209"/>
                <a:gd name="connsiteY1130" fmla="*/ 1355237 h 2650669"/>
                <a:gd name="connsiteX1131" fmla="*/ 1078919 w 2676209"/>
                <a:gd name="connsiteY1131" fmla="*/ 1351632 h 2650669"/>
                <a:gd name="connsiteX1132" fmla="*/ 1076174 w 2676209"/>
                <a:gd name="connsiteY1132" fmla="*/ 1355038 h 2650669"/>
                <a:gd name="connsiteX1133" fmla="*/ 1080540 w 2676209"/>
                <a:gd name="connsiteY1133" fmla="*/ 1358511 h 2650669"/>
                <a:gd name="connsiteX1134" fmla="*/ 2345149 w 2676209"/>
                <a:gd name="connsiteY1134" fmla="*/ 1365556 h 2650669"/>
                <a:gd name="connsiteX1135" fmla="*/ 2347993 w 2676209"/>
                <a:gd name="connsiteY1135" fmla="*/ 1362083 h 2650669"/>
                <a:gd name="connsiteX1136" fmla="*/ 2343627 w 2676209"/>
                <a:gd name="connsiteY1136" fmla="*/ 1358610 h 2650669"/>
                <a:gd name="connsiteX1137" fmla="*/ 2340849 w 2676209"/>
                <a:gd name="connsiteY1137" fmla="*/ 1362017 h 2650669"/>
                <a:gd name="connsiteX1138" fmla="*/ 2345149 w 2676209"/>
                <a:gd name="connsiteY1138" fmla="*/ 1365556 h 2650669"/>
                <a:gd name="connsiteX1139" fmla="*/ 1227251 w 2676209"/>
                <a:gd name="connsiteY1139" fmla="*/ 1854506 h 2650669"/>
                <a:gd name="connsiteX1140" fmla="*/ 1222885 w 2676209"/>
                <a:gd name="connsiteY1140" fmla="*/ 1857978 h 2650669"/>
                <a:gd name="connsiteX1141" fmla="*/ 1225664 w 2676209"/>
                <a:gd name="connsiteY1141" fmla="*/ 1861352 h 2650669"/>
                <a:gd name="connsiteX1142" fmla="*/ 1229963 w 2676209"/>
                <a:gd name="connsiteY1142" fmla="*/ 1857780 h 2650669"/>
                <a:gd name="connsiteX1143" fmla="*/ 1227251 w 2676209"/>
                <a:gd name="connsiteY1143" fmla="*/ 1854506 h 2650669"/>
                <a:gd name="connsiteX1144" fmla="*/ 1187233 w 2676209"/>
                <a:gd name="connsiteY1144" fmla="*/ 1885826 h 2650669"/>
                <a:gd name="connsiteX1145" fmla="*/ 1191599 w 2676209"/>
                <a:gd name="connsiteY1145" fmla="*/ 1882353 h 2650669"/>
                <a:gd name="connsiteX1146" fmla="*/ 1188754 w 2676209"/>
                <a:gd name="connsiteY1146" fmla="*/ 1878880 h 2650669"/>
                <a:gd name="connsiteX1147" fmla="*/ 1184455 w 2676209"/>
                <a:gd name="connsiteY1147" fmla="*/ 1882419 h 2650669"/>
                <a:gd name="connsiteX1148" fmla="*/ 1187233 w 2676209"/>
                <a:gd name="connsiteY1148" fmla="*/ 1885826 h 2650669"/>
                <a:gd name="connsiteX1149" fmla="*/ 1748613 w 2676209"/>
                <a:gd name="connsiteY1149" fmla="*/ 1030097 h 2650669"/>
                <a:gd name="connsiteX1150" fmla="*/ 1753110 w 2676209"/>
                <a:gd name="connsiteY1150" fmla="*/ 1025698 h 2650669"/>
                <a:gd name="connsiteX1151" fmla="*/ 1748646 w 2676209"/>
                <a:gd name="connsiteY1151" fmla="*/ 1019911 h 2650669"/>
                <a:gd name="connsiteX1152" fmla="*/ 1747058 w 2676209"/>
                <a:gd name="connsiteY1152" fmla="*/ 1023218 h 2650669"/>
                <a:gd name="connsiteX1153" fmla="*/ 1748613 w 2676209"/>
                <a:gd name="connsiteY1153" fmla="*/ 1030097 h 2650669"/>
                <a:gd name="connsiteX1154" fmla="*/ 1408292 w 2676209"/>
                <a:gd name="connsiteY1154" fmla="*/ 799810 h 2650669"/>
                <a:gd name="connsiteX1155" fmla="*/ 1404687 w 2676209"/>
                <a:gd name="connsiteY1155" fmla="*/ 804110 h 2650669"/>
                <a:gd name="connsiteX1156" fmla="*/ 1408094 w 2676209"/>
                <a:gd name="connsiteY1156" fmla="*/ 806855 h 2650669"/>
                <a:gd name="connsiteX1157" fmla="*/ 1411566 w 2676209"/>
                <a:gd name="connsiteY1157" fmla="*/ 802489 h 2650669"/>
                <a:gd name="connsiteX1158" fmla="*/ 1408292 w 2676209"/>
                <a:gd name="connsiteY1158" fmla="*/ 799810 h 2650669"/>
                <a:gd name="connsiteX1159" fmla="*/ 1677109 w 2676209"/>
                <a:gd name="connsiteY1159" fmla="*/ 712432 h 2650669"/>
                <a:gd name="connsiteX1160" fmla="*/ 1673702 w 2676209"/>
                <a:gd name="connsiteY1160" fmla="*/ 715210 h 2650669"/>
                <a:gd name="connsiteX1161" fmla="*/ 1677175 w 2676209"/>
                <a:gd name="connsiteY1161" fmla="*/ 719575 h 2650669"/>
                <a:gd name="connsiteX1162" fmla="*/ 1680648 w 2676209"/>
                <a:gd name="connsiteY1162" fmla="*/ 716731 h 2650669"/>
                <a:gd name="connsiteX1163" fmla="*/ 1677109 w 2676209"/>
                <a:gd name="connsiteY1163" fmla="*/ 712432 h 2650669"/>
                <a:gd name="connsiteX1164" fmla="*/ 1261449 w 2676209"/>
                <a:gd name="connsiteY1164" fmla="*/ 764092 h 2650669"/>
                <a:gd name="connsiteX1165" fmla="*/ 1265053 w 2676209"/>
                <a:gd name="connsiteY1165" fmla="*/ 768391 h 2650669"/>
                <a:gd name="connsiteX1166" fmla="*/ 1268328 w 2676209"/>
                <a:gd name="connsiteY1166" fmla="*/ 765679 h 2650669"/>
                <a:gd name="connsiteX1167" fmla="*/ 1264855 w 2676209"/>
                <a:gd name="connsiteY1167" fmla="*/ 761313 h 2650669"/>
                <a:gd name="connsiteX1168" fmla="*/ 1261449 w 2676209"/>
                <a:gd name="connsiteY1168" fmla="*/ 764092 h 2650669"/>
                <a:gd name="connsiteX1169" fmla="*/ 1128595 w 2676209"/>
                <a:gd name="connsiteY1169" fmla="*/ 708926 h 2650669"/>
                <a:gd name="connsiteX1170" fmla="*/ 1125188 w 2676209"/>
                <a:gd name="connsiteY1170" fmla="*/ 711704 h 2650669"/>
                <a:gd name="connsiteX1171" fmla="*/ 1128793 w 2676209"/>
                <a:gd name="connsiteY1171" fmla="*/ 716004 h 2650669"/>
                <a:gd name="connsiteX1172" fmla="*/ 1132067 w 2676209"/>
                <a:gd name="connsiteY1172" fmla="*/ 713292 h 2650669"/>
                <a:gd name="connsiteX1173" fmla="*/ 1128595 w 2676209"/>
                <a:gd name="connsiteY1173" fmla="*/ 708926 h 2650669"/>
                <a:gd name="connsiteX1174" fmla="*/ 1621315 w 2676209"/>
                <a:gd name="connsiteY1174" fmla="*/ 1343794 h 2650669"/>
                <a:gd name="connsiteX1175" fmla="*/ 1624788 w 2676209"/>
                <a:gd name="connsiteY1175" fmla="*/ 1348159 h 2650669"/>
                <a:gd name="connsiteX1176" fmla="*/ 1628260 w 2676209"/>
                <a:gd name="connsiteY1176" fmla="*/ 1345315 h 2650669"/>
                <a:gd name="connsiteX1177" fmla="*/ 1624688 w 2676209"/>
                <a:gd name="connsiteY1177" fmla="*/ 1341016 h 2650669"/>
                <a:gd name="connsiteX1178" fmla="*/ 1621315 w 2676209"/>
                <a:gd name="connsiteY1178" fmla="*/ 1343794 h 2650669"/>
                <a:gd name="connsiteX1179" fmla="*/ 1373202 w 2676209"/>
                <a:gd name="connsiteY1179" fmla="*/ 1969500 h 2650669"/>
                <a:gd name="connsiteX1180" fmla="*/ 1370490 w 2676209"/>
                <a:gd name="connsiteY1180" fmla="*/ 1966259 h 2650669"/>
                <a:gd name="connsiteX1181" fmla="*/ 1366124 w 2676209"/>
                <a:gd name="connsiteY1181" fmla="*/ 1969732 h 2650669"/>
                <a:gd name="connsiteX1182" fmla="*/ 1368902 w 2676209"/>
                <a:gd name="connsiteY1182" fmla="*/ 1973105 h 2650669"/>
                <a:gd name="connsiteX1183" fmla="*/ 1373202 w 2676209"/>
                <a:gd name="connsiteY1183" fmla="*/ 1969500 h 2650669"/>
                <a:gd name="connsiteX1184" fmla="*/ 946991 w 2676209"/>
                <a:gd name="connsiteY1184" fmla="*/ 1348259 h 2650669"/>
                <a:gd name="connsiteX1185" fmla="*/ 942659 w 2676209"/>
                <a:gd name="connsiteY1185" fmla="*/ 1344654 h 2650669"/>
                <a:gd name="connsiteX1186" fmla="*/ 939914 w 2676209"/>
                <a:gd name="connsiteY1186" fmla="*/ 1348027 h 2650669"/>
                <a:gd name="connsiteX1187" fmla="*/ 944279 w 2676209"/>
                <a:gd name="connsiteY1187" fmla="*/ 1351500 h 2650669"/>
                <a:gd name="connsiteX1188" fmla="*/ 946991 w 2676209"/>
                <a:gd name="connsiteY1188" fmla="*/ 1348259 h 2650669"/>
                <a:gd name="connsiteX1189" fmla="*/ 2439572 w 2676209"/>
                <a:gd name="connsiteY1189" fmla="*/ 1204821 h 2650669"/>
                <a:gd name="connsiteX1190" fmla="*/ 2442251 w 2676209"/>
                <a:gd name="connsiteY1190" fmla="*/ 1201580 h 2650669"/>
                <a:gd name="connsiteX1191" fmla="*/ 2437951 w 2676209"/>
                <a:gd name="connsiteY1191" fmla="*/ 1197975 h 2650669"/>
                <a:gd name="connsiteX1192" fmla="*/ 2435206 w 2676209"/>
                <a:gd name="connsiteY1192" fmla="*/ 1201382 h 2650669"/>
                <a:gd name="connsiteX1193" fmla="*/ 2439572 w 2676209"/>
                <a:gd name="connsiteY1193" fmla="*/ 1204821 h 2650669"/>
                <a:gd name="connsiteX1194" fmla="*/ 1057984 w 2676209"/>
                <a:gd name="connsiteY1194" fmla="*/ 1555262 h 2650669"/>
                <a:gd name="connsiteX1195" fmla="*/ 1055206 w 2676209"/>
                <a:gd name="connsiteY1195" fmla="*/ 1554204 h 2650669"/>
                <a:gd name="connsiteX1196" fmla="*/ 1049087 w 2676209"/>
                <a:gd name="connsiteY1196" fmla="*/ 1560057 h 2650669"/>
                <a:gd name="connsiteX1197" fmla="*/ 1051832 w 2676209"/>
                <a:gd name="connsiteY1197" fmla="*/ 1561116 h 2650669"/>
                <a:gd name="connsiteX1198" fmla="*/ 1057984 w 2676209"/>
                <a:gd name="connsiteY1198" fmla="*/ 1555262 h 2650669"/>
                <a:gd name="connsiteX1199" fmla="*/ 1817636 w 2676209"/>
                <a:gd name="connsiteY1199" fmla="*/ 924429 h 2650669"/>
                <a:gd name="connsiteX1200" fmla="*/ 1820447 w 2676209"/>
                <a:gd name="connsiteY1200" fmla="*/ 925554 h 2650669"/>
                <a:gd name="connsiteX1201" fmla="*/ 1826632 w 2676209"/>
                <a:gd name="connsiteY1201" fmla="*/ 919633 h 2650669"/>
                <a:gd name="connsiteX1202" fmla="*/ 1823887 w 2676209"/>
                <a:gd name="connsiteY1202" fmla="*/ 918608 h 2650669"/>
                <a:gd name="connsiteX1203" fmla="*/ 1817636 w 2676209"/>
                <a:gd name="connsiteY1203" fmla="*/ 924429 h 2650669"/>
                <a:gd name="connsiteX1204" fmla="*/ 1835495 w 2676209"/>
                <a:gd name="connsiteY1204" fmla="*/ 618703 h 2650669"/>
                <a:gd name="connsiteX1205" fmla="*/ 1834437 w 2676209"/>
                <a:gd name="connsiteY1205" fmla="*/ 621779 h 2650669"/>
                <a:gd name="connsiteX1206" fmla="*/ 1840291 w 2676209"/>
                <a:gd name="connsiteY1206" fmla="*/ 627897 h 2650669"/>
                <a:gd name="connsiteX1207" fmla="*/ 1841283 w 2676209"/>
                <a:gd name="connsiteY1207" fmla="*/ 625152 h 2650669"/>
                <a:gd name="connsiteX1208" fmla="*/ 1835495 w 2676209"/>
                <a:gd name="connsiteY1208" fmla="*/ 618703 h 2650669"/>
                <a:gd name="connsiteX1209" fmla="*/ 231922 w 2676209"/>
                <a:gd name="connsiteY1209" fmla="*/ 1432528 h 2650669"/>
                <a:gd name="connsiteX1210" fmla="*/ 227325 w 2676209"/>
                <a:gd name="connsiteY1210" fmla="*/ 1438944 h 2650669"/>
                <a:gd name="connsiteX1211" fmla="*/ 228482 w 2676209"/>
                <a:gd name="connsiteY1211" fmla="*/ 1441789 h 2650669"/>
                <a:gd name="connsiteX1212" fmla="*/ 229607 w 2676209"/>
                <a:gd name="connsiteY1212" fmla="*/ 1441723 h 2650669"/>
                <a:gd name="connsiteX1213" fmla="*/ 234336 w 2676209"/>
                <a:gd name="connsiteY1213" fmla="*/ 1435439 h 2650669"/>
                <a:gd name="connsiteX1214" fmla="*/ 233046 w 2676209"/>
                <a:gd name="connsiteY1214" fmla="*/ 1432462 h 2650669"/>
                <a:gd name="connsiteX1215" fmla="*/ 231922 w 2676209"/>
                <a:gd name="connsiteY1215" fmla="*/ 1432528 h 2650669"/>
                <a:gd name="connsiteX1216" fmla="*/ 1551300 w 2676209"/>
                <a:gd name="connsiteY1216" fmla="*/ 1212693 h 2650669"/>
                <a:gd name="connsiteX1217" fmla="*/ 1547827 w 2676209"/>
                <a:gd name="connsiteY1217" fmla="*/ 1208327 h 2650669"/>
                <a:gd name="connsiteX1218" fmla="*/ 1544453 w 2676209"/>
                <a:gd name="connsiteY1218" fmla="*/ 1211072 h 2650669"/>
                <a:gd name="connsiteX1219" fmla="*/ 1548058 w 2676209"/>
                <a:gd name="connsiteY1219" fmla="*/ 1215405 h 2650669"/>
                <a:gd name="connsiteX1220" fmla="*/ 1551300 w 2676209"/>
                <a:gd name="connsiteY1220" fmla="*/ 1212693 h 2650669"/>
                <a:gd name="connsiteX1221" fmla="*/ 350356 w 2676209"/>
                <a:gd name="connsiteY1221" fmla="*/ 2360885 h 2650669"/>
                <a:gd name="connsiteX1222" fmla="*/ 345990 w 2676209"/>
                <a:gd name="connsiteY1222" fmla="*/ 2364358 h 2650669"/>
                <a:gd name="connsiteX1223" fmla="*/ 348735 w 2676209"/>
                <a:gd name="connsiteY1223" fmla="*/ 2367731 h 2650669"/>
                <a:gd name="connsiteX1224" fmla="*/ 353068 w 2676209"/>
                <a:gd name="connsiteY1224" fmla="*/ 2364126 h 2650669"/>
                <a:gd name="connsiteX1225" fmla="*/ 350356 w 2676209"/>
                <a:gd name="connsiteY1225" fmla="*/ 2360885 h 2650669"/>
                <a:gd name="connsiteX1226" fmla="*/ 1531224 w 2676209"/>
                <a:gd name="connsiteY1226" fmla="*/ 1449296 h 2650669"/>
                <a:gd name="connsiteX1227" fmla="*/ 1533903 w 2676209"/>
                <a:gd name="connsiteY1227" fmla="*/ 1446022 h 2650669"/>
                <a:gd name="connsiteX1228" fmla="*/ 1529604 w 2676209"/>
                <a:gd name="connsiteY1228" fmla="*/ 1442417 h 2650669"/>
                <a:gd name="connsiteX1229" fmla="*/ 1526826 w 2676209"/>
                <a:gd name="connsiteY1229" fmla="*/ 1445824 h 2650669"/>
                <a:gd name="connsiteX1230" fmla="*/ 1531224 w 2676209"/>
                <a:gd name="connsiteY1230" fmla="*/ 1449296 h 2650669"/>
                <a:gd name="connsiteX1231" fmla="*/ 1509462 w 2676209"/>
                <a:gd name="connsiteY1231" fmla="*/ 1435571 h 2650669"/>
                <a:gd name="connsiteX1232" fmla="*/ 1505163 w 2676209"/>
                <a:gd name="connsiteY1232" fmla="*/ 1431966 h 2650669"/>
                <a:gd name="connsiteX1233" fmla="*/ 1502385 w 2676209"/>
                <a:gd name="connsiteY1233" fmla="*/ 1435340 h 2650669"/>
                <a:gd name="connsiteX1234" fmla="*/ 1506750 w 2676209"/>
                <a:gd name="connsiteY1234" fmla="*/ 1438812 h 2650669"/>
                <a:gd name="connsiteX1235" fmla="*/ 1509462 w 2676209"/>
                <a:gd name="connsiteY1235" fmla="*/ 1435571 h 2650669"/>
                <a:gd name="connsiteX1236" fmla="*/ 1565356 w 2676209"/>
                <a:gd name="connsiteY1236" fmla="*/ 2408973 h 2650669"/>
                <a:gd name="connsiteX1237" fmla="*/ 1561883 w 2676209"/>
                <a:gd name="connsiteY1237" fmla="*/ 2406129 h 2650669"/>
                <a:gd name="connsiteX1238" fmla="*/ 1558410 w 2676209"/>
                <a:gd name="connsiteY1238" fmla="*/ 2410495 h 2650669"/>
                <a:gd name="connsiteX1239" fmla="*/ 1561817 w 2676209"/>
                <a:gd name="connsiteY1239" fmla="*/ 2413273 h 2650669"/>
                <a:gd name="connsiteX1240" fmla="*/ 1565356 w 2676209"/>
                <a:gd name="connsiteY1240" fmla="*/ 2408973 h 2650669"/>
                <a:gd name="connsiteX1241" fmla="*/ 1123931 w 2676209"/>
                <a:gd name="connsiteY1241" fmla="*/ 35793 h 2650669"/>
                <a:gd name="connsiteX1242" fmla="*/ 1121715 w 2676209"/>
                <a:gd name="connsiteY1242" fmla="*/ 40192 h 2650669"/>
                <a:gd name="connsiteX1243" fmla="*/ 1123832 w 2676209"/>
                <a:gd name="connsiteY1243" fmla="*/ 44789 h 2650669"/>
                <a:gd name="connsiteX1244" fmla="*/ 1128793 w 2676209"/>
                <a:gd name="connsiteY1244" fmla="*/ 40092 h 2650669"/>
                <a:gd name="connsiteX1245" fmla="*/ 1123931 w 2676209"/>
                <a:gd name="connsiteY1245" fmla="*/ 35793 h 2650669"/>
                <a:gd name="connsiteX1246" fmla="*/ 1456976 w 2676209"/>
                <a:gd name="connsiteY1246" fmla="*/ 2566036 h 2650669"/>
                <a:gd name="connsiteX1247" fmla="*/ 1453701 w 2676209"/>
                <a:gd name="connsiteY1247" fmla="*/ 2563358 h 2650669"/>
                <a:gd name="connsiteX1248" fmla="*/ 1450096 w 2676209"/>
                <a:gd name="connsiteY1248" fmla="*/ 2567657 h 2650669"/>
                <a:gd name="connsiteX1249" fmla="*/ 1453503 w 2676209"/>
                <a:gd name="connsiteY1249" fmla="*/ 2570402 h 2650669"/>
                <a:gd name="connsiteX1250" fmla="*/ 1456976 w 2676209"/>
                <a:gd name="connsiteY1250" fmla="*/ 2566036 h 2650669"/>
                <a:gd name="connsiteX1251" fmla="*/ 1380908 w 2676209"/>
                <a:gd name="connsiteY1251" fmla="*/ 1578545 h 2650669"/>
                <a:gd name="connsiteX1252" fmla="*/ 1376608 w 2676209"/>
                <a:gd name="connsiteY1252" fmla="*/ 1582084 h 2650669"/>
                <a:gd name="connsiteX1253" fmla="*/ 1379387 w 2676209"/>
                <a:gd name="connsiteY1253" fmla="*/ 1585491 h 2650669"/>
                <a:gd name="connsiteX1254" fmla="*/ 1383752 w 2676209"/>
                <a:gd name="connsiteY1254" fmla="*/ 1582018 h 2650669"/>
                <a:gd name="connsiteX1255" fmla="*/ 1380908 w 2676209"/>
                <a:gd name="connsiteY1255" fmla="*/ 1578545 h 2650669"/>
                <a:gd name="connsiteX1256" fmla="*/ 2380074 w 2676209"/>
                <a:gd name="connsiteY1256" fmla="*/ 1452868 h 2650669"/>
                <a:gd name="connsiteX1257" fmla="*/ 2382918 w 2676209"/>
                <a:gd name="connsiteY1257" fmla="*/ 1449395 h 2650669"/>
                <a:gd name="connsiteX1258" fmla="*/ 2378552 w 2676209"/>
                <a:gd name="connsiteY1258" fmla="*/ 1445923 h 2650669"/>
                <a:gd name="connsiteX1259" fmla="*/ 2375807 w 2676209"/>
                <a:gd name="connsiteY1259" fmla="*/ 1449329 h 2650669"/>
                <a:gd name="connsiteX1260" fmla="*/ 2380074 w 2676209"/>
                <a:gd name="connsiteY1260" fmla="*/ 1452868 h 2650669"/>
                <a:gd name="connsiteX1261" fmla="*/ 821116 w 2676209"/>
                <a:gd name="connsiteY1261" fmla="*/ 1425715 h 2650669"/>
                <a:gd name="connsiteX1262" fmla="*/ 817643 w 2676209"/>
                <a:gd name="connsiteY1262" fmla="*/ 1421350 h 2650669"/>
                <a:gd name="connsiteX1263" fmla="*/ 814270 w 2676209"/>
                <a:gd name="connsiteY1263" fmla="*/ 1424095 h 2650669"/>
                <a:gd name="connsiteX1264" fmla="*/ 817875 w 2676209"/>
                <a:gd name="connsiteY1264" fmla="*/ 1428427 h 2650669"/>
                <a:gd name="connsiteX1265" fmla="*/ 821116 w 2676209"/>
                <a:gd name="connsiteY1265" fmla="*/ 1425715 h 2650669"/>
                <a:gd name="connsiteX1266" fmla="*/ 1237107 w 2676209"/>
                <a:gd name="connsiteY1266" fmla="*/ 1271265 h 2650669"/>
                <a:gd name="connsiteX1267" fmla="*/ 1240381 w 2676209"/>
                <a:gd name="connsiteY1267" fmla="*/ 1268553 h 2650669"/>
                <a:gd name="connsiteX1268" fmla="*/ 1236908 w 2676209"/>
                <a:gd name="connsiteY1268" fmla="*/ 1264187 h 2650669"/>
                <a:gd name="connsiteX1269" fmla="*/ 1233502 w 2676209"/>
                <a:gd name="connsiteY1269" fmla="*/ 1266965 h 2650669"/>
                <a:gd name="connsiteX1270" fmla="*/ 1237107 w 2676209"/>
                <a:gd name="connsiteY1270" fmla="*/ 1271265 h 2650669"/>
                <a:gd name="connsiteX1271" fmla="*/ 1066980 w 2676209"/>
                <a:gd name="connsiteY1271" fmla="*/ 1668570 h 2650669"/>
                <a:gd name="connsiteX1272" fmla="*/ 1069163 w 2676209"/>
                <a:gd name="connsiteY1272" fmla="*/ 1664204 h 2650669"/>
                <a:gd name="connsiteX1273" fmla="*/ 1067046 w 2676209"/>
                <a:gd name="connsiteY1273" fmla="*/ 1659342 h 2650669"/>
                <a:gd name="connsiteX1274" fmla="*/ 1062647 w 2676209"/>
                <a:gd name="connsiteY1274" fmla="*/ 1664105 h 2650669"/>
                <a:gd name="connsiteX1275" fmla="*/ 1066980 w 2676209"/>
                <a:gd name="connsiteY1275" fmla="*/ 1668570 h 2650669"/>
                <a:gd name="connsiteX1276" fmla="*/ 1809831 w 2676209"/>
                <a:gd name="connsiteY1276" fmla="*/ 649593 h 2650669"/>
                <a:gd name="connsiteX1277" fmla="*/ 1814196 w 2676209"/>
                <a:gd name="connsiteY1277" fmla="*/ 653066 h 2650669"/>
                <a:gd name="connsiteX1278" fmla="*/ 1816908 w 2676209"/>
                <a:gd name="connsiteY1278" fmla="*/ 649825 h 2650669"/>
                <a:gd name="connsiteX1279" fmla="*/ 1812576 w 2676209"/>
                <a:gd name="connsiteY1279" fmla="*/ 646220 h 2650669"/>
                <a:gd name="connsiteX1280" fmla="*/ 1809831 w 2676209"/>
                <a:gd name="connsiteY1280" fmla="*/ 649593 h 2650669"/>
                <a:gd name="connsiteX1281" fmla="*/ 139979 w 2676209"/>
                <a:gd name="connsiteY1281" fmla="*/ 1533103 h 2650669"/>
                <a:gd name="connsiteX1282" fmla="*/ 136506 w 2676209"/>
                <a:gd name="connsiteY1282" fmla="*/ 1537469 h 2650669"/>
                <a:gd name="connsiteX1283" fmla="*/ 137002 w 2676209"/>
                <a:gd name="connsiteY1283" fmla="*/ 1538891 h 2650669"/>
                <a:gd name="connsiteX1284" fmla="*/ 142790 w 2676209"/>
                <a:gd name="connsiteY1284" fmla="*/ 1534459 h 2650669"/>
                <a:gd name="connsiteX1285" fmla="*/ 139979 w 2676209"/>
                <a:gd name="connsiteY1285" fmla="*/ 1533103 h 2650669"/>
                <a:gd name="connsiteX1286" fmla="*/ 1491173 w 2676209"/>
                <a:gd name="connsiteY1286" fmla="*/ 1540081 h 2650669"/>
                <a:gd name="connsiteX1287" fmla="*/ 1495539 w 2676209"/>
                <a:gd name="connsiteY1287" fmla="*/ 1536609 h 2650669"/>
                <a:gd name="connsiteX1288" fmla="*/ 1492694 w 2676209"/>
                <a:gd name="connsiteY1288" fmla="*/ 1533136 h 2650669"/>
                <a:gd name="connsiteX1289" fmla="*/ 1488395 w 2676209"/>
                <a:gd name="connsiteY1289" fmla="*/ 1536708 h 2650669"/>
                <a:gd name="connsiteX1290" fmla="*/ 1491173 w 2676209"/>
                <a:gd name="connsiteY1290" fmla="*/ 1540081 h 2650669"/>
                <a:gd name="connsiteX1291" fmla="*/ 1079779 w 2676209"/>
                <a:gd name="connsiteY1291" fmla="*/ 1275564 h 2650669"/>
                <a:gd name="connsiteX1292" fmla="*/ 1083185 w 2676209"/>
                <a:gd name="connsiteY1292" fmla="*/ 1278309 h 2650669"/>
                <a:gd name="connsiteX1293" fmla="*/ 1086724 w 2676209"/>
                <a:gd name="connsiteY1293" fmla="*/ 1274043 h 2650669"/>
                <a:gd name="connsiteX1294" fmla="*/ 1083252 w 2676209"/>
                <a:gd name="connsiteY1294" fmla="*/ 1271199 h 2650669"/>
                <a:gd name="connsiteX1295" fmla="*/ 1079779 w 2676209"/>
                <a:gd name="connsiteY1295" fmla="*/ 1275564 h 2650669"/>
                <a:gd name="connsiteX1296" fmla="*/ 1505295 w 2676209"/>
                <a:gd name="connsiteY1296" fmla="*/ 2382912 h 2650669"/>
                <a:gd name="connsiteX1297" fmla="*/ 1498879 w 2676209"/>
                <a:gd name="connsiteY1297" fmla="*/ 2378315 h 2650669"/>
                <a:gd name="connsiteX1298" fmla="*/ 1496068 w 2676209"/>
                <a:gd name="connsiteY1298" fmla="*/ 2379505 h 2650669"/>
                <a:gd name="connsiteX1299" fmla="*/ 1496101 w 2676209"/>
                <a:gd name="connsiteY1299" fmla="*/ 2380597 h 2650669"/>
                <a:gd name="connsiteX1300" fmla="*/ 1502385 w 2676209"/>
                <a:gd name="connsiteY1300" fmla="*/ 2385326 h 2650669"/>
                <a:gd name="connsiteX1301" fmla="*/ 1505361 w 2676209"/>
                <a:gd name="connsiteY1301" fmla="*/ 2384036 h 2650669"/>
                <a:gd name="connsiteX1302" fmla="*/ 1505295 w 2676209"/>
                <a:gd name="connsiteY1302" fmla="*/ 2382912 h 2650669"/>
                <a:gd name="connsiteX1303" fmla="*/ 1227185 w 2676209"/>
                <a:gd name="connsiteY1303" fmla="*/ 2455110 h 2650669"/>
                <a:gd name="connsiteX1304" fmla="*/ 1230029 w 2676209"/>
                <a:gd name="connsiteY1304" fmla="*/ 2451637 h 2650669"/>
                <a:gd name="connsiteX1305" fmla="*/ 1227053 w 2676209"/>
                <a:gd name="connsiteY1305" fmla="*/ 2448165 h 2650669"/>
                <a:gd name="connsiteX1306" fmla="*/ 1223249 w 2676209"/>
                <a:gd name="connsiteY1306" fmla="*/ 2453489 h 2650669"/>
                <a:gd name="connsiteX1307" fmla="*/ 1227185 w 2676209"/>
                <a:gd name="connsiteY1307" fmla="*/ 2455110 h 2650669"/>
                <a:gd name="connsiteX1308" fmla="*/ 1267567 w 2676209"/>
                <a:gd name="connsiteY1308" fmla="*/ 2395810 h 2650669"/>
                <a:gd name="connsiteX1309" fmla="*/ 1264822 w 2676209"/>
                <a:gd name="connsiteY1309" fmla="*/ 2399184 h 2650669"/>
                <a:gd name="connsiteX1310" fmla="*/ 1269188 w 2676209"/>
                <a:gd name="connsiteY1310" fmla="*/ 2402656 h 2650669"/>
                <a:gd name="connsiteX1311" fmla="*/ 1271900 w 2676209"/>
                <a:gd name="connsiteY1311" fmla="*/ 2399382 h 2650669"/>
                <a:gd name="connsiteX1312" fmla="*/ 1267567 w 2676209"/>
                <a:gd name="connsiteY1312" fmla="*/ 2395810 h 2650669"/>
                <a:gd name="connsiteX1313" fmla="*/ 1109412 w 2676209"/>
                <a:gd name="connsiteY1313" fmla="*/ 1543719 h 2650669"/>
                <a:gd name="connsiteX1314" fmla="*/ 1104947 w 2676209"/>
                <a:gd name="connsiteY1314" fmla="*/ 1544811 h 2650669"/>
                <a:gd name="connsiteX1315" fmla="*/ 1110008 w 2676209"/>
                <a:gd name="connsiteY1315" fmla="*/ 1547357 h 2650669"/>
                <a:gd name="connsiteX1316" fmla="*/ 1113844 w 2676209"/>
                <a:gd name="connsiteY1316" fmla="*/ 1545968 h 2650669"/>
                <a:gd name="connsiteX1317" fmla="*/ 1109412 w 2676209"/>
                <a:gd name="connsiteY1317" fmla="*/ 1543719 h 2650669"/>
                <a:gd name="connsiteX1318" fmla="*/ 1076207 w 2676209"/>
                <a:gd name="connsiteY1318" fmla="*/ 1540181 h 2650669"/>
                <a:gd name="connsiteX1319" fmla="*/ 1080474 w 2676209"/>
                <a:gd name="connsiteY1319" fmla="*/ 1543554 h 2650669"/>
                <a:gd name="connsiteX1320" fmla="*/ 1083483 w 2676209"/>
                <a:gd name="connsiteY1320" fmla="*/ 1541768 h 2650669"/>
                <a:gd name="connsiteX1321" fmla="*/ 1078489 w 2676209"/>
                <a:gd name="connsiteY1321" fmla="*/ 1537369 h 2650669"/>
                <a:gd name="connsiteX1322" fmla="*/ 1076207 w 2676209"/>
                <a:gd name="connsiteY1322" fmla="*/ 1540181 h 2650669"/>
                <a:gd name="connsiteX1323" fmla="*/ 770547 w 2676209"/>
                <a:gd name="connsiteY1323" fmla="*/ 1470298 h 2650669"/>
                <a:gd name="connsiteX1324" fmla="*/ 770382 w 2676209"/>
                <a:gd name="connsiteY1324" fmla="*/ 1470496 h 2650669"/>
                <a:gd name="connsiteX1325" fmla="*/ 770977 w 2676209"/>
                <a:gd name="connsiteY1325" fmla="*/ 1470959 h 2650669"/>
                <a:gd name="connsiteX1326" fmla="*/ 770547 w 2676209"/>
                <a:gd name="connsiteY1326" fmla="*/ 1470298 h 2650669"/>
                <a:gd name="connsiteX1327" fmla="*/ 2380901 w 2676209"/>
                <a:gd name="connsiteY1327" fmla="*/ 1389897 h 2650669"/>
                <a:gd name="connsiteX1328" fmla="*/ 2382422 w 2676209"/>
                <a:gd name="connsiteY1328" fmla="*/ 1387814 h 2650669"/>
                <a:gd name="connsiteX1329" fmla="*/ 2377626 w 2676209"/>
                <a:gd name="connsiteY1329" fmla="*/ 1382985 h 2650669"/>
                <a:gd name="connsiteX1330" fmla="*/ 2375973 w 2676209"/>
                <a:gd name="connsiteY1330" fmla="*/ 1387285 h 2650669"/>
                <a:gd name="connsiteX1331" fmla="*/ 2380901 w 2676209"/>
                <a:gd name="connsiteY1331" fmla="*/ 1389897 h 2650669"/>
                <a:gd name="connsiteX1332" fmla="*/ 1409714 w 2676209"/>
                <a:gd name="connsiteY1332" fmla="*/ 1547225 h 2650669"/>
                <a:gd name="connsiteX1333" fmla="*/ 1404753 w 2676209"/>
                <a:gd name="connsiteY1333" fmla="*/ 1549772 h 2650669"/>
                <a:gd name="connsiteX1334" fmla="*/ 1406341 w 2676209"/>
                <a:gd name="connsiteY1334" fmla="*/ 1554071 h 2650669"/>
                <a:gd name="connsiteX1335" fmla="*/ 1411070 w 2676209"/>
                <a:gd name="connsiteY1335" fmla="*/ 1549176 h 2650669"/>
                <a:gd name="connsiteX1336" fmla="*/ 1409714 w 2676209"/>
                <a:gd name="connsiteY1336" fmla="*/ 1547225 h 2650669"/>
                <a:gd name="connsiteX1337" fmla="*/ 877174 w 2676209"/>
                <a:gd name="connsiteY1337" fmla="*/ 1453596 h 2650669"/>
                <a:gd name="connsiteX1338" fmla="*/ 878960 w 2676209"/>
                <a:gd name="connsiteY1338" fmla="*/ 1456605 h 2650669"/>
                <a:gd name="connsiteX1339" fmla="*/ 883359 w 2676209"/>
                <a:gd name="connsiteY1339" fmla="*/ 1451578 h 2650669"/>
                <a:gd name="connsiteX1340" fmla="*/ 880581 w 2676209"/>
                <a:gd name="connsiteY1340" fmla="*/ 1449329 h 2650669"/>
                <a:gd name="connsiteX1341" fmla="*/ 877174 w 2676209"/>
                <a:gd name="connsiteY1341" fmla="*/ 1453596 h 2650669"/>
                <a:gd name="connsiteX1342" fmla="*/ 993922 w 2676209"/>
                <a:gd name="connsiteY1342" fmla="*/ 1574973 h 2650669"/>
                <a:gd name="connsiteX1343" fmla="*/ 995443 w 2676209"/>
                <a:gd name="connsiteY1343" fmla="*/ 1572890 h 2650669"/>
                <a:gd name="connsiteX1344" fmla="*/ 990647 w 2676209"/>
                <a:gd name="connsiteY1344" fmla="*/ 1568094 h 2650669"/>
                <a:gd name="connsiteX1345" fmla="*/ 988994 w 2676209"/>
                <a:gd name="connsiteY1345" fmla="*/ 1572394 h 2650669"/>
                <a:gd name="connsiteX1346" fmla="*/ 993922 w 2676209"/>
                <a:gd name="connsiteY1346" fmla="*/ 1574973 h 2650669"/>
                <a:gd name="connsiteX1347" fmla="*/ 1182669 w 2676209"/>
                <a:gd name="connsiteY1347" fmla="*/ 1477177 h 2650669"/>
                <a:gd name="connsiteX1348" fmla="*/ 1183793 w 2676209"/>
                <a:gd name="connsiteY1348" fmla="*/ 1475457 h 2650669"/>
                <a:gd name="connsiteX1349" fmla="*/ 1179229 w 2676209"/>
                <a:gd name="connsiteY1349" fmla="*/ 1470364 h 2650669"/>
                <a:gd name="connsiteX1350" fmla="*/ 1177675 w 2676209"/>
                <a:gd name="connsiteY1350" fmla="*/ 1474696 h 2650669"/>
                <a:gd name="connsiteX1351" fmla="*/ 1182669 w 2676209"/>
                <a:gd name="connsiteY1351" fmla="*/ 1477177 h 2650669"/>
                <a:gd name="connsiteX1352" fmla="*/ 2106892 w 2676209"/>
                <a:gd name="connsiteY1352" fmla="*/ 440771 h 2650669"/>
                <a:gd name="connsiteX1353" fmla="*/ 2103287 w 2676209"/>
                <a:gd name="connsiteY1353" fmla="*/ 436670 h 2650669"/>
                <a:gd name="connsiteX1354" fmla="*/ 2100442 w 2676209"/>
                <a:gd name="connsiteY1354" fmla="*/ 437794 h 2650669"/>
                <a:gd name="connsiteX1355" fmla="*/ 2105238 w 2676209"/>
                <a:gd name="connsiteY1355" fmla="*/ 443483 h 2650669"/>
                <a:gd name="connsiteX1356" fmla="*/ 2106892 w 2676209"/>
                <a:gd name="connsiteY1356" fmla="*/ 440771 h 2650669"/>
                <a:gd name="connsiteX1357" fmla="*/ 1059968 w 2676209"/>
                <a:gd name="connsiteY1357" fmla="*/ 1837705 h 2650669"/>
                <a:gd name="connsiteX1358" fmla="*/ 1059373 w 2676209"/>
                <a:gd name="connsiteY1358" fmla="*/ 1838002 h 2650669"/>
                <a:gd name="connsiteX1359" fmla="*/ 1062250 w 2676209"/>
                <a:gd name="connsiteY1359" fmla="*/ 1839424 h 2650669"/>
                <a:gd name="connsiteX1360" fmla="*/ 1059968 w 2676209"/>
                <a:gd name="connsiteY1360" fmla="*/ 1837705 h 2650669"/>
                <a:gd name="connsiteX1361" fmla="*/ 965082 w 2676209"/>
                <a:gd name="connsiteY1361" fmla="*/ 1442351 h 2650669"/>
                <a:gd name="connsiteX1362" fmla="*/ 960981 w 2676209"/>
                <a:gd name="connsiteY1362" fmla="*/ 1445923 h 2650669"/>
                <a:gd name="connsiteX1363" fmla="*/ 962139 w 2676209"/>
                <a:gd name="connsiteY1363" fmla="*/ 1448800 h 2650669"/>
                <a:gd name="connsiteX1364" fmla="*/ 967794 w 2676209"/>
                <a:gd name="connsiteY1364" fmla="*/ 1443972 h 2650669"/>
                <a:gd name="connsiteX1365" fmla="*/ 965082 w 2676209"/>
                <a:gd name="connsiteY1365" fmla="*/ 1442351 h 2650669"/>
                <a:gd name="connsiteX1366" fmla="*/ 2323486 w 2676209"/>
                <a:gd name="connsiteY1366" fmla="*/ 1371674 h 2650669"/>
                <a:gd name="connsiteX1367" fmla="*/ 2321700 w 2676209"/>
                <a:gd name="connsiteY1367" fmla="*/ 1369028 h 2650669"/>
                <a:gd name="connsiteX1368" fmla="*/ 2317169 w 2676209"/>
                <a:gd name="connsiteY1368" fmla="*/ 1374948 h 2650669"/>
                <a:gd name="connsiteX1369" fmla="*/ 2320080 w 2676209"/>
                <a:gd name="connsiteY1369" fmla="*/ 1375974 h 2650669"/>
                <a:gd name="connsiteX1370" fmla="*/ 2323486 w 2676209"/>
                <a:gd name="connsiteY1370" fmla="*/ 1371674 h 2650669"/>
                <a:gd name="connsiteX1371" fmla="*/ 1644598 w 2676209"/>
                <a:gd name="connsiteY1371" fmla="*/ 1473010 h 2650669"/>
                <a:gd name="connsiteX1372" fmla="*/ 1645723 w 2676209"/>
                <a:gd name="connsiteY1372" fmla="*/ 1470165 h 2650669"/>
                <a:gd name="connsiteX1373" fmla="*/ 1641390 w 2676209"/>
                <a:gd name="connsiteY1373" fmla="*/ 1466891 h 2650669"/>
                <a:gd name="connsiteX1374" fmla="*/ 1638744 w 2676209"/>
                <a:gd name="connsiteY1374" fmla="*/ 1468512 h 2650669"/>
                <a:gd name="connsiteX1375" fmla="*/ 1644598 w 2676209"/>
                <a:gd name="connsiteY1375" fmla="*/ 1473010 h 2650669"/>
                <a:gd name="connsiteX1376" fmla="*/ 1769614 w 2676209"/>
                <a:gd name="connsiteY1376" fmla="*/ 1480682 h 2650669"/>
                <a:gd name="connsiteX1377" fmla="*/ 1770771 w 2676209"/>
                <a:gd name="connsiteY1377" fmla="*/ 1478897 h 2650669"/>
                <a:gd name="connsiteX1378" fmla="*/ 1766174 w 2676209"/>
                <a:gd name="connsiteY1378" fmla="*/ 1473869 h 2650669"/>
                <a:gd name="connsiteX1379" fmla="*/ 1764587 w 2676209"/>
                <a:gd name="connsiteY1379" fmla="*/ 1478202 h 2650669"/>
                <a:gd name="connsiteX1380" fmla="*/ 1769614 w 2676209"/>
                <a:gd name="connsiteY1380" fmla="*/ 1480682 h 2650669"/>
                <a:gd name="connsiteX1381" fmla="*/ 1476819 w 2676209"/>
                <a:gd name="connsiteY1381" fmla="*/ 1380273 h 2650669"/>
                <a:gd name="connsiteX1382" fmla="*/ 1474570 w 2676209"/>
                <a:gd name="connsiteY1382" fmla="*/ 1384738 h 2650669"/>
                <a:gd name="connsiteX1383" fmla="*/ 1475662 w 2676209"/>
                <a:gd name="connsiteY1383" fmla="*/ 1389236 h 2650669"/>
                <a:gd name="connsiteX1384" fmla="*/ 1478010 w 2676209"/>
                <a:gd name="connsiteY1384" fmla="*/ 1384804 h 2650669"/>
                <a:gd name="connsiteX1385" fmla="*/ 1476819 w 2676209"/>
                <a:gd name="connsiteY1385" fmla="*/ 1380273 h 2650669"/>
                <a:gd name="connsiteX1386" fmla="*/ 1167191 w 2676209"/>
                <a:gd name="connsiteY1386" fmla="*/ 1637878 h 2650669"/>
                <a:gd name="connsiteX1387" fmla="*/ 1170597 w 2676209"/>
                <a:gd name="connsiteY1387" fmla="*/ 1633612 h 2650669"/>
                <a:gd name="connsiteX1388" fmla="*/ 1168811 w 2676209"/>
                <a:gd name="connsiteY1388" fmla="*/ 1630933 h 2650669"/>
                <a:gd name="connsiteX1389" fmla="*/ 1164247 w 2676209"/>
                <a:gd name="connsiteY1389" fmla="*/ 1636886 h 2650669"/>
                <a:gd name="connsiteX1390" fmla="*/ 1167191 w 2676209"/>
                <a:gd name="connsiteY1390" fmla="*/ 1637878 h 2650669"/>
                <a:gd name="connsiteX1391" fmla="*/ 931149 w 2676209"/>
                <a:gd name="connsiteY1391" fmla="*/ 1641318 h 2650669"/>
                <a:gd name="connsiteX1392" fmla="*/ 932307 w 2676209"/>
                <a:gd name="connsiteY1392" fmla="*/ 1639532 h 2650669"/>
                <a:gd name="connsiteX1393" fmla="*/ 927677 w 2676209"/>
                <a:gd name="connsiteY1393" fmla="*/ 1634505 h 2650669"/>
                <a:gd name="connsiteX1394" fmla="*/ 926122 w 2676209"/>
                <a:gd name="connsiteY1394" fmla="*/ 1638837 h 2650669"/>
                <a:gd name="connsiteX1395" fmla="*/ 931149 w 2676209"/>
                <a:gd name="connsiteY1395" fmla="*/ 1641318 h 2650669"/>
                <a:gd name="connsiteX1396" fmla="*/ 1313836 w 2676209"/>
                <a:gd name="connsiteY1396" fmla="*/ 1637878 h 2650669"/>
                <a:gd name="connsiteX1397" fmla="*/ 1317970 w 2676209"/>
                <a:gd name="connsiteY1397" fmla="*/ 1641351 h 2650669"/>
                <a:gd name="connsiteX1398" fmla="*/ 1321013 w 2676209"/>
                <a:gd name="connsiteY1398" fmla="*/ 1639598 h 2650669"/>
                <a:gd name="connsiteX1399" fmla="*/ 1314994 w 2676209"/>
                <a:gd name="connsiteY1399" fmla="*/ 1635001 h 2650669"/>
                <a:gd name="connsiteX1400" fmla="*/ 1313836 w 2676209"/>
                <a:gd name="connsiteY1400" fmla="*/ 1637878 h 2650669"/>
                <a:gd name="connsiteX1401" fmla="*/ 1865823 w 2676209"/>
                <a:gd name="connsiteY1401" fmla="*/ 1414603 h 2650669"/>
                <a:gd name="connsiteX1402" fmla="*/ 1864732 w 2676209"/>
                <a:gd name="connsiteY1402" fmla="*/ 1411626 h 2650669"/>
                <a:gd name="connsiteX1403" fmla="*/ 1858812 w 2676209"/>
                <a:gd name="connsiteY1403" fmla="*/ 1416190 h 2650669"/>
                <a:gd name="connsiteX1404" fmla="*/ 1861457 w 2676209"/>
                <a:gd name="connsiteY1404" fmla="*/ 1417844 h 2650669"/>
                <a:gd name="connsiteX1405" fmla="*/ 1865823 w 2676209"/>
                <a:gd name="connsiteY1405" fmla="*/ 1414603 h 2650669"/>
                <a:gd name="connsiteX1406" fmla="*/ 2299111 w 2676209"/>
                <a:gd name="connsiteY1406" fmla="*/ 1413578 h 2650669"/>
                <a:gd name="connsiteX1407" fmla="*/ 2300732 w 2676209"/>
                <a:gd name="connsiteY1407" fmla="*/ 1417877 h 2650669"/>
                <a:gd name="connsiteX1408" fmla="*/ 2305428 w 2676209"/>
                <a:gd name="connsiteY1408" fmla="*/ 1412982 h 2650669"/>
                <a:gd name="connsiteX1409" fmla="*/ 2304105 w 2676209"/>
                <a:gd name="connsiteY1409" fmla="*/ 1411031 h 2650669"/>
                <a:gd name="connsiteX1410" fmla="*/ 2299111 w 2676209"/>
                <a:gd name="connsiteY1410" fmla="*/ 1413578 h 2650669"/>
                <a:gd name="connsiteX1411" fmla="*/ 1259497 w 2676209"/>
                <a:gd name="connsiteY1411" fmla="*/ 1452934 h 2650669"/>
                <a:gd name="connsiteX1412" fmla="*/ 1254536 w 2676209"/>
                <a:gd name="connsiteY1412" fmla="*/ 1455481 h 2650669"/>
                <a:gd name="connsiteX1413" fmla="*/ 1256124 w 2676209"/>
                <a:gd name="connsiteY1413" fmla="*/ 1459780 h 2650669"/>
                <a:gd name="connsiteX1414" fmla="*/ 1260820 w 2676209"/>
                <a:gd name="connsiteY1414" fmla="*/ 1454886 h 2650669"/>
                <a:gd name="connsiteX1415" fmla="*/ 1259497 w 2676209"/>
                <a:gd name="connsiteY1415" fmla="*/ 1452934 h 2650669"/>
                <a:gd name="connsiteX1416" fmla="*/ 2486966 w 2676209"/>
                <a:gd name="connsiteY1416" fmla="*/ 1413181 h 2650669"/>
                <a:gd name="connsiteX1417" fmla="*/ 2484154 w 2676209"/>
                <a:gd name="connsiteY1417" fmla="*/ 1410899 h 2650669"/>
                <a:gd name="connsiteX1418" fmla="*/ 2480748 w 2676209"/>
                <a:gd name="connsiteY1418" fmla="*/ 1415198 h 2650669"/>
                <a:gd name="connsiteX1419" fmla="*/ 2481310 w 2676209"/>
                <a:gd name="connsiteY1419" fmla="*/ 1416356 h 2650669"/>
                <a:gd name="connsiteX1420" fmla="*/ 2484650 w 2676209"/>
                <a:gd name="connsiteY1420" fmla="*/ 1416157 h 2650669"/>
                <a:gd name="connsiteX1421" fmla="*/ 2486966 w 2676209"/>
                <a:gd name="connsiteY1421" fmla="*/ 1413181 h 2650669"/>
                <a:gd name="connsiteX1422" fmla="*/ 1621249 w 2676209"/>
                <a:gd name="connsiteY1422" fmla="*/ 1407426 h 2650669"/>
                <a:gd name="connsiteX1423" fmla="*/ 1620058 w 2676209"/>
                <a:gd name="connsiteY1423" fmla="*/ 1404516 h 2650669"/>
                <a:gd name="connsiteX1424" fmla="*/ 1614370 w 2676209"/>
                <a:gd name="connsiteY1424" fmla="*/ 1409311 h 2650669"/>
                <a:gd name="connsiteX1425" fmla="*/ 1617082 w 2676209"/>
                <a:gd name="connsiteY1425" fmla="*/ 1410866 h 2650669"/>
                <a:gd name="connsiteX1426" fmla="*/ 1621249 w 2676209"/>
                <a:gd name="connsiteY1426" fmla="*/ 1407426 h 2650669"/>
                <a:gd name="connsiteX1427" fmla="*/ 943552 w 2676209"/>
                <a:gd name="connsiteY1427" fmla="*/ 1673531 h 2650669"/>
                <a:gd name="connsiteX1428" fmla="*/ 946297 w 2676209"/>
                <a:gd name="connsiteY1428" fmla="*/ 1675350 h 2650669"/>
                <a:gd name="connsiteX1429" fmla="*/ 953407 w 2676209"/>
                <a:gd name="connsiteY1429" fmla="*/ 1671976 h 2650669"/>
                <a:gd name="connsiteX1430" fmla="*/ 947024 w 2676209"/>
                <a:gd name="connsiteY1430" fmla="*/ 1669397 h 2650669"/>
                <a:gd name="connsiteX1431" fmla="*/ 943552 w 2676209"/>
                <a:gd name="connsiteY1431" fmla="*/ 1673531 h 2650669"/>
                <a:gd name="connsiteX1432" fmla="*/ 1174169 w 2676209"/>
                <a:gd name="connsiteY1432" fmla="*/ 1104544 h 2650669"/>
                <a:gd name="connsiteX1433" fmla="*/ 1179196 w 2676209"/>
                <a:gd name="connsiteY1433" fmla="*/ 1107025 h 2650669"/>
                <a:gd name="connsiteX1434" fmla="*/ 1180321 w 2676209"/>
                <a:gd name="connsiteY1434" fmla="*/ 1105272 h 2650669"/>
                <a:gd name="connsiteX1435" fmla="*/ 1175724 w 2676209"/>
                <a:gd name="connsiteY1435" fmla="*/ 1100212 h 2650669"/>
                <a:gd name="connsiteX1436" fmla="*/ 1174169 w 2676209"/>
                <a:gd name="connsiteY1436" fmla="*/ 1104544 h 2650669"/>
                <a:gd name="connsiteX1437" fmla="*/ 1675422 w 2676209"/>
                <a:gd name="connsiteY1437" fmla="*/ 1459780 h 2650669"/>
                <a:gd name="connsiteX1438" fmla="*/ 1677175 w 2676209"/>
                <a:gd name="connsiteY1438" fmla="*/ 1457101 h 2650669"/>
                <a:gd name="connsiteX1439" fmla="*/ 1673735 w 2676209"/>
                <a:gd name="connsiteY1439" fmla="*/ 1452868 h 2650669"/>
                <a:gd name="connsiteX1440" fmla="*/ 1670924 w 2676209"/>
                <a:gd name="connsiteY1440" fmla="*/ 1453926 h 2650669"/>
                <a:gd name="connsiteX1441" fmla="*/ 1675422 w 2676209"/>
                <a:gd name="connsiteY1441" fmla="*/ 1459780 h 2650669"/>
                <a:gd name="connsiteX1442" fmla="*/ 2661657 w 2676209"/>
                <a:gd name="connsiteY1442" fmla="*/ 1645981 h 2650669"/>
                <a:gd name="connsiteX1443" fmla="*/ 2658746 w 2676209"/>
                <a:gd name="connsiteY1443" fmla="*/ 1644956 h 2650669"/>
                <a:gd name="connsiteX1444" fmla="*/ 2655340 w 2676209"/>
                <a:gd name="connsiteY1444" fmla="*/ 1649222 h 2650669"/>
                <a:gd name="connsiteX1445" fmla="*/ 2657126 w 2676209"/>
                <a:gd name="connsiteY1445" fmla="*/ 1651901 h 2650669"/>
                <a:gd name="connsiteX1446" fmla="*/ 2661657 w 2676209"/>
                <a:gd name="connsiteY1446" fmla="*/ 1645981 h 2650669"/>
                <a:gd name="connsiteX1447" fmla="*/ 906642 w 2676209"/>
                <a:gd name="connsiteY1447" fmla="*/ 1578678 h 2650669"/>
                <a:gd name="connsiteX1448" fmla="*/ 901648 w 2676209"/>
                <a:gd name="connsiteY1448" fmla="*/ 1581191 h 2650669"/>
                <a:gd name="connsiteX1449" fmla="*/ 903269 w 2676209"/>
                <a:gd name="connsiteY1449" fmla="*/ 1585524 h 2650669"/>
                <a:gd name="connsiteX1450" fmla="*/ 907965 w 2676209"/>
                <a:gd name="connsiteY1450" fmla="*/ 1580596 h 2650669"/>
                <a:gd name="connsiteX1451" fmla="*/ 906642 w 2676209"/>
                <a:gd name="connsiteY1451" fmla="*/ 1578678 h 2650669"/>
                <a:gd name="connsiteX1452" fmla="*/ 1292967 w 2676209"/>
                <a:gd name="connsiteY1452" fmla="*/ 768325 h 2650669"/>
                <a:gd name="connsiteX1453" fmla="*/ 1296340 w 2676209"/>
                <a:gd name="connsiteY1453" fmla="*/ 764058 h 2650669"/>
                <a:gd name="connsiteX1454" fmla="*/ 1294588 w 2676209"/>
                <a:gd name="connsiteY1454" fmla="*/ 761380 h 2650669"/>
                <a:gd name="connsiteX1455" fmla="*/ 1290024 w 2676209"/>
                <a:gd name="connsiteY1455" fmla="*/ 767333 h 2650669"/>
                <a:gd name="connsiteX1456" fmla="*/ 1292967 w 2676209"/>
                <a:gd name="connsiteY1456" fmla="*/ 768325 h 2650669"/>
                <a:gd name="connsiteX1457" fmla="*/ 1027325 w 2676209"/>
                <a:gd name="connsiteY1457" fmla="*/ 1589691 h 2650669"/>
                <a:gd name="connsiteX1458" fmla="*/ 1023753 w 2676209"/>
                <a:gd name="connsiteY1458" fmla="*/ 1585590 h 2650669"/>
                <a:gd name="connsiteX1459" fmla="*/ 1020876 w 2676209"/>
                <a:gd name="connsiteY1459" fmla="*/ 1586747 h 2650669"/>
                <a:gd name="connsiteX1460" fmla="*/ 1025705 w 2676209"/>
                <a:gd name="connsiteY1460" fmla="*/ 1592403 h 2650669"/>
                <a:gd name="connsiteX1461" fmla="*/ 1027325 w 2676209"/>
                <a:gd name="connsiteY1461" fmla="*/ 1589691 h 2650669"/>
                <a:gd name="connsiteX1462" fmla="*/ 1407399 w 2676209"/>
                <a:gd name="connsiteY1462" fmla="*/ 1435373 h 2650669"/>
                <a:gd name="connsiteX1463" fmla="*/ 1404687 w 2676209"/>
                <a:gd name="connsiteY1463" fmla="*/ 1437059 h 2650669"/>
                <a:gd name="connsiteX1464" fmla="*/ 1410508 w 2676209"/>
                <a:gd name="connsiteY1464" fmla="*/ 1441623 h 2650669"/>
                <a:gd name="connsiteX1465" fmla="*/ 1411566 w 2676209"/>
                <a:gd name="connsiteY1465" fmla="*/ 1438845 h 2650669"/>
                <a:gd name="connsiteX1466" fmla="*/ 1407399 w 2676209"/>
                <a:gd name="connsiteY1466" fmla="*/ 1435373 h 2650669"/>
                <a:gd name="connsiteX1467" fmla="*/ 1806325 w 2676209"/>
                <a:gd name="connsiteY1467" fmla="*/ 600811 h 2650669"/>
                <a:gd name="connsiteX1468" fmla="*/ 1803481 w 2676209"/>
                <a:gd name="connsiteY1468" fmla="*/ 601935 h 2650669"/>
                <a:gd name="connsiteX1469" fmla="*/ 1808276 w 2676209"/>
                <a:gd name="connsiteY1469" fmla="*/ 607624 h 2650669"/>
                <a:gd name="connsiteX1470" fmla="*/ 1809930 w 2676209"/>
                <a:gd name="connsiteY1470" fmla="*/ 604879 h 2650669"/>
                <a:gd name="connsiteX1471" fmla="*/ 1806325 w 2676209"/>
                <a:gd name="connsiteY1471" fmla="*/ 600811 h 2650669"/>
                <a:gd name="connsiteX1472" fmla="*/ 1708660 w 2676209"/>
                <a:gd name="connsiteY1472" fmla="*/ 1019150 h 2650669"/>
                <a:gd name="connsiteX1473" fmla="*/ 1712100 w 2676209"/>
                <a:gd name="connsiteY1473" fmla="*/ 1023350 h 2650669"/>
                <a:gd name="connsiteX1474" fmla="*/ 1715010 w 2676209"/>
                <a:gd name="connsiteY1474" fmla="*/ 1022126 h 2650669"/>
                <a:gd name="connsiteX1475" fmla="*/ 1710182 w 2676209"/>
                <a:gd name="connsiteY1475" fmla="*/ 1016471 h 2650669"/>
                <a:gd name="connsiteX1476" fmla="*/ 1708660 w 2676209"/>
                <a:gd name="connsiteY1476" fmla="*/ 1019150 h 2650669"/>
                <a:gd name="connsiteX1477" fmla="*/ 1749373 w 2676209"/>
                <a:gd name="connsiteY1477" fmla="*/ 722221 h 2650669"/>
                <a:gd name="connsiteX1478" fmla="*/ 1750465 w 2676209"/>
                <a:gd name="connsiteY1478" fmla="*/ 719476 h 2650669"/>
                <a:gd name="connsiteX1479" fmla="*/ 1746264 w 2676209"/>
                <a:gd name="connsiteY1479" fmla="*/ 715970 h 2650669"/>
                <a:gd name="connsiteX1480" fmla="*/ 1743585 w 2676209"/>
                <a:gd name="connsiteY1480" fmla="*/ 717690 h 2650669"/>
                <a:gd name="connsiteX1481" fmla="*/ 1749373 w 2676209"/>
                <a:gd name="connsiteY1481" fmla="*/ 722221 h 2650669"/>
                <a:gd name="connsiteX1482" fmla="*/ 1069295 w 2676209"/>
                <a:gd name="connsiteY1482" fmla="*/ 1610031 h 2650669"/>
                <a:gd name="connsiteX1483" fmla="*/ 1065822 w 2676209"/>
                <a:gd name="connsiteY1483" fmla="*/ 1614165 h 2650669"/>
                <a:gd name="connsiteX1484" fmla="*/ 1068567 w 2676209"/>
                <a:gd name="connsiteY1484" fmla="*/ 1615984 h 2650669"/>
                <a:gd name="connsiteX1485" fmla="*/ 1075711 w 2676209"/>
                <a:gd name="connsiteY1485" fmla="*/ 1612610 h 2650669"/>
                <a:gd name="connsiteX1486" fmla="*/ 1069295 w 2676209"/>
                <a:gd name="connsiteY1486" fmla="*/ 1610031 h 2650669"/>
                <a:gd name="connsiteX1487" fmla="*/ 1988127 w 2676209"/>
                <a:gd name="connsiteY1487" fmla="*/ 494183 h 2650669"/>
                <a:gd name="connsiteX1488" fmla="*/ 1993947 w 2676209"/>
                <a:gd name="connsiteY1488" fmla="*/ 498714 h 2650669"/>
                <a:gd name="connsiteX1489" fmla="*/ 1995006 w 2676209"/>
                <a:gd name="connsiteY1489" fmla="*/ 495969 h 2650669"/>
                <a:gd name="connsiteX1490" fmla="*/ 1990839 w 2676209"/>
                <a:gd name="connsiteY1490" fmla="*/ 492464 h 2650669"/>
                <a:gd name="connsiteX1491" fmla="*/ 1988127 w 2676209"/>
                <a:gd name="connsiteY1491" fmla="*/ 494183 h 2650669"/>
                <a:gd name="connsiteX1492" fmla="*/ 1559998 w 2676209"/>
                <a:gd name="connsiteY1492" fmla="*/ 1522586 h 2650669"/>
                <a:gd name="connsiteX1493" fmla="*/ 1561155 w 2676209"/>
                <a:gd name="connsiteY1493" fmla="*/ 1520800 h 2650669"/>
                <a:gd name="connsiteX1494" fmla="*/ 1556558 w 2676209"/>
                <a:gd name="connsiteY1494" fmla="*/ 1515773 h 2650669"/>
                <a:gd name="connsiteX1495" fmla="*/ 1554971 w 2676209"/>
                <a:gd name="connsiteY1495" fmla="*/ 1520105 h 2650669"/>
                <a:gd name="connsiteX1496" fmla="*/ 1559998 w 2676209"/>
                <a:gd name="connsiteY1496" fmla="*/ 1522586 h 2650669"/>
                <a:gd name="connsiteX1497" fmla="*/ 847177 w 2676209"/>
                <a:gd name="connsiteY1497" fmla="*/ 1753071 h 2650669"/>
                <a:gd name="connsiteX1498" fmla="*/ 848698 w 2676209"/>
                <a:gd name="connsiteY1498" fmla="*/ 1750987 h 2650669"/>
                <a:gd name="connsiteX1499" fmla="*/ 843903 w 2676209"/>
                <a:gd name="connsiteY1499" fmla="*/ 1746192 h 2650669"/>
                <a:gd name="connsiteX1500" fmla="*/ 842249 w 2676209"/>
                <a:gd name="connsiteY1500" fmla="*/ 1750491 h 2650669"/>
                <a:gd name="connsiteX1501" fmla="*/ 847177 w 2676209"/>
                <a:gd name="connsiteY1501" fmla="*/ 1753071 h 2650669"/>
                <a:gd name="connsiteX1502" fmla="*/ 1377501 w 2676209"/>
                <a:gd name="connsiteY1502" fmla="*/ 1603085 h 2650669"/>
                <a:gd name="connsiteX1503" fmla="*/ 1373136 w 2676209"/>
                <a:gd name="connsiteY1503" fmla="*/ 1606426 h 2650669"/>
                <a:gd name="connsiteX1504" fmla="*/ 1375385 w 2676209"/>
                <a:gd name="connsiteY1504" fmla="*/ 1609303 h 2650669"/>
                <a:gd name="connsiteX1505" fmla="*/ 1380313 w 2676209"/>
                <a:gd name="connsiteY1505" fmla="*/ 1604838 h 2650669"/>
                <a:gd name="connsiteX1506" fmla="*/ 1377501 w 2676209"/>
                <a:gd name="connsiteY1506" fmla="*/ 1603085 h 2650669"/>
                <a:gd name="connsiteX1507" fmla="*/ 1684120 w 2676209"/>
                <a:gd name="connsiteY1507" fmla="*/ 1487760 h 2650669"/>
                <a:gd name="connsiteX1508" fmla="*/ 1691099 w 2676209"/>
                <a:gd name="connsiteY1508" fmla="*/ 1494738 h 2650669"/>
                <a:gd name="connsiteX1509" fmla="*/ 1684120 w 2676209"/>
                <a:gd name="connsiteY1509" fmla="*/ 1487760 h 2650669"/>
                <a:gd name="connsiteX1510" fmla="*/ 1761643 w 2676209"/>
                <a:gd name="connsiteY1510" fmla="*/ 1281650 h 2650669"/>
                <a:gd name="connsiteX1511" fmla="*/ 1764719 w 2676209"/>
                <a:gd name="connsiteY1511" fmla="*/ 1279897 h 2650669"/>
                <a:gd name="connsiteX1512" fmla="*/ 1758667 w 2676209"/>
                <a:gd name="connsiteY1512" fmla="*/ 1275300 h 2650669"/>
                <a:gd name="connsiteX1513" fmla="*/ 1757542 w 2676209"/>
                <a:gd name="connsiteY1513" fmla="*/ 1278177 h 2650669"/>
                <a:gd name="connsiteX1514" fmla="*/ 1761643 w 2676209"/>
                <a:gd name="connsiteY1514" fmla="*/ 1281650 h 2650669"/>
                <a:gd name="connsiteX1515" fmla="*/ 1863508 w 2676209"/>
                <a:gd name="connsiteY1515" fmla="*/ 1278938 h 2650669"/>
                <a:gd name="connsiteX1516" fmla="*/ 1862350 w 2676209"/>
                <a:gd name="connsiteY1516" fmla="*/ 1283369 h 2650669"/>
                <a:gd name="connsiteX1517" fmla="*/ 1864566 w 2676209"/>
                <a:gd name="connsiteY1517" fmla="*/ 1288000 h 2650669"/>
                <a:gd name="connsiteX1518" fmla="*/ 1865856 w 2676209"/>
                <a:gd name="connsiteY1518" fmla="*/ 1283138 h 2650669"/>
                <a:gd name="connsiteX1519" fmla="*/ 1863508 w 2676209"/>
                <a:gd name="connsiteY1519" fmla="*/ 1278938 h 2650669"/>
                <a:gd name="connsiteX1520" fmla="*/ 988895 w 2676209"/>
                <a:gd name="connsiteY1520" fmla="*/ 230658 h 2650669"/>
                <a:gd name="connsiteX1521" fmla="*/ 987770 w 2676209"/>
                <a:gd name="connsiteY1521" fmla="*/ 227847 h 2650669"/>
                <a:gd name="connsiteX1522" fmla="*/ 981949 w 2676209"/>
                <a:gd name="connsiteY1522" fmla="*/ 232378 h 2650669"/>
                <a:gd name="connsiteX1523" fmla="*/ 984628 w 2676209"/>
                <a:gd name="connsiteY1523" fmla="*/ 233999 h 2650669"/>
                <a:gd name="connsiteX1524" fmla="*/ 988895 w 2676209"/>
                <a:gd name="connsiteY1524" fmla="*/ 230658 h 2650669"/>
                <a:gd name="connsiteX1525" fmla="*/ 1324254 w 2676209"/>
                <a:gd name="connsiteY1525" fmla="*/ 869726 h 2650669"/>
                <a:gd name="connsiteX1526" fmla="*/ 1323196 w 2676209"/>
                <a:gd name="connsiteY1526" fmla="*/ 866948 h 2650669"/>
                <a:gd name="connsiteX1527" fmla="*/ 1317342 w 2676209"/>
                <a:gd name="connsiteY1527" fmla="*/ 871413 h 2650669"/>
                <a:gd name="connsiteX1528" fmla="*/ 1320219 w 2676209"/>
                <a:gd name="connsiteY1528" fmla="*/ 873298 h 2650669"/>
                <a:gd name="connsiteX1529" fmla="*/ 1324254 w 2676209"/>
                <a:gd name="connsiteY1529" fmla="*/ 869726 h 2650669"/>
                <a:gd name="connsiteX1530" fmla="*/ 576575 w 2676209"/>
                <a:gd name="connsiteY1530" fmla="*/ 2189733 h 2650669"/>
                <a:gd name="connsiteX1531" fmla="*/ 573697 w 2676209"/>
                <a:gd name="connsiteY1531" fmla="*/ 2190890 h 2650669"/>
                <a:gd name="connsiteX1532" fmla="*/ 578493 w 2676209"/>
                <a:gd name="connsiteY1532" fmla="*/ 2196546 h 2650669"/>
                <a:gd name="connsiteX1533" fmla="*/ 580146 w 2676209"/>
                <a:gd name="connsiteY1533" fmla="*/ 2193834 h 2650669"/>
                <a:gd name="connsiteX1534" fmla="*/ 576575 w 2676209"/>
                <a:gd name="connsiteY1534" fmla="*/ 2189733 h 2650669"/>
                <a:gd name="connsiteX1535" fmla="*/ 1392318 w 2676209"/>
                <a:gd name="connsiteY1535" fmla="*/ 2336147 h 2650669"/>
                <a:gd name="connsiteX1536" fmla="*/ 1387721 w 2676209"/>
                <a:gd name="connsiteY1536" fmla="*/ 2342166 h 2650669"/>
                <a:gd name="connsiteX1537" fmla="*/ 1390598 w 2676209"/>
                <a:gd name="connsiteY1537" fmla="*/ 2343290 h 2650669"/>
                <a:gd name="connsiteX1538" fmla="*/ 1394071 w 2676209"/>
                <a:gd name="connsiteY1538" fmla="*/ 2339189 h 2650669"/>
                <a:gd name="connsiteX1539" fmla="*/ 1392318 w 2676209"/>
                <a:gd name="connsiteY1539" fmla="*/ 2336147 h 2650669"/>
                <a:gd name="connsiteX1540" fmla="*/ 915671 w 2676209"/>
                <a:gd name="connsiteY1540" fmla="*/ 1201382 h 2650669"/>
                <a:gd name="connsiteX1541" fmla="*/ 912728 w 2676209"/>
                <a:gd name="connsiteY1541" fmla="*/ 1202473 h 2650669"/>
                <a:gd name="connsiteX1542" fmla="*/ 917259 w 2676209"/>
                <a:gd name="connsiteY1542" fmla="*/ 1208393 h 2650669"/>
                <a:gd name="connsiteX1543" fmla="*/ 918945 w 2676209"/>
                <a:gd name="connsiteY1543" fmla="*/ 1205747 h 2650669"/>
                <a:gd name="connsiteX1544" fmla="*/ 915671 w 2676209"/>
                <a:gd name="connsiteY1544" fmla="*/ 1201382 h 2650669"/>
                <a:gd name="connsiteX1545" fmla="*/ 428143 w 2676209"/>
                <a:gd name="connsiteY1545" fmla="*/ 1239812 h 2650669"/>
                <a:gd name="connsiteX1546" fmla="*/ 429797 w 2676209"/>
                <a:gd name="connsiteY1546" fmla="*/ 1236637 h 2650669"/>
                <a:gd name="connsiteX1547" fmla="*/ 429896 w 2676209"/>
                <a:gd name="connsiteY1547" fmla="*/ 1234719 h 2650669"/>
                <a:gd name="connsiteX1548" fmla="*/ 426490 w 2676209"/>
                <a:gd name="connsiteY1548" fmla="*/ 1233760 h 2650669"/>
                <a:gd name="connsiteX1549" fmla="*/ 428143 w 2676209"/>
                <a:gd name="connsiteY1549" fmla="*/ 1239812 h 2650669"/>
                <a:gd name="connsiteX1550" fmla="*/ 1594824 w 2676209"/>
                <a:gd name="connsiteY1550" fmla="*/ 1278144 h 2650669"/>
                <a:gd name="connsiteX1551" fmla="*/ 1596345 w 2676209"/>
                <a:gd name="connsiteY1551" fmla="*/ 1276060 h 2650669"/>
                <a:gd name="connsiteX1552" fmla="*/ 1591549 w 2676209"/>
                <a:gd name="connsiteY1552" fmla="*/ 1271265 h 2650669"/>
                <a:gd name="connsiteX1553" fmla="*/ 1589896 w 2676209"/>
                <a:gd name="connsiteY1553" fmla="*/ 1275564 h 2650669"/>
                <a:gd name="connsiteX1554" fmla="*/ 1594824 w 2676209"/>
                <a:gd name="connsiteY1554" fmla="*/ 1278144 h 2650669"/>
                <a:gd name="connsiteX1555" fmla="*/ 279580 w 2676209"/>
                <a:gd name="connsiteY1555" fmla="*/ 1232040 h 2650669"/>
                <a:gd name="connsiteX1556" fmla="*/ 277959 w 2676209"/>
                <a:gd name="connsiteY1556" fmla="*/ 1229361 h 2650669"/>
                <a:gd name="connsiteX1557" fmla="*/ 273494 w 2676209"/>
                <a:gd name="connsiteY1557" fmla="*/ 1235248 h 2650669"/>
                <a:gd name="connsiteX1558" fmla="*/ 276305 w 2676209"/>
                <a:gd name="connsiteY1558" fmla="*/ 1236340 h 2650669"/>
                <a:gd name="connsiteX1559" fmla="*/ 279580 w 2676209"/>
                <a:gd name="connsiteY1559" fmla="*/ 1232040 h 2650669"/>
                <a:gd name="connsiteX1560" fmla="*/ 2276853 w 2676209"/>
                <a:gd name="connsiteY1560" fmla="*/ 1306719 h 2650669"/>
                <a:gd name="connsiteX1561" fmla="*/ 2271198 w 2676209"/>
                <a:gd name="connsiteY1561" fmla="*/ 1311548 h 2650669"/>
                <a:gd name="connsiteX1562" fmla="*/ 2273877 w 2676209"/>
                <a:gd name="connsiteY1562" fmla="*/ 1313102 h 2650669"/>
                <a:gd name="connsiteX1563" fmla="*/ 2278077 w 2676209"/>
                <a:gd name="connsiteY1563" fmla="*/ 1309629 h 2650669"/>
                <a:gd name="connsiteX1564" fmla="*/ 2276853 w 2676209"/>
                <a:gd name="connsiteY1564" fmla="*/ 1306719 h 2650669"/>
                <a:gd name="connsiteX1565" fmla="*/ 1949795 w 2676209"/>
                <a:gd name="connsiteY1565" fmla="*/ 230559 h 2650669"/>
                <a:gd name="connsiteX1566" fmla="*/ 1946852 w 2676209"/>
                <a:gd name="connsiteY1566" fmla="*/ 231651 h 2650669"/>
                <a:gd name="connsiteX1567" fmla="*/ 1951383 w 2676209"/>
                <a:gd name="connsiteY1567" fmla="*/ 237571 h 2650669"/>
                <a:gd name="connsiteX1568" fmla="*/ 1953069 w 2676209"/>
                <a:gd name="connsiteY1568" fmla="*/ 234925 h 2650669"/>
                <a:gd name="connsiteX1569" fmla="*/ 1949795 w 2676209"/>
                <a:gd name="connsiteY1569" fmla="*/ 230559 h 2650669"/>
                <a:gd name="connsiteX1570" fmla="*/ 1269155 w 2676209"/>
                <a:gd name="connsiteY1570" fmla="*/ 240977 h 2650669"/>
                <a:gd name="connsiteX1571" fmla="*/ 1272131 w 2676209"/>
                <a:gd name="connsiteY1571" fmla="*/ 239191 h 2650669"/>
                <a:gd name="connsiteX1572" fmla="*/ 1267137 w 2676209"/>
                <a:gd name="connsiteY1572" fmla="*/ 234793 h 2650669"/>
                <a:gd name="connsiteX1573" fmla="*/ 1264855 w 2676209"/>
                <a:gd name="connsiteY1573" fmla="*/ 237604 h 2650669"/>
                <a:gd name="connsiteX1574" fmla="*/ 1269155 w 2676209"/>
                <a:gd name="connsiteY1574" fmla="*/ 240977 h 2650669"/>
                <a:gd name="connsiteX1575" fmla="*/ 1577559 w 2676209"/>
                <a:gd name="connsiteY1575" fmla="*/ 1246791 h 2650669"/>
                <a:gd name="connsiteX1576" fmla="*/ 1575939 w 2676209"/>
                <a:gd name="connsiteY1576" fmla="*/ 1251090 h 2650669"/>
                <a:gd name="connsiteX1577" fmla="*/ 1580867 w 2676209"/>
                <a:gd name="connsiteY1577" fmla="*/ 1253703 h 2650669"/>
                <a:gd name="connsiteX1578" fmla="*/ 1582388 w 2676209"/>
                <a:gd name="connsiteY1578" fmla="*/ 1251619 h 2650669"/>
                <a:gd name="connsiteX1579" fmla="*/ 1577559 w 2676209"/>
                <a:gd name="connsiteY1579" fmla="*/ 1246791 h 2650669"/>
                <a:gd name="connsiteX1580" fmla="*/ 1432502 w 2676209"/>
                <a:gd name="connsiteY1580" fmla="*/ 2573147 h 2650669"/>
                <a:gd name="connsiteX1581" fmla="*/ 1430749 w 2676209"/>
                <a:gd name="connsiteY1581" fmla="*/ 2570104 h 2650669"/>
                <a:gd name="connsiteX1582" fmla="*/ 1426152 w 2676209"/>
                <a:gd name="connsiteY1582" fmla="*/ 2576124 h 2650669"/>
                <a:gd name="connsiteX1583" fmla="*/ 1429029 w 2676209"/>
                <a:gd name="connsiteY1583" fmla="*/ 2577281 h 2650669"/>
                <a:gd name="connsiteX1584" fmla="*/ 1432502 w 2676209"/>
                <a:gd name="connsiteY1584" fmla="*/ 2573147 h 2650669"/>
                <a:gd name="connsiteX1585" fmla="*/ 1179858 w 2676209"/>
                <a:gd name="connsiteY1585" fmla="*/ 1062277 h 2650669"/>
                <a:gd name="connsiteX1586" fmla="*/ 1174169 w 2676209"/>
                <a:gd name="connsiteY1586" fmla="*/ 1067106 h 2650669"/>
                <a:gd name="connsiteX1587" fmla="*/ 1176881 w 2676209"/>
                <a:gd name="connsiteY1587" fmla="*/ 1068627 h 2650669"/>
                <a:gd name="connsiteX1588" fmla="*/ 1181048 w 2676209"/>
                <a:gd name="connsiteY1588" fmla="*/ 1065187 h 2650669"/>
                <a:gd name="connsiteX1589" fmla="*/ 1179858 w 2676209"/>
                <a:gd name="connsiteY1589" fmla="*/ 1062277 h 2650669"/>
                <a:gd name="connsiteX1590" fmla="*/ 1093041 w 2676209"/>
                <a:gd name="connsiteY1590" fmla="*/ 1238820 h 2650669"/>
                <a:gd name="connsiteX1591" fmla="*/ 1100152 w 2676209"/>
                <a:gd name="connsiteY1591" fmla="*/ 1235480 h 2650669"/>
                <a:gd name="connsiteX1592" fmla="*/ 1093769 w 2676209"/>
                <a:gd name="connsiteY1592" fmla="*/ 1232867 h 2650669"/>
                <a:gd name="connsiteX1593" fmla="*/ 1090296 w 2676209"/>
                <a:gd name="connsiteY1593" fmla="*/ 1237001 h 2650669"/>
                <a:gd name="connsiteX1594" fmla="*/ 1093041 w 2676209"/>
                <a:gd name="connsiteY1594" fmla="*/ 1238820 h 2650669"/>
                <a:gd name="connsiteX1595" fmla="*/ 1121682 w 2676209"/>
                <a:gd name="connsiteY1595" fmla="*/ 1238986 h 2650669"/>
                <a:gd name="connsiteX1596" fmla="*/ 1119896 w 2676209"/>
                <a:gd name="connsiteY1596" fmla="*/ 1236340 h 2650669"/>
                <a:gd name="connsiteX1597" fmla="*/ 1115365 w 2676209"/>
                <a:gd name="connsiteY1597" fmla="*/ 1242260 h 2650669"/>
                <a:gd name="connsiteX1598" fmla="*/ 1118276 w 2676209"/>
                <a:gd name="connsiteY1598" fmla="*/ 1243285 h 2650669"/>
                <a:gd name="connsiteX1599" fmla="*/ 1121682 w 2676209"/>
                <a:gd name="connsiteY1599" fmla="*/ 1238986 h 2650669"/>
                <a:gd name="connsiteX1600" fmla="*/ 1974170 w 2676209"/>
                <a:gd name="connsiteY1600" fmla="*/ 171888 h 2650669"/>
                <a:gd name="connsiteX1601" fmla="*/ 1976948 w 2676209"/>
                <a:gd name="connsiteY1601" fmla="*/ 173707 h 2650669"/>
                <a:gd name="connsiteX1602" fmla="*/ 1984059 w 2676209"/>
                <a:gd name="connsiteY1602" fmla="*/ 170367 h 2650669"/>
                <a:gd name="connsiteX1603" fmla="*/ 1977643 w 2676209"/>
                <a:gd name="connsiteY1603" fmla="*/ 167754 h 2650669"/>
                <a:gd name="connsiteX1604" fmla="*/ 1974170 w 2676209"/>
                <a:gd name="connsiteY1604" fmla="*/ 171888 h 2650669"/>
                <a:gd name="connsiteX1605" fmla="*/ 1337152 w 2676209"/>
                <a:gd name="connsiteY1605" fmla="*/ 2237788 h 2650669"/>
                <a:gd name="connsiteX1606" fmla="*/ 1338277 w 2676209"/>
                <a:gd name="connsiteY1606" fmla="*/ 2234977 h 2650669"/>
                <a:gd name="connsiteX1607" fmla="*/ 1333944 w 2676209"/>
                <a:gd name="connsiteY1607" fmla="*/ 2231669 h 2650669"/>
                <a:gd name="connsiteX1608" fmla="*/ 1331299 w 2676209"/>
                <a:gd name="connsiteY1608" fmla="*/ 2233323 h 2650669"/>
                <a:gd name="connsiteX1609" fmla="*/ 1337152 w 2676209"/>
                <a:gd name="connsiteY1609" fmla="*/ 2237788 h 2650669"/>
                <a:gd name="connsiteX1610" fmla="*/ 522368 w 2676209"/>
                <a:gd name="connsiteY1610" fmla="*/ 2238482 h 2650669"/>
                <a:gd name="connsiteX1611" fmla="*/ 523559 w 2676209"/>
                <a:gd name="connsiteY1611" fmla="*/ 2236696 h 2650669"/>
                <a:gd name="connsiteX1612" fmla="*/ 518928 w 2676209"/>
                <a:gd name="connsiteY1612" fmla="*/ 2231669 h 2650669"/>
                <a:gd name="connsiteX1613" fmla="*/ 517374 w 2676209"/>
                <a:gd name="connsiteY1613" fmla="*/ 2236002 h 2650669"/>
                <a:gd name="connsiteX1614" fmla="*/ 522368 w 2676209"/>
                <a:gd name="connsiteY1614" fmla="*/ 2238482 h 2650669"/>
                <a:gd name="connsiteX1615" fmla="*/ 1051799 w 2676209"/>
                <a:gd name="connsiteY1615" fmla="*/ 1253968 h 2650669"/>
                <a:gd name="connsiteX1616" fmla="*/ 1050708 w 2676209"/>
                <a:gd name="connsiteY1616" fmla="*/ 1250991 h 2650669"/>
                <a:gd name="connsiteX1617" fmla="*/ 1044788 w 2676209"/>
                <a:gd name="connsiteY1617" fmla="*/ 1255522 h 2650669"/>
                <a:gd name="connsiteX1618" fmla="*/ 1047434 w 2676209"/>
                <a:gd name="connsiteY1618" fmla="*/ 1257209 h 2650669"/>
                <a:gd name="connsiteX1619" fmla="*/ 1051799 w 2676209"/>
                <a:gd name="connsiteY1619" fmla="*/ 1253968 h 2650669"/>
                <a:gd name="connsiteX1620" fmla="*/ 1125155 w 2676209"/>
                <a:gd name="connsiteY1620" fmla="*/ 865328 h 2650669"/>
                <a:gd name="connsiteX1621" fmla="*/ 1125122 w 2676209"/>
                <a:gd name="connsiteY1621" fmla="*/ 862814 h 2650669"/>
                <a:gd name="connsiteX1622" fmla="*/ 1119003 w 2676209"/>
                <a:gd name="connsiteY1622" fmla="*/ 867312 h 2650669"/>
                <a:gd name="connsiteX1623" fmla="*/ 1121319 w 2676209"/>
                <a:gd name="connsiteY1623" fmla="*/ 869627 h 2650669"/>
                <a:gd name="connsiteX1624" fmla="*/ 1125155 w 2676209"/>
                <a:gd name="connsiteY1624" fmla="*/ 865328 h 2650669"/>
                <a:gd name="connsiteX1625" fmla="*/ 985389 w 2676209"/>
                <a:gd name="connsiteY1625" fmla="*/ 1353980 h 2650669"/>
                <a:gd name="connsiteX1626" fmla="*/ 982181 w 2676209"/>
                <a:gd name="connsiteY1626" fmla="*/ 1351599 h 2650669"/>
                <a:gd name="connsiteX1627" fmla="*/ 978741 w 2676209"/>
                <a:gd name="connsiteY1627" fmla="*/ 1356725 h 2650669"/>
                <a:gd name="connsiteX1628" fmla="*/ 982412 w 2676209"/>
                <a:gd name="connsiteY1628" fmla="*/ 1358577 h 2650669"/>
                <a:gd name="connsiteX1629" fmla="*/ 985389 w 2676209"/>
                <a:gd name="connsiteY1629" fmla="*/ 1353980 h 2650669"/>
                <a:gd name="connsiteX1630" fmla="*/ 1514688 w 2676209"/>
                <a:gd name="connsiteY1630" fmla="*/ 1351566 h 2650669"/>
                <a:gd name="connsiteX1631" fmla="*/ 1510124 w 2676209"/>
                <a:gd name="connsiteY1631" fmla="*/ 1357486 h 2650669"/>
                <a:gd name="connsiteX1632" fmla="*/ 1513067 w 2676209"/>
                <a:gd name="connsiteY1632" fmla="*/ 1358511 h 2650669"/>
                <a:gd name="connsiteX1633" fmla="*/ 1516474 w 2676209"/>
                <a:gd name="connsiteY1633" fmla="*/ 1354212 h 2650669"/>
                <a:gd name="connsiteX1634" fmla="*/ 1514688 w 2676209"/>
                <a:gd name="connsiteY1634" fmla="*/ 1351566 h 2650669"/>
                <a:gd name="connsiteX1635" fmla="*/ 1611658 w 2676209"/>
                <a:gd name="connsiteY1635" fmla="*/ 1225790 h 2650669"/>
                <a:gd name="connsiteX1636" fmla="*/ 1617743 w 2676209"/>
                <a:gd name="connsiteY1636" fmla="*/ 1224103 h 2650669"/>
                <a:gd name="connsiteX1637" fmla="*/ 1614337 w 2676209"/>
                <a:gd name="connsiteY1637" fmla="*/ 1222350 h 2650669"/>
                <a:gd name="connsiteX1638" fmla="*/ 1607259 w 2676209"/>
                <a:gd name="connsiteY1638" fmla="*/ 1224103 h 2650669"/>
                <a:gd name="connsiteX1639" fmla="*/ 1611658 w 2676209"/>
                <a:gd name="connsiteY1639" fmla="*/ 1225790 h 2650669"/>
                <a:gd name="connsiteX1640" fmla="*/ 1450030 w 2676209"/>
                <a:gd name="connsiteY1640" fmla="*/ 904552 h 2650669"/>
                <a:gd name="connsiteX1641" fmla="*/ 1446624 w 2676209"/>
                <a:gd name="connsiteY1641" fmla="*/ 908819 h 2650669"/>
                <a:gd name="connsiteX1642" fmla="*/ 1448443 w 2676209"/>
                <a:gd name="connsiteY1642" fmla="*/ 911828 h 2650669"/>
                <a:gd name="connsiteX1643" fmla="*/ 1452841 w 2676209"/>
                <a:gd name="connsiteY1643" fmla="*/ 906834 h 2650669"/>
                <a:gd name="connsiteX1644" fmla="*/ 1450030 w 2676209"/>
                <a:gd name="connsiteY1644" fmla="*/ 904552 h 2650669"/>
                <a:gd name="connsiteX1645" fmla="*/ 1052626 w 2676209"/>
                <a:gd name="connsiteY1645" fmla="*/ 1080335 h 2650669"/>
                <a:gd name="connsiteX1646" fmla="*/ 1054941 w 2676209"/>
                <a:gd name="connsiteY1646" fmla="*/ 1082683 h 2650669"/>
                <a:gd name="connsiteX1647" fmla="*/ 1058745 w 2676209"/>
                <a:gd name="connsiteY1647" fmla="*/ 1078350 h 2650669"/>
                <a:gd name="connsiteX1648" fmla="*/ 1058745 w 2676209"/>
                <a:gd name="connsiteY1648" fmla="*/ 1075837 h 2650669"/>
                <a:gd name="connsiteX1649" fmla="*/ 1052626 w 2676209"/>
                <a:gd name="connsiteY1649" fmla="*/ 1080335 h 2650669"/>
                <a:gd name="connsiteX1650" fmla="*/ 1125089 w 2676209"/>
                <a:gd name="connsiteY1650" fmla="*/ 398239 h 2650669"/>
                <a:gd name="connsiteX1651" fmla="*/ 1122212 w 2676209"/>
                <a:gd name="connsiteY1651" fmla="*/ 399396 h 2650669"/>
                <a:gd name="connsiteX1652" fmla="*/ 1127007 w 2676209"/>
                <a:gd name="connsiteY1652" fmla="*/ 405052 h 2650669"/>
                <a:gd name="connsiteX1653" fmla="*/ 1128661 w 2676209"/>
                <a:gd name="connsiteY1653" fmla="*/ 402340 h 2650669"/>
                <a:gd name="connsiteX1654" fmla="*/ 1125089 w 2676209"/>
                <a:gd name="connsiteY1654" fmla="*/ 398239 h 2650669"/>
                <a:gd name="connsiteX1655" fmla="*/ 1195104 w 2676209"/>
                <a:gd name="connsiteY1655" fmla="*/ 941032 h 2650669"/>
                <a:gd name="connsiteX1656" fmla="*/ 1197188 w 2676209"/>
                <a:gd name="connsiteY1656" fmla="*/ 942553 h 2650669"/>
                <a:gd name="connsiteX1657" fmla="*/ 1202016 w 2676209"/>
                <a:gd name="connsiteY1657" fmla="*/ 937757 h 2650669"/>
                <a:gd name="connsiteX1658" fmla="*/ 1197717 w 2676209"/>
                <a:gd name="connsiteY1658" fmla="*/ 936104 h 2650669"/>
                <a:gd name="connsiteX1659" fmla="*/ 1195104 w 2676209"/>
                <a:gd name="connsiteY1659" fmla="*/ 941032 h 2650669"/>
                <a:gd name="connsiteX1660" fmla="*/ 2174426 w 2676209"/>
                <a:gd name="connsiteY1660" fmla="*/ 377800 h 2650669"/>
                <a:gd name="connsiteX1661" fmla="*/ 2173269 w 2676209"/>
                <a:gd name="connsiteY1661" fmla="*/ 380677 h 2650669"/>
                <a:gd name="connsiteX1662" fmla="*/ 2173302 w 2676209"/>
                <a:gd name="connsiteY1662" fmla="*/ 380975 h 2650669"/>
                <a:gd name="connsiteX1663" fmla="*/ 2175319 w 2676209"/>
                <a:gd name="connsiteY1663" fmla="*/ 378494 h 2650669"/>
                <a:gd name="connsiteX1664" fmla="*/ 2174426 w 2676209"/>
                <a:gd name="connsiteY1664" fmla="*/ 377800 h 2650669"/>
                <a:gd name="connsiteX1665" fmla="*/ 1457108 w 2676209"/>
                <a:gd name="connsiteY1665" fmla="*/ 1904115 h 2650669"/>
                <a:gd name="connsiteX1666" fmla="*/ 1457505 w 2676209"/>
                <a:gd name="connsiteY1666" fmla="*/ 1904975 h 2650669"/>
                <a:gd name="connsiteX1667" fmla="*/ 1458001 w 2676209"/>
                <a:gd name="connsiteY1667" fmla="*/ 1900609 h 2650669"/>
                <a:gd name="connsiteX1668" fmla="*/ 1457108 w 2676209"/>
                <a:gd name="connsiteY1668" fmla="*/ 1904115 h 2650669"/>
                <a:gd name="connsiteX1669" fmla="*/ 726064 w 2676209"/>
                <a:gd name="connsiteY1669" fmla="*/ 1899915 h 2650669"/>
                <a:gd name="connsiteX1670" fmla="*/ 723385 w 2676209"/>
                <a:gd name="connsiteY1670" fmla="*/ 1901568 h 2650669"/>
                <a:gd name="connsiteX1671" fmla="*/ 729272 w 2676209"/>
                <a:gd name="connsiteY1671" fmla="*/ 1906033 h 2650669"/>
                <a:gd name="connsiteX1672" fmla="*/ 730397 w 2676209"/>
                <a:gd name="connsiteY1672" fmla="*/ 1903189 h 2650669"/>
                <a:gd name="connsiteX1673" fmla="*/ 726064 w 2676209"/>
                <a:gd name="connsiteY1673" fmla="*/ 1899915 h 2650669"/>
                <a:gd name="connsiteX1674" fmla="*/ 1358121 w 2676209"/>
                <a:gd name="connsiteY1674" fmla="*/ 90099 h 2650669"/>
                <a:gd name="connsiteX1675" fmla="*/ 1359344 w 2676209"/>
                <a:gd name="connsiteY1675" fmla="*/ 87023 h 2650669"/>
                <a:gd name="connsiteX1676" fmla="*/ 1354913 w 2676209"/>
                <a:gd name="connsiteY1676" fmla="*/ 83980 h 2650669"/>
                <a:gd name="connsiteX1677" fmla="*/ 1352267 w 2676209"/>
                <a:gd name="connsiteY1677" fmla="*/ 85634 h 2650669"/>
                <a:gd name="connsiteX1678" fmla="*/ 1358121 w 2676209"/>
                <a:gd name="connsiteY1678" fmla="*/ 90099 h 2650669"/>
                <a:gd name="connsiteX1679" fmla="*/ 1195005 w 2676209"/>
                <a:gd name="connsiteY1679" fmla="*/ 858052 h 2650669"/>
                <a:gd name="connsiteX1680" fmla="*/ 1193153 w 2676209"/>
                <a:gd name="connsiteY1680" fmla="*/ 855803 h 2650669"/>
                <a:gd name="connsiteX1681" fmla="*/ 1188027 w 2676209"/>
                <a:gd name="connsiteY1681" fmla="*/ 860797 h 2650669"/>
                <a:gd name="connsiteX1682" fmla="*/ 1192095 w 2676209"/>
                <a:gd name="connsiteY1682" fmla="*/ 862550 h 2650669"/>
                <a:gd name="connsiteX1683" fmla="*/ 1195005 w 2676209"/>
                <a:gd name="connsiteY1683" fmla="*/ 858052 h 2650669"/>
                <a:gd name="connsiteX1684" fmla="*/ 1152242 w 2676209"/>
                <a:gd name="connsiteY1684" fmla="*/ 1899749 h 2650669"/>
                <a:gd name="connsiteX1685" fmla="*/ 1156607 w 2676209"/>
                <a:gd name="connsiteY1685" fmla="*/ 1896508 h 2650669"/>
                <a:gd name="connsiteX1686" fmla="*/ 1155516 w 2676209"/>
                <a:gd name="connsiteY1686" fmla="*/ 1893532 h 2650669"/>
                <a:gd name="connsiteX1687" fmla="*/ 1149596 w 2676209"/>
                <a:gd name="connsiteY1687" fmla="*/ 1898096 h 2650669"/>
                <a:gd name="connsiteX1688" fmla="*/ 1152242 w 2676209"/>
                <a:gd name="connsiteY1688" fmla="*/ 1899749 h 2650669"/>
                <a:gd name="connsiteX1689" fmla="*/ 1705089 w 2676209"/>
                <a:gd name="connsiteY1689" fmla="*/ 1329539 h 2650669"/>
                <a:gd name="connsiteX1690" fmla="*/ 1701881 w 2676209"/>
                <a:gd name="connsiteY1690" fmla="*/ 1327158 h 2650669"/>
                <a:gd name="connsiteX1691" fmla="*/ 1698441 w 2676209"/>
                <a:gd name="connsiteY1691" fmla="*/ 1332284 h 2650669"/>
                <a:gd name="connsiteX1692" fmla="*/ 1702112 w 2676209"/>
                <a:gd name="connsiteY1692" fmla="*/ 1334136 h 2650669"/>
                <a:gd name="connsiteX1693" fmla="*/ 1705089 w 2676209"/>
                <a:gd name="connsiteY1693" fmla="*/ 1329539 h 2650669"/>
                <a:gd name="connsiteX1694" fmla="*/ 2319914 w 2676209"/>
                <a:gd name="connsiteY1694" fmla="*/ 1330697 h 2650669"/>
                <a:gd name="connsiteX1695" fmla="*/ 2315813 w 2676209"/>
                <a:gd name="connsiteY1695" fmla="*/ 1327224 h 2650669"/>
                <a:gd name="connsiteX1696" fmla="*/ 2313994 w 2676209"/>
                <a:gd name="connsiteY1696" fmla="*/ 1329969 h 2650669"/>
                <a:gd name="connsiteX1697" fmla="*/ 2317335 w 2676209"/>
                <a:gd name="connsiteY1697" fmla="*/ 1337080 h 2650669"/>
                <a:gd name="connsiteX1698" fmla="*/ 2319914 w 2676209"/>
                <a:gd name="connsiteY1698" fmla="*/ 1330697 h 2650669"/>
                <a:gd name="connsiteX1699" fmla="*/ 1365331 w 2676209"/>
                <a:gd name="connsiteY1699" fmla="*/ 897508 h 2650669"/>
                <a:gd name="connsiteX1700" fmla="*/ 1369729 w 2676209"/>
                <a:gd name="connsiteY1700" fmla="*/ 894267 h 2650669"/>
                <a:gd name="connsiteX1701" fmla="*/ 1368638 w 2676209"/>
                <a:gd name="connsiteY1701" fmla="*/ 891290 h 2650669"/>
                <a:gd name="connsiteX1702" fmla="*/ 1362718 w 2676209"/>
                <a:gd name="connsiteY1702" fmla="*/ 895854 h 2650669"/>
                <a:gd name="connsiteX1703" fmla="*/ 1365331 w 2676209"/>
                <a:gd name="connsiteY1703" fmla="*/ 897508 h 2650669"/>
                <a:gd name="connsiteX1704" fmla="*/ 2356460 w 2676209"/>
                <a:gd name="connsiteY1704" fmla="*/ 1334004 h 2650669"/>
                <a:gd name="connsiteX1705" fmla="*/ 2357981 w 2676209"/>
                <a:gd name="connsiteY1705" fmla="*/ 1331920 h 2650669"/>
                <a:gd name="connsiteX1706" fmla="*/ 2353152 w 2676209"/>
                <a:gd name="connsiteY1706" fmla="*/ 1327125 h 2650669"/>
                <a:gd name="connsiteX1707" fmla="*/ 2351532 w 2676209"/>
                <a:gd name="connsiteY1707" fmla="*/ 1331424 h 2650669"/>
                <a:gd name="connsiteX1708" fmla="*/ 2356460 w 2676209"/>
                <a:gd name="connsiteY1708" fmla="*/ 1334004 h 2650669"/>
                <a:gd name="connsiteX1709" fmla="*/ 673776 w 2676209"/>
                <a:gd name="connsiteY1709" fmla="*/ 1335393 h 2650669"/>
                <a:gd name="connsiteX1710" fmla="*/ 669278 w 2676209"/>
                <a:gd name="connsiteY1710" fmla="*/ 1330498 h 2650669"/>
                <a:gd name="connsiteX1711" fmla="*/ 667558 w 2676209"/>
                <a:gd name="connsiteY1711" fmla="*/ 1333310 h 2650669"/>
                <a:gd name="connsiteX1712" fmla="*/ 670898 w 2676209"/>
                <a:gd name="connsiteY1712" fmla="*/ 1337642 h 2650669"/>
                <a:gd name="connsiteX1713" fmla="*/ 673776 w 2676209"/>
                <a:gd name="connsiteY1713" fmla="*/ 1335393 h 2650669"/>
                <a:gd name="connsiteX1714" fmla="*/ 1058778 w 2676209"/>
                <a:gd name="connsiteY1714" fmla="*/ 303187 h 2650669"/>
                <a:gd name="connsiteX1715" fmla="*/ 1057091 w 2676209"/>
                <a:gd name="connsiteY1715" fmla="*/ 300508 h 2650669"/>
                <a:gd name="connsiteX1716" fmla="*/ 1052527 w 2676209"/>
                <a:gd name="connsiteY1716" fmla="*/ 306296 h 2650669"/>
                <a:gd name="connsiteX1717" fmla="*/ 1055305 w 2676209"/>
                <a:gd name="connsiteY1717" fmla="*/ 307388 h 2650669"/>
                <a:gd name="connsiteX1718" fmla="*/ 1058778 w 2676209"/>
                <a:gd name="connsiteY1718" fmla="*/ 303187 h 2650669"/>
                <a:gd name="connsiteX1719" fmla="*/ 1515614 w 2676209"/>
                <a:gd name="connsiteY1719" fmla="*/ 2465660 h 2650669"/>
                <a:gd name="connsiteX1720" fmla="*/ 1513828 w 2676209"/>
                <a:gd name="connsiteY1720" fmla="*/ 2466619 h 2650669"/>
                <a:gd name="connsiteX1721" fmla="*/ 1519087 w 2676209"/>
                <a:gd name="connsiteY1721" fmla="*/ 2471514 h 2650669"/>
                <a:gd name="connsiteX1722" fmla="*/ 1519946 w 2676209"/>
                <a:gd name="connsiteY1722" fmla="*/ 2468934 h 2650669"/>
                <a:gd name="connsiteX1723" fmla="*/ 1515614 w 2676209"/>
                <a:gd name="connsiteY1723" fmla="*/ 2465660 h 2650669"/>
                <a:gd name="connsiteX1724" fmla="*/ 1468320 w 2676209"/>
                <a:gd name="connsiteY1724" fmla="*/ 2635589 h 2650669"/>
                <a:gd name="connsiteX1725" fmla="*/ 1471131 w 2676209"/>
                <a:gd name="connsiteY1725" fmla="*/ 2636713 h 2650669"/>
                <a:gd name="connsiteX1726" fmla="*/ 1474438 w 2676209"/>
                <a:gd name="connsiteY1726" fmla="*/ 2632381 h 2650669"/>
                <a:gd name="connsiteX1727" fmla="*/ 1472784 w 2676209"/>
                <a:gd name="connsiteY1727" fmla="*/ 2629735 h 2650669"/>
                <a:gd name="connsiteX1728" fmla="*/ 1468320 w 2676209"/>
                <a:gd name="connsiteY1728" fmla="*/ 2635589 h 2650669"/>
                <a:gd name="connsiteX1729" fmla="*/ 1692918 w 2676209"/>
                <a:gd name="connsiteY1729" fmla="*/ 1072166 h 2650669"/>
                <a:gd name="connsiteX1730" fmla="*/ 1688387 w 2676209"/>
                <a:gd name="connsiteY1730" fmla="*/ 1073356 h 2650669"/>
                <a:gd name="connsiteX1731" fmla="*/ 1692852 w 2676209"/>
                <a:gd name="connsiteY1731" fmla="*/ 1075605 h 2650669"/>
                <a:gd name="connsiteX1732" fmla="*/ 1697316 w 2676209"/>
                <a:gd name="connsiteY1732" fmla="*/ 1074514 h 2650669"/>
                <a:gd name="connsiteX1733" fmla="*/ 1692918 w 2676209"/>
                <a:gd name="connsiteY1733" fmla="*/ 1072166 h 2650669"/>
                <a:gd name="connsiteX1734" fmla="*/ 1720831 w 2676209"/>
                <a:gd name="connsiteY1734" fmla="*/ 1341049 h 2650669"/>
                <a:gd name="connsiteX1735" fmla="*/ 1722584 w 2676209"/>
                <a:gd name="connsiteY1735" fmla="*/ 1338370 h 2650669"/>
                <a:gd name="connsiteX1736" fmla="*/ 1719145 w 2676209"/>
                <a:gd name="connsiteY1736" fmla="*/ 1334136 h 2650669"/>
                <a:gd name="connsiteX1737" fmla="*/ 1716366 w 2676209"/>
                <a:gd name="connsiteY1737" fmla="*/ 1335195 h 2650669"/>
                <a:gd name="connsiteX1738" fmla="*/ 1720831 w 2676209"/>
                <a:gd name="connsiteY1738" fmla="*/ 1341049 h 2650669"/>
                <a:gd name="connsiteX1739" fmla="*/ 706584 w 2676209"/>
                <a:gd name="connsiteY1739" fmla="*/ 2001052 h 2650669"/>
                <a:gd name="connsiteX1740" fmla="*/ 709627 w 2676209"/>
                <a:gd name="connsiteY1740" fmla="*/ 1999299 h 2650669"/>
                <a:gd name="connsiteX1741" fmla="*/ 703608 w 2676209"/>
                <a:gd name="connsiteY1741" fmla="*/ 1994702 h 2650669"/>
                <a:gd name="connsiteX1742" fmla="*/ 702450 w 2676209"/>
                <a:gd name="connsiteY1742" fmla="*/ 1997546 h 2650669"/>
                <a:gd name="connsiteX1743" fmla="*/ 706584 w 2676209"/>
                <a:gd name="connsiteY1743" fmla="*/ 2001052 h 2650669"/>
                <a:gd name="connsiteX1744" fmla="*/ 872908 w 2676209"/>
                <a:gd name="connsiteY1744" fmla="*/ 1217654 h 2650669"/>
                <a:gd name="connsiteX1745" fmla="*/ 870064 w 2676209"/>
                <a:gd name="connsiteY1745" fmla="*/ 1215405 h 2650669"/>
                <a:gd name="connsiteX1746" fmla="*/ 867285 w 2676209"/>
                <a:gd name="connsiteY1746" fmla="*/ 1216595 h 2650669"/>
                <a:gd name="connsiteX1747" fmla="*/ 870163 w 2676209"/>
                <a:gd name="connsiteY1747" fmla="*/ 1218877 h 2650669"/>
                <a:gd name="connsiteX1748" fmla="*/ 872908 w 2676209"/>
                <a:gd name="connsiteY1748" fmla="*/ 1217654 h 2650669"/>
                <a:gd name="connsiteX1749" fmla="*/ 1478638 w 2676209"/>
                <a:gd name="connsiteY1749" fmla="*/ 1447080 h 2650669"/>
                <a:gd name="connsiteX1750" fmla="*/ 1479862 w 2676209"/>
                <a:gd name="connsiteY1750" fmla="*/ 1449230 h 2650669"/>
                <a:gd name="connsiteX1751" fmla="*/ 1484492 w 2676209"/>
                <a:gd name="connsiteY1751" fmla="*/ 1448040 h 2650669"/>
                <a:gd name="connsiteX1752" fmla="*/ 1483103 w 2676209"/>
                <a:gd name="connsiteY1752" fmla="*/ 1445989 h 2650669"/>
                <a:gd name="connsiteX1753" fmla="*/ 1478638 w 2676209"/>
                <a:gd name="connsiteY1753" fmla="*/ 1447080 h 2650669"/>
                <a:gd name="connsiteX1754" fmla="*/ 1267534 w 2676209"/>
                <a:gd name="connsiteY1754" fmla="*/ 1183853 h 2650669"/>
                <a:gd name="connsiteX1755" fmla="*/ 1272363 w 2676209"/>
                <a:gd name="connsiteY1755" fmla="*/ 1182530 h 2650669"/>
                <a:gd name="connsiteX1756" fmla="*/ 1269254 w 2676209"/>
                <a:gd name="connsiteY1756" fmla="*/ 1180579 h 2650669"/>
                <a:gd name="connsiteX1757" fmla="*/ 1264888 w 2676209"/>
                <a:gd name="connsiteY1757" fmla="*/ 1182199 h 2650669"/>
                <a:gd name="connsiteX1758" fmla="*/ 1267534 w 2676209"/>
                <a:gd name="connsiteY1758" fmla="*/ 1183853 h 2650669"/>
                <a:gd name="connsiteX1759" fmla="*/ 945205 w 2676209"/>
                <a:gd name="connsiteY1759" fmla="*/ 1159511 h 2650669"/>
                <a:gd name="connsiteX1760" fmla="*/ 943585 w 2676209"/>
                <a:gd name="connsiteY1760" fmla="*/ 1162157 h 2650669"/>
                <a:gd name="connsiteX1761" fmla="*/ 945205 w 2676209"/>
                <a:gd name="connsiteY1761" fmla="*/ 1166490 h 2650669"/>
                <a:gd name="connsiteX1762" fmla="*/ 946793 w 2676209"/>
                <a:gd name="connsiteY1762" fmla="*/ 1164075 h 2650669"/>
                <a:gd name="connsiteX1763" fmla="*/ 945205 w 2676209"/>
                <a:gd name="connsiteY1763" fmla="*/ 1159511 h 2650669"/>
                <a:gd name="connsiteX1764" fmla="*/ 1586258 w 2676209"/>
                <a:gd name="connsiteY1764" fmla="*/ 1463352 h 2650669"/>
                <a:gd name="connsiteX1765" fmla="*/ 1583480 w 2676209"/>
                <a:gd name="connsiteY1765" fmla="*/ 1464543 h 2650669"/>
                <a:gd name="connsiteX1766" fmla="*/ 1586357 w 2676209"/>
                <a:gd name="connsiteY1766" fmla="*/ 1466825 h 2650669"/>
                <a:gd name="connsiteX1767" fmla="*/ 1589102 w 2676209"/>
                <a:gd name="connsiteY1767" fmla="*/ 1465601 h 2650669"/>
                <a:gd name="connsiteX1768" fmla="*/ 1586258 w 2676209"/>
                <a:gd name="connsiteY1768" fmla="*/ 1463352 h 2650669"/>
                <a:gd name="connsiteX1769" fmla="*/ 1787076 w 2676209"/>
                <a:gd name="connsiteY1769" fmla="*/ 1169863 h 2650669"/>
                <a:gd name="connsiteX1770" fmla="*/ 1788432 w 2676209"/>
                <a:gd name="connsiteY1770" fmla="*/ 1167780 h 2650669"/>
                <a:gd name="connsiteX1771" fmla="*/ 1783835 w 2676209"/>
                <a:gd name="connsiteY1771" fmla="*/ 1166589 h 2650669"/>
                <a:gd name="connsiteX1772" fmla="*/ 1782612 w 2676209"/>
                <a:gd name="connsiteY1772" fmla="*/ 1168739 h 2650669"/>
                <a:gd name="connsiteX1773" fmla="*/ 1787076 w 2676209"/>
                <a:gd name="connsiteY1773" fmla="*/ 1169863 h 2650669"/>
                <a:gd name="connsiteX1774" fmla="*/ 1652701 w 2676209"/>
                <a:gd name="connsiteY1774" fmla="*/ 993618 h 2650669"/>
                <a:gd name="connsiteX1775" fmla="*/ 1650055 w 2676209"/>
                <a:gd name="connsiteY1775" fmla="*/ 991997 h 2650669"/>
                <a:gd name="connsiteX1776" fmla="*/ 1645690 w 2676209"/>
                <a:gd name="connsiteY1776" fmla="*/ 993618 h 2650669"/>
                <a:gd name="connsiteX1777" fmla="*/ 1648104 w 2676209"/>
                <a:gd name="connsiteY1777" fmla="*/ 995205 h 2650669"/>
                <a:gd name="connsiteX1778" fmla="*/ 1652701 w 2676209"/>
                <a:gd name="connsiteY1778" fmla="*/ 993618 h 2650669"/>
                <a:gd name="connsiteX1779" fmla="*/ 1635900 w 2676209"/>
                <a:gd name="connsiteY1779" fmla="*/ 994147 h 2650669"/>
                <a:gd name="connsiteX1780" fmla="*/ 1638645 w 2676209"/>
                <a:gd name="connsiteY1780" fmla="*/ 995337 h 2650669"/>
                <a:gd name="connsiteX1781" fmla="*/ 1641522 w 2676209"/>
                <a:gd name="connsiteY1781" fmla="*/ 993088 h 2650669"/>
                <a:gd name="connsiteX1782" fmla="*/ 1638777 w 2676209"/>
                <a:gd name="connsiteY1782" fmla="*/ 991865 h 2650669"/>
                <a:gd name="connsiteX1783" fmla="*/ 1635900 w 2676209"/>
                <a:gd name="connsiteY1783" fmla="*/ 994147 h 2650669"/>
                <a:gd name="connsiteX1784" fmla="*/ 1227152 w 2676209"/>
                <a:gd name="connsiteY1784" fmla="*/ 1164208 h 2650669"/>
                <a:gd name="connsiteX1785" fmla="*/ 1230029 w 2676209"/>
                <a:gd name="connsiteY1785" fmla="*/ 1166490 h 2650669"/>
                <a:gd name="connsiteX1786" fmla="*/ 1232774 w 2676209"/>
                <a:gd name="connsiteY1786" fmla="*/ 1165266 h 2650669"/>
                <a:gd name="connsiteX1787" fmla="*/ 1229897 w 2676209"/>
                <a:gd name="connsiteY1787" fmla="*/ 1163050 h 2650669"/>
                <a:gd name="connsiteX1788" fmla="*/ 1227152 w 2676209"/>
                <a:gd name="connsiteY1788" fmla="*/ 1164208 h 2650669"/>
                <a:gd name="connsiteX1789" fmla="*/ 739095 w 2676209"/>
                <a:gd name="connsiteY1789" fmla="*/ 1215372 h 2650669"/>
                <a:gd name="connsiteX1790" fmla="*/ 737474 w 2676209"/>
                <a:gd name="connsiteY1790" fmla="*/ 1219737 h 2650669"/>
                <a:gd name="connsiteX1791" fmla="*/ 739095 w 2676209"/>
                <a:gd name="connsiteY1791" fmla="*/ 1222350 h 2650669"/>
                <a:gd name="connsiteX1792" fmla="*/ 741112 w 2676209"/>
                <a:gd name="connsiteY1792" fmla="*/ 1218447 h 2650669"/>
                <a:gd name="connsiteX1793" fmla="*/ 739095 w 2676209"/>
                <a:gd name="connsiteY1793" fmla="*/ 1215372 h 2650669"/>
                <a:gd name="connsiteX1794" fmla="*/ 237709 w 2676209"/>
                <a:gd name="connsiteY1794" fmla="*/ 1211932 h 2650669"/>
                <a:gd name="connsiteX1795" fmla="*/ 235328 w 2676209"/>
                <a:gd name="connsiteY1795" fmla="*/ 1212693 h 2650669"/>
                <a:gd name="connsiteX1796" fmla="*/ 234931 w 2676209"/>
                <a:gd name="connsiteY1796" fmla="*/ 1213189 h 2650669"/>
                <a:gd name="connsiteX1797" fmla="*/ 237809 w 2676209"/>
                <a:gd name="connsiteY1797" fmla="*/ 1215372 h 2650669"/>
                <a:gd name="connsiteX1798" fmla="*/ 240554 w 2676209"/>
                <a:gd name="connsiteY1798" fmla="*/ 1214181 h 2650669"/>
                <a:gd name="connsiteX1799" fmla="*/ 237709 w 2676209"/>
                <a:gd name="connsiteY1799" fmla="*/ 1211932 h 2650669"/>
                <a:gd name="connsiteX1800" fmla="*/ 1613576 w 2676209"/>
                <a:gd name="connsiteY1800" fmla="*/ 1209617 h 2650669"/>
                <a:gd name="connsiteX1801" fmla="*/ 1610831 w 2676209"/>
                <a:gd name="connsiteY1801" fmla="*/ 1208393 h 2650669"/>
                <a:gd name="connsiteX1802" fmla="*/ 1607953 w 2676209"/>
                <a:gd name="connsiteY1802" fmla="*/ 1210675 h 2650669"/>
                <a:gd name="connsiteX1803" fmla="*/ 1610699 w 2676209"/>
                <a:gd name="connsiteY1803" fmla="*/ 1211833 h 2650669"/>
                <a:gd name="connsiteX1804" fmla="*/ 1613576 w 2676209"/>
                <a:gd name="connsiteY1804" fmla="*/ 1209617 h 2650669"/>
                <a:gd name="connsiteX1805" fmla="*/ 1799313 w 2676209"/>
                <a:gd name="connsiteY1805" fmla="*/ 1154385 h 2650669"/>
                <a:gd name="connsiteX1806" fmla="*/ 1797164 w 2676209"/>
                <a:gd name="connsiteY1806" fmla="*/ 1153161 h 2650669"/>
                <a:gd name="connsiteX1807" fmla="*/ 1796039 w 2676209"/>
                <a:gd name="connsiteY1807" fmla="*/ 1157626 h 2650669"/>
                <a:gd name="connsiteX1808" fmla="*/ 1798123 w 2676209"/>
                <a:gd name="connsiteY1808" fmla="*/ 1158982 h 2650669"/>
                <a:gd name="connsiteX1809" fmla="*/ 1799313 w 2676209"/>
                <a:gd name="connsiteY1809" fmla="*/ 1154385 h 2650669"/>
                <a:gd name="connsiteX1810" fmla="*/ 1424167 w 2676209"/>
                <a:gd name="connsiteY1810" fmla="*/ 1155543 h 2650669"/>
                <a:gd name="connsiteX1811" fmla="*/ 1422216 w 2676209"/>
                <a:gd name="connsiteY1811" fmla="*/ 1158651 h 2650669"/>
                <a:gd name="connsiteX1812" fmla="*/ 1423837 w 2676209"/>
                <a:gd name="connsiteY1812" fmla="*/ 1162984 h 2650669"/>
                <a:gd name="connsiteX1813" fmla="*/ 1425490 w 2676209"/>
                <a:gd name="connsiteY1813" fmla="*/ 1160338 h 2650669"/>
                <a:gd name="connsiteX1814" fmla="*/ 1424167 w 2676209"/>
                <a:gd name="connsiteY1814" fmla="*/ 1155543 h 2650669"/>
                <a:gd name="connsiteX1815" fmla="*/ 1152572 w 2676209"/>
                <a:gd name="connsiteY1815" fmla="*/ 1202705 h 2650669"/>
                <a:gd name="connsiteX1816" fmla="*/ 1147975 w 2676209"/>
                <a:gd name="connsiteY1816" fmla="*/ 1201514 h 2650669"/>
                <a:gd name="connsiteX1817" fmla="*/ 1146752 w 2676209"/>
                <a:gd name="connsiteY1817" fmla="*/ 1203664 h 2650669"/>
                <a:gd name="connsiteX1818" fmla="*/ 1151216 w 2676209"/>
                <a:gd name="connsiteY1818" fmla="*/ 1204788 h 2650669"/>
                <a:gd name="connsiteX1819" fmla="*/ 1152572 w 2676209"/>
                <a:gd name="connsiteY1819" fmla="*/ 1202705 h 2650669"/>
                <a:gd name="connsiteX1820" fmla="*/ 1138417 w 2676209"/>
                <a:gd name="connsiteY1820" fmla="*/ 1200191 h 2650669"/>
                <a:gd name="connsiteX1821" fmla="*/ 1135573 w 2676209"/>
                <a:gd name="connsiteY1821" fmla="*/ 1197975 h 2650669"/>
                <a:gd name="connsiteX1822" fmla="*/ 1132828 w 2676209"/>
                <a:gd name="connsiteY1822" fmla="*/ 1199133 h 2650669"/>
                <a:gd name="connsiteX1823" fmla="*/ 1135672 w 2676209"/>
                <a:gd name="connsiteY1823" fmla="*/ 1201415 h 2650669"/>
                <a:gd name="connsiteX1824" fmla="*/ 1138417 w 2676209"/>
                <a:gd name="connsiteY1824" fmla="*/ 1200191 h 2650669"/>
                <a:gd name="connsiteX1825" fmla="*/ 788142 w 2676209"/>
                <a:gd name="connsiteY1825" fmla="*/ 1194304 h 2650669"/>
                <a:gd name="connsiteX1826" fmla="*/ 792739 w 2676209"/>
                <a:gd name="connsiteY1826" fmla="*/ 1193113 h 2650669"/>
                <a:gd name="connsiteX1827" fmla="*/ 791482 w 2676209"/>
                <a:gd name="connsiteY1827" fmla="*/ 1191129 h 2650669"/>
                <a:gd name="connsiteX1828" fmla="*/ 786951 w 2676209"/>
                <a:gd name="connsiteY1828" fmla="*/ 1192684 h 2650669"/>
                <a:gd name="connsiteX1829" fmla="*/ 788142 w 2676209"/>
                <a:gd name="connsiteY1829" fmla="*/ 1194304 h 2650669"/>
                <a:gd name="connsiteX1830" fmla="*/ 1871148 w 2676209"/>
                <a:gd name="connsiteY1830" fmla="*/ 1452967 h 2650669"/>
                <a:gd name="connsiteX1831" fmla="*/ 1869924 w 2676209"/>
                <a:gd name="connsiteY1831" fmla="*/ 1455117 h 2650669"/>
                <a:gd name="connsiteX1832" fmla="*/ 1874389 w 2676209"/>
                <a:gd name="connsiteY1832" fmla="*/ 1456209 h 2650669"/>
                <a:gd name="connsiteX1833" fmla="*/ 1875778 w 2676209"/>
                <a:gd name="connsiteY1833" fmla="*/ 1454158 h 2650669"/>
                <a:gd name="connsiteX1834" fmla="*/ 1871148 w 2676209"/>
                <a:gd name="connsiteY1834" fmla="*/ 1452967 h 2650669"/>
                <a:gd name="connsiteX1835" fmla="*/ 1232609 w 2676209"/>
                <a:gd name="connsiteY1835" fmla="*/ 1187326 h 2650669"/>
                <a:gd name="connsiteX1836" fmla="*/ 1237438 w 2676209"/>
                <a:gd name="connsiteY1836" fmla="*/ 1186003 h 2650669"/>
                <a:gd name="connsiteX1837" fmla="*/ 1234296 w 2676209"/>
                <a:gd name="connsiteY1837" fmla="*/ 1184085 h 2650669"/>
                <a:gd name="connsiteX1838" fmla="*/ 1229963 w 2676209"/>
                <a:gd name="connsiteY1838" fmla="*/ 1185705 h 2650669"/>
                <a:gd name="connsiteX1839" fmla="*/ 1232609 w 2676209"/>
                <a:gd name="connsiteY1839" fmla="*/ 1187326 h 2650669"/>
                <a:gd name="connsiteX1840" fmla="*/ 1209656 w 2676209"/>
                <a:gd name="connsiteY1840" fmla="*/ 1185176 h 2650669"/>
                <a:gd name="connsiteX1841" fmla="*/ 1212534 w 2676209"/>
                <a:gd name="connsiteY1841" fmla="*/ 1187458 h 2650669"/>
                <a:gd name="connsiteX1842" fmla="*/ 1215279 w 2676209"/>
                <a:gd name="connsiteY1842" fmla="*/ 1186234 h 2650669"/>
                <a:gd name="connsiteX1843" fmla="*/ 1212434 w 2676209"/>
                <a:gd name="connsiteY1843" fmla="*/ 1183985 h 2650669"/>
                <a:gd name="connsiteX1844" fmla="*/ 1209656 w 2676209"/>
                <a:gd name="connsiteY1844" fmla="*/ 1185176 h 2650669"/>
                <a:gd name="connsiteX1845" fmla="*/ 679167 w 2676209"/>
                <a:gd name="connsiteY1845" fmla="*/ 1333442 h 2650669"/>
                <a:gd name="connsiteX1846" fmla="*/ 681449 w 2676209"/>
                <a:gd name="connsiteY1846" fmla="*/ 1330565 h 2650669"/>
                <a:gd name="connsiteX1847" fmla="*/ 680225 w 2676209"/>
                <a:gd name="connsiteY1847" fmla="*/ 1327819 h 2650669"/>
                <a:gd name="connsiteX1848" fmla="*/ 677976 w 2676209"/>
                <a:gd name="connsiteY1848" fmla="*/ 1330664 h 2650669"/>
                <a:gd name="connsiteX1849" fmla="*/ 679167 w 2676209"/>
                <a:gd name="connsiteY1849" fmla="*/ 1333442 h 2650669"/>
                <a:gd name="connsiteX1850" fmla="*/ 1774443 w 2676209"/>
                <a:gd name="connsiteY1850" fmla="*/ 1398265 h 2650669"/>
                <a:gd name="connsiteX1851" fmla="*/ 1769845 w 2676209"/>
                <a:gd name="connsiteY1851" fmla="*/ 1397074 h 2650669"/>
                <a:gd name="connsiteX1852" fmla="*/ 1768622 w 2676209"/>
                <a:gd name="connsiteY1852" fmla="*/ 1399224 h 2650669"/>
                <a:gd name="connsiteX1853" fmla="*/ 1773087 w 2676209"/>
                <a:gd name="connsiteY1853" fmla="*/ 1400348 h 2650669"/>
                <a:gd name="connsiteX1854" fmla="*/ 1774443 w 2676209"/>
                <a:gd name="connsiteY1854" fmla="*/ 1398265 h 2650669"/>
                <a:gd name="connsiteX1855" fmla="*/ 1023125 w 2676209"/>
                <a:gd name="connsiteY1855" fmla="*/ 1336385 h 2650669"/>
                <a:gd name="connsiteX1856" fmla="*/ 1020281 w 2676209"/>
                <a:gd name="connsiteY1856" fmla="*/ 1334169 h 2650669"/>
                <a:gd name="connsiteX1857" fmla="*/ 1017503 w 2676209"/>
                <a:gd name="connsiteY1857" fmla="*/ 1335327 h 2650669"/>
                <a:gd name="connsiteX1858" fmla="*/ 1020380 w 2676209"/>
                <a:gd name="connsiteY1858" fmla="*/ 1337609 h 2650669"/>
                <a:gd name="connsiteX1859" fmla="*/ 1023125 w 2676209"/>
                <a:gd name="connsiteY1859" fmla="*/ 1336385 h 2650669"/>
                <a:gd name="connsiteX1860" fmla="*/ 733902 w 2676209"/>
                <a:gd name="connsiteY1860" fmla="*/ 1309729 h 2650669"/>
                <a:gd name="connsiteX1861" fmla="*/ 735060 w 2676209"/>
                <a:gd name="connsiteY1861" fmla="*/ 1312474 h 2650669"/>
                <a:gd name="connsiteX1862" fmla="*/ 737342 w 2676209"/>
                <a:gd name="connsiteY1862" fmla="*/ 1309596 h 2650669"/>
                <a:gd name="connsiteX1863" fmla="*/ 736118 w 2676209"/>
                <a:gd name="connsiteY1863" fmla="*/ 1306851 h 2650669"/>
                <a:gd name="connsiteX1864" fmla="*/ 733902 w 2676209"/>
                <a:gd name="connsiteY1864" fmla="*/ 1309729 h 2650669"/>
                <a:gd name="connsiteX1865" fmla="*/ 1176253 w 2676209"/>
                <a:gd name="connsiteY1865" fmla="*/ 1306686 h 2650669"/>
                <a:gd name="connsiteX1866" fmla="*/ 1174169 w 2676209"/>
                <a:gd name="connsiteY1866" fmla="*/ 1308042 h 2650669"/>
                <a:gd name="connsiteX1867" fmla="*/ 1175294 w 2676209"/>
                <a:gd name="connsiteY1867" fmla="*/ 1312507 h 2650669"/>
                <a:gd name="connsiteX1868" fmla="*/ 1177443 w 2676209"/>
                <a:gd name="connsiteY1868" fmla="*/ 1311283 h 2650669"/>
                <a:gd name="connsiteX1869" fmla="*/ 1176253 w 2676209"/>
                <a:gd name="connsiteY1869" fmla="*/ 1306686 h 2650669"/>
                <a:gd name="connsiteX1870" fmla="*/ 2135467 w 2676209"/>
                <a:gd name="connsiteY1870" fmla="*/ 1308439 h 2650669"/>
                <a:gd name="connsiteX1871" fmla="*/ 2139931 w 2676209"/>
                <a:gd name="connsiteY1871" fmla="*/ 1309563 h 2650669"/>
                <a:gd name="connsiteX1872" fmla="*/ 2140494 w 2676209"/>
                <a:gd name="connsiteY1872" fmla="*/ 1309001 h 2650669"/>
                <a:gd name="connsiteX1873" fmla="*/ 2135500 w 2676209"/>
                <a:gd name="connsiteY1873" fmla="*/ 1307876 h 2650669"/>
                <a:gd name="connsiteX1874" fmla="*/ 2135467 w 2676209"/>
                <a:gd name="connsiteY1874" fmla="*/ 1308439 h 2650669"/>
                <a:gd name="connsiteX1875" fmla="*/ 2531779 w 2676209"/>
                <a:gd name="connsiteY1875" fmla="*/ 1404449 h 2650669"/>
                <a:gd name="connsiteX1876" fmla="*/ 2529696 w 2676209"/>
                <a:gd name="connsiteY1876" fmla="*/ 1405838 h 2650669"/>
                <a:gd name="connsiteX1877" fmla="*/ 2530820 w 2676209"/>
                <a:gd name="connsiteY1877" fmla="*/ 1410303 h 2650669"/>
                <a:gd name="connsiteX1878" fmla="*/ 2532970 w 2676209"/>
                <a:gd name="connsiteY1878" fmla="*/ 1409080 h 2650669"/>
                <a:gd name="connsiteX1879" fmla="*/ 2531779 w 2676209"/>
                <a:gd name="connsiteY1879" fmla="*/ 1404449 h 2650669"/>
                <a:gd name="connsiteX1880" fmla="*/ 959327 w 2676209"/>
                <a:gd name="connsiteY1880" fmla="*/ 1407327 h 2650669"/>
                <a:gd name="connsiteX1881" fmla="*/ 963925 w 2676209"/>
                <a:gd name="connsiteY1881" fmla="*/ 1406136 h 2650669"/>
                <a:gd name="connsiteX1882" fmla="*/ 962569 w 2676209"/>
                <a:gd name="connsiteY1882" fmla="*/ 1404086 h 2650669"/>
                <a:gd name="connsiteX1883" fmla="*/ 958104 w 2676209"/>
                <a:gd name="connsiteY1883" fmla="*/ 1405210 h 2650669"/>
                <a:gd name="connsiteX1884" fmla="*/ 959327 w 2676209"/>
                <a:gd name="connsiteY1884" fmla="*/ 1407327 h 2650669"/>
                <a:gd name="connsiteX1885" fmla="*/ 2257142 w 2676209"/>
                <a:gd name="connsiteY1885" fmla="*/ 1320180 h 2650669"/>
                <a:gd name="connsiteX1886" fmla="*/ 2258299 w 2676209"/>
                <a:gd name="connsiteY1886" fmla="*/ 1322958 h 2650669"/>
                <a:gd name="connsiteX1887" fmla="*/ 2260581 w 2676209"/>
                <a:gd name="connsiteY1887" fmla="*/ 1320080 h 2650669"/>
                <a:gd name="connsiteX1888" fmla="*/ 2259358 w 2676209"/>
                <a:gd name="connsiteY1888" fmla="*/ 1317335 h 2650669"/>
                <a:gd name="connsiteX1889" fmla="*/ 2257142 w 2676209"/>
                <a:gd name="connsiteY1889" fmla="*/ 1320180 h 2650669"/>
                <a:gd name="connsiteX1890" fmla="*/ 1626904 w 2676209"/>
                <a:gd name="connsiteY1890" fmla="*/ 1016835 h 2650669"/>
                <a:gd name="connsiteX1891" fmla="*/ 1624854 w 2676209"/>
                <a:gd name="connsiteY1891" fmla="*/ 1018191 h 2650669"/>
                <a:gd name="connsiteX1892" fmla="*/ 1625978 w 2676209"/>
                <a:gd name="connsiteY1892" fmla="*/ 1022656 h 2650669"/>
                <a:gd name="connsiteX1893" fmla="*/ 1628095 w 2676209"/>
                <a:gd name="connsiteY1893" fmla="*/ 1021432 h 2650669"/>
                <a:gd name="connsiteX1894" fmla="*/ 1626904 w 2676209"/>
                <a:gd name="connsiteY1894" fmla="*/ 1016835 h 2650669"/>
                <a:gd name="connsiteX1895" fmla="*/ 1628227 w 2676209"/>
                <a:gd name="connsiteY1895" fmla="*/ 1030362 h 2650669"/>
                <a:gd name="connsiteX1896" fmla="*/ 1625945 w 2676209"/>
                <a:gd name="connsiteY1896" fmla="*/ 1027484 h 2650669"/>
                <a:gd name="connsiteX1897" fmla="*/ 1624755 w 2676209"/>
                <a:gd name="connsiteY1897" fmla="*/ 1030229 h 2650669"/>
                <a:gd name="connsiteX1898" fmla="*/ 1627003 w 2676209"/>
                <a:gd name="connsiteY1898" fmla="*/ 1033107 h 2650669"/>
                <a:gd name="connsiteX1899" fmla="*/ 1628227 w 2676209"/>
                <a:gd name="connsiteY1899" fmla="*/ 1030362 h 2650669"/>
                <a:gd name="connsiteX1900" fmla="*/ 2514780 w 2676209"/>
                <a:gd name="connsiteY1900" fmla="*/ 1354939 h 2650669"/>
                <a:gd name="connsiteX1901" fmla="*/ 2519608 w 2676209"/>
                <a:gd name="connsiteY1901" fmla="*/ 1353649 h 2650669"/>
                <a:gd name="connsiteX1902" fmla="*/ 2516467 w 2676209"/>
                <a:gd name="connsiteY1902" fmla="*/ 1351698 h 2650669"/>
                <a:gd name="connsiteX1903" fmla="*/ 2512134 w 2676209"/>
                <a:gd name="connsiteY1903" fmla="*/ 1353319 h 2650669"/>
                <a:gd name="connsiteX1904" fmla="*/ 2514780 w 2676209"/>
                <a:gd name="connsiteY1904" fmla="*/ 1354939 h 2650669"/>
                <a:gd name="connsiteX1905" fmla="*/ 1698970 w 2676209"/>
                <a:gd name="connsiteY1905" fmla="*/ 1376139 h 2650669"/>
                <a:gd name="connsiteX1906" fmla="*/ 1694605 w 2676209"/>
                <a:gd name="connsiteY1906" fmla="*/ 1377760 h 2650669"/>
                <a:gd name="connsiteX1907" fmla="*/ 1697019 w 2676209"/>
                <a:gd name="connsiteY1907" fmla="*/ 1379347 h 2650669"/>
                <a:gd name="connsiteX1908" fmla="*/ 1701583 w 2676209"/>
                <a:gd name="connsiteY1908" fmla="*/ 1377760 h 2650669"/>
                <a:gd name="connsiteX1909" fmla="*/ 1698970 w 2676209"/>
                <a:gd name="connsiteY1909" fmla="*/ 1376139 h 2650669"/>
                <a:gd name="connsiteX1910" fmla="*/ 2410534 w 2676209"/>
                <a:gd name="connsiteY1910" fmla="*/ 1372964 h 2650669"/>
                <a:gd name="connsiteX1911" fmla="*/ 2412551 w 2676209"/>
                <a:gd name="connsiteY1911" fmla="*/ 1376007 h 2650669"/>
                <a:gd name="connsiteX1912" fmla="*/ 2414172 w 2676209"/>
                <a:gd name="connsiteY1912" fmla="*/ 1371674 h 2650669"/>
                <a:gd name="connsiteX1913" fmla="*/ 2412551 w 2676209"/>
                <a:gd name="connsiteY1913" fmla="*/ 1369028 h 2650669"/>
                <a:gd name="connsiteX1914" fmla="*/ 2410534 w 2676209"/>
                <a:gd name="connsiteY1914" fmla="*/ 1372964 h 2650669"/>
                <a:gd name="connsiteX1915" fmla="*/ 1130381 w 2676209"/>
                <a:gd name="connsiteY1915" fmla="*/ 1026790 h 2650669"/>
                <a:gd name="connsiteX1916" fmla="*/ 1128363 w 2676209"/>
                <a:gd name="connsiteY1916" fmla="*/ 1030725 h 2650669"/>
                <a:gd name="connsiteX1917" fmla="*/ 1130381 w 2676209"/>
                <a:gd name="connsiteY1917" fmla="*/ 1033801 h 2650669"/>
                <a:gd name="connsiteX1918" fmla="*/ 1132001 w 2676209"/>
                <a:gd name="connsiteY1918" fmla="*/ 1029436 h 2650669"/>
                <a:gd name="connsiteX1919" fmla="*/ 1130381 w 2676209"/>
                <a:gd name="connsiteY1919" fmla="*/ 1026790 h 2650669"/>
                <a:gd name="connsiteX1920" fmla="*/ 64804 w 2676209"/>
                <a:gd name="connsiteY1920" fmla="*/ 1033801 h 2650669"/>
                <a:gd name="connsiteX1921" fmla="*/ 66822 w 2676209"/>
                <a:gd name="connsiteY1921" fmla="*/ 1029866 h 2650669"/>
                <a:gd name="connsiteX1922" fmla="*/ 64804 w 2676209"/>
                <a:gd name="connsiteY1922" fmla="*/ 1026823 h 2650669"/>
                <a:gd name="connsiteX1923" fmla="*/ 63184 w 2676209"/>
                <a:gd name="connsiteY1923" fmla="*/ 1031155 h 2650669"/>
                <a:gd name="connsiteX1924" fmla="*/ 64804 w 2676209"/>
                <a:gd name="connsiteY1924" fmla="*/ 1033801 h 2650669"/>
                <a:gd name="connsiteX1925" fmla="*/ 1043829 w 2676209"/>
                <a:gd name="connsiteY1925" fmla="*/ 1024177 h 2650669"/>
                <a:gd name="connsiteX1926" fmla="*/ 1041646 w 2676209"/>
                <a:gd name="connsiteY1926" fmla="*/ 1024772 h 2650669"/>
                <a:gd name="connsiteX1927" fmla="*/ 1043233 w 2676209"/>
                <a:gd name="connsiteY1927" fmla="*/ 1030329 h 2650669"/>
                <a:gd name="connsiteX1928" fmla="*/ 1044821 w 2676209"/>
                <a:gd name="connsiteY1928" fmla="*/ 1028675 h 2650669"/>
                <a:gd name="connsiteX1929" fmla="*/ 1043829 w 2676209"/>
                <a:gd name="connsiteY1929" fmla="*/ 1024177 h 2650669"/>
                <a:gd name="connsiteX1930" fmla="*/ 2312307 w 2676209"/>
                <a:gd name="connsiteY1930" fmla="*/ 1356262 h 2650669"/>
                <a:gd name="connsiteX1931" fmla="*/ 2309562 w 2676209"/>
                <a:gd name="connsiteY1931" fmla="*/ 1355072 h 2650669"/>
                <a:gd name="connsiteX1932" fmla="*/ 2306685 w 2676209"/>
                <a:gd name="connsiteY1932" fmla="*/ 1357354 h 2650669"/>
                <a:gd name="connsiteX1933" fmla="*/ 2309430 w 2676209"/>
                <a:gd name="connsiteY1933" fmla="*/ 1358511 h 2650669"/>
                <a:gd name="connsiteX1934" fmla="*/ 2312307 w 2676209"/>
                <a:gd name="connsiteY1934" fmla="*/ 1356262 h 2650669"/>
                <a:gd name="connsiteX1935" fmla="*/ 1568960 w 2676209"/>
                <a:gd name="connsiteY1935" fmla="*/ 1369888 h 2650669"/>
                <a:gd name="connsiteX1936" fmla="*/ 1570581 w 2676209"/>
                <a:gd name="connsiteY1936" fmla="*/ 1372534 h 2650669"/>
                <a:gd name="connsiteX1937" fmla="*/ 1572599 w 2676209"/>
                <a:gd name="connsiteY1937" fmla="*/ 1368598 h 2650669"/>
                <a:gd name="connsiteX1938" fmla="*/ 1570581 w 2676209"/>
                <a:gd name="connsiteY1938" fmla="*/ 1365556 h 2650669"/>
                <a:gd name="connsiteX1939" fmla="*/ 1568960 w 2676209"/>
                <a:gd name="connsiteY1939" fmla="*/ 1369888 h 2650669"/>
                <a:gd name="connsiteX1940" fmla="*/ 1648666 w 2676209"/>
                <a:gd name="connsiteY1940" fmla="*/ 1025500 h 2650669"/>
                <a:gd name="connsiteX1941" fmla="*/ 1647310 w 2676209"/>
                <a:gd name="connsiteY1941" fmla="*/ 1023416 h 2650669"/>
                <a:gd name="connsiteX1942" fmla="*/ 1642845 w 2676209"/>
                <a:gd name="connsiteY1942" fmla="*/ 1024541 h 2650669"/>
                <a:gd name="connsiteX1943" fmla="*/ 1644069 w 2676209"/>
                <a:gd name="connsiteY1943" fmla="*/ 1026691 h 2650669"/>
                <a:gd name="connsiteX1944" fmla="*/ 1648666 w 2676209"/>
                <a:gd name="connsiteY1944" fmla="*/ 1025500 h 2650669"/>
                <a:gd name="connsiteX1945" fmla="*/ 948182 w 2676209"/>
                <a:gd name="connsiteY1945" fmla="*/ 1368334 h 2650669"/>
                <a:gd name="connsiteX1946" fmla="*/ 950464 w 2676209"/>
                <a:gd name="connsiteY1946" fmla="*/ 1365490 h 2650669"/>
                <a:gd name="connsiteX1947" fmla="*/ 949240 w 2676209"/>
                <a:gd name="connsiteY1947" fmla="*/ 1362744 h 2650669"/>
                <a:gd name="connsiteX1948" fmla="*/ 946991 w 2676209"/>
                <a:gd name="connsiteY1948" fmla="*/ 1365589 h 2650669"/>
                <a:gd name="connsiteX1949" fmla="*/ 948182 w 2676209"/>
                <a:gd name="connsiteY1949" fmla="*/ 1368334 h 2650669"/>
                <a:gd name="connsiteX1950" fmla="*/ 757781 w 2676209"/>
                <a:gd name="connsiteY1950" fmla="*/ 1364233 h 2650669"/>
                <a:gd name="connsiteX1951" fmla="*/ 756425 w 2676209"/>
                <a:gd name="connsiteY1951" fmla="*/ 1362149 h 2650669"/>
                <a:gd name="connsiteX1952" fmla="*/ 751960 w 2676209"/>
                <a:gd name="connsiteY1952" fmla="*/ 1363274 h 2650669"/>
                <a:gd name="connsiteX1953" fmla="*/ 753184 w 2676209"/>
                <a:gd name="connsiteY1953" fmla="*/ 1365423 h 2650669"/>
                <a:gd name="connsiteX1954" fmla="*/ 757781 w 2676209"/>
                <a:gd name="connsiteY1954" fmla="*/ 1364233 h 2650669"/>
                <a:gd name="connsiteX1955" fmla="*/ 2514185 w 2676209"/>
                <a:gd name="connsiteY1955" fmla="*/ 1337113 h 2650669"/>
                <a:gd name="connsiteX1956" fmla="*/ 2512233 w 2676209"/>
                <a:gd name="connsiteY1956" fmla="*/ 1340222 h 2650669"/>
                <a:gd name="connsiteX1957" fmla="*/ 2513854 w 2676209"/>
                <a:gd name="connsiteY1957" fmla="*/ 1344587 h 2650669"/>
                <a:gd name="connsiteX1958" fmla="*/ 2515507 w 2676209"/>
                <a:gd name="connsiteY1958" fmla="*/ 1341942 h 2650669"/>
                <a:gd name="connsiteX1959" fmla="*/ 2514185 w 2676209"/>
                <a:gd name="connsiteY1959" fmla="*/ 1337113 h 2650669"/>
                <a:gd name="connsiteX1960" fmla="*/ 1670164 w 2676209"/>
                <a:gd name="connsiteY1960" fmla="*/ 1342835 h 2650669"/>
                <a:gd name="connsiteX1961" fmla="*/ 1666228 w 2676209"/>
                <a:gd name="connsiteY1961" fmla="*/ 1340817 h 2650669"/>
                <a:gd name="connsiteX1962" fmla="*/ 1663185 w 2676209"/>
                <a:gd name="connsiteY1962" fmla="*/ 1342835 h 2650669"/>
                <a:gd name="connsiteX1963" fmla="*/ 1667518 w 2676209"/>
                <a:gd name="connsiteY1963" fmla="*/ 1344455 h 2650669"/>
                <a:gd name="connsiteX1964" fmla="*/ 1670164 w 2676209"/>
                <a:gd name="connsiteY1964" fmla="*/ 1342835 h 2650669"/>
                <a:gd name="connsiteX1965" fmla="*/ 1482739 w 2676209"/>
                <a:gd name="connsiteY1965" fmla="*/ 1392841 h 2650669"/>
                <a:gd name="connsiteX1966" fmla="*/ 1484856 w 2676209"/>
                <a:gd name="connsiteY1966" fmla="*/ 1391617 h 2650669"/>
                <a:gd name="connsiteX1967" fmla="*/ 1483665 w 2676209"/>
                <a:gd name="connsiteY1967" fmla="*/ 1386987 h 2650669"/>
                <a:gd name="connsiteX1968" fmla="*/ 1481615 w 2676209"/>
                <a:gd name="connsiteY1968" fmla="*/ 1388376 h 2650669"/>
                <a:gd name="connsiteX1969" fmla="*/ 1482739 w 2676209"/>
                <a:gd name="connsiteY1969" fmla="*/ 1392841 h 2650669"/>
                <a:gd name="connsiteX1970" fmla="*/ 933034 w 2676209"/>
                <a:gd name="connsiteY1970" fmla="*/ 1348126 h 2650669"/>
                <a:gd name="connsiteX1971" fmla="*/ 934192 w 2676209"/>
                <a:gd name="connsiteY1971" fmla="*/ 1350904 h 2650669"/>
                <a:gd name="connsiteX1972" fmla="*/ 936474 w 2676209"/>
                <a:gd name="connsiteY1972" fmla="*/ 1348027 h 2650669"/>
                <a:gd name="connsiteX1973" fmla="*/ 935250 w 2676209"/>
                <a:gd name="connsiteY1973" fmla="*/ 1345282 h 2650669"/>
                <a:gd name="connsiteX1974" fmla="*/ 933034 w 2676209"/>
                <a:gd name="connsiteY1974" fmla="*/ 1348126 h 2650669"/>
                <a:gd name="connsiteX1975" fmla="*/ 1710446 w 2676209"/>
                <a:gd name="connsiteY1975" fmla="*/ 1379612 h 2650669"/>
                <a:gd name="connsiteX1976" fmla="*/ 1709223 w 2676209"/>
                <a:gd name="connsiteY1976" fmla="*/ 1381761 h 2650669"/>
                <a:gd name="connsiteX1977" fmla="*/ 1713688 w 2676209"/>
                <a:gd name="connsiteY1977" fmla="*/ 1382886 h 2650669"/>
                <a:gd name="connsiteX1978" fmla="*/ 1715077 w 2676209"/>
                <a:gd name="connsiteY1978" fmla="*/ 1380802 h 2650669"/>
                <a:gd name="connsiteX1979" fmla="*/ 1710446 w 2676209"/>
                <a:gd name="connsiteY1979" fmla="*/ 1379612 h 2650669"/>
                <a:gd name="connsiteX1980" fmla="*/ 1577427 w 2676209"/>
                <a:gd name="connsiteY1980" fmla="*/ 1347961 h 2650669"/>
                <a:gd name="connsiteX1981" fmla="*/ 1578816 w 2676209"/>
                <a:gd name="connsiteY1981" fmla="*/ 1345910 h 2650669"/>
                <a:gd name="connsiteX1982" fmla="*/ 1574219 w 2676209"/>
                <a:gd name="connsiteY1982" fmla="*/ 1344720 h 2650669"/>
                <a:gd name="connsiteX1983" fmla="*/ 1572995 w 2676209"/>
                <a:gd name="connsiteY1983" fmla="*/ 1346836 h 2650669"/>
                <a:gd name="connsiteX1984" fmla="*/ 1577427 w 2676209"/>
                <a:gd name="connsiteY1984" fmla="*/ 1347961 h 2650669"/>
                <a:gd name="connsiteX1985" fmla="*/ 962139 w 2676209"/>
                <a:gd name="connsiteY1985" fmla="*/ 1354377 h 2650669"/>
                <a:gd name="connsiteX1986" fmla="*/ 964421 w 2676209"/>
                <a:gd name="connsiteY1986" fmla="*/ 1351500 h 2650669"/>
                <a:gd name="connsiteX1987" fmla="*/ 963230 w 2676209"/>
                <a:gd name="connsiteY1987" fmla="*/ 1348755 h 2650669"/>
                <a:gd name="connsiteX1988" fmla="*/ 960981 w 2676209"/>
                <a:gd name="connsiteY1988" fmla="*/ 1351632 h 2650669"/>
                <a:gd name="connsiteX1989" fmla="*/ 962139 w 2676209"/>
                <a:gd name="connsiteY1989" fmla="*/ 1354377 h 2650669"/>
                <a:gd name="connsiteX1990" fmla="*/ 1496134 w 2676209"/>
                <a:gd name="connsiteY1990" fmla="*/ 1130341 h 2650669"/>
                <a:gd name="connsiteX1991" fmla="*/ 1498912 w 2676209"/>
                <a:gd name="connsiteY1991" fmla="*/ 1131532 h 2650669"/>
                <a:gd name="connsiteX1992" fmla="*/ 1501756 w 2676209"/>
                <a:gd name="connsiteY1992" fmla="*/ 1129283 h 2650669"/>
                <a:gd name="connsiteX1993" fmla="*/ 1499011 w 2676209"/>
                <a:gd name="connsiteY1993" fmla="*/ 1128059 h 2650669"/>
                <a:gd name="connsiteX1994" fmla="*/ 1496134 w 2676209"/>
                <a:gd name="connsiteY1994" fmla="*/ 1130341 h 2650669"/>
                <a:gd name="connsiteX1995" fmla="*/ 1514985 w 2676209"/>
                <a:gd name="connsiteY1995" fmla="*/ 1379016 h 2650669"/>
                <a:gd name="connsiteX1996" fmla="*/ 1513067 w 2676209"/>
                <a:gd name="connsiteY1996" fmla="*/ 1382158 h 2650669"/>
                <a:gd name="connsiteX1997" fmla="*/ 1514688 w 2676209"/>
                <a:gd name="connsiteY1997" fmla="*/ 1386491 h 2650669"/>
                <a:gd name="connsiteX1998" fmla="*/ 1516308 w 2676209"/>
                <a:gd name="connsiteY1998" fmla="*/ 1383845 h 2650669"/>
                <a:gd name="connsiteX1999" fmla="*/ 1514985 w 2676209"/>
                <a:gd name="connsiteY1999" fmla="*/ 1379016 h 2650669"/>
                <a:gd name="connsiteX2000" fmla="*/ 1596080 w 2676209"/>
                <a:gd name="connsiteY2000" fmla="*/ 1434182 h 2650669"/>
                <a:gd name="connsiteX2001" fmla="*/ 1593236 w 2676209"/>
                <a:gd name="connsiteY2001" fmla="*/ 1431933 h 2650669"/>
                <a:gd name="connsiteX2002" fmla="*/ 1590491 w 2676209"/>
                <a:gd name="connsiteY2002" fmla="*/ 1433124 h 2650669"/>
                <a:gd name="connsiteX2003" fmla="*/ 1593335 w 2676209"/>
                <a:gd name="connsiteY2003" fmla="*/ 1435373 h 2650669"/>
                <a:gd name="connsiteX2004" fmla="*/ 1596080 w 2676209"/>
                <a:gd name="connsiteY2004" fmla="*/ 1434182 h 2650669"/>
                <a:gd name="connsiteX2005" fmla="*/ 747396 w 2676209"/>
                <a:gd name="connsiteY2005" fmla="*/ 1250032 h 2650669"/>
                <a:gd name="connsiteX2006" fmla="*/ 744320 w 2676209"/>
                <a:gd name="connsiteY2006" fmla="*/ 1252049 h 2650669"/>
                <a:gd name="connsiteX2007" fmla="*/ 748686 w 2676209"/>
                <a:gd name="connsiteY2007" fmla="*/ 1253670 h 2650669"/>
                <a:gd name="connsiteX2008" fmla="*/ 751332 w 2676209"/>
                <a:gd name="connsiteY2008" fmla="*/ 1252049 h 2650669"/>
                <a:gd name="connsiteX2009" fmla="*/ 747396 w 2676209"/>
                <a:gd name="connsiteY2009" fmla="*/ 1250032 h 2650669"/>
                <a:gd name="connsiteX2010" fmla="*/ 1374062 w 2676209"/>
                <a:gd name="connsiteY2010" fmla="*/ 1250429 h 2650669"/>
                <a:gd name="connsiteX2011" fmla="*/ 1369696 w 2676209"/>
                <a:gd name="connsiteY2011" fmla="*/ 1252049 h 2650669"/>
                <a:gd name="connsiteX2012" fmla="*/ 1372342 w 2676209"/>
                <a:gd name="connsiteY2012" fmla="*/ 1253670 h 2650669"/>
                <a:gd name="connsiteX2013" fmla="*/ 1377171 w 2676209"/>
                <a:gd name="connsiteY2013" fmla="*/ 1252380 h 2650669"/>
                <a:gd name="connsiteX2014" fmla="*/ 1374062 w 2676209"/>
                <a:gd name="connsiteY2014" fmla="*/ 1250429 h 2650669"/>
                <a:gd name="connsiteX2015" fmla="*/ 2385663 w 2676209"/>
                <a:gd name="connsiteY2015" fmla="*/ 1430676 h 2650669"/>
                <a:gd name="connsiteX2016" fmla="*/ 2382819 w 2676209"/>
                <a:gd name="connsiteY2016" fmla="*/ 1428427 h 2650669"/>
                <a:gd name="connsiteX2017" fmla="*/ 2380041 w 2676209"/>
                <a:gd name="connsiteY2017" fmla="*/ 1429618 h 2650669"/>
                <a:gd name="connsiteX2018" fmla="*/ 2382918 w 2676209"/>
                <a:gd name="connsiteY2018" fmla="*/ 1431900 h 2650669"/>
                <a:gd name="connsiteX2019" fmla="*/ 2385663 w 2676209"/>
                <a:gd name="connsiteY2019" fmla="*/ 1430676 h 2650669"/>
                <a:gd name="connsiteX2020" fmla="*/ 1561618 w 2676209"/>
                <a:gd name="connsiteY2020" fmla="*/ 1428394 h 2650669"/>
                <a:gd name="connsiteX2021" fmla="*/ 1558476 w 2676209"/>
                <a:gd name="connsiteY2021" fmla="*/ 1428460 h 2650669"/>
                <a:gd name="connsiteX2022" fmla="*/ 1560791 w 2676209"/>
                <a:gd name="connsiteY2022" fmla="*/ 1431801 h 2650669"/>
                <a:gd name="connsiteX2023" fmla="*/ 1565124 w 2676209"/>
                <a:gd name="connsiteY2023" fmla="*/ 1430908 h 2650669"/>
                <a:gd name="connsiteX2024" fmla="*/ 1561618 w 2676209"/>
                <a:gd name="connsiteY2024" fmla="*/ 1428394 h 2650669"/>
                <a:gd name="connsiteX2025" fmla="*/ 1170432 w 2676209"/>
                <a:gd name="connsiteY2025" fmla="*/ 1255654 h 2650669"/>
                <a:gd name="connsiteX2026" fmla="*/ 1168315 w 2676209"/>
                <a:gd name="connsiteY2026" fmla="*/ 1254431 h 2650669"/>
                <a:gd name="connsiteX2027" fmla="*/ 1167191 w 2676209"/>
                <a:gd name="connsiteY2027" fmla="*/ 1258895 h 2650669"/>
                <a:gd name="connsiteX2028" fmla="*/ 1169241 w 2676209"/>
                <a:gd name="connsiteY2028" fmla="*/ 1260251 h 2650669"/>
                <a:gd name="connsiteX2029" fmla="*/ 1170432 w 2676209"/>
                <a:gd name="connsiteY2029" fmla="*/ 1255654 h 2650669"/>
                <a:gd name="connsiteX2030" fmla="*/ 1164776 w 2676209"/>
                <a:gd name="connsiteY2030" fmla="*/ 1219506 h 2650669"/>
                <a:gd name="connsiteX2031" fmla="*/ 1164776 w 2676209"/>
                <a:gd name="connsiteY2031" fmla="*/ 1221755 h 2650669"/>
                <a:gd name="connsiteX2032" fmla="*/ 1168712 w 2676209"/>
                <a:gd name="connsiteY2032" fmla="*/ 1222118 h 2650669"/>
                <a:gd name="connsiteX2033" fmla="*/ 1169340 w 2676209"/>
                <a:gd name="connsiteY2033" fmla="*/ 1219506 h 2650669"/>
                <a:gd name="connsiteX2034" fmla="*/ 1164776 w 2676209"/>
                <a:gd name="connsiteY2034" fmla="*/ 1219506 h 2650669"/>
                <a:gd name="connsiteX2035" fmla="*/ 192333 w 2676209"/>
                <a:gd name="connsiteY2035" fmla="*/ 1154253 h 2650669"/>
                <a:gd name="connsiteX2036" fmla="*/ 189688 w 2676209"/>
                <a:gd name="connsiteY2036" fmla="*/ 1152632 h 2650669"/>
                <a:gd name="connsiteX2037" fmla="*/ 188265 w 2676209"/>
                <a:gd name="connsiteY2037" fmla="*/ 1153062 h 2650669"/>
                <a:gd name="connsiteX2038" fmla="*/ 191374 w 2676209"/>
                <a:gd name="connsiteY2038" fmla="*/ 1155212 h 2650669"/>
                <a:gd name="connsiteX2039" fmla="*/ 192333 w 2676209"/>
                <a:gd name="connsiteY2039" fmla="*/ 1154253 h 2650669"/>
                <a:gd name="connsiteX2040" fmla="*/ 734531 w 2676209"/>
                <a:gd name="connsiteY2040" fmla="*/ 1228138 h 2650669"/>
                <a:gd name="connsiteX2041" fmla="*/ 737309 w 2676209"/>
                <a:gd name="connsiteY2041" fmla="*/ 1229295 h 2650669"/>
                <a:gd name="connsiteX2042" fmla="*/ 740153 w 2676209"/>
                <a:gd name="connsiteY2042" fmla="*/ 1227079 h 2650669"/>
                <a:gd name="connsiteX2043" fmla="*/ 737408 w 2676209"/>
                <a:gd name="connsiteY2043" fmla="*/ 1225856 h 2650669"/>
                <a:gd name="connsiteX2044" fmla="*/ 734531 w 2676209"/>
                <a:gd name="connsiteY2044" fmla="*/ 1228138 h 2650669"/>
                <a:gd name="connsiteX2045" fmla="*/ 995774 w 2676209"/>
                <a:gd name="connsiteY2045" fmla="*/ 1234455 h 2650669"/>
                <a:gd name="connsiteX2046" fmla="*/ 994583 w 2676209"/>
                <a:gd name="connsiteY2046" fmla="*/ 1229857 h 2650669"/>
                <a:gd name="connsiteX2047" fmla="*/ 992500 w 2676209"/>
                <a:gd name="connsiteY2047" fmla="*/ 1231213 h 2650669"/>
                <a:gd name="connsiteX2048" fmla="*/ 993624 w 2676209"/>
                <a:gd name="connsiteY2048" fmla="*/ 1235678 h 2650669"/>
                <a:gd name="connsiteX2049" fmla="*/ 995774 w 2676209"/>
                <a:gd name="connsiteY2049" fmla="*/ 1234455 h 2650669"/>
                <a:gd name="connsiteX2050" fmla="*/ 2420588 w 2676209"/>
                <a:gd name="connsiteY2050" fmla="*/ 1230552 h 2650669"/>
                <a:gd name="connsiteX2051" fmla="*/ 2417843 w 2676209"/>
                <a:gd name="connsiteY2051" fmla="*/ 1229361 h 2650669"/>
                <a:gd name="connsiteX2052" fmla="*/ 2414999 w 2676209"/>
                <a:gd name="connsiteY2052" fmla="*/ 1231610 h 2650669"/>
                <a:gd name="connsiteX2053" fmla="*/ 2417744 w 2676209"/>
                <a:gd name="connsiteY2053" fmla="*/ 1232801 h 2650669"/>
                <a:gd name="connsiteX2054" fmla="*/ 2420588 w 2676209"/>
                <a:gd name="connsiteY2054" fmla="*/ 1230552 h 2650669"/>
                <a:gd name="connsiteX2055" fmla="*/ 922980 w 2676209"/>
                <a:gd name="connsiteY2055" fmla="*/ 1238390 h 2650669"/>
                <a:gd name="connsiteX2056" fmla="*/ 919871 w 2676209"/>
                <a:gd name="connsiteY2056" fmla="*/ 1236439 h 2650669"/>
                <a:gd name="connsiteX2057" fmla="*/ 915539 w 2676209"/>
                <a:gd name="connsiteY2057" fmla="*/ 1238093 h 2650669"/>
                <a:gd name="connsiteX2058" fmla="*/ 918185 w 2676209"/>
                <a:gd name="connsiteY2058" fmla="*/ 1239713 h 2650669"/>
                <a:gd name="connsiteX2059" fmla="*/ 922980 w 2676209"/>
                <a:gd name="connsiteY2059" fmla="*/ 1238390 h 2650669"/>
                <a:gd name="connsiteX2060" fmla="*/ 1796072 w 2676209"/>
                <a:gd name="connsiteY2060" fmla="*/ 1273646 h 2650669"/>
                <a:gd name="connsiteX2061" fmla="*/ 1797660 w 2676209"/>
                <a:gd name="connsiteY2061" fmla="*/ 1278243 h 2650669"/>
                <a:gd name="connsiteX2062" fmla="*/ 1799280 w 2676209"/>
                <a:gd name="connsiteY2062" fmla="*/ 1275597 h 2650669"/>
                <a:gd name="connsiteX2063" fmla="*/ 1797660 w 2676209"/>
                <a:gd name="connsiteY2063" fmla="*/ 1271265 h 2650669"/>
                <a:gd name="connsiteX2064" fmla="*/ 1796072 w 2676209"/>
                <a:gd name="connsiteY2064" fmla="*/ 1273646 h 2650669"/>
                <a:gd name="connsiteX2065" fmla="*/ 1455818 w 2676209"/>
                <a:gd name="connsiteY2065" fmla="*/ 1281054 h 2650669"/>
                <a:gd name="connsiteX2066" fmla="*/ 1457042 w 2676209"/>
                <a:gd name="connsiteY2066" fmla="*/ 1278309 h 2650669"/>
                <a:gd name="connsiteX2067" fmla="*/ 1454760 w 2676209"/>
                <a:gd name="connsiteY2067" fmla="*/ 1275432 h 2650669"/>
                <a:gd name="connsiteX2068" fmla="*/ 1453569 w 2676209"/>
                <a:gd name="connsiteY2068" fmla="*/ 1278177 h 2650669"/>
                <a:gd name="connsiteX2069" fmla="*/ 1455818 w 2676209"/>
                <a:gd name="connsiteY2069" fmla="*/ 1281054 h 2650669"/>
                <a:gd name="connsiteX2070" fmla="*/ 1964480 w 2676209"/>
                <a:gd name="connsiteY2070" fmla="*/ 1285354 h 2650669"/>
                <a:gd name="connsiteX2071" fmla="*/ 1960114 w 2676209"/>
                <a:gd name="connsiteY2071" fmla="*/ 1286974 h 2650669"/>
                <a:gd name="connsiteX2072" fmla="*/ 1962760 w 2676209"/>
                <a:gd name="connsiteY2072" fmla="*/ 1288595 h 2650669"/>
                <a:gd name="connsiteX2073" fmla="*/ 1967588 w 2676209"/>
                <a:gd name="connsiteY2073" fmla="*/ 1287272 h 2650669"/>
                <a:gd name="connsiteX2074" fmla="*/ 1964480 w 2676209"/>
                <a:gd name="connsiteY2074" fmla="*/ 1285354 h 2650669"/>
                <a:gd name="connsiteX2075" fmla="*/ 963925 w 2676209"/>
                <a:gd name="connsiteY2075" fmla="*/ 1290910 h 2650669"/>
                <a:gd name="connsiteX2076" fmla="*/ 962569 w 2676209"/>
                <a:gd name="connsiteY2076" fmla="*/ 1288826 h 2650669"/>
                <a:gd name="connsiteX2077" fmla="*/ 958104 w 2676209"/>
                <a:gd name="connsiteY2077" fmla="*/ 1289951 h 2650669"/>
                <a:gd name="connsiteX2078" fmla="*/ 959327 w 2676209"/>
                <a:gd name="connsiteY2078" fmla="*/ 1292101 h 2650669"/>
                <a:gd name="connsiteX2079" fmla="*/ 963925 w 2676209"/>
                <a:gd name="connsiteY2079" fmla="*/ 1290910 h 2650669"/>
                <a:gd name="connsiteX2080" fmla="*/ 106741 w 2676209"/>
                <a:gd name="connsiteY2080" fmla="*/ 1292200 h 2650669"/>
                <a:gd name="connsiteX2081" fmla="*/ 105120 w 2676209"/>
                <a:gd name="connsiteY2081" fmla="*/ 1294846 h 2650669"/>
                <a:gd name="connsiteX2082" fmla="*/ 106741 w 2676209"/>
                <a:gd name="connsiteY2082" fmla="*/ 1299178 h 2650669"/>
                <a:gd name="connsiteX2083" fmla="*/ 108328 w 2676209"/>
                <a:gd name="connsiteY2083" fmla="*/ 1296797 h 2650669"/>
                <a:gd name="connsiteX2084" fmla="*/ 106741 w 2676209"/>
                <a:gd name="connsiteY2084" fmla="*/ 1292200 h 2650669"/>
                <a:gd name="connsiteX2085" fmla="*/ 1046408 w 2676209"/>
                <a:gd name="connsiteY2085" fmla="*/ 1295573 h 2650669"/>
                <a:gd name="connsiteX2086" fmla="*/ 1047764 w 2676209"/>
                <a:gd name="connsiteY2086" fmla="*/ 1293523 h 2650669"/>
                <a:gd name="connsiteX2087" fmla="*/ 1043167 w 2676209"/>
                <a:gd name="connsiteY2087" fmla="*/ 1292332 h 2650669"/>
                <a:gd name="connsiteX2088" fmla="*/ 1041944 w 2676209"/>
                <a:gd name="connsiteY2088" fmla="*/ 1294449 h 2650669"/>
                <a:gd name="connsiteX2089" fmla="*/ 1046408 w 2676209"/>
                <a:gd name="connsiteY2089" fmla="*/ 1295573 h 2650669"/>
                <a:gd name="connsiteX2090" fmla="*/ 898176 w 2676209"/>
                <a:gd name="connsiteY2090" fmla="*/ 1300038 h 2650669"/>
                <a:gd name="connsiteX2091" fmla="*/ 899796 w 2676209"/>
                <a:gd name="connsiteY2091" fmla="*/ 1302684 h 2650669"/>
                <a:gd name="connsiteX2092" fmla="*/ 901814 w 2676209"/>
                <a:gd name="connsiteY2092" fmla="*/ 1298748 h 2650669"/>
                <a:gd name="connsiteX2093" fmla="*/ 899796 w 2676209"/>
                <a:gd name="connsiteY2093" fmla="*/ 1295706 h 2650669"/>
                <a:gd name="connsiteX2094" fmla="*/ 898176 w 2676209"/>
                <a:gd name="connsiteY2094" fmla="*/ 1300038 h 2650669"/>
                <a:gd name="connsiteX2095" fmla="*/ 1473281 w 2676209"/>
                <a:gd name="connsiteY2095" fmla="*/ 1420721 h 2650669"/>
                <a:gd name="connsiteX2096" fmla="*/ 1474504 w 2676209"/>
                <a:gd name="connsiteY2096" fmla="*/ 1417976 h 2650669"/>
                <a:gd name="connsiteX2097" fmla="*/ 1472222 w 2676209"/>
                <a:gd name="connsiteY2097" fmla="*/ 1415132 h 2650669"/>
                <a:gd name="connsiteX2098" fmla="*/ 1471065 w 2676209"/>
                <a:gd name="connsiteY2098" fmla="*/ 1417877 h 2650669"/>
                <a:gd name="connsiteX2099" fmla="*/ 1473281 w 2676209"/>
                <a:gd name="connsiteY2099" fmla="*/ 1420721 h 2650669"/>
                <a:gd name="connsiteX2100" fmla="*/ 263837 w 2676209"/>
                <a:gd name="connsiteY2100" fmla="*/ 1145422 h 2650669"/>
                <a:gd name="connsiteX2101" fmla="*/ 265094 w 2676209"/>
                <a:gd name="connsiteY2101" fmla="*/ 1143504 h 2650669"/>
                <a:gd name="connsiteX2102" fmla="*/ 260563 w 2676209"/>
                <a:gd name="connsiteY2102" fmla="*/ 1142148 h 2650669"/>
                <a:gd name="connsiteX2103" fmla="*/ 259372 w 2676209"/>
                <a:gd name="connsiteY2103" fmla="*/ 1144298 h 2650669"/>
                <a:gd name="connsiteX2104" fmla="*/ 263837 w 2676209"/>
                <a:gd name="connsiteY2104" fmla="*/ 1145422 h 2650669"/>
                <a:gd name="connsiteX2105" fmla="*/ 1127933 w 2676209"/>
                <a:gd name="connsiteY2105" fmla="*/ 1300402 h 2650669"/>
                <a:gd name="connsiteX2106" fmla="*/ 1125188 w 2676209"/>
                <a:gd name="connsiteY2106" fmla="*/ 1299178 h 2650669"/>
                <a:gd name="connsiteX2107" fmla="*/ 1122344 w 2676209"/>
                <a:gd name="connsiteY2107" fmla="*/ 1301460 h 2650669"/>
                <a:gd name="connsiteX2108" fmla="*/ 1125089 w 2676209"/>
                <a:gd name="connsiteY2108" fmla="*/ 1302651 h 2650669"/>
                <a:gd name="connsiteX2109" fmla="*/ 1127933 w 2676209"/>
                <a:gd name="connsiteY2109" fmla="*/ 1300402 h 2650669"/>
                <a:gd name="connsiteX2110" fmla="*/ 1255065 w 2676209"/>
                <a:gd name="connsiteY2110" fmla="*/ 1146778 h 2650669"/>
                <a:gd name="connsiteX2111" fmla="*/ 1256289 w 2676209"/>
                <a:gd name="connsiteY2111" fmla="*/ 1148928 h 2650669"/>
                <a:gd name="connsiteX2112" fmla="*/ 1260886 w 2676209"/>
                <a:gd name="connsiteY2112" fmla="*/ 1147704 h 2650669"/>
                <a:gd name="connsiteX2113" fmla="*/ 1259530 w 2676209"/>
                <a:gd name="connsiteY2113" fmla="*/ 1145654 h 2650669"/>
                <a:gd name="connsiteX2114" fmla="*/ 1255065 w 2676209"/>
                <a:gd name="connsiteY2114" fmla="*/ 1146778 h 2650669"/>
                <a:gd name="connsiteX2115" fmla="*/ 1086030 w 2676209"/>
                <a:gd name="connsiteY2115" fmla="*/ 1262004 h 2650669"/>
                <a:gd name="connsiteX2116" fmla="*/ 1083285 w 2676209"/>
                <a:gd name="connsiteY2116" fmla="*/ 1260781 h 2650669"/>
                <a:gd name="connsiteX2117" fmla="*/ 1080407 w 2676209"/>
                <a:gd name="connsiteY2117" fmla="*/ 1263063 h 2650669"/>
                <a:gd name="connsiteX2118" fmla="*/ 1083152 w 2676209"/>
                <a:gd name="connsiteY2118" fmla="*/ 1264220 h 2650669"/>
                <a:gd name="connsiteX2119" fmla="*/ 1086030 w 2676209"/>
                <a:gd name="connsiteY2119" fmla="*/ 1262004 h 2650669"/>
                <a:gd name="connsiteX2120" fmla="*/ 1863508 w 2676209"/>
                <a:gd name="connsiteY2120" fmla="*/ 1427799 h 2650669"/>
                <a:gd name="connsiteX2121" fmla="*/ 1867444 w 2676209"/>
                <a:gd name="connsiteY2121" fmla="*/ 1428163 h 2650669"/>
                <a:gd name="connsiteX2122" fmla="*/ 1868072 w 2676209"/>
                <a:gd name="connsiteY2122" fmla="*/ 1425550 h 2650669"/>
                <a:gd name="connsiteX2123" fmla="*/ 1863508 w 2676209"/>
                <a:gd name="connsiteY2123" fmla="*/ 1425550 h 2650669"/>
                <a:gd name="connsiteX2124" fmla="*/ 1863508 w 2676209"/>
                <a:gd name="connsiteY2124" fmla="*/ 1427799 h 2650669"/>
                <a:gd name="connsiteX2125" fmla="*/ 725105 w 2676209"/>
                <a:gd name="connsiteY2125" fmla="*/ 1264286 h 2650669"/>
                <a:gd name="connsiteX2126" fmla="*/ 723484 w 2676209"/>
                <a:gd name="connsiteY2126" fmla="*/ 1268619 h 2650669"/>
                <a:gd name="connsiteX2127" fmla="*/ 725105 w 2676209"/>
                <a:gd name="connsiteY2127" fmla="*/ 1271265 h 2650669"/>
                <a:gd name="connsiteX2128" fmla="*/ 727122 w 2676209"/>
                <a:gd name="connsiteY2128" fmla="*/ 1267329 h 2650669"/>
                <a:gd name="connsiteX2129" fmla="*/ 725105 w 2676209"/>
                <a:gd name="connsiteY2129" fmla="*/ 1264286 h 2650669"/>
                <a:gd name="connsiteX2130" fmla="*/ 1916788 w 2676209"/>
                <a:gd name="connsiteY2130" fmla="*/ 1270835 h 2650669"/>
                <a:gd name="connsiteX2131" fmla="*/ 1917747 w 2676209"/>
                <a:gd name="connsiteY2131" fmla="*/ 1269115 h 2650669"/>
                <a:gd name="connsiteX2132" fmla="*/ 1916292 w 2676209"/>
                <a:gd name="connsiteY2132" fmla="*/ 1264319 h 2650669"/>
                <a:gd name="connsiteX2133" fmla="*/ 1914639 w 2676209"/>
                <a:gd name="connsiteY2133" fmla="*/ 1265907 h 2650669"/>
                <a:gd name="connsiteX2134" fmla="*/ 1916788 w 2676209"/>
                <a:gd name="connsiteY2134" fmla="*/ 1270835 h 2650669"/>
                <a:gd name="connsiteX2135" fmla="*/ 1516441 w 2676209"/>
                <a:gd name="connsiteY2135" fmla="*/ 1423169 h 2650669"/>
                <a:gd name="connsiteX2136" fmla="*/ 1512505 w 2676209"/>
                <a:gd name="connsiteY2136" fmla="*/ 1421151 h 2650669"/>
                <a:gd name="connsiteX2137" fmla="*/ 1509429 w 2676209"/>
                <a:gd name="connsiteY2137" fmla="*/ 1423169 h 2650669"/>
                <a:gd name="connsiteX2138" fmla="*/ 1513795 w 2676209"/>
                <a:gd name="connsiteY2138" fmla="*/ 1424789 h 2650669"/>
                <a:gd name="connsiteX2139" fmla="*/ 1516441 w 2676209"/>
                <a:gd name="connsiteY2139" fmla="*/ 1423169 h 2650669"/>
                <a:gd name="connsiteX2140" fmla="*/ 1502285 w 2676209"/>
                <a:gd name="connsiteY2140" fmla="*/ 1013924 h 2650669"/>
                <a:gd name="connsiteX2141" fmla="*/ 1500698 w 2676209"/>
                <a:gd name="connsiteY2141" fmla="*/ 1009327 h 2650669"/>
                <a:gd name="connsiteX2142" fmla="*/ 1499077 w 2676209"/>
                <a:gd name="connsiteY2142" fmla="*/ 1011973 h 2650669"/>
                <a:gd name="connsiteX2143" fmla="*/ 1500698 w 2676209"/>
                <a:gd name="connsiteY2143" fmla="*/ 1016339 h 2650669"/>
                <a:gd name="connsiteX2144" fmla="*/ 1502285 w 2676209"/>
                <a:gd name="connsiteY2144" fmla="*/ 1013924 h 2650669"/>
                <a:gd name="connsiteX2145" fmla="*/ 1768390 w 2676209"/>
                <a:gd name="connsiteY2145" fmla="*/ 1082948 h 2650669"/>
                <a:gd name="connsiteX2146" fmla="*/ 1771466 w 2676209"/>
                <a:gd name="connsiteY2146" fmla="*/ 1080930 h 2650669"/>
                <a:gd name="connsiteX2147" fmla="*/ 1767100 w 2676209"/>
                <a:gd name="connsiteY2147" fmla="*/ 1079310 h 2650669"/>
                <a:gd name="connsiteX2148" fmla="*/ 1764488 w 2676209"/>
                <a:gd name="connsiteY2148" fmla="*/ 1080930 h 2650669"/>
                <a:gd name="connsiteX2149" fmla="*/ 1768390 w 2676209"/>
                <a:gd name="connsiteY2149" fmla="*/ 1082948 h 2650669"/>
                <a:gd name="connsiteX2150" fmla="*/ 1243986 w 2676209"/>
                <a:gd name="connsiteY2150" fmla="*/ 1145522 h 2650669"/>
                <a:gd name="connsiteX2151" fmla="*/ 1246731 w 2676209"/>
                <a:gd name="connsiteY2151" fmla="*/ 1144331 h 2650669"/>
                <a:gd name="connsiteX2152" fmla="*/ 1243887 w 2676209"/>
                <a:gd name="connsiteY2152" fmla="*/ 1142082 h 2650669"/>
                <a:gd name="connsiteX2153" fmla="*/ 1241109 w 2676209"/>
                <a:gd name="connsiteY2153" fmla="*/ 1143273 h 2650669"/>
                <a:gd name="connsiteX2154" fmla="*/ 1243986 w 2676209"/>
                <a:gd name="connsiteY2154" fmla="*/ 1145522 h 2650669"/>
                <a:gd name="connsiteX2155" fmla="*/ 1021967 w 2676209"/>
                <a:gd name="connsiteY2155" fmla="*/ 1274638 h 2650669"/>
                <a:gd name="connsiteX2156" fmla="*/ 1023323 w 2676209"/>
                <a:gd name="connsiteY2156" fmla="*/ 1272555 h 2650669"/>
                <a:gd name="connsiteX2157" fmla="*/ 1018726 w 2676209"/>
                <a:gd name="connsiteY2157" fmla="*/ 1271364 h 2650669"/>
                <a:gd name="connsiteX2158" fmla="*/ 1017503 w 2676209"/>
                <a:gd name="connsiteY2158" fmla="*/ 1273514 h 2650669"/>
                <a:gd name="connsiteX2159" fmla="*/ 1021967 w 2676209"/>
                <a:gd name="connsiteY2159" fmla="*/ 1274638 h 2650669"/>
                <a:gd name="connsiteX2160" fmla="*/ 546941 w 2676209"/>
                <a:gd name="connsiteY2160" fmla="*/ 2559852 h 2650669"/>
                <a:gd name="connsiteX2161" fmla="*/ 546677 w 2676209"/>
                <a:gd name="connsiteY2161" fmla="*/ 2560282 h 2650669"/>
                <a:gd name="connsiteX2162" fmla="*/ 547272 w 2676209"/>
                <a:gd name="connsiteY2162" fmla="*/ 2560646 h 2650669"/>
                <a:gd name="connsiteX2163" fmla="*/ 546941 w 2676209"/>
                <a:gd name="connsiteY2163" fmla="*/ 2559852 h 2650669"/>
                <a:gd name="connsiteX2164" fmla="*/ 1677175 w 2676209"/>
                <a:gd name="connsiteY2164" fmla="*/ 2577380 h 2650669"/>
                <a:gd name="connsiteX2165" fmla="*/ 1678366 w 2676209"/>
                <a:gd name="connsiteY2165" fmla="*/ 2580126 h 2650669"/>
                <a:gd name="connsiteX2166" fmla="*/ 1680648 w 2676209"/>
                <a:gd name="connsiteY2166" fmla="*/ 2577281 h 2650669"/>
                <a:gd name="connsiteX2167" fmla="*/ 1679424 w 2676209"/>
                <a:gd name="connsiteY2167" fmla="*/ 2574536 h 2650669"/>
                <a:gd name="connsiteX2168" fmla="*/ 1677175 w 2676209"/>
                <a:gd name="connsiteY2168" fmla="*/ 2577380 h 2650669"/>
                <a:gd name="connsiteX2169" fmla="*/ 1406308 w 2676209"/>
                <a:gd name="connsiteY2169" fmla="*/ 2588096 h 2650669"/>
                <a:gd name="connsiteX2170" fmla="*/ 1407002 w 2676209"/>
                <a:gd name="connsiteY2170" fmla="*/ 2590543 h 2650669"/>
                <a:gd name="connsiteX2171" fmla="*/ 1407895 w 2676209"/>
                <a:gd name="connsiteY2171" fmla="*/ 2590279 h 2650669"/>
                <a:gd name="connsiteX2172" fmla="*/ 1406308 w 2676209"/>
                <a:gd name="connsiteY2172" fmla="*/ 2588096 h 2650669"/>
                <a:gd name="connsiteX2173" fmla="*/ 1456347 w 2676209"/>
                <a:gd name="connsiteY2173" fmla="*/ 2597059 h 2650669"/>
                <a:gd name="connsiteX2174" fmla="*/ 1453503 w 2676209"/>
                <a:gd name="connsiteY2174" fmla="*/ 2594843 h 2650669"/>
                <a:gd name="connsiteX2175" fmla="*/ 1450725 w 2676209"/>
                <a:gd name="connsiteY2175" fmla="*/ 2596001 h 2650669"/>
                <a:gd name="connsiteX2176" fmla="*/ 1453602 w 2676209"/>
                <a:gd name="connsiteY2176" fmla="*/ 2598283 h 2650669"/>
                <a:gd name="connsiteX2177" fmla="*/ 1456347 w 2676209"/>
                <a:gd name="connsiteY2177" fmla="*/ 2597059 h 2650669"/>
                <a:gd name="connsiteX2178" fmla="*/ 1590491 w 2676209"/>
                <a:gd name="connsiteY2178" fmla="*/ 2523736 h 2650669"/>
                <a:gd name="connsiteX2179" fmla="*/ 1593236 w 2676209"/>
                <a:gd name="connsiteY2179" fmla="*/ 2524894 h 2650669"/>
                <a:gd name="connsiteX2180" fmla="*/ 1596080 w 2676209"/>
                <a:gd name="connsiteY2180" fmla="*/ 2522678 h 2650669"/>
                <a:gd name="connsiteX2181" fmla="*/ 1593368 w 2676209"/>
                <a:gd name="connsiteY2181" fmla="*/ 2521454 h 2650669"/>
                <a:gd name="connsiteX2182" fmla="*/ 1590491 w 2676209"/>
                <a:gd name="connsiteY2182" fmla="*/ 2523736 h 2650669"/>
                <a:gd name="connsiteX2183" fmla="*/ 1409218 w 2676209"/>
                <a:gd name="connsiteY2183" fmla="*/ 2535576 h 2650669"/>
                <a:gd name="connsiteX2184" fmla="*/ 1404621 w 2676209"/>
                <a:gd name="connsiteY2184" fmla="*/ 2537164 h 2650669"/>
                <a:gd name="connsiteX2185" fmla="*/ 1407267 w 2676209"/>
                <a:gd name="connsiteY2185" fmla="*/ 2538784 h 2650669"/>
                <a:gd name="connsiteX2186" fmla="*/ 1411633 w 2676209"/>
                <a:gd name="connsiteY2186" fmla="*/ 2537164 h 2650669"/>
                <a:gd name="connsiteX2187" fmla="*/ 1409218 w 2676209"/>
                <a:gd name="connsiteY2187" fmla="*/ 2535576 h 2650669"/>
                <a:gd name="connsiteX2188" fmla="*/ 1463855 w 2676209"/>
                <a:gd name="connsiteY2188" fmla="*/ 2553965 h 2650669"/>
                <a:gd name="connsiteX2189" fmla="*/ 1462267 w 2676209"/>
                <a:gd name="connsiteY2189" fmla="*/ 2549401 h 2650669"/>
                <a:gd name="connsiteX2190" fmla="*/ 1460647 w 2676209"/>
                <a:gd name="connsiteY2190" fmla="*/ 2552014 h 2650669"/>
                <a:gd name="connsiteX2191" fmla="*/ 1462267 w 2676209"/>
                <a:gd name="connsiteY2191" fmla="*/ 2556379 h 2650669"/>
                <a:gd name="connsiteX2192" fmla="*/ 1463855 w 2676209"/>
                <a:gd name="connsiteY2192" fmla="*/ 2553965 h 2650669"/>
                <a:gd name="connsiteX2193" fmla="*/ 1481450 w 2676209"/>
                <a:gd name="connsiteY2193" fmla="*/ 2374743 h 2650669"/>
                <a:gd name="connsiteX2194" fmla="*/ 1484294 w 2676209"/>
                <a:gd name="connsiteY2194" fmla="*/ 2372494 h 2650669"/>
                <a:gd name="connsiteX2195" fmla="*/ 1481549 w 2676209"/>
                <a:gd name="connsiteY2195" fmla="*/ 2371270 h 2650669"/>
                <a:gd name="connsiteX2196" fmla="*/ 1478671 w 2676209"/>
                <a:gd name="connsiteY2196" fmla="*/ 2373552 h 2650669"/>
                <a:gd name="connsiteX2197" fmla="*/ 1481450 w 2676209"/>
                <a:gd name="connsiteY2197" fmla="*/ 2374743 h 2650669"/>
                <a:gd name="connsiteX2198" fmla="*/ 1535656 w 2676209"/>
                <a:gd name="connsiteY2198" fmla="*/ 2371270 h 2650669"/>
                <a:gd name="connsiteX2199" fmla="*/ 1533639 w 2676209"/>
                <a:gd name="connsiteY2199" fmla="*/ 2375206 h 2650669"/>
                <a:gd name="connsiteX2200" fmla="*/ 1535656 w 2676209"/>
                <a:gd name="connsiteY2200" fmla="*/ 2378248 h 2650669"/>
                <a:gd name="connsiteX2201" fmla="*/ 1537277 w 2676209"/>
                <a:gd name="connsiteY2201" fmla="*/ 2373916 h 2650669"/>
                <a:gd name="connsiteX2202" fmla="*/ 1535656 w 2676209"/>
                <a:gd name="connsiteY2202" fmla="*/ 2371270 h 2650669"/>
                <a:gd name="connsiteX2203" fmla="*/ 1516474 w 2676209"/>
                <a:gd name="connsiteY2203" fmla="*/ 2388799 h 2650669"/>
                <a:gd name="connsiteX2204" fmla="*/ 1517631 w 2676209"/>
                <a:gd name="connsiteY2204" fmla="*/ 2391544 h 2650669"/>
                <a:gd name="connsiteX2205" fmla="*/ 1519913 w 2676209"/>
                <a:gd name="connsiteY2205" fmla="*/ 2388699 h 2650669"/>
                <a:gd name="connsiteX2206" fmla="*/ 1518723 w 2676209"/>
                <a:gd name="connsiteY2206" fmla="*/ 2385954 h 2650669"/>
                <a:gd name="connsiteX2207" fmla="*/ 1516474 w 2676209"/>
                <a:gd name="connsiteY2207" fmla="*/ 2388799 h 2650669"/>
                <a:gd name="connsiteX2208" fmla="*/ 1500830 w 2676209"/>
                <a:gd name="connsiteY2208" fmla="*/ 2399349 h 2650669"/>
                <a:gd name="connsiteX2209" fmla="*/ 1499607 w 2676209"/>
                <a:gd name="connsiteY2209" fmla="*/ 2401466 h 2650669"/>
                <a:gd name="connsiteX2210" fmla="*/ 1504071 w 2676209"/>
                <a:gd name="connsiteY2210" fmla="*/ 2402590 h 2650669"/>
                <a:gd name="connsiteX2211" fmla="*/ 1505427 w 2676209"/>
                <a:gd name="connsiteY2211" fmla="*/ 2400540 h 2650669"/>
                <a:gd name="connsiteX2212" fmla="*/ 1500830 w 2676209"/>
                <a:gd name="connsiteY2212" fmla="*/ 2399349 h 2650669"/>
                <a:gd name="connsiteX2213" fmla="*/ 1401082 w 2676209"/>
                <a:gd name="connsiteY2213" fmla="*/ 2416712 h 2650669"/>
                <a:gd name="connsiteX2214" fmla="*/ 1398337 w 2676209"/>
                <a:gd name="connsiteY2214" fmla="*/ 2417903 h 2650669"/>
                <a:gd name="connsiteX2215" fmla="*/ 1401215 w 2676209"/>
                <a:gd name="connsiteY2215" fmla="*/ 2420185 h 2650669"/>
                <a:gd name="connsiteX2216" fmla="*/ 1403960 w 2676209"/>
                <a:gd name="connsiteY2216" fmla="*/ 2418961 h 2650669"/>
                <a:gd name="connsiteX2217" fmla="*/ 1401082 w 2676209"/>
                <a:gd name="connsiteY2217" fmla="*/ 2416712 h 2650669"/>
                <a:gd name="connsiteX2218" fmla="*/ 1469146 w 2676209"/>
                <a:gd name="connsiteY2218" fmla="*/ 2353708 h 2650669"/>
                <a:gd name="connsiteX2219" fmla="*/ 1470502 w 2676209"/>
                <a:gd name="connsiteY2219" fmla="*/ 2351658 h 2650669"/>
                <a:gd name="connsiteX2220" fmla="*/ 1465905 w 2676209"/>
                <a:gd name="connsiteY2220" fmla="*/ 2350434 h 2650669"/>
                <a:gd name="connsiteX2221" fmla="*/ 1464682 w 2676209"/>
                <a:gd name="connsiteY2221" fmla="*/ 2352584 h 2650669"/>
                <a:gd name="connsiteX2222" fmla="*/ 1469146 w 2676209"/>
                <a:gd name="connsiteY2222" fmla="*/ 2353708 h 2650669"/>
                <a:gd name="connsiteX2223" fmla="*/ 1295018 w 2676209"/>
                <a:gd name="connsiteY2223" fmla="*/ 2364821 h 2650669"/>
                <a:gd name="connsiteX2224" fmla="*/ 1292967 w 2676209"/>
                <a:gd name="connsiteY2224" fmla="*/ 2366177 h 2650669"/>
                <a:gd name="connsiteX2225" fmla="*/ 1294058 w 2676209"/>
                <a:gd name="connsiteY2225" fmla="*/ 2370642 h 2650669"/>
                <a:gd name="connsiteX2226" fmla="*/ 1296208 w 2676209"/>
                <a:gd name="connsiteY2226" fmla="*/ 2369418 h 2650669"/>
                <a:gd name="connsiteX2227" fmla="*/ 1295018 w 2676209"/>
                <a:gd name="connsiteY2227" fmla="*/ 2364821 h 2650669"/>
                <a:gd name="connsiteX2228" fmla="*/ 1439645 w 2676209"/>
                <a:gd name="connsiteY2228" fmla="*/ 2510970 h 2650669"/>
                <a:gd name="connsiteX2229" fmla="*/ 1442390 w 2676209"/>
                <a:gd name="connsiteY2229" fmla="*/ 2509746 h 2650669"/>
                <a:gd name="connsiteX2230" fmla="*/ 1439513 w 2676209"/>
                <a:gd name="connsiteY2230" fmla="*/ 2507530 h 2650669"/>
                <a:gd name="connsiteX2231" fmla="*/ 1436768 w 2676209"/>
                <a:gd name="connsiteY2231" fmla="*/ 2508688 h 2650669"/>
                <a:gd name="connsiteX2232" fmla="*/ 1439645 w 2676209"/>
                <a:gd name="connsiteY2232" fmla="*/ 2510970 h 2650669"/>
                <a:gd name="connsiteX2233" fmla="*/ 573135 w 2676209"/>
                <a:gd name="connsiteY2233" fmla="*/ 2435895 h 2650669"/>
                <a:gd name="connsiteX2234" fmla="*/ 577501 w 2676209"/>
                <a:gd name="connsiteY2234" fmla="*/ 2437515 h 2650669"/>
                <a:gd name="connsiteX2235" fmla="*/ 580146 w 2676209"/>
                <a:gd name="connsiteY2235" fmla="*/ 2435895 h 2650669"/>
                <a:gd name="connsiteX2236" fmla="*/ 576211 w 2676209"/>
                <a:gd name="connsiteY2236" fmla="*/ 2433877 h 2650669"/>
                <a:gd name="connsiteX2237" fmla="*/ 573135 w 2676209"/>
                <a:gd name="connsiteY2237" fmla="*/ 2435895 h 2650669"/>
                <a:gd name="connsiteX2238" fmla="*/ 1299714 w 2676209"/>
                <a:gd name="connsiteY2238" fmla="*/ 2445453 h 2650669"/>
                <a:gd name="connsiteX2239" fmla="*/ 1298391 w 2676209"/>
                <a:gd name="connsiteY2239" fmla="*/ 2440657 h 2650669"/>
                <a:gd name="connsiteX2240" fmla="*/ 1296440 w 2676209"/>
                <a:gd name="connsiteY2240" fmla="*/ 2443766 h 2650669"/>
                <a:gd name="connsiteX2241" fmla="*/ 1298093 w 2676209"/>
                <a:gd name="connsiteY2241" fmla="*/ 2448098 h 2650669"/>
                <a:gd name="connsiteX2242" fmla="*/ 1299714 w 2676209"/>
                <a:gd name="connsiteY2242" fmla="*/ 2445453 h 2650669"/>
                <a:gd name="connsiteX2243" fmla="*/ 1523353 w 2676209"/>
                <a:gd name="connsiteY2243" fmla="*/ 2444659 h 2650669"/>
                <a:gd name="connsiteX2244" fmla="*/ 1520608 w 2676209"/>
                <a:gd name="connsiteY2244" fmla="*/ 2445849 h 2650669"/>
                <a:gd name="connsiteX2245" fmla="*/ 1523485 w 2676209"/>
                <a:gd name="connsiteY2245" fmla="*/ 2448131 h 2650669"/>
                <a:gd name="connsiteX2246" fmla="*/ 1526230 w 2676209"/>
                <a:gd name="connsiteY2246" fmla="*/ 2446908 h 2650669"/>
                <a:gd name="connsiteX2247" fmla="*/ 1523353 w 2676209"/>
                <a:gd name="connsiteY2247" fmla="*/ 2444659 h 2650669"/>
                <a:gd name="connsiteX2248" fmla="*/ 1217726 w 2676209"/>
                <a:gd name="connsiteY2248" fmla="*/ 2465561 h 2650669"/>
                <a:gd name="connsiteX2249" fmla="*/ 1219347 w 2676209"/>
                <a:gd name="connsiteY2249" fmla="*/ 2461228 h 2650669"/>
                <a:gd name="connsiteX2250" fmla="*/ 1218685 w 2676209"/>
                <a:gd name="connsiteY2250" fmla="*/ 2459806 h 2650669"/>
                <a:gd name="connsiteX2251" fmla="*/ 1216205 w 2676209"/>
                <a:gd name="connsiteY2251" fmla="*/ 2463279 h 2650669"/>
                <a:gd name="connsiteX2252" fmla="*/ 1217726 w 2676209"/>
                <a:gd name="connsiteY2252" fmla="*/ 2465561 h 2650669"/>
                <a:gd name="connsiteX2253" fmla="*/ 1277654 w 2676209"/>
                <a:gd name="connsiteY2253" fmla="*/ 1749003 h 2650669"/>
                <a:gd name="connsiteX2254" fmla="*/ 1278878 w 2676209"/>
                <a:gd name="connsiteY2254" fmla="*/ 1746258 h 2650669"/>
                <a:gd name="connsiteX2255" fmla="*/ 1276596 w 2676209"/>
                <a:gd name="connsiteY2255" fmla="*/ 1743381 h 2650669"/>
                <a:gd name="connsiteX2256" fmla="*/ 1275405 w 2676209"/>
                <a:gd name="connsiteY2256" fmla="*/ 1746126 h 2650669"/>
                <a:gd name="connsiteX2257" fmla="*/ 1277654 w 2676209"/>
                <a:gd name="connsiteY2257" fmla="*/ 1749003 h 2650669"/>
                <a:gd name="connsiteX2258" fmla="*/ 2641482 w 2676209"/>
                <a:gd name="connsiteY2258" fmla="*/ 1657259 h 2650669"/>
                <a:gd name="connsiteX2259" fmla="*/ 2642607 w 2676209"/>
                <a:gd name="connsiteY2259" fmla="*/ 1661724 h 2650669"/>
                <a:gd name="connsiteX2260" fmla="*/ 2644756 w 2676209"/>
                <a:gd name="connsiteY2260" fmla="*/ 1660500 h 2650669"/>
                <a:gd name="connsiteX2261" fmla="*/ 2643566 w 2676209"/>
                <a:gd name="connsiteY2261" fmla="*/ 1655903 h 2650669"/>
                <a:gd name="connsiteX2262" fmla="*/ 2641482 w 2676209"/>
                <a:gd name="connsiteY2262" fmla="*/ 1657259 h 2650669"/>
                <a:gd name="connsiteX2263" fmla="*/ 2672968 w 2676209"/>
                <a:gd name="connsiteY2263" fmla="*/ 1658019 h 2650669"/>
                <a:gd name="connsiteX2264" fmla="*/ 2674588 w 2676209"/>
                <a:gd name="connsiteY2264" fmla="*/ 1662385 h 2650669"/>
                <a:gd name="connsiteX2265" fmla="*/ 2676209 w 2676209"/>
                <a:gd name="connsiteY2265" fmla="*/ 1659739 h 2650669"/>
                <a:gd name="connsiteX2266" fmla="*/ 2675250 w 2676209"/>
                <a:gd name="connsiteY2266" fmla="*/ 1655936 h 2650669"/>
                <a:gd name="connsiteX2267" fmla="*/ 2674687 w 2676209"/>
                <a:gd name="connsiteY2267" fmla="*/ 1655208 h 2650669"/>
                <a:gd name="connsiteX2268" fmla="*/ 2672968 w 2676209"/>
                <a:gd name="connsiteY2268" fmla="*/ 1658019 h 2650669"/>
                <a:gd name="connsiteX2269" fmla="*/ 986050 w 2676209"/>
                <a:gd name="connsiteY2269" fmla="*/ 1671612 h 2650669"/>
                <a:gd name="connsiteX2270" fmla="*/ 990515 w 2676209"/>
                <a:gd name="connsiteY2270" fmla="*/ 1672737 h 2650669"/>
                <a:gd name="connsiteX2271" fmla="*/ 991871 w 2676209"/>
                <a:gd name="connsiteY2271" fmla="*/ 1670653 h 2650669"/>
                <a:gd name="connsiteX2272" fmla="*/ 987274 w 2676209"/>
                <a:gd name="connsiteY2272" fmla="*/ 1669463 h 2650669"/>
                <a:gd name="connsiteX2273" fmla="*/ 986050 w 2676209"/>
                <a:gd name="connsiteY2273" fmla="*/ 1671612 h 2650669"/>
                <a:gd name="connsiteX2274" fmla="*/ 2674886 w 2676209"/>
                <a:gd name="connsiteY2274" fmla="*/ 1675846 h 2650669"/>
                <a:gd name="connsiteX2275" fmla="*/ 2673993 w 2676209"/>
                <a:gd name="connsiteY2275" fmla="*/ 1677036 h 2650669"/>
                <a:gd name="connsiteX2276" fmla="*/ 2675349 w 2676209"/>
                <a:gd name="connsiteY2276" fmla="*/ 1677235 h 2650669"/>
                <a:gd name="connsiteX2277" fmla="*/ 2674886 w 2676209"/>
                <a:gd name="connsiteY2277" fmla="*/ 1675846 h 2650669"/>
                <a:gd name="connsiteX2278" fmla="*/ 838710 w 2676209"/>
                <a:gd name="connsiteY2278" fmla="*/ 1711333 h 2650669"/>
                <a:gd name="connsiteX2279" fmla="*/ 839868 w 2676209"/>
                <a:gd name="connsiteY2279" fmla="*/ 1714078 h 2650669"/>
                <a:gd name="connsiteX2280" fmla="*/ 842150 w 2676209"/>
                <a:gd name="connsiteY2280" fmla="*/ 1711201 h 2650669"/>
                <a:gd name="connsiteX2281" fmla="*/ 840926 w 2676209"/>
                <a:gd name="connsiteY2281" fmla="*/ 1708456 h 2650669"/>
                <a:gd name="connsiteX2282" fmla="*/ 838710 w 2676209"/>
                <a:gd name="connsiteY2282" fmla="*/ 1711333 h 2650669"/>
                <a:gd name="connsiteX2283" fmla="*/ 955160 w 2676209"/>
                <a:gd name="connsiteY2283" fmla="*/ 1714078 h 2650669"/>
                <a:gd name="connsiteX2284" fmla="*/ 957442 w 2676209"/>
                <a:gd name="connsiteY2284" fmla="*/ 1711201 h 2650669"/>
                <a:gd name="connsiteX2285" fmla="*/ 956219 w 2676209"/>
                <a:gd name="connsiteY2285" fmla="*/ 1708456 h 2650669"/>
                <a:gd name="connsiteX2286" fmla="*/ 954003 w 2676209"/>
                <a:gd name="connsiteY2286" fmla="*/ 1711333 h 2650669"/>
                <a:gd name="connsiteX2287" fmla="*/ 955160 w 2676209"/>
                <a:gd name="connsiteY2287" fmla="*/ 1714078 h 2650669"/>
                <a:gd name="connsiteX2288" fmla="*/ 816485 w 2676209"/>
                <a:gd name="connsiteY2288" fmla="*/ 1862112 h 2650669"/>
                <a:gd name="connsiteX2289" fmla="*/ 814237 w 2676209"/>
                <a:gd name="connsiteY2289" fmla="*/ 1864957 h 2650669"/>
                <a:gd name="connsiteX2290" fmla="*/ 815427 w 2676209"/>
                <a:gd name="connsiteY2290" fmla="*/ 1867735 h 2650669"/>
                <a:gd name="connsiteX2291" fmla="*/ 817709 w 2676209"/>
                <a:gd name="connsiteY2291" fmla="*/ 1864857 h 2650669"/>
                <a:gd name="connsiteX2292" fmla="*/ 816485 w 2676209"/>
                <a:gd name="connsiteY2292" fmla="*/ 1862112 h 2650669"/>
                <a:gd name="connsiteX2293" fmla="*/ 1067608 w 2676209"/>
                <a:gd name="connsiteY2293" fmla="*/ 1774006 h 2650669"/>
                <a:gd name="connsiteX2294" fmla="*/ 1072238 w 2676209"/>
                <a:gd name="connsiteY2294" fmla="*/ 1772816 h 2650669"/>
                <a:gd name="connsiteX2295" fmla="*/ 1070849 w 2676209"/>
                <a:gd name="connsiteY2295" fmla="*/ 1770732 h 2650669"/>
                <a:gd name="connsiteX2296" fmla="*/ 1066384 w 2676209"/>
                <a:gd name="connsiteY2296" fmla="*/ 1771856 h 2650669"/>
                <a:gd name="connsiteX2297" fmla="*/ 1067608 w 2676209"/>
                <a:gd name="connsiteY2297" fmla="*/ 1774006 h 2650669"/>
                <a:gd name="connsiteX2298" fmla="*/ 878960 w 2676209"/>
                <a:gd name="connsiteY2298" fmla="*/ 1787963 h 2650669"/>
                <a:gd name="connsiteX2299" fmla="*/ 883557 w 2676209"/>
                <a:gd name="connsiteY2299" fmla="*/ 1786772 h 2650669"/>
                <a:gd name="connsiteX2300" fmla="*/ 882201 w 2676209"/>
                <a:gd name="connsiteY2300" fmla="*/ 1784722 h 2650669"/>
                <a:gd name="connsiteX2301" fmla="*/ 877737 w 2676209"/>
                <a:gd name="connsiteY2301" fmla="*/ 1785846 h 2650669"/>
                <a:gd name="connsiteX2302" fmla="*/ 878960 w 2676209"/>
                <a:gd name="connsiteY2302" fmla="*/ 1787963 h 2650669"/>
                <a:gd name="connsiteX2303" fmla="*/ 1362023 w 2676209"/>
                <a:gd name="connsiteY2303" fmla="*/ 1789319 h 2650669"/>
                <a:gd name="connsiteX2304" fmla="*/ 1359278 w 2676209"/>
                <a:gd name="connsiteY2304" fmla="*/ 1788095 h 2650669"/>
                <a:gd name="connsiteX2305" fmla="*/ 1356401 w 2676209"/>
                <a:gd name="connsiteY2305" fmla="*/ 1790377 h 2650669"/>
                <a:gd name="connsiteX2306" fmla="*/ 1359179 w 2676209"/>
                <a:gd name="connsiteY2306" fmla="*/ 1791535 h 2650669"/>
                <a:gd name="connsiteX2307" fmla="*/ 1362023 w 2676209"/>
                <a:gd name="connsiteY2307" fmla="*/ 1789319 h 2650669"/>
                <a:gd name="connsiteX2308" fmla="*/ 1218255 w 2676209"/>
                <a:gd name="connsiteY2308" fmla="*/ 1792262 h 2650669"/>
                <a:gd name="connsiteX2309" fmla="*/ 1216006 w 2676209"/>
                <a:gd name="connsiteY2309" fmla="*/ 1795140 h 2650669"/>
                <a:gd name="connsiteX2310" fmla="*/ 1217197 w 2676209"/>
                <a:gd name="connsiteY2310" fmla="*/ 1797885 h 2650669"/>
                <a:gd name="connsiteX2311" fmla="*/ 1219479 w 2676209"/>
                <a:gd name="connsiteY2311" fmla="*/ 1795007 h 2650669"/>
                <a:gd name="connsiteX2312" fmla="*/ 1218255 w 2676209"/>
                <a:gd name="connsiteY2312" fmla="*/ 1792262 h 2650669"/>
                <a:gd name="connsiteX2313" fmla="*/ 746206 w 2676209"/>
                <a:gd name="connsiteY2313" fmla="*/ 1805657 h 2650669"/>
                <a:gd name="connsiteX2314" fmla="*/ 744982 w 2676209"/>
                <a:gd name="connsiteY2314" fmla="*/ 1807807 h 2650669"/>
                <a:gd name="connsiteX2315" fmla="*/ 749447 w 2676209"/>
                <a:gd name="connsiteY2315" fmla="*/ 1808931 h 2650669"/>
                <a:gd name="connsiteX2316" fmla="*/ 750803 w 2676209"/>
                <a:gd name="connsiteY2316" fmla="*/ 1806848 h 2650669"/>
                <a:gd name="connsiteX2317" fmla="*/ 746206 w 2676209"/>
                <a:gd name="connsiteY2317" fmla="*/ 1805657 h 2650669"/>
                <a:gd name="connsiteX2318" fmla="*/ 1104451 w 2676209"/>
                <a:gd name="connsiteY2318" fmla="*/ 1504793 h 2650669"/>
                <a:gd name="connsiteX2319" fmla="*/ 1102434 w 2676209"/>
                <a:gd name="connsiteY2319" fmla="*/ 1501750 h 2650669"/>
                <a:gd name="connsiteX2320" fmla="*/ 1100813 w 2676209"/>
                <a:gd name="connsiteY2320" fmla="*/ 1506082 h 2650669"/>
                <a:gd name="connsiteX2321" fmla="*/ 1102434 w 2676209"/>
                <a:gd name="connsiteY2321" fmla="*/ 1508728 h 2650669"/>
                <a:gd name="connsiteX2322" fmla="*/ 1104451 w 2676209"/>
                <a:gd name="connsiteY2322" fmla="*/ 1504793 h 2650669"/>
                <a:gd name="connsiteX2323" fmla="*/ 852138 w 2676209"/>
                <a:gd name="connsiteY2323" fmla="*/ 1513524 h 2650669"/>
                <a:gd name="connsiteX2324" fmla="*/ 847508 w 2676209"/>
                <a:gd name="connsiteY2324" fmla="*/ 1512333 h 2650669"/>
                <a:gd name="connsiteX2325" fmla="*/ 846284 w 2676209"/>
                <a:gd name="connsiteY2325" fmla="*/ 1514483 h 2650669"/>
                <a:gd name="connsiteX2326" fmla="*/ 850749 w 2676209"/>
                <a:gd name="connsiteY2326" fmla="*/ 1515574 h 2650669"/>
                <a:gd name="connsiteX2327" fmla="*/ 852138 w 2676209"/>
                <a:gd name="connsiteY2327" fmla="*/ 1513524 h 2650669"/>
                <a:gd name="connsiteX2328" fmla="*/ 844961 w 2676209"/>
                <a:gd name="connsiteY2328" fmla="*/ 1531945 h 2650669"/>
                <a:gd name="connsiteX2329" fmla="*/ 842117 w 2676209"/>
                <a:gd name="connsiteY2329" fmla="*/ 1529730 h 2650669"/>
                <a:gd name="connsiteX2330" fmla="*/ 839339 w 2676209"/>
                <a:gd name="connsiteY2330" fmla="*/ 1530887 h 2650669"/>
                <a:gd name="connsiteX2331" fmla="*/ 842216 w 2676209"/>
                <a:gd name="connsiteY2331" fmla="*/ 1533169 h 2650669"/>
                <a:gd name="connsiteX2332" fmla="*/ 844961 w 2676209"/>
                <a:gd name="connsiteY2332" fmla="*/ 1531945 h 2650669"/>
                <a:gd name="connsiteX2333" fmla="*/ 80547 w 2676209"/>
                <a:gd name="connsiteY2333" fmla="*/ 1538395 h 2650669"/>
                <a:gd name="connsiteX2334" fmla="*/ 84879 w 2676209"/>
                <a:gd name="connsiteY2334" fmla="*/ 1540048 h 2650669"/>
                <a:gd name="connsiteX2335" fmla="*/ 87525 w 2676209"/>
                <a:gd name="connsiteY2335" fmla="*/ 1538395 h 2650669"/>
                <a:gd name="connsiteX2336" fmla="*/ 83590 w 2676209"/>
                <a:gd name="connsiteY2336" fmla="*/ 1536377 h 2650669"/>
                <a:gd name="connsiteX2337" fmla="*/ 80547 w 2676209"/>
                <a:gd name="connsiteY2337" fmla="*/ 1538395 h 2650669"/>
                <a:gd name="connsiteX2338" fmla="*/ 1582322 w 2676209"/>
                <a:gd name="connsiteY2338" fmla="*/ 1471620 h 2650669"/>
                <a:gd name="connsiteX2339" fmla="*/ 1577692 w 2676209"/>
                <a:gd name="connsiteY2339" fmla="*/ 1470430 h 2650669"/>
                <a:gd name="connsiteX2340" fmla="*/ 1576468 w 2676209"/>
                <a:gd name="connsiteY2340" fmla="*/ 1472580 h 2650669"/>
                <a:gd name="connsiteX2341" fmla="*/ 1580933 w 2676209"/>
                <a:gd name="connsiteY2341" fmla="*/ 1473704 h 2650669"/>
                <a:gd name="connsiteX2342" fmla="*/ 1582322 w 2676209"/>
                <a:gd name="connsiteY2342" fmla="*/ 1471620 h 2650669"/>
                <a:gd name="connsiteX2343" fmla="*/ 2400447 w 2676209"/>
                <a:gd name="connsiteY2343" fmla="*/ 1485908 h 2650669"/>
                <a:gd name="connsiteX2344" fmla="*/ 2402497 w 2676209"/>
                <a:gd name="connsiteY2344" fmla="*/ 1487264 h 2650669"/>
                <a:gd name="connsiteX2345" fmla="*/ 2403688 w 2676209"/>
                <a:gd name="connsiteY2345" fmla="*/ 1482667 h 2650669"/>
                <a:gd name="connsiteX2346" fmla="*/ 2401571 w 2676209"/>
                <a:gd name="connsiteY2346" fmla="*/ 1481443 h 2650669"/>
                <a:gd name="connsiteX2347" fmla="*/ 2400447 w 2676209"/>
                <a:gd name="connsiteY2347" fmla="*/ 1485908 h 2650669"/>
                <a:gd name="connsiteX2348" fmla="*/ 1593137 w 2676209"/>
                <a:gd name="connsiteY2348" fmla="*/ 1488851 h 2650669"/>
                <a:gd name="connsiteX2349" fmla="*/ 1591549 w 2676209"/>
                <a:gd name="connsiteY2349" fmla="*/ 1484287 h 2650669"/>
                <a:gd name="connsiteX2350" fmla="*/ 1589929 w 2676209"/>
                <a:gd name="connsiteY2350" fmla="*/ 1486900 h 2650669"/>
                <a:gd name="connsiteX2351" fmla="*/ 1591549 w 2676209"/>
                <a:gd name="connsiteY2351" fmla="*/ 1491266 h 2650669"/>
                <a:gd name="connsiteX2352" fmla="*/ 1593137 w 2676209"/>
                <a:gd name="connsiteY2352" fmla="*/ 1488851 h 2650669"/>
                <a:gd name="connsiteX2353" fmla="*/ 1605374 w 2676209"/>
                <a:gd name="connsiteY2353" fmla="*/ 1487661 h 2650669"/>
                <a:gd name="connsiteX2354" fmla="*/ 1606763 w 2676209"/>
                <a:gd name="connsiteY2354" fmla="*/ 1485577 h 2650669"/>
                <a:gd name="connsiteX2355" fmla="*/ 1602133 w 2676209"/>
                <a:gd name="connsiteY2355" fmla="*/ 1484387 h 2650669"/>
                <a:gd name="connsiteX2356" fmla="*/ 1600909 w 2676209"/>
                <a:gd name="connsiteY2356" fmla="*/ 1486536 h 2650669"/>
                <a:gd name="connsiteX2357" fmla="*/ 1605374 w 2676209"/>
                <a:gd name="connsiteY2357" fmla="*/ 1487661 h 2650669"/>
                <a:gd name="connsiteX2358" fmla="*/ 1278448 w 2676209"/>
                <a:gd name="connsiteY2358" fmla="*/ 1487495 h 2650669"/>
                <a:gd name="connsiteX2359" fmla="*/ 1275372 w 2676209"/>
                <a:gd name="connsiteY2359" fmla="*/ 1489513 h 2650669"/>
                <a:gd name="connsiteX2360" fmla="*/ 1279738 w 2676209"/>
                <a:gd name="connsiteY2360" fmla="*/ 1491134 h 2650669"/>
                <a:gd name="connsiteX2361" fmla="*/ 1282351 w 2676209"/>
                <a:gd name="connsiteY2361" fmla="*/ 1489513 h 2650669"/>
                <a:gd name="connsiteX2362" fmla="*/ 1278448 w 2676209"/>
                <a:gd name="connsiteY2362" fmla="*/ 1487495 h 2650669"/>
                <a:gd name="connsiteX2363" fmla="*/ 1416990 w 2676209"/>
                <a:gd name="connsiteY2363" fmla="*/ 1491134 h 2650669"/>
                <a:gd name="connsiteX2364" fmla="*/ 1421588 w 2676209"/>
                <a:gd name="connsiteY2364" fmla="*/ 1489943 h 2650669"/>
                <a:gd name="connsiteX2365" fmla="*/ 1420232 w 2676209"/>
                <a:gd name="connsiteY2365" fmla="*/ 1487892 h 2650669"/>
                <a:gd name="connsiteX2366" fmla="*/ 1415767 w 2676209"/>
                <a:gd name="connsiteY2366" fmla="*/ 1489017 h 2650669"/>
                <a:gd name="connsiteX2367" fmla="*/ 1416990 w 2676209"/>
                <a:gd name="connsiteY2367" fmla="*/ 1491134 h 2650669"/>
                <a:gd name="connsiteX2368" fmla="*/ 1509495 w 2676209"/>
                <a:gd name="connsiteY2368" fmla="*/ 1491266 h 2650669"/>
                <a:gd name="connsiteX2369" fmla="*/ 1512240 w 2676209"/>
                <a:gd name="connsiteY2369" fmla="*/ 1490042 h 2650669"/>
                <a:gd name="connsiteX2370" fmla="*/ 1509396 w 2676209"/>
                <a:gd name="connsiteY2370" fmla="*/ 1487793 h 2650669"/>
                <a:gd name="connsiteX2371" fmla="*/ 1506618 w 2676209"/>
                <a:gd name="connsiteY2371" fmla="*/ 1488984 h 2650669"/>
                <a:gd name="connsiteX2372" fmla="*/ 1509495 w 2676209"/>
                <a:gd name="connsiteY2372" fmla="*/ 1491266 h 2650669"/>
                <a:gd name="connsiteX2373" fmla="*/ 1483103 w 2676209"/>
                <a:gd name="connsiteY2373" fmla="*/ 1494639 h 2650669"/>
                <a:gd name="connsiteX2374" fmla="*/ 1484492 w 2676209"/>
                <a:gd name="connsiteY2374" fmla="*/ 1492556 h 2650669"/>
                <a:gd name="connsiteX2375" fmla="*/ 1479862 w 2676209"/>
                <a:gd name="connsiteY2375" fmla="*/ 1491365 h 2650669"/>
                <a:gd name="connsiteX2376" fmla="*/ 1478638 w 2676209"/>
                <a:gd name="connsiteY2376" fmla="*/ 1493515 h 2650669"/>
                <a:gd name="connsiteX2377" fmla="*/ 1483103 w 2676209"/>
                <a:gd name="connsiteY2377" fmla="*/ 1494639 h 2650669"/>
                <a:gd name="connsiteX2378" fmla="*/ 1734259 w 2676209"/>
                <a:gd name="connsiteY2378" fmla="*/ 1491894 h 2650669"/>
                <a:gd name="connsiteX2379" fmla="*/ 1733134 w 2676209"/>
                <a:gd name="connsiteY2379" fmla="*/ 1496359 h 2650669"/>
                <a:gd name="connsiteX2380" fmla="*/ 1735218 w 2676209"/>
                <a:gd name="connsiteY2380" fmla="*/ 1497748 h 2650669"/>
                <a:gd name="connsiteX2381" fmla="*/ 1736409 w 2676209"/>
                <a:gd name="connsiteY2381" fmla="*/ 1493118 h 2650669"/>
                <a:gd name="connsiteX2382" fmla="*/ 1734259 w 2676209"/>
                <a:gd name="connsiteY2382" fmla="*/ 1491894 h 2650669"/>
                <a:gd name="connsiteX2383" fmla="*/ 1449369 w 2676209"/>
                <a:gd name="connsiteY2383" fmla="*/ 1495962 h 2650669"/>
                <a:gd name="connsiteX2384" fmla="*/ 1446624 w 2676209"/>
                <a:gd name="connsiteY2384" fmla="*/ 1494738 h 2650669"/>
                <a:gd name="connsiteX2385" fmla="*/ 1443746 w 2676209"/>
                <a:gd name="connsiteY2385" fmla="*/ 1497020 h 2650669"/>
                <a:gd name="connsiteX2386" fmla="*/ 1446525 w 2676209"/>
                <a:gd name="connsiteY2386" fmla="*/ 1498211 h 2650669"/>
                <a:gd name="connsiteX2387" fmla="*/ 1449369 w 2676209"/>
                <a:gd name="connsiteY2387" fmla="*/ 1495962 h 2650669"/>
                <a:gd name="connsiteX2388" fmla="*/ 1349422 w 2676209"/>
                <a:gd name="connsiteY2388" fmla="*/ 1615752 h 2650669"/>
                <a:gd name="connsiteX2389" fmla="*/ 1352168 w 2676209"/>
                <a:gd name="connsiteY2389" fmla="*/ 1616943 h 2650669"/>
                <a:gd name="connsiteX2390" fmla="*/ 1355045 w 2676209"/>
                <a:gd name="connsiteY2390" fmla="*/ 1614694 h 2650669"/>
                <a:gd name="connsiteX2391" fmla="*/ 1352300 w 2676209"/>
                <a:gd name="connsiteY2391" fmla="*/ 1613470 h 2650669"/>
                <a:gd name="connsiteX2392" fmla="*/ 1349422 w 2676209"/>
                <a:gd name="connsiteY2392" fmla="*/ 1615752 h 2650669"/>
                <a:gd name="connsiteX2393" fmla="*/ 923741 w 2676209"/>
                <a:gd name="connsiteY2393" fmla="*/ 1623326 h 2650669"/>
                <a:gd name="connsiteX2394" fmla="*/ 925891 w 2676209"/>
                <a:gd name="connsiteY2394" fmla="*/ 1622102 h 2650669"/>
                <a:gd name="connsiteX2395" fmla="*/ 924700 w 2676209"/>
                <a:gd name="connsiteY2395" fmla="*/ 1617472 h 2650669"/>
                <a:gd name="connsiteX2396" fmla="*/ 922616 w 2676209"/>
                <a:gd name="connsiteY2396" fmla="*/ 1618861 h 2650669"/>
                <a:gd name="connsiteX2397" fmla="*/ 923741 w 2676209"/>
                <a:gd name="connsiteY2397" fmla="*/ 1623326 h 2650669"/>
                <a:gd name="connsiteX2398" fmla="*/ 1434751 w 2676209"/>
                <a:gd name="connsiteY2398" fmla="*/ 1630437 h 2650669"/>
                <a:gd name="connsiteX2399" fmla="*/ 1435974 w 2676209"/>
                <a:gd name="connsiteY2399" fmla="*/ 1625840 h 2650669"/>
                <a:gd name="connsiteX2400" fmla="*/ 1433825 w 2676209"/>
                <a:gd name="connsiteY2400" fmla="*/ 1624616 h 2650669"/>
                <a:gd name="connsiteX2401" fmla="*/ 1432700 w 2676209"/>
                <a:gd name="connsiteY2401" fmla="*/ 1629081 h 2650669"/>
                <a:gd name="connsiteX2402" fmla="*/ 1434751 w 2676209"/>
                <a:gd name="connsiteY2402" fmla="*/ 1630437 h 2650669"/>
                <a:gd name="connsiteX2403" fmla="*/ 1180354 w 2676209"/>
                <a:gd name="connsiteY2403" fmla="*/ 1643699 h 2650669"/>
                <a:gd name="connsiteX2404" fmla="*/ 1177509 w 2676209"/>
                <a:gd name="connsiteY2404" fmla="*/ 1641450 h 2650669"/>
                <a:gd name="connsiteX2405" fmla="*/ 1174731 w 2676209"/>
                <a:gd name="connsiteY2405" fmla="*/ 1642641 h 2650669"/>
                <a:gd name="connsiteX2406" fmla="*/ 1177609 w 2676209"/>
                <a:gd name="connsiteY2406" fmla="*/ 1644923 h 2650669"/>
                <a:gd name="connsiteX2407" fmla="*/ 1180354 w 2676209"/>
                <a:gd name="connsiteY2407" fmla="*/ 1643699 h 2650669"/>
                <a:gd name="connsiteX2408" fmla="*/ 1428566 w 2676209"/>
                <a:gd name="connsiteY2408" fmla="*/ 1552815 h 2650669"/>
                <a:gd name="connsiteX2409" fmla="*/ 1427210 w 2676209"/>
                <a:gd name="connsiteY2409" fmla="*/ 1550731 h 2650669"/>
                <a:gd name="connsiteX2410" fmla="*/ 1422745 w 2676209"/>
                <a:gd name="connsiteY2410" fmla="*/ 1551855 h 2650669"/>
                <a:gd name="connsiteX2411" fmla="*/ 1423969 w 2676209"/>
                <a:gd name="connsiteY2411" fmla="*/ 1554005 h 2650669"/>
                <a:gd name="connsiteX2412" fmla="*/ 1428566 w 2676209"/>
                <a:gd name="connsiteY2412" fmla="*/ 1552815 h 2650669"/>
                <a:gd name="connsiteX2413" fmla="*/ 1346975 w 2676209"/>
                <a:gd name="connsiteY2413" fmla="*/ 1564588 h 2650669"/>
                <a:gd name="connsiteX2414" fmla="*/ 1345355 w 2676209"/>
                <a:gd name="connsiteY2414" fmla="*/ 1567234 h 2650669"/>
                <a:gd name="connsiteX2415" fmla="*/ 1346975 w 2676209"/>
                <a:gd name="connsiteY2415" fmla="*/ 1571567 h 2650669"/>
                <a:gd name="connsiteX2416" fmla="*/ 1348563 w 2676209"/>
                <a:gd name="connsiteY2416" fmla="*/ 1569186 h 2650669"/>
                <a:gd name="connsiteX2417" fmla="*/ 1346975 w 2676209"/>
                <a:gd name="connsiteY2417" fmla="*/ 1564588 h 2650669"/>
                <a:gd name="connsiteX2418" fmla="*/ 28259 w 2676209"/>
                <a:gd name="connsiteY2418" fmla="*/ 1581191 h 2650669"/>
                <a:gd name="connsiteX2419" fmla="*/ 29879 w 2676209"/>
                <a:gd name="connsiteY2419" fmla="*/ 1585557 h 2650669"/>
                <a:gd name="connsiteX2420" fmla="*/ 31467 w 2676209"/>
                <a:gd name="connsiteY2420" fmla="*/ 1583142 h 2650669"/>
                <a:gd name="connsiteX2421" fmla="*/ 29879 w 2676209"/>
                <a:gd name="connsiteY2421" fmla="*/ 1578578 h 2650669"/>
                <a:gd name="connsiteX2422" fmla="*/ 28259 w 2676209"/>
                <a:gd name="connsiteY2422" fmla="*/ 1581191 h 2650669"/>
                <a:gd name="connsiteX2423" fmla="*/ 853858 w 2676209"/>
                <a:gd name="connsiteY2423" fmla="*/ 1588368 h 2650669"/>
                <a:gd name="connsiteX2424" fmla="*/ 856140 w 2676209"/>
                <a:gd name="connsiteY2424" fmla="*/ 1585491 h 2650669"/>
                <a:gd name="connsiteX2425" fmla="*/ 854916 w 2676209"/>
                <a:gd name="connsiteY2425" fmla="*/ 1582745 h 2650669"/>
                <a:gd name="connsiteX2426" fmla="*/ 852667 w 2676209"/>
                <a:gd name="connsiteY2426" fmla="*/ 1585590 h 2650669"/>
                <a:gd name="connsiteX2427" fmla="*/ 853858 w 2676209"/>
                <a:gd name="connsiteY2427" fmla="*/ 1588368 h 2650669"/>
                <a:gd name="connsiteX2428" fmla="*/ 1116391 w 2676209"/>
                <a:gd name="connsiteY2428" fmla="*/ 1589029 h 2650669"/>
                <a:gd name="connsiteX2429" fmla="*/ 1118044 w 2676209"/>
                <a:gd name="connsiteY2429" fmla="*/ 1586417 h 2650669"/>
                <a:gd name="connsiteX2430" fmla="*/ 1116391 w 2676209"/>
                <a:gd name="connsiteY2430" fmla="*/ 1582051 h 2650669"/>
                <a:gd name="connsiteX2431" fmla="*/ 1114803 w 2676209"/>
                <a:gd name="connsiteY2431" fmla="*/ 1584465 h 2650669"/>
                <a:gd name="connsiteX2432" fmla="*/ 1116391 w 2676209"/>
                <a:gd name="connsiteY2432" fmla="*/ 1589029 h 2650669"/>
                <a:gd name="connsiteX2433" fmla="*/ 452088 w 2676209"/>
                <a:gd name="connsiteY2433" fmla="*/ 2175048 h 2650669"/>
                <a:gd name="connsiteX2434" fmla="*/ 454370 w 2676209"/>
                <a:gd name="connsiteY2434" fmla="*/ 2172171 h 2650669"/>
                <a:gd name="connsiteX2435" fmla="*/ 453146 w 2676209"/>
                <a:gd name="connsiteY2435" fmla="*/ 2169426 h 2650669"/>
                <a:gd name="connsiteX2436" fmla="*/ 450897 w 2676209"/>
                <a:gd name="connsiteY2436" fmla="*/ 2172303 h 2650669"/>
                <a:gd name="connsiteX2437" fmla="*/ 452088 w 2676209"/>
                <a:gd name="connsiteY2437" fmla="*/ 2175048 h 2650669"/>
                <a:gd name="connsiteX2438" fmla="*/ 1366190 w 2676209"/>
                <a:gd name="connsiteY2438" fmla="*/ 2191453 h 2650669"/>
                <a:gd name="connsiteX2439" fmla="*/ 1363578 w 2676209"/>
                <a:gd name="connsiteY2439" fmla="*/ 2189799 h 2650669"/>
                <a:gd name="connsiteX2440" fmla="*/ 1359212 w 2676209"/>
                <a:gd name="connsiteY2440" fmla="*/ 2191453 h 2650669"/>
                <a:gd name="connsiteX2441" fmla="*/ 1361626 w 2676209"/>
                <a:gd name="connsiteY2441" fmla="*/ 2193040 h 2650669"/>
                <a:gd name="connsiteX2442" fmla="*/ 1366190 w 2676209"/>
                <a:gd name="connsiteY2442" fmla="*/ 2191453 h 2650669"/>
                <a:gd name="connsiteX2443" fmla="*/ 166140 w 2676209"/>
                <a:gd name="connsiteY2443" fmla="*/ 2105893 h 2650669"/>
                <a:gd name="connsiteX2444" fmla="*/ 167760 w 2676209"/>
                <a:gd name="connsiteY2444" fmla="*/ 2103247 h 2650669"/>
                <a:gd name="connsiteX2445" fmla="*/ 166437 w 2676209"/>
                <a:gd name="connsiteY2445" fmla="*/ 2098418 h 2650669"/>
                <a:gd name="connsiteX2446" fmla="*/ 164519 w 2676209"/>
                <a:gd name="connsiteY2446" fmla="*/ 2101527 h 2650669"/>
                <a:gd name="connsiteX2447" fmla="*/ 166140 w 2676209"/>
                <a:gd name="connsiteY2447" fmla="*/ 2105893 h 2650669"/>
                <a:gd name="connsiteX2448" fmla="*/ 1417916 w 2676209"/>
                <a:gd name="connsiteY2448" fmla="*/ 2129110 h 2650669"/>
                <a:gd name="connsiteX2449" fmla="*/ 1415072 w 2676209"/>
                <a:gd name="connsiteY2449" fmla="*/ 2126894 h 2650669"/>
                <a:gd name="connsiteX2450" fmla="*/ 1412294 w 2676209"/>
                <a:gd name="connsiteY2450" fmla="*/ 2128052 h 2650669"/>
                <a:gd name="connsiteX2451" fmla="*/ 1415171 w 2676209"/>
                <a:gd name="connsiteY2451" fmla="*/ 2130334 h 2650669"/>
                <a:gd name="connsiteX2452" fmla="*/ 1417916 w 2676209"/>
                <a:gd name="connsiteY2452" fmla="*/ 2129110 h 2650669"/>
                <a:gd name="connsiteX2453" fmla="*/ 1380246 w 2676209"/>
                <a:gd name="connsiteY2453" fmla="*/ 2273506 h 2650669"/>
                <a:gd name="connsiteX2454" fmla="*/ 1382991 w 2676209"/>
                <a:gd name="connsiteY2454" fmla="*/ 2272283 h 2650669"/>
                <a:gd name="connsiteX2455" fmla="*/ 1380114 w 2676209"/>
                <a:gd name="connsiteY2455" fmla="*/ 2270067 h 2650669"/>
                <a:gd name="connsiteX2456" fmla="*/ 1377369 w 2676209"/>
                <a:gd name="connsiteY2456" fmla="*/ 2271224 h 2650669"/>
                <a:gd name="connsiteX2457" fmla="*/ 1380246 w 2676209"/>
                <a:gd name="connsiteY2457" fmla="*/ 2273506 h 2650669"/>
                <a:gd name="connsiteX2458" fmla="*/ 388026 w 2676209"/>
                <a:gd name="connsiteY2458" fmla="*/ 2287463 h 2650669"/>
                <a:gd name="connsiteX2459" fmla="*/ 390771 w 2676209"/>
                <a:gd name="connsiteY2459" fmla="*/ 2286273 h 2650669"/>
                <a:gd name="connsiteX2460" fmla="*/ 387927 w 2676209"/>
                <a:gd name="connsiteY2460" fmla="*/ 2284024 h 2650669"/>
                <a:gd name="connsiteX2461" fmla="*/ 385182 w 2676209"/>
                <a:gd name="connsiteY2461" fmla="*/ 2285181 h 2650669"/>
                <a:gd name="connsiteX2462" fmla="*/ 388026 w 2676209"/>
                <a:gd name="connsiteY2462" fmla="*/ 2287463 h 2650669"/>
                <a:gd name="connsiteX2463" fmla="*/ 1425556 w 2676209"/>
                <a:gd name="connsiteY2463" fmla="*/ 2284024 h 2650669"/>
                <a:gd name="connsiteX2464" fmla="*/ 1422778 w 2676209"/>
                <a:gd name="connsiteY2464" fmla="*/ 2285214 h 2650669"/>
                <a:gd name="connsiteX2465" fmla="*/ 1425656 w 2676209"/>
                <a:gd name="connsiteY2465" fmla="*/ 2287463 h 2650669"/>
                <a:gd name="connsiteX2466" fmla="*/ 1428401 w 2676209"/>
                <a:gd name="connsiteY2466" fmla="*/ 2286273 h 2650669"/>
                <a:gd name="connsiteX2467" fmla="*/ 1425556 w 2676209"/>
                <a:gd name="connsiteY2467" fmla="*/ 2284024 h 2650669"/>
                <a:gd name="connsiteX2468" fmla="*/ 1368472 w 2676209"/>
                <a:gd name="connsiteY2468" fmla="*/ 2309126 h 2650669"/>
                <a:gd name="connsiteX2469" fmla="*/ 1366257 w 2676209"/>
                <a:gd name="connsiteY2469" fmla="*/ 2311970 h 2650669"/>
                <a:gd name="connsiteX2470" fmla="*/ 1367414 w 2676209"/>
                <a:gd name="connsiteY2470" fmla="*/ 2314715 h 2650669"/>
                <a:gd name="connsiteX2471" fmla="*/ 1369696 w 2676209"/>
                <a:gd name="connsiteY2471" fmla="*/ 2311871 h 2650669"/>
                <a:gd name="connsiteX2472" fmla="*/ 1368472 w 2676209"/>
                <a:gd name="connsiteY2472" fmla="*/ 2309126 h 2650669"/>
                <a:gd name="connsiteX2473" fmla="*/ 1366257 w 2676209"/>
                <a:gd name="connsiteY2473" fmla="*/ 2231603 h 2650669"/>
                <a:gd name="connsiteX2474" fmla="*/ 1369002 w 2676209"/>
                <a:gd name="connsiteY2474" fmla="*/ 2230379 h 2650669"/>
                <a:gd name="connsiteX2475" fmla="*/ 1366157 w 2676209"/>
                <a:gd name="connsiteY2475" fmla="*/ 2228164 h 2650669"/>
                <a:gd name="connsiteX2476" fmla="*/ 1363379 w 2676209"/>
                <a:gd name="connsiteY2476" fmla="*/ 2229321 h 2650669"/>
                <a:gd name="connsiteX2477" fmla="*/ 1366257 w 2676209"/>
                <a:gd name="connsiteY2477" fmla="*/ 2231603 h 2650669"/>
                <a:gd name="connsiteX2478" fmla="*/ 641397 w 2676209"/>
                <a:gd name="connsiteY2478" fmla="*/ 2032438 h 2650669"/>
                <a:gd name="connsiteX2479" fmla="*/ 645995 w 2676209"/>
                <a:gd name="connsiteY2479" fmla="*/ 2031247 h 2650669"/>
                <a:gd name="connsiteX2480" fmla="*/ 644639 w 2676209"/>
                <a:gd name="connsiteY2480" fmla="*/ 2029164 h 2650669"/>
                <a:gd name="connsiteX2481" fmla="*/ 640174 w 2676209"/>
                <a:gd name="connsiteY2481" fmla="*/ 2030288 h 2650669"/>
                <a:gd name="connsiteX2482" fmla="*/ 641397 w 2676209"/>
                <a:gd name="connsiteY2482" fmla="*/ 2032438 h 2650669"/>
                <a:gd name="connsiteX2483" fmla="*/ 318771 w 2676209"/>
                <a:gd name="connsiteY2483" fmla="*/ 2038325 h 2650669"/>
                <a:gd name="connsiteX2484" fmla="*/ 321549 w 2676209"/>
                <a:gd name="connsiteY2484" fmla="*/ 2039482 h 2650669"/>
                <a:gd name="connsiteX2485" fmla="*/ 324394 w 2676209"/>
                <a:gd name="connsiteY2485" fmla="*/ 2037267 h 2650669"/>
                <a:gd name="connsiteX2486" fmla="*/ 323666 w 2676209"/>
                <a:gd name="connsiteY2486" fmla="*/ 2036704 h 2650669"/>
                <a:gd name="connsiteX2487" fmla="*/ 318837 w 2676209"/>
                <a:gd name="connsiteY2487" fmla="*/ 2037498 h 2650669"/>
                <a:gd name="connsiteX2488" fmla="*/ 318771 w 2676209"/>
                <a:gd name="connsiteY2488" fmla="*/ 2038325 h 2650669"/>
                <a:gd name="connsiteX2489" fmla="*/ 650063 w 2676209"/>
                <a:gd name="connsiteY2489" fmla="*/ 2050000 h 2650669"/>
                <a:gd name="connsiteX2490" fmla="*/ 652808 w 2676209"/>
                <a:gd name="connsiteY2490" fmla="*/ 2048809 h 2650669"/>
                <a:gd name="connsiteX2491" fmla="*/ 649963 w 2676209"/>
                <a:gd name="connsiteY2491" fmla="*/ 2046560 h 2650669"/>
                <a:gd name="connsiteX2492" fmla="*/ 647185 w 2676209"/>
                <a:gd name="connsiteY2492" fmla="*/ 2047718 h 2650669"/>
                <a:gd name="connsiteX2493" fmla="*/ 650063 w 2676209"/>
                <a:gd name="connsiteY2493" fmla="*/ 2050000 h 2650669"/>
                <a:gd name="connsiteX2494" fmla="*/ 638851 w 2676209"/>
                <a:gd name="connsiteY2494" fmla="*/ 2051223 h 2650669"/>
                <a:gd name="connsiteX2495" fmla="*/ 636106 w 2676209"/>
                <a:gd name="connsiteY2495" fmla="*/ 2050000 h 2650669"/>
                <a:gd name="connsiteX2496" fmla="*/ 633228 w 2676209"/>
                <a:gd name="connsiteY2496" fmla="*/ 2052282 h 2650669"/>
                <a:gd name="connsiteX2497" fmla="*/ 635973 w 2676209"/>
                <a:gd name="connsiteY2497" fmla="*/ 2053472 h 2650669"/>
                <a:gd name="connsiteX2498" fmla="*/ 638851 w 2676209"/>
                <a:gd name="connsiteY2498" fmla="*/ 2051223 h 2650669"/>
                <a:gd name="connsiteX2499" fmla="*/ 1432072 w 2676209"/>
                <a:gd name="connsiteY2499" fmla="*/ 2059194 h 2650669"/>
                <a:gd name="connsiteX2500" fmla="*/ 1430716 w 2676209"/>
                <a:gd name="connsiteY2500" fmla="*/ 2057110 h 2650669"/>
                <a:gd name="connsiteX2501" fmla="*/ 1426251 w 2676209"/>
                <a:gd name="connsiteY2501" fmla="*/ 2058235 h 2650669"/>
                <a:gd name="connsiteX2502" fmla="*/ 1427475 w 2676209"/>
                <a:gd name="connsiteY2502" fmla="*/ 2060385 h 2650669"/>
                <a:gd name="connsiteX2503" fmla="*/ 1432072 w 2676209"/>
                <a:gd name="connsiteY2503" fmla="*/ 2059194 h 2650669"/>
                <a:gd name="connsiteX2504" fmla="*/ 654428 w 2676209"/>
                <a:gd name="connsiteY2504" fmla="*/ 2065180 h 2650669"/>
                <a:gd name="connsiteX2505" fmla="*/ 654560 w 2676209"/>
                <a:gd name="connsiteY2505" fmla="*/ 2064916 h 2650669"/>
                <a:gd name="connsiteX2506" fmla="*/ 654428 w 2676209"/>
                <a:gd name="connsiteY2506" fmla="*/ 2065180 h 2650669"/>
                <a:gd name="connsiteX2507" fmla="*/ 710057 w 2676209"/>
                <a:gd name="connsiteY2507" fmla="*/ 1991891 h 2650669"/>
                <a:gd name="connsiteX2508" fmla="*/ 711281 w 2676209"/>
                <a:gd name="connsiteY2508" fmla="*/ 1994007 h 2650669"/>
                <a:gd name="connsiteX2509" fmla="*/ 715878 w 2676209"/>
                <a:gd name="connsiteY2509" fmla="*/ 1992817 h 2650669"/>
                <a:gd name="connsiteX2510" fmla="*/ 714522 w 2676209"/>
                <a:gd name="connsiteY2510" fmla="*/ 1990766 h 2650669"/>
                <a:gd name="connsiteX2511" fmla="*/ 710057 w 2676209"/>
                <a:gd name="connsiteY2511" fmla="*/ 1991891 h 2650669"/>
                <a:gd name="connsiteX2512" fmla="*/ 1359874 w 2676209"/>
                <a:gd name="connsiteY2512" fmla="*/ 2023310 h 2650669"/>
                <a:gd name="connsiteX2513" fmla="*/ 1361097 w 2676209"/>
                <a:gd name="connsiteY2513" fmla="*/ 2025460 h 2650669"/>
                <a:gd name="connsiteX2514" fmla="*/ 1365694 w 2676209"/>
                <a:gd name="connsiteY2514" fmla="*/ 2024269 h 2650669"/>
                <a:gd name="connsiteX2515" fmla="*/ 1364338 w 2676209"/>
                <a:gd name="connsiteY2515" fmla="*/ 2022185 h 2650669"/>
                <a:gd name="connsiteX2516" fmla="*/ 1359874 w 2676209"/>
                <a:gd name="connsiteY2516" fmla="*/ 2023310 h 2650669"/>
                <a:gd name="connsiteX2517" fmla="*/ 1965505 w 2676209"/>
                <a:gd name="connsiteY2517" fmla="*/ 352698 h 2650669"/>
                <a:gd name="connsiteX2518" fmla="*/ 1970102 w 2676209"/>
                <a:gd name="connsiteY2518" fmla="*/ 351507 h 2650669"/>
                <a:gd name="connsiteX2519" fmla="*/ 1968746 w 2676209"/>
                <a:gd name="connsiteY2519" fmla="*/ 349423 h 2650669"/>
                <a:gd name="connsiteX2520" fmla="*/ 1964281 w 2676209"/>
                <a:gd name="connsiteY2520" fmla="*/ 350548 h 2650669"/>
                <a:gd name="connsiteX2521" fmla="*/ 1965505 w 2676209"/>
                <a:gd name="connsiteY2521" fmla="*/ 352698 h 2650669"/>
                <a:gd name="connsiteX2522" fmla="*/ 1782645 w 2676209"/>
                <a:gd name="connsiteY2522" fmla="*/ 853388 h 2650669"/>
                <a:gd name="connsiteX2523" fmla="*/ 1785489 w 2676209"/>
                <a:gd name="connsiteY2523" fmla="*/ 855670 h 2650669"/>
                <a:gd name="connsiteX2524" fmla="*/ 1788234 w 2676209"/>
                <a:gd name="connsiteY2524" fmla="*/ 854480 h 2650669"/>
                <a:gd name="connsiteX2525" fmla="*/ 1785390 w 2676209"/>
                <a:gd name="connsiteY2525" fmla="*/ 852231 h 2650669"/>
                <a:gd name="connsiteX2526" fmla="*/ 1782645 w 2676209"/>
                <a:gd name="connsiteY2526" fmla="*/ 853388 h 2650669"/>
                <a:gd name="connsiteX2527" fmla="*/ 1710777 w 2676209"/>
                <a:gd name="connsiteY2527" fmla="*/ 855174 h 2650669"/>
                <a:gd name="connsiteX2528" fmla="*/ 1711968 w 2676209"/>
                <a:gd name="connsiteY2528" fmla="*/ 850577 h 2650669"/>
                <a:gd name="connsiteX2529" fmla="*/ 1709818 w 2676209"/>
                <a:gd name="connsiteY2529" fmla="*/ 849354 h 2650669"/>
                <a:gd name="connsiteX2530" fmla="*/ 1708694 w 2676209"/>
                <a:gd name="connsiteY2530" fmla="*/ 853818 h 2650669"/>
                <a:gd name="connsiteX2531" fmla="*/ 1710777 w 2676209"/>
                <a:gd name="connsiteY2531" fmla="*/ 855174 h 2650669"/>
                <a:gd name="connsiteX2532" fmla="*/ 1095555 w 2676209"/>
                <a:gd name="connsiteY2532" fmla="*/ 852066 h 2650669"/>
                <a:gd name="connsiteX2533" fmla="*/ 1100185 w 2676209"/>
                <a:gd name="connsiteY2533" fmla="*/ 850875 h 2650669"/>
                <a:gd name="connsiteX2534" fmla="*/ 1098796 w 2676209"/>
                <a:gd name="connsiteY2534" fmla="*/ 848824 h 2650669"/>
                <a:gd name="connsiteX2535" fmla="*/ 1094364 w 2676209"/>
                <a:gd name="connsiteY2535" fmla="*/ 849916 h 2650669"/>
                <a:gd name="connsiteX2536" fmla="*/ 1094364 w 2676209"/>
                <a:gd name="connsiteY2536" fmla="*/ 849982 h 2650669"/>
                <a:gd name="connsiteX2537" fmla="*/ 1095555 w 2676209"/>
                <a:gd name="connsiteY2537" fmla="*/ 852066 h 2650669"/>
                <a:gd name="connsiteX2538" fmla="*/ 2093299 w 2676209"/>
                <a:gd name="connsiteY2538" fmla="*/ 485783 h 2650669"/>
                <a:gd name="connsiteX2539" fmla="*/ 2096374 w 2676209"/>
                <a:gd name="connsiteY2539" fmla="*/ 483766 h 2650669"/>
                <a:gd name="connsiteX2540" fmla="*/ 2092009 w 2676209"/>
                <a:gd name="connsiteY2540" fmla="*/ 482145 h 2650669"/>
                <a:gd name="connsiteX2541" fmla="*/ 2089396 w 2676209"/>
                <a:gd name="connsiteY2541" fmla="*/ 483766 h 2650669"/>
                <a:gd name="connsiteX2542" fmla="*/ 2093299 w 2676209"/>
                <a:gd name="connsiteY2542" fmla="*/ 485783 h 2650669"/>
                <a:gd name="connsiteX2543" fmla="*/ 2151077 w 2676209"/>
                <a:gd name="connsiteY2543" fmla="*/ 481351 h 2650669"/>
                <a:gd name="connsiteX2544" fmla="*/ 2151441 w 2676209"/>
                <a:gd name="connsiteY2544" fmla="*/ 480954 h 2650669"/>
                <a:gd name="connsiteX2545" fmla="*/ 2149853 w 2676209"/>
                <a:gd name="connsiteY2545" fmla="*/ 481285 h 2650669"/>
                <a:gd name="connsiteX2546" fmla="*/ 2151077 w 2676209"/>
                <a:gd name="connsiteY2546" fmla="*/ 481351 h 2650669"/>
                <a:gd name="connsiteX2547" fmla="*/ 1640762 w 2676209"/>
                <a:gd name="connsiteY2547" fmla="*/ 827261 h 2650669"/>
                <a:gd name="connsiteX2548" fmla="*/ 1638810 w 2676209"/>
                <a:gd name="connsiteY2548" fmla="*/ 830370 h 2650669"/>
                <a:gd name="connsiteX2549" fmla="*/ 1640464 w 2676209"/>
                <a:gd name="connsiteY2549" fmla="*/ 834735 h 2650669"/>
                <a:gd name="connsiteX2550" fmla="*/ 1642085 w 2676209"/>
                <a:gd name="connsiteY2550" fmla="*/ 832089 h 2650669"/>
                <a:gd name="connsiteX2551" fmla="*/ 1640762 w 2676209"/>
                <a:gd name="connsiteY2551" fmla="*/ 827261 h 2650669"/>
                <a:gd name="connsiteX2552" fmla="*/ 950497 w 2676209"/>
                <a:gd name="connsiteY2552" fmla="*/ 132862 h 2650669"/>
                <a:gd name="connsiteX2553" fmla="*/ 951688 w 2676209"/>
                <a:gd name="connsiteY2553" fmla="*/ 135607 h 2650669"/>
                <a:gd name="connsiteX2554" fmla="*/ 953507 w 2676209"/>
                <a:gd name="connsiteY2554" fmla="*/ 135045 h 2650669"/>
                <a:gd name="connsiteX2555" fmla="*/ 950464 w 2676209"/>
                <a:gd name="connsiteY2555" fmla="*/ 132002 h 2650669"/>
                <a:gd name="connsiteX2556" fmla="*/ 950497 w 2676209"/>
                <a:gd name="connsiteY2556" fmla="*/ 132862 h 2650669"/>
                <a:gd name="connsiteX2557" fmla="*/ 1882293 w 2676209"/>
                <a:gd name="connsiteY2557" fmla="*/ 650519 h 2650669"/>
                <a:gd name="connsiteX2558" fmla="*/ 1880110 w 2676209"/>
                <a:gd name="connsiteY2558" fmla="*/ 651114 h 2650669"/>
                <a:gd name="connsiteX2559" fmla="*/ 1881731 w 2676209"/>
                <a:gd name="connsiteY2559" fmla="*/ 656671 h 2650669"/>
                <a:gd name="connsiteX2560" fmla="*/ 1883285 w 2676209"/>
                <a:gd name="connsiteY2560" fmla="*/ 654984 h 2650669"/>
                <a:gd name="connsiteX2561" fmla="*/ 1882293 w 2676209"/>
                <a:gd name="connsiteY2561" fmla="*/ 650519 h 2650669"/>
                <a:gd name="connsiteX2562" fmla="*/ 1446690 w 2676209"/>
                <a:gd name="connsiteY2562" fmla="*/ 891455 h 2650669"/>
                <a:gd name="connsiteX2563" fmla="*/ 1448310 w 2676209"/>
                <a:gd name="connsiteY2563" fmla="*/ 894101 h 2650669"/>
                <a:gd name="connsiteX2564" fmla="*/ 1450328 w 2676209"/>
                <a:gd name="connsiteY2564" fmla="*/ 890166 h 2650669"/>
                <a:gd name="connsiteX2565" fmla="*/ 1448310 w 2676209"/>
                <a:gd name="connsiteY2565" fmla="*/ 887123 h 2650669"/>
                <a:gd name="connsiteX2566" fmla="*/ 1446690 w 2676209"/>
                <a:gd name="connsiteY2566" fmla="*/ 891455 h 2650669"/>
                <a:gd name="connsiteX2567" fmla="*/ 1334870 w 2676209"/>
                <a:gd name="connsiteY2567" fmla="*/ 885502 h 2650669"/>
                <a:gd name="connsiteX2568" fmla="*/ 1335995 w 2676209"/>
                <a:gd name="connsiteY2568" fmla="*/ 889967 h 2650669"/>
                <a:gd name="connsiteX2569" fmla="*/ 1338145 w 2676209"/>
                <a:gd name="connsiteY2569" fmla="*/ 888743 h 2650669"/>
                <a:gd name="connsiteX2570" fmla="*/ 1336954 w 2676209"/>
                <a:gd name="connsiteY2570" fmla="*/ 884113 h 2650669"/>
                <a:gd name="connsiteX2571" fmla="*/ 1334870 w 2676209"/>
                <a:gd name="connsiteY2571" fmla="*/ 885502 h 2650669"/>
                <a:gd name="connsiteX2572" fmla="*/ 1079614 w 2676209"/>
                <a:gd name="connsiteY2572" fmla="*/ 309041 h 2650669"/>
                <a:gd name="connsiteX2573" fmla="*/ 1078423 w 2676209"/>
                <a:gd name="connsiteY2573" fmla="*/ 304411 h 2650669"/>
                <a:gd name="connsiteX2574" fmla="*/ 1076339 w 2676209"/>
                <a:gd name="connsiteY2574" fmla="*/ 305800 h 2650669"/>
                <a:gd name="connsiteX2575" fmla="*/ 1077464 w 2676209"/>
                <a:gd name="connsiteY2575" fmla="*/ 310265 h 2650669"/>
                <a:gd name="connsiteX2576" fmla="*/ 1079614 w 2676209"/>
                <a:gd name="connsiteY2576" fmla="*/ 309041 h 2650669"/>
                <a:gd name="connsiteX2577" fmla="*/ 1491107 w 2676209"/>
                <a:gd name="connsiteY2577" fmla="*/ 897475 h 2650669"/>
                <a:gd name="connsiteX2578" fmla="*/ 1495472 w 2676209"/>
                <a:gd name="connsiteY2578" fmla="*/ 895854 h 2650669"/>
                <a:gd name="connsiteX2579" fmla="*/ 1493058 w 2676209"/>
                <a:gd name="connsiteY2579" fmla="*/ 894267 h 2650669"/>
                <a:gd name="connsiteX2580" fmla="*/ 1488494 w 2676209"/>
                <a:gd name="connsiteY2580" fmla="*/ 895854 h 2650669"/>
                <a:gd name="connsiteX2581" fmla="*/ 1491107 w 2676209"/>
                <a:gd name="connsiteY2581" fmla="*/ 897475 h 2650669"/>
                <a:gd name="connsiteX2582" fmla="*/ 2021133 w 2676209"/>
                <a:gd name="connsiteY2582" fmla="*/ 516838 h 2650669"/>
                <a:gd name="connsiteX2583" fmla="*/ 2022489 w 2676209"/>
                <a:gd name="connsiteY2583" fmla="*/ 514755 h 2650669"/>
                <a:gd name="connsiteX2584" fmla="*/ 2017892 w 2676209"/>
                <a:gd name="connsiteY2584" fmla="*/ 513564 h 2650669"/>
                <a:gd name="connsiteX2585" fmla="*/ 2016669 w 2676209"/>
                <a:gd name="connsiteY2585" fmla="*/ 515714 h 2650669"/>
                <a:gd name="connsiteX2586" fmla="*/ 2021133 w 2676209"/>
                <a:gd name="connsiteY2586" fmla="*/ 516838 h 2650669"/>
                <a:gd name="connsiteX2587" fmla="*/ 2002083 w 2676209"/>
                <a:gd name="connsiteY2587" fmla="*/ 517004 h 2650669"/>
                <a:gd name="connsiteX2588" fmla="*/ 2003274 w 2676209"/>
                <a:gd name="connsiteY2588" fmla="*/ 519749 h 2650669"/>
                <a:gd name="connsiteX2589" fmla="*/ 2005556 w 2676209"/>
                <a:gd name="connsiteY2589" fmla="*/ 516871 h 2650669"/>
                <a:gd name="connsiteX2590" fmla="*/ 2004332 w 2676209"/>
                <a:gd name="connsiteY2590" fmla="*/ 514126 h 2650669"/>
                <a:gd name="connsiteX2591" fmla="*/ 2002083 w 2676209"/>
                <a:gd name="connsiteY2591" fmla="*/ 517004 h 2650669"/>
                <a:gd name="connsiteX2592" fmla="*/ 1883219 w 2676209"/>
                <a:gd name="connsiteY2592" fmla="*/ 658258 h 2650669"/>
                <a:gd name="connsiteX2593" fmla="*/ 1885336 w 2676209"/>
                <a:gd name="connsiteY2593" fmla="*/ 663186 h 2650669"/>
                <a:gd name="connsiteX2594" fmla="*/ 1886328 w 2676209"/>
                <a:gd name="connsiteY2594" fmla="*/ 661466 h 2650669"/>
                <a:gd name="connsiteX2595" fmla="*/ 1884840 w 2676209"/>
                <a:gd name="connsiteY2595" fmla="*/ 656704 h 2650669"/>
                <a:gd name="connsiteX2596" fmla="*/ 1883219 w 2676209"/>
                <a:gd name="connsiteY2596" fmla="*/ 658258 h 2650669"/>
                <a:gd name="connsiteX2597" fmla="*/ 2081888 w 2676209"/>
                <a:gd name="connsiteY2597" fmla="*/ 452776 h 2650669"/>
                <a:gd name="connsiteX2598" fmla="*/ 2080532 w 2676209"/>
                <a:gd name="connsiteY2598" fmla="*/ 450693 h 2650669"/>
                <a:gd name="connsiteX2599" fmla="*/ 2076068 w 2676209"/>
                <a:gd name="connsiteY2599" fmla="*/ 451817 h 2650669"/>
                <a:gd name="connsiteX2600" fmla="*/ 2077291 w 2676209"/>
                <a:gd name="connsiteY2600" fmla="*/ 453967 h 2650669"/>
                <a:gd name="connsiteX2601" fmla="*/ 2081888 w 2676209"/>
                <a:gd name="connsiteY2601" fmla="*/ 452776 h 2650669"/>
                <a:gd name="connsiteX2602" fmla="*/ 1231154 w 2676209"/>
                <a:gd name="connsiteY2602" fmla="*/ 781653 h 2650669"/>
                <a:gd name="connsiteX2603" fmla="*/ 1233436 w 2676209"/>
                <a:gd name="connsiteY2603" fmla="*/ 778809 h 2650669"/>
                <a:gd name="connsiteX2604" fmla="*/ 1232212 w 2676209"/>
                <a:gd name="connsiteY2604" fmla="*/ 776064 h 2650669"/>
                <a:gd name="connsiteX2605" fmla="*/ 1229996 w 2676209"/>
                <a:gd name="connsiteY2605" fmla="*/ 778908 h 2650669"/>
                <a:gd name="connsiteX2606" fmla="*/ 1231154 w 2676209"/>
                <a:gd name="connsiteY2606" fmla="*/ 781653 h 2650669"/>
                <a:gd name="connsiteX2607" fmla="*/ 1321641 w 2676209"/>
                <a:gd name="connsiteY2607" fmla="*/ 771996 h 2650669"/>
                <a:gd name="connsiteX2608" fmla="*/ 1317276 w 2676209"/>
                <a:gd name="connsiteY2608" fmla="*/ 773617 h 2650669"/>
                <a:gd name="connsiteX2609" fmla="*/ 1319921 w 2676209"/>
                <a:gd name="connsiteY2609" fmla="*/ 775270 h 2650669"/>
                <a:gd name="connsiteX2610" fmla="*/ 1324750 w 2676209"/>
                <a:gd name="connsiteY2610" fmla="*/ 773947 h 2650669"/>
                <a:gd name="connsiteX2611" fmla="*/ 1321641 w 2676209"/>
                <a:gd name="connsiteY2611" fmla="*/ 771996 h 2650669"/>
                <a:gd name="connsiteX2612" fmla="*/ 1883914 w 2676209"/>
                <a:gd name="connsiteY2612" fmla="*/ 797561 h 2650669"/>
                <a:gd name="connsiteX2613" fmla="*/ 1885138 w 2676209"/>
                <a:gd name="connsiteY2613" fmla="*/ 799678 h 2650669"/>
                <a:gd name="connsiteX2614" fmla="*/ 1886196 w 2676209"/>
                <a:gd name="connsiteY2614" fmla="*/ 799810 h 2650669"/>
                <a:gd name="connsiteX2615" fmla="*/ 1887783 w 2676209"/>
                <a:gd name="connsiteY2615" fmla="*/ 796338 h 2650669"/>
                <a:gd name="connsiteX2616" fmla="*/ 1883914 w 2676209"/>
                <a:gd name="connsiteY2616" fmla="*/ 797561 h 2650669"/>
                <a:gd name="connsiteX2617" fmla="*/ 2347232 w 2676209"/>
                <a:gd name="connsiteY2617" fmla="*/ 455290 h 2650669"/>
                <a:gd name="connsiteX2618" fmla="*/ 2344487 w 2676209"/>
                <a:gd name="connsiteY2618" fmla="*/ 454066 h 2650669"/>
                <a:gd name="connsiteX2619" fmla="*/ 2341610 w 2676209"/>
                <a:gd name="connsiteY2619" fmla="*/ 456348 h 2650669"/>
                <a:gd name="connsiteX2620" fmla="*/ 2344388 w 2676209"/>
                <a:gd name="connsiteY2620" fmla="*/ 457539 h 2650669"/>
                <a:gd name="connsiteX2621" fmla="*/ 2347232 w 2676209"/>
                <a:gd name="connsiteY2621" fmla="*/ 455290 h 2650669"/>
                <a:gd name="connsiteX2622" fmla="*/ 1940369 w 2676209"/>
                <a:gd name="connsiteY2622" fmla="*/ 454761 h 2650669"/>
                <a:gd name="connsiteX2623" fmla="*/ 1939212 w 2676209"/>
                <a:gd name="connsiteY2623" fmla="*/ 457539 h 2650669"/>
                <a:gd name="connsiteX2624" fmla="*/ 1941428 w 2676209"/>
                <a:gd name="connsiteY2624" fmla="*/ 460383 h 2650669"/>
                <a:gd name="connsiteX2625" fmla="*/ 1942651 w 2676209"/>
                <a:gd name="connsiteY2625" fmla="*/ 457638 h 2650669"/>
                <a:gd name="connsiteX2626" fmla="*/ 1940369 w 2676209"/>
                <a:gd name="connsiteY2626" fmla="*/ 454761 h 2650669"/>
                <a:gd name="connsiteX2627" fmla="*/ 1186274 w 2676209"/>
                <a:gd name="connsiteY2627" fmla="*/ 785854 h 2650669"/>
                <a:gd name="connsiteX2628" fmla="*/ 1184653 w 2676209"/>
                <a:gd name="connsiteY2628" fmla="*/ 788466 h 2650669"/>
                <a:gd name="connsiteX2629" fmla="*/ 1186274 w 2676209"/>
                <a:gd name="connsiteY2629" fmla="*/ 792832 h 2650669"/>
                <a:gd name="connsiteX2630" fmla="*/ 1187861 w 2676209"/>
                <a:gd name="connsiteY2630" fmla="*/ 790418 h 2650669"/>
                <a:gd name="connsiteX2631" fmla="*/ 1186274 w 2676209"/>
                <a:gd name="connsiteY2631" fmla="*/ 785854 h 2650669"/>
                <a:gd name="connsiteX2632" fmla="*/ 1740708 w 2676209"/>
                <a:gd name="connsiteY2632" fmla="*/ 755625 h 2650669"/>
                <a:gd name="connsiteX2633" fmla="*/ 1743585 w 2676209"/>
                <a:gd name="connsiteY2633" fmla="*/ 757907 h 2650669"/>
                <a:gd name="connsiteX2634" fmla="*/ 1746331 w 2676209"/>
                <a:gd name="connsiteY2634" fmla="*/ 756683 h 2650669"/>
                <a:gd name="connsiteX2635" fmla="*/ 1743453 w 2676209"/>
                <a:gd name="connsiteY2635" fmla="*/ 754434 h 2650669"/>
                <a:gd name="connsiteX2636" fmla="*/ 1740708 w 2676209"/>
                <a:gd name="connsiteY2636" fmla="*/ 755625 h 2650669"/>
                <a:gd name="connsiteX2637" fmla="*/ 1533771 w 2676209"/>
                <a:gd name="connsiteY2637" fmla="*/ 773484 h 2650669"/>
                <a:gd name="connsiteX2638" fmla="*/ 1532580 w 2676209"/>
                <a:gd name="connsiteY2638" fmla="*/ 768887 h 2650669"/>
                <a:gd name="connsiteX2639" fmla="*/ 1530530 w 2676209"/>
                <a:gd name="connsiteY2639" fmla="*/ 770243 h 2650669"/>
                <a:gd name="connsiteX2640" fmla="*/ 1531621 w 2676209"/>
                <a:gd name="connsiteY2640" fmla="*/ 774708 h 2650669"/>
                <a:gd name="connsiteX2641" fmla="*/ 1533771 w 2676209"/>
                <a:gd name="connsiteY2641" fmla="*/ 773484 h 2650669"/>
                <a:gd name="connsiteX2642" fmla="*/ 799717 w 2676209"/>
                <a:gd name="connsiteY2642" fmla="*/ 37413 h 2650669"/>
                <a:gd name="connsiteX2643" fmla="*/ 799023 w 2676209"/>
                <a:gd name="connsiteY2643" fmla="*/ 35661 h 2650669"/>
                <a:gd name="connsiteX2644" fmla="*/ 798725 w 2676209"/>
                <a:gd name="connsiteY2644" fmla="*/ 35627 h 2650669"/>
                <a:gd name="connsiteX2645" fmla="*/ 799717 w 2676209"/>
                <a:gd name="connsiteY2645" fmla="*/ 37413 h 2650669"/>
                <a:gd name="connsiteX2646" fmla="*/ 1283210 w 2676209"/>
                <a:gd name="connsiteY2646" fmla="*/ 765018 h 2650669"/>
                <a:gd name="connsiteX2647" fmla="*/ 1278878 w 2676209"/>
                <a:gd name="connsiteY2647" fmla="*/ 766638 h 2650669"/>
                <a:gd name="connsiteX2648" fmla="*/ 1281524 w 2676209"/>
                <a:gd name="connsiteY2648" fmla="*/ 768259 h 2650669"/>
                <a:gd name="connsiteX2649" fmla="*/ 1286352 w 2676209"/>
                <a:gd name="connsiteY2649" fmla="*/ 766936 h 2650669"/>
                <a:gd name="connsiteX2650" fmla="*/ 1283210 w 2676209"/>
                <a:gd name="connsiteY2650" fmla="*/ 765018 h 2650669"/>
                <a:gd name="connsiteX2651" fmla="*/ 1988127 w 2676209"/>
                <a:gd name="connsiteY2651" fmla="*/ 94398 h 2650669"/>
                <a:gd name="connsiteX2652" fmla="*/ 1985282 w 2676209"/>
                <a:gd name="connsiteY2652" fmla="*/ 96680 h 2650669"/>
                <a:gd name="connsiteX2653" fmla="*/ 1988027 w 2676209"/>
                <a:gd name="connsiteY2653" fmla="*/ 97838 h 2650669"/>
                <a:gd name="connsiteX2654" fmla="*/ 1990872 w 2676209"/>
                <a:gd name="connsiteY2654" fmla="*/ 95622 h 2650669"/>
                <a:gd name="connsiteX2655" fmla="*/ 1988127 w 2676209"/>
                <a:gd name="connsiteY2655" fmla="*/ 94398 h 2650669"/>
                <a:gd name="connsiteX2656" fmla="*/ 1853421 w 2676209"/>
                <a:gd name="connsiteY2656" fmla="*/ 719377 h 2650669"/>
                <a:gd name="connsiteX2657" fmla="*/ 1854810 w 2676209"/>
                <a:gd name="connsiteY2657" fmla="*/ 717293 h 2650669"/>
                <a:gd name="connsiteX2658" fmla="*/ 1850213 w 2676209"/>
                <a:gd name="connsiteY2658" fmla="*/ 716103 h 2650669"/>
                <a:gd name="connsiteX2659" fmla="*/ 1848989 w 2676209"/>
                <a:gd name="connsiteY2659" fmla="*/ 718252 h 2650669"/>
                <a:gd name="connsiteX2660" fmla="*/ 1853421 w 2676209"/>
                <a:gd name="connsiteY2660" fmla="*/ 719377 h 2650669"/>
                <a:gd name="connsiteX2661" fmla="*/ 1664012 w 2676209"/>
                <a:gd name="connsiteY2661" fmla="*/ 695168 h 2650669"/>
                <a:gd name="connsiteX2662" fmla="*/ 1659680 w 2676209"/>
                <a:gd name="connsiteY2662" fmla="*/ 696788 h 2650669"/>
                <a:gd name="connsiteX2663" fmla="*/ 1662325 w 2676209"/>
                <a:gd name="connsiteY2663" fmla="*/ 698442 h 2650669"/>
                <a:gd name="connsiteX2664" fmla="*/ 1667154 w 2676209"/>
                <a:gd name="connsiteY2664" fmla="*/ 697119 h 2650669"/>
                <a:gd name="connsiteX2665" fmla="*/ 1664012 w 2676209"/>
                <a:gd name="connsiteY2665" fmla="*/ 695168 h 2650669"/>
                <a:gd name="connsiteX2666" fmla="*/ 1701583 w 2676209"/>
                <a:gd name="connsiteY2666" fmla="*/ 698475 h 2650669"/>
                <a:gd name="connsiteX2667" fmla="*/ 1700359 w 2676209"/>
                <a:gd name="connsiteY2667" fmla="*/ 695730 h 2650669"/>
                <a:gd name="connsiteX2668" fmla="*/ 1698143 w 2676209"/>
                <a:gd name="connsiteY2668" fmla="*/ 698574 h 2650669"/>
                <a:gd name="connsiteX2669" fmla="*/ 1699301 w 2676209"/>
                <a:gd name="connsiteY2669" fmla="*/ 701352 h 2650669"/>
                <a:gd name="connsiteX2670" fmla="*/ 1701583 w 2676209"/>
                <a:gd name="connsiteY2670" fmla="*/ 698475 h 2650669"/>
                <a:gd name="connsiteX2671" fmla="*/ 1823853 w 2676209"/>
                <a:gd name="connsiteY2671" fmla="*/ 696788 h 2650669"/>
                <a:gd name="connsiteX2672" fmla="*/ 1828219 w 2676209"/>
                <a:gd name="connsiteY2672" fmla="*/ 698409 h 2650669"/>
                <a:gd name="connsiteX2673" fmla="*/ 1830865 w 2676209"/>
                <a:gd name="connsiteY2673" fmla="*/ 696788 h 2650669"/>
                <a:gd name="connsiteX2674" fmla="*/ 1826929 w 2676209"/>
                <a:gd name="connsiteY2674" fmla="*/ 694771 h 2650669"/>
                <a:gd name="connsiteX2675" fmla="*/ 1823853 w 2676209"/>
                <a:gd name="connsiteY2675" fmla="*/ 696788 h 2650669"/>
                <a:gd name="connsiteX2676" fmla="*/ 1483665 w 2676209"/>
                <a:gd name="connsiteY2676" fmla="*/ 824747 h 2650669"/>
                <a:gd name="connsiteX2677" fmla="*/ 1481615 w 2676209"/>
                <a:gd name="connsiteY2677" fmla="*/ 826136 h 2650669"/>
                <a:gd name="connsiteX2678" fmla="*/ 1482739 w 2676209"/>
                <a:gd name="connsiteY2678" fmla="*/ 830601 h 2650669"/>
                <a:gd name="connsiteX2679" fmla="*/ 1484856 w 2676209"/>
                <a:gd name="connsiteY2679" fmla="*/ 829377 h 2650669"/>
                <a:gd name="connsiteX2680" fmla="*/ 1483665 w 2676209"/>
                <a:gd name="connsiteY2680" fmla="*/ 824747 h 2650669"/>
                <a:gd name="connsiteX2681" fmla="*/ 2035785 w 2676209"/>
                <a:gd name="connsiteY2681" fmla="*/ 458266 h 2650669"/>
                <a:gd name="connsiteX2682" fmla="*/ 2033536 w 2676209"/>
                <a:gd name="connsiteY2682" fmla="*/ 461111 h 2650669"/>
                <a:gd name="connsiteX2683" fmla="*/ 2034693 w 2676209"/>
                <a:gd name="connsiteY2683" fmla="*/ 463889 h 2650669"/>
                <a:gd name="connsiteX2684" fmla="*/ 2036975 w 2676209"/>
                <a:gd name="connsiteY2684" fmla="*/ 461011 h 2650669"/>
                <a:gd name="connsiteX2685" fmla="*/ 2035785 w 2676209"/>
                <a:gd name="connsiteY2685" fmla="*/ 458266 h 2650669"/>
                <a:gd name="connsiteX2686" fmla="*/ 1325511 w 2676209"/>
                <a:gd name="connsiteY2686" fmla="*/ 816578 h 2650669"/>
                <a:gd name="connsiteX2687" fmla="*/ 1327793 w 2676209"/>
                <a:gd name="connsiteY2687" fmla="*/ 813701 h 2650669"/>
                <a:gd name="connsiteX2688" fmla="*/ 1326569 w 2676209"/>
                <a:gd name="connsiteY2688" fmla="*/ 810956 h 2650669"/>
                <a:gd name="connsiteX2689" fmla="*/ 1324320 w 2676209"/>
                <a:gd name="connsiteY2689" fmla="*/ 813833 h 2650669"/>
                <a:gd name="connsiteX2690" fmla="*/ 1325511 w 2676209"/>
                <a:gd name="connsiteY2690" fmla="*/ 816578 h 2650669"/>
                <a:gd name="connsiteX2691" fmla="*/ 1184422 w 2676209"/>
                <a:gd name="connsiteY2691" fmla="*/ 724602 h 2650669"/>
                <a:gd name="connsiteX2692" fmla="*/ 1183231 w 2676209"/>
                <a:gd name="connsiteY2692" fmla="*/ 720005 h 2650669"/>
                <a:gd name="connsiteX2693" fmla="*/ 1181147 w 2676209"/>
                <a:gd name="connsiteY2693" fmla="*/ 721361 h 2650669"/>
                <a:gd name="connsiteX2694" fmla="*/ 1182272 w 2676209"/>
                <a:gd name="connsiteY2694" fmla="*/ 725826 h 2650669"/>
                <a:gd name="connsiteX2695" fmla="*/ 1184422 w 2676209"/>
                <a:gd name="connsiteY2695" fmla="*/ 724602 h 2650669"/>
                <a:gd name="connsiteX2696" fmla="*/ 1215841 w 2676209"/>
                <a:gd name="connsiteY2696" fmla="*/ 723842 h 2650669"/>
                <a:gd name="connsiteX2697" fmla="*/ 1214220 w 2676209"/>
                <a:gd name="connsiteY2697" fmla="*/ 719476 h 2650669"/>
                <a:gd name="connsiteX2698" fmla="*/ 1212633 w 2676209"/>
                <a:gd name="connsiteY2698" fmla="*/ 721891 h 2650669"/>
                <a:gd name="connsiteX2699" fmla="*/ 1214220 w 2676209"/>
                <a:gd name="connsiteY2699" fmla="*/ 726488 h 2650669"/>
                <a:gd name="connsiteX2700" fmla="*/ 1215841 w 2676209"/>
                <a:gd name="connsiteY2700" fmla="*/ 723842 h 2650669"/>
                <a:gd name="connsiteX2701" fmla="*/ 2067105 w 2676209"/>
                <a:gd name="connsiteY2701" fmla="*/ 545380 h 2650669"/>
                <a:gd name="connsiteX2702" fmla="*/ 2065054 w 2676209"/>
                <a:gd name="connsiteY2702" fmla="*/ 546736 h 2650669"/>
                <a:gd name="connsiteX2703" fmla="*/ 2066179 w 2676209"/>
                <a:gd name="connsiteY2703" fmla="*/ 551201 h 2650669"/>
                <a:gd name="connsiteX2704" fmla="*/ 2068328 w 2676209"/>
                <a:gd name="connsiteY2704" fmla="*/ 549977 h 2650669"/>
                <a:gd name="connsiteX2705" fmla="*/ 2067105 w 2676209"/>
                <a:gd name="connsiteY2705" fmla="*/ 545380 h 2650669"/>
                <a:gd name="connsiteX2706" fmla="*/ 1106998 w 2676209"/>
                <a:gd name="connsiteY2706" fmla="*/ 961669 h 2650669"/>
                <a:gd name="connsiteX2707" fmla="*/ 1104253 w 2676209"/>
                <a:gd name="connsiteY2707" fmla="*/ 960445 h 2650669"/>
                <a:gd name="connsiteX2708" fmla="*/ 1101376 w 2676209"/>
                <a:gd name="connsiteY2708" fmla="*/ 962727 h 2650669"/>
                <a:gd name="connsiteX2709" fmla="*/ 1104121 w 2676209"/>
                <a:gd name="connsiteY2709" fmla="*/ 963918 h 2650669"/>
                <a:gd name="connsiteX2710" fmla="*/ 1106998 w 2676209"/>
                <a:gd name="connsiteY2710" fmla="*/ 961669 h 2650669"/>
                <a:gd name="connsiteX2711" fmla="*/ 1088312 w 2676209"/>
                <a:gd name="connsiteY2711" fmla="*/ 276101 h 2650669"/>
                <a:gd name="connsiteX2712" fmla="*/ 1083847 w 2676209"/>
                <a:gd name="connsiteY2712" fmla="*/ 277225 h 2650669"/>
                <a:gd name="connsiteX2713" fmla="*/ 1085071 w 2676209"/>
                <a:gd name="connsiteY2713" fmla="*/ 279375 h 2650669"/>
                <a:gd name="connsiteX2714" fmla="*/ 1089701 w 2676209"/>
                <a:gd name="connsiteY2714" fmla="*/ 278184 h 2650669"/>
                <a:gd name="connsiteX2715" fmla="*/ 1088312 w 2676209"/>
                <a:gd name="connsiteY2715" fmla="*/ 276101 h 2650669"/>
                <a:gd name="connsiteX2716" fmla="*/ 1863508 w 2676209"/>
                <a:gd name="connsiteY2716" fmla="*/ 608384 h 2650669"/>
                <a:gd name="connsiteX2717" fmla="*/ 1863508 w 2676209"/>
                <a:gd name="connsiteY2717" fmla="*/ 610600 h 2650669"/>
                <a:gd name="connsiteX2718" fmla="*/ 1867444 w 2676209"/>
                <a:gd name="connsiteY2718" fmla="*/ 610997 h 2650669"/>
                <a:gd name="connsiteX2719" fmla="*/ 1868072 w 2676209"/>
                <a:gd name="connsiteY2719" fmla="*/ 608384 h 2650669"/>
                <a:gd name="connsiteX2720" fmla="*/ 1863508 w 2676209"/>
                <a:gd name="connsiteY2720" fmla="*/ 608384 h 2650669"/>
                <a:gd name="connsiteX2721" fmla="*/ 1190309 w 2676209"/>
                <a:gd name="connsiteY2721" fmla="*/ 933193 h 2650669"/>
                <a:gd name="connsiteX2722" fmla="*/ 1188060 w 2676209"/>
                <a:gd name="connsiteY2722" fmla="*/ 936071 h 2650669"/>
                <a:gd name="connsiteX2723" fmla="*/ 1189250 w 2676209"/>
                <a:gd name="connsiteY2723" fmla="*/ 938816 h 2650669"/>
                <a:gd name="connsiteX2724" fmla="*/ 1191532 w 2676209"/>
                <a:gd name="connsiteY2724" fmla="*/ 935938 h 2650669"/>
                <a:gd name="connsiteX2725" fmla="*/ 1190309 w 2676209"/>
                <a:gd name="connsiteY2725" fmla="*/ 933193 h 2650669"/>
                <a:gd name="connsiteX2726" fmla="*/ 29879 w 2676209"/>
                <a:gd name="connsiteY2726" fmla="*/ 981414 h 2650669"/>
                <a:gd name="connsiteX2727" fmla="*/ 27862 w 2676209"/>
                <a:gd name="connsiteY2727" fmla="*/ 985316 h 2650669"/>
                <a:gd name="connsiteX2728" fmla="*/ 29879 w 2676209"/>
                <a:gd name="connsiteY2728" fmla="*/ 988392 h 2650669"/>
                <a:gd name="connsiteX2729" fmla="*/ 31500 w 2676209"/>
                <a:gd name="connsiteY2729" fmla="*/ 984026 h 2650669"/>
                <a:gd name="connsiteX2730" fmla="*/ 29879 w 2676209"/>
                <a:gd name="connsiteY2730" fmla="*/ 981414 h 2650669"/>
                <a:gd name="connsiteX2731" fmla="*/ 1309867 w 2676209"/>
                <a:gd name="connsiteY2731" fmla="*/ 209360 h 2650669"/>
                <a:gd name="connsiteX2732" fmla="*/ 1306825 w 2676209"/>
                <a:gd name="connsiteY2732" fmla="*/ 211377 h 2650669"/>
                <a:gd name="connsiteX2733" fmla="*/ 1311157 w 2676209"/>
                <a:gd name="connsiteY2733" fmla="*/ 212998 h 2650669"/>
                <a:gd name="connsiteX2734" fmla="*/ 1313803 w 2676209"/>
                <a:gd name="connsiteY2734" fmla="*/ 211377 h 2650669"/>
                <a:gd name="connsiteX2735" fmla="*/ 1309867 w 2676209"/>
                <a:gd name="connsiteY2735" fmla="*/ 209360 h 2650669"/>
                <a:gd name="connsiteX2736" fmla="*/ 1002190 w 2676209"/>
                <a:gd name="connsiteY2736" fmla="*/ 218885 h 2650669"/>
                <a:gd name="connsiteX2737" fmla="*/ 999313 w 2676209"/>
                <a:gd name="connsiteY2737" fmla="*/ 216669 h 2650669"/>
                <a:gd name="connsiteX2738" fmla="*/ 996567 w 2676209"/>
                <a:gd name="connsiteY2738" fmla="*/ 217826 h 2650669"/>
                <a:gd name="connsiteX2739" fmla="*/ 999445 w 2676209"/>
                <a:gd name="connsiteY2739" fmla="*/ 220108 h 2650669"/>
                <a:gd name="connsiteX2740" fmla="*/ 1002190 w 2676209"/>
                <a:gd name="connsiteY2740" fmla="*/ 218885 h 2650669"/>
                <a:gd name="connsiteX2741" fmla="*/ 1065822 w 2676209"/>
                <a:gd name="connsiteY2741" fmla="*/ 988392 h 2650669"/>
                <a:gd name="connsiteX2742" fmla="*/ 1062945 w 2676209"/>
                <a:gd name="connsiteY2742" fmla="*/ 990674 h 2650669"/>
                <a:gd name="connsiteX2743" fmla="*/ 1065690 w 2676209"/>
                <a:gd name="connsiteY2743" fmla="*/ 991832 h 2650669"/>
                <a:gd name="connsiteX2744" fmla="*/ 1068567 w 2676209"/>
                <a:gd name="connsiteY2744" fmla="*/ 989616 h 2650669"/>
                <a:gd name="connsiteX2745" fmla="*/ 1065822 w 2676209"/>
                <a:gd name="connsiteY2745" fmla="*/ 988392 h 2650669"/>
                <a:gd name="connsiteX2746" fmla="*/ 1894828 w 2676209"/>
                <a:gd name="connsiteY2746" fmla="*/ 572963 h 2650669"/>
                <a:gd name="connsiteX2747" fmla="*/ 1890264 w 2676209"/>
                <a:gd name="connsiteY2747" fmla="*/ 574551 h 2650669"/>
                <a:gd name="connsiteX2748" fmla="*/ 1892877 w 2676209"/>
                <a:gd name="connsiteY2748" fmla="*/ 576204 h 2650669"/>
                <a:gd name="connsiteX2749" fmla="*/ 1897242 w 2676209"/>
                <a:gd name="connsiteY2749" fmla="*/ 574551 h 2650669"/>
                <a:gd name="connsiteX2750" fmla="*/ 1894828 w 2676209"/>
                <a:gd name="connsiteY2750" fmla="*/ 572963 h 2650669"/>
                <a:gd name="connsiteX2751" fmla="*/ 1870916 w 2676209"/>
                <a:gd name="connsiteY2751" fmla="*/ 579677 h 2650669"/>
                <a:gd name="connsiteX2752" fmla="*/ 1872272 w 2676209"/>
                <a:gd name="connsiteY2752" fmla="*/ 577626 h 2650669"/>
                <a:gd name="connsiteX2753" fmla="*/ 1867675 w 2676209"/>
                <a:gd name="connsiteY2753" fmla="*/ 576436 h 2650669"/>
                <a:gd name="connsiteX2754" fmla="*/ 1866451 w 2676209"/>
                <a:gd name="connsiteY2754" fmla="*/ 578552 h 2650669"/>
                <a:gd name="connsiteX2755" fmla="*/ 1870916 w 2676209"/>
                <a:gd name="connsiteY2755" fmla="*/ 579677 h 2650669"/>
                <a:gd name="connsiteX2756" fmla="*/ 1129289 w 2676209"/>
                <a:gd name="connsiteY2756" fmla="*/ 204895 h 2650669"/>
                <a:gd name="connsiteX2757" fmla="*/ 1133754 w 2676209"/>
                <a:gd name="connsiteY2757" fmla="*/ 206019 h 2650669"/>
                <a:gd name="connsiteX2758" fmla="*/ 1135110 w 2676209"/>
                <a:gd name="connsiteY2758" fmla="*/ 203969 h 2650669"/>
                <a:gd name="connsiteX2759" fmla="*/ 1130513 w 2676209"/>
                <a:gd name="connsiteY2759" fmla="*/ 202745 h 2650669"/>
                <a:gd name="connsiteX2760" fmla="*/ 1129289 w 2676209"/>
                <a:gd name="connsiteY2760" fmla="*/ 204895 h 2650669"/>
                <a:gd name="connsiteX2761" fmla="*/ 1178766 w 2676209"/>
                <a:gd name="connsiteY2761" fmla="*/ 559502 h 2650669"/>
                <a:gd name="connsiteX2762" fmla="*/ 1177642 w 2676209"/>
                <a:gd name="connsiteY2762" fmla="*/ 563967 h 2650669"/>
                <a:gd name="connsiteX2763" fmla="*/ 1179725 w 2676209"/>
                <a:gd name="connsiteY2763" fmla="*/ 565323 h 2650669"/>
                <a:gd name="connsiteX2764" fmla="*/ 1180916 w 2676209"/>
                <a:gd name="connsiteY2764" fmla="*/ 560726 h 2650669"/>
                <a:gd name="connsiteX2765" fmla="*/ 1178766 w 2676209"/>
                <a:gd name="connsiteY2765" fmla="*/ 559502 h 2650669"/>
                <a:gd name="connsiteX2766" fmla="*/ 1259100 w 2676209"/>
                <a:gd name="connsiteY2766" fmla="*/ 587482 h 2650669"/>
                <a:gd name="connsiteX2767" fmla="*/ 1257943 w 2676209"/>
                <a:gd name="connsiteY2767" fmla="*/ 590227 h 2650669"/>
                <a:gd name="connsiteX2768" fmla="*/ 1260159 w 2676209"/>
                <a:gd name="connsiteY2768" fmla="*/ 593072 h 2650669"/>
                <a:gd name="connsiteX2769" fmla="*/ 1261382 w 2676209"/>
                <a:gd name="connsiteY2769" fmla="*/ 590326 h 2650669"/>
                <a:gd name="connsiteX2770" fmla="*/ 1259100 w 2676209"/>
                <a:gd name="connsiteY2770" fmla="*/ 587482 h 2650669"/>
                <a:gd name="connsiteX2771" fmla="*/ 1991699 w 2676209"/>
                <a:gd name="connsiteY2771" fmla="*/ 210484 h 2650669"/>
                <a:gd name="connsiteX2772" fmla="*/ 1993319 w 2676209"/>
                <a:gd name="connsiteY2772" fmla="*/ 213130 h 2650669"/>
                <a:gd name="connsiteX2773" fmla="*/ 1995337 w 2676209"/>
                <a:gd name="connsiteY2773" fmla="*/ 209194 h 2650669"/>
                <a:gd name="connsiteX2774" fmla="*/ 1993319 w 2676209"/>
                <a:gd name="connsiteY2774" fmla="*/ 206151 h 2650669"/>
                <a:gd name="connsiteX2775" fmla="*/ 1991699 w 2676209"/>
                <a:gd name="connsiteY2775" fmla="*/ 210484 h 2650669"/>
                <a:gd name="connsiteX2776" fmla="*/ 1034304 w 2676209"/>
                <a:gd name="connsiteY2776" fmla="*/ 291711 h 2650669"/>
                <a:gd name="connsiteX2777" fmla="*/ 1031658 w 2676209"/>
                <a:gd name="connsiteY2777" fmla="*/ 290057 h 2650669"/>
                <a:gd name="connsiteX2778" fmla="*/ 1027325 w 2676209"/>
                <a:gd name="connsiteY2778" fmla="*/ 291711 h 2650669"/>
                <a:gd name="connsiteX2779" fmla="*/ 1029707 w 2676209"/>
                <a:gd name="connsiteY2779" fmla="*/ 293299 h 2650669"/>
                <a:gd name="connsiteX2780" fmla="*/ 1034304 w 2676209"/>
                <a:gd name="connsiteY2780" fmla="*/ 291711 h 2650669"/>
                <a:gd name="connsiteX2781" fmla="*/ 1956740 w 2676209"/>
                <a:gd name="connsiteY2781" fmla="*/ 175559 h 2650669"/>
                <a:gd name="connsiteX2782" fmla="*/ 1958394 w 2676209"/>
                <a:gd name="connsiteY2782" fmla="*/ 178205 h 2650669"/>
                <a:gd name="connsiteX2783" fmla="*/ 1960412 w 2676209"/>
                <a:gd name="connsiteY2783" fmla="*/ 174269 h 2650669"/>
                <a:gd name="connsiteX2784" fmla="*/ 1958394 w 2676209"/>
                <a:gd name="connsiteY2784" fmla="*/ 171226 h 2650669"/>
                <a:gd name="connsiteX2785" fmla="*/ 1956740 w 2676209"/>
                <a:gd name="connsiteY2785" fmla="*/ 175559 h 2650669"/>
                <a:gd name="connsiteX2786" fmla="*/ 1935607 w 2676209"/>
                <a:gd name="connsiteY2786" fmla="*/ 639208 h 2650669"/>
                <a:gd name="connsiteX2787" fmla="*/ 1932862 w 2676209"/>
                <a:gd name="connsiteY2787" fmla="*/ 640399 h 2650669"/>
                <a:gd name="connsiteX2788" fmla="*/ 1935739 w 2676209"/>
                <a:gd name="connsiteY2788" fmla="*/ 642648 h 2650669"/>
                <a:gd name="connsiteX2789" fmla="*/ 1938484 w 2676209"/>
                <a:gd name="connsiteY2789" fmla="*/ 641457 h 2650669"/>
                <a:gd name="connsiteX2790" fmla="*/ 1935607 w 2676209"/>
                <a:gd name="connsiteY2790" fmla="*/ 639208 h 2650669"/>
                <a:gd name="connsiteX2791" fmla="*/ 2236141 w 2676209"/>
                <a:gd name="connsiteY2791" fmla="*/ 525669 h 2650669"/>
                <a:gd name="connsiteX2792" fmla="*/ 2233495 w 2676209"/>
                <a:gd name="connsiteY2792" fmla="*/ 524048 h 2650669"/>
                <a:gd name="connsiteX2793" fmla="*/ 2229129 w 2676209"/>
                <a:gd name="connsiteY2793" fmla="*/ 525669 h 2650669"/>
                <a:gd name="connsiteX2794" fmla="*/ 2231543 w 2676209"/>
                <a:gd name="connsiteY2794" fmla="*/ 527256 h 2650669"/>
                <a:gd name="connsiteX2795" fmla="*/ 2236141 w 2676209"/>
                <a:gd name="connsiteY2795" fmla="*/ 525669 h 2650669"/>
                <a:gd name="connsiteX2796" fmla="*/ 1670263 w 2676209"/>
                <a:gd name="connsiteY2796" fmla="*/ 908918 h 2650669"/>
                <a:gd name="connsiteX2797" fmla="*/ 1671883 w 2676209"/>
                <a:gd name="connsiteY2797" fmla="*/ 911564 h 2650669"/>
                <a:gd name="connsiteX2798" fmla="*/ 1673934 w 2676209"/>
                <a:gd name="connsiteY2798" fmla="*/ 907628 h 2650669"/>
                <a:gd name="connsiteX2799" fmla="*/ 1671883 w 2676209"/>
                <a:gd name="connsiteY2799" fmla="*/ 904585 h 2650669"/>
                <a:gd name="connsiteX2800" fmla="*/ 1670263 w 2676209"/>
                <a:gd name="connsiteY2800" fmla="*/ 908918 h 2650669"/>
                <a:gd name="connsiteX2801" fmla="*/ 1151216 w 2676209"/>
                <a:gd name="connsiteY2801" fmla="*/ 286585 h 2650669"/>
                <a:gd name="connsiteX2802" fmla="*/ 1146752 w 2676209"/>
                <a:gd name="connsiteY2802" fmla="*/ 287709 h 2650669"/>
                <a:gd name="connsiteX2803" fmla="*/ 1147975 w 2676209"/>
                <a:gd name="connsiteY2803" fmla="*/ 289826 h 2650669"/>
                <a:gd name="connsiteX2804" fmla="*/ 1152572 w 2676209"/>
                <a:gd name="connsiteY2804" fmla="*/ 288635 h 2650669"/>
                <a:gd name="connsiteX2805" fmla="*/ 1151216 w 2676209"/>
                <a:gd name="connsiteY2805" fmla="*/ 286585 h 2650669"/>
                <a:gd name="connsiteX2806" fmla="*/ 1388912 w 2676209"/>
                <a:gd name="connsiteY2806" fmla="*/ 2448131 h 2650669"/>
                <a:gd name="connsiteX2807" fmla="*/ 1390168 w 2676209"/>
                <a:gd name="connsiteY2807" fmla="*/ 2445883 h 2650669"/>
                <a:gd name="connsiteX2808" fmla="*/ 1388912 w 2676209"/>
                <a:gd name="connsiteY2808" fmla="*/ 2444626 h 2650669"/>
                <a:gd name="connsiteX2809" fmla="*/ 1387820 w 2676209"/>
                <a:gd name="connsiteY2809" fmla="*/ 2446974 h 2650669"/>
                <a:gd name="connsiteX2810" fmla="*/ 1388912 w 2676209"/>
                <a:gd name="connsiteY2810" fmla="*/ 2448131 h 2650669"/>
                <a:gd name="connsiteX2811" fmla="*/ 1405283 w 2676209"/>
                <a:gd name="connsiteY2811" fmla="*/ 2561009 h 2650669"/>
                <a:gd name="connsiteX2812" fmla="*/ 1406374 w 2676209"/>
                <a:gd name="connsiteY2812" fmla="*/ 2563358 h 2650669"/>
                <a:gd name="connsiteX2813" fmla="*/ 1407631 w 2676209"/>
                <a:gd name="connsiteY2813" fmla="*/ 2562101 h 2650669"/>
                <a:gd name="connsiteX2814" fmla="*/ 1406374 w 2676209"/>
                <a:gd name="connsiteY2814" fmla="*/ 2559852 h 2650669"/>
                <a:gd name="connsiteX2815" fmla="*/ 1405283 w 2676209"/>
                <a:gd name="connsiteY2815" fmla="*/ 2561009 h 2650669"/>
                <a:gd name="connsiteX2816" fmla="*/ 1457538 w 2676209"/>
                <a:gd name="connsiteY2816" fmla="*/ 2495756 h 2650669"/>
                <a:gd name="connsiteX2817" fmla="*/ 1458795 w 2676209"/>
                <a:gd name="connsiteY2817" fmla="*/ 2497013 h 2650669"/>
                <a:gd name="connsiteX2818" fmla="*/ 1459886 w 2676209"/>
                <a:gd name="connsiteY2818" fmla="*/ 2494665 h 2650669"/>
                <a:gd name="connsiteX2819" fmla="*/ 1458795 w 2676209"/>
                <a:gd name="connsiteY2819" fmla="*/ 2493508 h 2650669"/>
                <a:gd name="connsiteX2820" fmla="*/ 1457538 w 2676209"/>
                <a:gd name="connsiteY2820" fmla="*/ 2495756 h 2650669"/>
                <a:gd name="connsiteX2821" fmla="*/ 1409284 w 2676209"/>
                <a:gd name="connsiteY2821" fmla="*/ 2525588 h 2650669"/>
                <a:gd name="connsiteX2822" fmla="*/ 1408127 w 2676209"/>
                <a:gd name="connsiteY2822" fmla="*/ 2526680 h 2650669"/>
                <a:gd name="connsiteX2823" fmla="*/ 1410376 w 2676209"/>
                <a:gd name="connsiteY2823" fmla="*/ 2527936 h 2650669"/>
                <a:gd name="connsiteX2824" fmla="*/ 1411633 w 2676209"/>
                <a:gd name="connsiteY2824" fmla="*/ 2526680 h 2650669"/>
                <a:gd name="connsiteX2825" fmla="*/ 1409284 w 2676209"/>
                <a:gd name="connsiteY2825" fmla="*/ 2525588 h 2650669"/>
                <a:gd name="connsiteX2826" fmla="*/ 1196163 w 2676209"/>
                <a:gd name="connsiteY2826" fmla="*/ 2522116 h 2650669"/>
                <a:gd name="connsiteX2827" fmla="*/ 1195005 w 2676209"/>
                <a:gd name="connsiteY2827" fmla="*/ 2523207 h 2650669"/>
                <a:gd name="connsiteX2828" fmla="*/ 1197254 w 2676209"/>
                <a:gd name="connsiteY2828" fmla="*/ 2524431 h 2650669"/>
                <a:gd name="connsiteX2829" fmla="*/ 1198511 w 2676209"/>
                <a:gd name="connsiteY2829" fmla="*/ 2523207 h 2650669"/>
                <a:gd name="connsiteX2830" fmla="*/ 1196163 w 2676209"/>
                <a:gd name="connsiteY2830" fmla="*/ 2522116 h 2650669"/>
                <a:gd name="connsiteX2831" fmla="*/ 1391326 w 2676209"/>
                <a:gd name="connsiteY2831" fmla="*/ 2478393 h 2650669"/>
                <a:gd name="connsiteX2832" fmla="*/ 1392417 w 2676209"/>
                <a:gd name="connsiteY2832" fmla="*/ 2479551 h 2650669"/>
                <a:gd name="connsiteX2833" fmla="*/ 1393641 w 2676209"/>
                <a:gd name="connsiteY2833" fmla="*/ 2477302 h 2650669"/>
                <a:gd name="connsiteX2834" fmla="*/ 1392417 w 2676209"/>
                <a:gd name="connsiteY2834" fmla="*/ 2476045 h 2650669"/>
                <a:gd name="connsiteX2835" fmla="*/ 1391326 w 2676209"/>
                <a:gd name="connsiteY2835" fmla="*/ 2478393 h 2650669"/>
                <a:gd name="connsiteX2836" fmla="*/ 1646847 w 2676209"/>
                <a:gd name="connsiteY2836" fmla="*/ 2534749 h 2650669"/>
                <a:gd name="connsiteX2837" fmla="*/ 1649195 w 2676209"/>
                <a:gd name="connsiteY2837" fmla="*/ 2533658 h 2650669"/>
                <a:gd name="connsiteX2838" fmla="*/ 1647939 w 2676209"/>
                <a:gd name="connsiteY2838" fmla="*/ 2532434 h 2650669"/>
                <a:gd name="connsiteX2839" fmla="*/ 1645690 w 2676209"/>
                <a:gd name="connsiteY2839" fmla="*/ 2533658 h 2650669"/>
                <a:gd name="connsiteX2840" fmla="*/ 1646847 w 2676209"/>
                <a:gd name="connsiteY2840" fmla="*/ 2534749 h 2650669"/>
                <a:gd name="connsiteX2841" fmla="*/ 1237603 w 2676209"/>
                <a:gd name="connsiteY2841" fmla="*/ 2484181 h 2650669"/>
                <a:gd name="connsiteX2842" fmla="*/ 1238694 w 2676209"/>
                <a:gd name="connsiteY2842" fmla="*/ 2486529 h 2650669"/>
                <a:gd name="connsiteX2843" fmla="*/ 1239918 w 2676209"/>
                <a:gd name="connsiteY2843" fmla="*/ 2485305 h 2650669"/>
                <a:gd name="connsiteX2844" fmla="*/ 1238694 w 2676209"/>
                <a:gd name="connsiteY2844" fmla="*/ 2483056 h 2650669"/>
                <a:gd name="connsiteX2845" fmla="*/ 1237603 w 2676209"/>
                <a:gd name="connsiteY2845" fmla="*/ 2484181 h 2650669"/>
                <a:gd name="connsiteX2846" fmla="*/ 1427938 w 2676209"/>
                <a:gd name="connsiteY2846" fmla="*/ 2246221 h 2650669"/>
                <a:gd name="connsiteX2847" fmla="*/ 1425589 w 2676209"/>
                <a:gd name="connsiteY2847" fmla="*/ 2247313 h 2650669"/>
                <a:gd name="connsiteX2848" fmla="*/ 1426747 w 2676209"/>
                <a:gd name="connsiteY2848" fmla="*/ 2248404 h 2650669"/>
                <a:gd name="connsiteX2849" fmla="*/ 1429095 w 2676209"/>
                <a:gd name="connsiteY2849" fmla="*/ 2247313 h 2650669"/>
                <a:gd name="connsiteX2850" fmla="*/ 1427938 w 2676209"/>
                <a:gd name="connsiteY2850" fmla="*/ 2246221 h 2650669"/>
                <a:gd name="connsiteX2851" fmla="*/ 407208 w 2676209"/>
                <a:gd name="connsiteY2851" fmla="*/ 2242087 h 2650669"/>
                <a:gd name="connsiteX2852" fmla="*/ 408300 w 2676209"/>
                <a:gd name="connsiteY2852" fmla="*/ 2240930 h 2650669"/>
                <a:gd name="connsiteX2853" fmla="*/ 407208 w 2676209"/>
                <a:gd name="connsiteY2853" fmla="*/ 2238581 h 2650669"/>
                <a:gd name="connsiteX2854" fmla="*/ 405951 w 2676209"/>
                <a:gd name="connsiteY2854" fmla="*/ 2239838 h 2650669"/>
                <a:gd name="connsiteX2855" fmla="*/ 407208 w 2676209"/>
                <a:gd name="connsiteY2855" fmla="*/ 2242087 h 2650669"/>
                <a:gd name="connsiteX2856" fmla="*/ 386240 w 2676209"/>
                <a:gd name="connsiteY2856" fmla="*/ 2242087 h 2650669"/>
                <a:gd name="connsiteX2857" fmla="*/ 387464 w 2676209"/>
                <a:gd name="connsiteY2857" fmla="*/ 2239838 h 2650669"/>
                <a:gd name="connsiteX2858" fmla="*/ 386240 w 2676209"/>
                <a:gd name="connsiteY2858" fmla="*/ 2238581 h 2650669"/>
                <a:gd name="connsiteX2859" fmla="*/ 385148 w 2676209"/>
                <a:gd name="connsiteY2859" fmla="*/ 2240930 h 2650669"/>
                <a:gd name="connsiteX2860" fmla="*/ 386240 w 2676209"/>
                <a:gd name="connsiteY2860" fmla="*/ 2242087 h 2650669"/>
                <a:gd name="connsiteX2861" fmla="*/ 1441927 w 2676209"/>
                <a:gd name="connsiteY2861" fmla="*/ 2258888 h 2650669"/>
                <a:gd name="connsiteX2862" fmla="*/ 1443052 w 2676209"/>
                <a:gd name="connsiteY2862" fmla="*/ 2257797 h 2650669"/>
                <a:gd name="connsiteX2863" fmla="*/ 1440803 w 2676209"/>
                <a:gd name="connsiteY2863" fmla="*/ 2256540 h 2650669"/>
                <a:gd name="connsiteX2864" fmla="*/ 1439579 w 2676209"/>
                <a:gd name="connsiteY2864" fmla="*/ 2257797 h 2650669"/>
                <a:gd name="connsiteX2865" fmla="*/ 1441927 w 2676209"/>
                <a:gd name="connsiteY2865" fmla="*/ 2258888 h 2650669"/>
                <a:gd name="connsiteX2866" fmla="*/ 1109412 w 2676209"/>
                <a:gd name="connsiteY2866" fmla="*/ 160742 h 2650669"/>
                <a:gd name="connsiteX2867" fmla="*/ 1108189 w 2676209"/>
                <a:gd name="connsiteY2867" fmla="*/ 162991 h 2650669"/>
                <a:gd name="connsiteX2868" fmla="*/ 1109412 w 2676209"/>
                <a:gd name="connsiteY2868" fmla="*/ 164215 h 2650669"/>
                <a:gd name="connsiteX2869" fmla="*/ 1110504 w 2676209"/>
                <a:gd name="connsiteY2869" fmla="*/ 161900 h 2650669"/>
                <a:gd name="connsiteX2870" fmla="*/ 1109412 w 2676209"/>
                <a:gd name="connsiteY2870" fmla="*/ 160742 h 2650669"/>
                <a:gd name="connsiteX2871" fmla="*/ 532951 w 2676209"/>
                <a:gd name="connsiteY2871" fmla="*/ 2252538 h 2650669"/>
                <a:gd name="connsiteX2872" fmla="*/ 534208 w 2676209"/>
                <a:gd name="connsiteY2872" fmla="*/ 2250289 h 2650669"/>
                <a:gd name="connsiteX2873" fmla="*/ 532951 w 2676209"/>
                <a:gd name="connsiteY2873" fmla="*/ 2249066 h 2650669"/>
                <a:gd name="connsiteX2874" fmla="*/ 531860 w 2676209"/>
                <a:gd name="connsiteY2874" fmla="*/ 2251414 h 2650669"/>
                <a:gd name="connsiteX2875" fmla="*/ 532951 w 2676209"/>
                <a:gd name="connsiteY2875" fmla="*/ 2252538 h 2650669"/>
                <a:gd name="connsiteX2876" fmla="*/ 546941 w 2676209"/>
                <a:gd name="connsiteY2876" fmla="*/ 2231603 h 2650669"/>
                <a:gd name="connsiteX2877" fmla="*/ 545850 w 2676209"/>
                <a:gd name="connsiteY2877" fmla="*/ 2232761 h 2650669"/>
                <a:gd name="connsiteX2878" fmla="*/ 546941 w 2676209"/>
                <a:gd name="connsiteY2878" fmla="*/ 2235076 h 2650669"/>
                <a:gd name="connsiteX2879" fmla="*/ 548198 w 2676209"/>
                <a:gd name="connsiteY2879" fmla="*/ 2233852 h 2650669"/>
                <a:gd name="connsiteX2880" fmla="*/ 546941 w 2676209"/>
                <a:gd name="connsiteY2880" fmla="*/ 2231603 h 2650669"/>
                <a:gd name="connsiteX2881" fmla="*/ 438032 w 2676209"/>
                <a:gd name="connsiteY2881" fmla="*/ 2230942 h 2650669"/>
                <a:gd name="connsiteX2882" fmla="*/ 440380 w 2676209"/>
                <a:gd name="connsiteY2882" fmla="*/ 2229850 h 2650669"/>
                <a:gd name="connsiteX2883" fmla="*/ 439157 w 2676209"/>
                <a:gd name="connsiteY2883" fmla="*/ 2228627 h 2650669"/>
                <a:gd name="connsiteX2884" fmla="*/ 436908 w 2676209"/>
                <a:gd name="connsiteY2884" fmla="*/ 2229850 h 2650669"/>
                <a:gd name="connsiteX2885" fmla="*/ 438032 w 2676209"/>
                <a:gd name="connsiteY2885" fmla="*/ 2230942 h 2650669"/>
                <a:gd name="connsiteX2886" fmla="*/ 959790 w 2676209"/>
                <a:gd name="connsiteY2886" fmla="*/ 143941 h 2650669"/>
                <a:gd name="connsiteX2887" fmla="*/ 957442 w 2676209"/>
                <a:gd name="connsiteY2887" fmla="*/ 145033 h 2650669"/>
                <a:gd name="connsiteX2888" fmla="*/ 958699 w 2676209"/>
                <a:gd name="connsiteY2888" fmla="*/ 146256 h 2650669"/>
                <a:gd name="connsiteX2889" fmla="*/ 960948 w 2676209"/>
                <a:gd name="connsiteY2889" fmla="*/ 145033 h 2650669"/>
                <a:gd name="connsiteX2890" fmla="*/ 959790 w 2676209"/>
                <a:gd name="connsiteY2890" fmla="*/ 143941 h 2650669"/>
                <a:gd name="connsiteX2891" fmla="*/ 1350481 w 2676209"/>
                <a:gd name="connsiteY2891" fmla="*/ 2297947 h 2650669"/>
                <a:gd name="connsiteX2892" fmla="*/ 1351738 w 2676209"/>
                <a:gd name="connsiteY2892" fmla="*/ 2296724 h 2650669"/>
                <a:gd name="connsiteX2893" fmla="*/ 1350481 w 2676209"/>
                <a:gd name="connsiteY2893" fmla="*/ 2294475 h 2650669"/>
                <a:gd name="connsiteX2894" fmla="*/ 1349389 w 2676209"/>
                <a:gd name="connsiteY2894" fmla="*/ 2295599 h 2650669"/>
                <a:gd name="connsiteX2895" fmla="*/ 1350481 w 2676209"/>
                <a:gd name="connsiteY2895" fmla="*/ 2297947 h 2650669"/>
                <a:gd name="connsiteX2896" fmla="*/ 1412129 w 2676209"/>
                <a:gd name="connsiteY2896" fmla="*/ 2261799 h 2650669"/>
                <a:gd name="connsiteX2897" fmla="*/ 1413352 w 2676209"/>
                <a:gd name="connsiteY2897" fmla="*/ 2263022 h 2650669"/>
                <a:gd name="connsiteX2898" fmla="*/ 1414444 w 2676209"/>
                <a:gd name="connsiteY2898" fmla="*/ 2260674 h 2650669"/>
                <a:gd name="connsiteX2899" fmla="*/ 1413352 w 2676209"/>
                <a:gd name="connsiteY2899" fmla="*/ 2259550 h 2650669"/>
                <a:gd name="connsiteX2900" fmla="*/ 1412129 w 2676209"/>
                <a:gd name="connsiteY2900" fmla="*/ 2261799 h 2650669"/>
                <a:gd name="connsiteX2901" fmla="*/ 1147843 w 2676209"/>
                <a:gd name="connsiteY2901" fmla="*/ 153764 h 2650669"/>
                <a:gd name="connsiteX2902" fmla="*/ 1146619 w 2676209"/>
                <a:gd name="connsiteY2902" fmla="*/ 156013 h 2650669"/>
                <a:gd name="connsiteX2903" fmla="*/ 1147843 w 2676209"/>
                <a:gd name="connsiteY2903" fmla="*/ 157237 h 2650669"/>
                <a:gd name="connsiteX2904" fmla="*/ 1148934 w 2676209"/>
                <a:gd name="connsiteY2904" fmla="*/ 154888 h 2650669"/>
                <a:gd name="connsiteX2905" fmla="*/ 1147843 w 2676209"/>
                <a:gd name="connsiteY2905" fmla="*/ 153764 h 2650669"/>
                <a:gd name="connsiteX2906" fmla="*/ 1406870 w 2676209"/>
                <a:gd name="connsiteY2906" fmla="*/ 2274003 h 2650669"/>
                <a:gd name="connsiteX2907" fmla="*/ 1404621 w 2676209"/>
                <a:gd name="connsiteY2907" fmla="*/ 2275259 h 2650669"/>
                <a:gd name="connsiteX2908" fmla="*/ 1405779 w 2676209"/>
                <a:gd name="connsiteY2908" fmla="*/ 2276351 h 2650669"/>
                <a:gd name="connsiteX2909" fmla="*/ 1408127 w 2676209"/>
                <a:gd name="connsiteY2909" fmla="*/ 2275259 h 2650669"/>
                <a:gd name="connsiteX2910" fmla="*/ 1406870 w 2676209"/>
                <a:gd name="connsiteY2910" fmla="*/ 2274003 h 2650669"/>
                <a:gd name="connsiteX2911" fmla="*/ 1981082 w 2676209"/>
                <a:gd name="connsiteY2911" fmla="*/ 158989 h 2650669"/>
                <a:gd name="connsiteX2912" fmla="*/ 1978833 w 2676209"/>
                <a:gd name="connsiteY2912" fmla="*/ 157766 h 2650669"/>
                <a:gd name="connsiteX2913" fmla="*/ 1977576 w 2676209"/>
                <a:gd name="connsiteY2913" fmla="*/ 158989 h 2650669"/>
                <a:gd name="connsiteX2914" fmla="*/ 1979925 w 2676209"/>
                <a:gd name="connsiteY2914" fmla="*/ 160081 h 2650669"/>
                <a:gd name="connsiteX2915" fmla="*/ 1981082 w 2676209"/>
                <a:gd name="connsiteY2915" fmla="*/ 158989 h 2650669"/>
                <a:gd name="connsiteX2916" fmla="*/ 438627 w 2676209"/>
                <a:gd name="connsiteY2916" fmla="*/ 2165259 h 2650669"/>
                <a:gd name="connsiteX2917" fmla="*/ 439090 w 2676209"/>
                <a:gd name="connsiteY2917" fmla="*/ 2164399 h 2650669"/>
                <a:gd name="connsiteX2918" fmla="*/ 438462 w 2676209"/>
                <a:gd name="connsiteY2918" fmla="*/ 2165093 h 2650669"/>
                <a:gd name="connsiteX2919" fmla="*/ 438627 w 2676209"/>
                <a:gd name="connsiteY2919" fmla="*/ 2165259 h 2650669"/>
                <a:gd name="connsiteX2920" fmla="*/ 468327 w 2676209"/>
                <a:gd name="connsiteY2920" fmla="*/ 2160000 h 2650669"/>
                <a:gd name="connsiteX2921" fmla="*/ 467169 w 2676209"/>
                <a:gd name="connsiteY2921" fmla="*/ 2158909 h 2650669"/>
                <a:gd name="connsiteX2922" fmla="*/ 464821 w 2676209"/>
                <a:gd name="connsiteY2922" fmla="*/ 2160000 h 2650669"/>
                <a:gd name="connsiteX2923" fmla="*/ 465979 w 2676209"/>
                <a:gd name="connsiteY2923" fmla="*/ 2161092 h 2650669"/>
                <a:gd name="connsiteX2924" fmla="*/ 468327 w 2676209"/>
                <a:gd name="connsiteY2924" fmla="*/ 2160000 h 2650669"/>
                <a:gd name="connsiteX2925" fmla="*/ 946958 w 2676209"/>
                <a:gd name="connsiteY2925" fmla="*/ 211377 h 2650669"/>
                <a:gd name="connsiteX2926" fmla="*/ 944709 w 2676209"/>
                <a:gd name="connsiteY2926" fmla="*/ 210153 h 2650669"/>
                <a:gd name="connsiteX2927" fmla="*/ 943485 w 2676209"/>
                <a:gd name="connsiteY2927" fmla="*/ 211377 h 2650669"/>
                <a:gd name="connsiteX2928" fmla="*/ 945801 w 2676209"/>
                <a:gd name="connsiteY2928" fmla="*/ 212468 h 2650669"/>
                <a:gd name="connsiteX2929" fmla="*/ 946958 w 2676209"/>
                <a:gd name="connsiteY2929" fmla="*/ 211377 h 2650669"/>
                <a:gd name="connsiteX2930" fmla="*/ 463101 w 2676209"/>
                <a:gd name="connsiteY2930" fmla="*/ 2144291 h 2650669"/>
                <a:gd name="connsiteX2931" fmla="*/ 464325 w 2676209"/>
                <a:gd name="connsiteY2931" fmla="*/ 2142042 h 2650669"/>
                <a:gd name="connsiteX2932" fmla="*/ 463101 w 2676209"/>
                <a:gd name="connsiteY2932" fmla="*/ 2140818 h 2650669"/>
                <a:gd name="connsiteX2933" fmla="*/ 462010 w 2676209"/>
                <a:gd name="connsiteY2933" fmla="*/ 2143166 h 2650669"/>
                <a:gd name="connsiteX2934" fmla="*/ 463101 w 2676209"/>
                <a:gd name="connsiteY2934" fmla="*/ 2144291 h 2650669"/>
                <a:gd name="connsiteX2935" fmla="*/ 585372 w 2676209"/>
                <a:gd name="connsiteY2935" fmla="*/ 2151269 h 2650669"/>
                <a:gd name="connsiteX2936" fmla="*/ 586463 w 2676209"/>
                <a:gd name="connsiteY2936" fmla="*/ 2150145 h 2650669"/>
                <a:gd name="connsiteX2937" fmla="*/ 585372 w 2676209"/>
                <a:gd name="connsiteY2937" fmla="*/ 2147796 h 2650669"/>
                <a:gd name="connsiteX2938" fmla="*/ 584115 w 2676209"/>
                <a:gd name="connsiteY2938" fmla="*/ 2149020 h 2650669"/>
                <a:gd name="connsiteX2939" fmla="*/ 585372 w 2676209"/>
                <a:gd name="connsiteY2939" fmla="*/ 2151269 h 2650669"/>
                <a:gd name="connsiteX2940" fmla="*/ 1991566 w 2676209"/>
                <a:gd name="connsiteY2940" fmla="*/ 190442 h 2650669"/>
                <a:gd name="connsiteX2941" fmla="*/ 1992724 w 2676209"/>
                <a:gd name="connsiteY2941" fmla="*/ 191533 h 2650669"/>
                <a:gd name="connsiteX2942" fmla="*/ 1995072 w 2676209"/>
                <a:gd name="connsiteY2942" fmla="*/ 190442 h 2650669"/>
                <a:gd name="connsiteX2943" fmla="*/ 1993815 w 2676209"/>
                <a:gd name="connsiteY2943" fmla="*/ 189185 h 2650669"/>
                <a:gd name="connsiteX2944" fmla="*/ 1991566 w 2676209"/>
                <a:gd name="connsiteY2944" fmla="*/ 190442 h 2650669"/>
                <a:gd name="connsiteX2945" fmla="*/ 413095 w 2676209"/>
                <a:gd name="connsiteY2945" fmla="*/ 2208320 h 2650669"/>
                <a:gd name="connsiteX2946" fmla="*/ 414186 w 2676209"/>
                <a:gd name="connsiteY2946" fmla="*/ 2210635 h 2650669"/>
                <a:gd name="connsiteX2947" fmla="*/ 415278 w 2676209"/>
                <a:gd name="connsiteY2947" fmla="*/ 2209510 h 2650669"/>
                <a:gd name="connsiteX2948" fmla="*/ 414186 w 2676209"/>
                <a:gd name="connsiteY2948" fmla="*/ 2207162 h 2650669"/>
                <a:gd name="connsiteX2949" fmla="*/ 413095 w 2676209"/>
                <a:gd name="connsiteY2949" fmla="*/ 2208320 h 2650669"/>
                <a:gd name="connsiteX2950" fmla="*/ 1359212 w 2676209"/>
                <a:gd name="connsiteY2950" fmla="*/ 2215893 h 2650669"/>
                <a:gd name="connsiteX2951" fmla="*/ 1356864 w 2676209"/>
                <a:gd name="connsiteY2951" fmla="*/ 2214802 h 2650669"/>
                <a:gd name="connsiteX2952" fmla="*/ 1355706 w 2676209"/>
                <a:gd name="connsiteY2952" fmla="*/ 2215893 h 2650669"/>
                <a:gd name="connsiteX2953" fmla="*/ 1357955 w 2676209"/>
                <a:gd name="connsiteY2953" fmla="*/ 2217117 h 2650669"/>
                <a:gd name="connsiteX2954" fmla="*/ 1359212 w 2676209"/>
                <a:gd name="connsiteY2954" fmla="*/ 2215893 h 2650669"/>
                <a:gd name="connsiteX2955" fmla="*/ 489791 w 2676209"/>
                <a:gd name="connsiteY2955" fmla="*/ 2215397 h 2650669"/>
                <a:gd name="connsiteX2956" fmla="*/ 491048 w 2676209"/>
                <a:gd name="connsiteY2956" fmla="*/ 2217646 h 2650669"/>
                <a:gd name="connsiteX2957" fmla="*/ 492139 w 2676209"/>
                <a:gd name="connsiteY2957" fmla="*/ 2216489 h 2650669"/>
                <a:gd name="connsiteX2958" fmla="*/ 491048 w 2676209"/>
                <a:gd name="connsiteY2958" fmla="*/ 2214141 h 2650669"/>
                <a:gd name="connsiteX2959" fmla="*/ 489791 w 2676209"/>
                <a:gd name="connsiteY2959" fmla="*/ 2215397 h 2650669"/>
                <a:gd name="connsiteX2960" fmla="*/ 1433825 w 2676209"/>
                <a:gd name="connsiteY2960" fmla="*/ 2197174 h 2650669"/>
                <a:gd name="connsiteX2961" fmla="*/ 1432601 w 2676209"/>
                <a:gd name="connsiteY2961" fmla="*/ 2198431 h 2650669"/>
                <a:gd name="connsiteX2962" fmla="*/ 1434916 w 2676209"/>
                <a:gd name="connsiteY2962" fmla="*/ 2199522 h 2650669"/>
                <a:gd name="connsiteX2963" fmla="*/ 1436074 w 2676209"/>
                <a:gd name="connsiteY2963" fmla="*/ 2198431 h 2650669"/>
                <a:gd name="connsiteX2964" fmla="*/ 1433825 w 2676209"/>
                <a:gd name="connsiteY2964" fmla="*/ 2197174 h 2650669"/>
                <a:gd name="connsiteX2965" fmla="*/ 1331927 w 2676209"/>
                <a:gd name="connsiteY2965" fmla="*/ 2197836 h 2650669"/>
                <a:gd name="connsiteX2966" fmla="*/ 1333018 w 2676209"/>
                <a:gd name="connsiteY2966" fmla="*/ 2200184 h 2650669"/>
                <a:gd name="connsiteX2967" fmla="*/ 1334110 w 2676209"/>
                <a:gd name="connsiteY2967" fmla="*/ 2199026 h 2650669"/>
                <a:gd name="connsiteX2968" fmla="*/ 1333018 w 2676209"/>
                <a:gd name="connsiteY2968" fmla="*/ 2196678 h 2650669"/>
                <a:gd name="connsiteX2969" fmla="*/ 1331927 w 2676209"/>
                <a:gd name="connsiteY2969" fmla="*/ 2197836 h 2650669"/>
                <a:gd name="connsiteX2970" fmla="*/ 1292835 w 2676209"/>
                <a:gd name="connsiteY2970" fmla="*/ 2397464 h 2650669"/>
                <a:gd name="connsiteX2971" fmla="*/ 1293992 w 2676209"/>
                <a:gd name="connsiteY2971" fmla="*/ 2398555 h 2650669"/>
                <a:gd name="connsiteX2972" fmla="*/ 1296340 w 2676209"/>
                <a:gd name="connsiteY2972" fmla="*/ 2397464 h 2650669"/>
                <a:gd name="connsiteX2973" fmla="*/ 1295084 w 2676209"/>
                <a:gd name="connsiteY2973" fmla="*/ 2396240 h 2650669"/>
                <a:gd name="connsiteX2974" fmla="*/ 1292835 w 2676209"/>
                <a:gd name="connsiteY2974" fmla="*/ 2397464 h 2650669"/>
                <a:gd name="connsiteX2975" fmla="*/ 1394137 w 2676209"/>
                <a:gd name="connsiteY2975" fmla="*/ 2400970 h 2650669"/>
                <a:gd name="connsiteX2976" fmla="*/ 1396386 w 2676209"/>
                <a:gd name="connsiteY2976" fmla="*/ 2402226 h 2650669"/>
                <a:gd name="connsiteX2977" fmla="*/ 1397643 w 2676209"/>
                <a:gd name="connsiteY2977" fmla="*/ 2400970 h 2650669"/>
                <a:gd name="connsiteX2978" fmla="*/ 1395295 w 2676209"/>
                <a:gd name="connsiteY2978" fmla="*/ 2399878 h 2650669"/>
                <a:gd name="connsiteX2979" fmla="*/ 1394137 w 2676209"/>
                <a:gd name="connsiteY2979" fmla="*/ 2400970 h 2650669"/>
                <a:gd name="connsiteX2980" fmla="*/ 1982603 w 2676209"/>
                <a:gd name="connsiteY2980" fmla="*/ 56033 h 2650669"/>
                <a:gd name="connsiteX2981" fmla="*/ 1981148 w 2676209"/>
                <a:gd name="connsiteY2981" fmla="*/ 57489 h 2650669"/>
                <a:gd name="connsiteX2982" fmla="*/ 1983199 w 2676209"/>
                <a:gd name="connsiteY2982" fmla="*/ 59076 h 2650669"/>
                <a:gd name="connsiteX2983" fmla="*/ 1984290 w 2676209"/>
                <a:gd name="connsiteY2983" fmla="*/ 58018 h 2650669"/>
                <a:gd name="connsiteX2984" fmla="*/ 1982603 w 2676209"/>
                <a:gd name="connsiteY2984" fmla="*/ 56033 h 2650669"/>
                <a:gd name="connsiteX2985" fmla="*/ 1409648 w 2676209"/>
                <a:gd name="connsiteY2985" fmla="*/ 69990 h 2650669"/>
                <a:gd name="connsiteX2986" fmla="*/ 1408127 w 2676209"/>
                <a:gd name="connsiteY2986" fmla="*/ 69924 h 2650669"/>
                <a:gd name="connsiteX2987" fmla="*/ 1408127 w 2676209"/>
                <a:gd name="connsiteY2987" fmla="*/ 69957 h 2650669"/>
                <a:gd name="connsiteX2988" fmla="*/ 1408094 w 2676209"/>
                <a:gd name="connsiteY2988" fmla="*/ 69957 h 2650669"/>
                <a:gd name="connsiteX2989" fmla="*/ 1408193 w 2676209"/>
                <a:gd name="connsiteY2989" fmla="*/ 71479 h 2650669"/>
                <a:gd name="connsiteX2990" fmla="*/ 1410210 w 2676209"/>
                <a:gd name="connsiteY2990" fmla="*/ 73066 h 2650669"/>
                <a:gd name="connsiteX2991" fmla="*/ 1411335 w 2676209"/>
                <a:gd name="connsiteY2991" fmla="*/ 71975 h 2650669"/>
                <a:gd name="connsiteX2992" fmla="*/ 1409648 w 2676209"/>
                <a:gd name="connsiteY2992" fmla="*/ 69990 h 2650669"/>
                <a:gd name="connsiteX2993" fmla="*/ 1968845 w 2676209"/>
                <a:gd name="connsiteY2993" fmla="*/ 80408 h 2650669"/>
                <a:gd name="connsiteX2994" fmla="*/ 1969937 w 2676209"/>
                <a:gd name="connsiteY2994" fmla="*/ 79284 h 2650669"/>
                <a:gd name="connsiteX2995" fmla="*/ 1968845 w 2676209"/>
                <a:gd name="connsiteY2995" fmla="*/ 76936 h 2650669"/>
                <a:gd name="connsiteX2996" fmla="*/ 1967621 w 2676209"/>
                <a:gd name="connsiteY2996" fmla="*/ 78159 h 2650669"/>
                <a:gd name="connsiteX2997" fmla="*/ 1968845 w 2676209"/>
                <a:gd name="connsiteY2997" fmla="*/ 80408 h 2650669"/>
                <a:gd name="connsiteX2998" fmla="*/ 545850 w 2676209"/>
                <a:gd name="connsiteY2998" fmla="*/ 2389890 h 2650669"/>
                <a:gd name="connsiteX2999" fmla="*/ 546941 w 2676209"/>
                <a:gd name="connsiteY2999" fmla="*/ 2392238 h 2650669"/>
                <a:gd name="connsiteX3000" fmla="*/ 548198 w 2676209"/>
                <a:gd name="connsiteY3000" fmla="*/ 2391015 h 2650669"/>
                <a:gd name="connsiteX3001" fmla="*/ 546941 w 2676209"/>
                <a:gd name="connsiteY3001" fmla="*/ 2388766 h 2650669"/>
                <a:gd name="connsiteX3002" fmla="*/ 545850 w 2676209"/>
                <a:gd name="connsiteY3002" fmla="*/ 2389890 h 2650669"/>
                <a:gd name="connsiteX3003" fmla="*/ 1437826 w 2676209"/>
                <a:gd name="connsiteY3003" fmla="*/ 2388766 h 2650669"/>
                <a:gd name="connsiteX3004" fmla="*/ 1439050 w 2676209"/>
                <a:gd name="connsiteY3004" fmla="*/ 2386517 h 2650669"/>
                <a:gd name="connsiteX3005" fmla="*/ 1437826 w 2676209"/>
                <a:gd name="connsiteY3005" fmla="*/ 2385260 h 2650669"/>
                <a:gd name="connsiteX3006" fmla="*/ 1436735 w 2676209"/>
                <a:gd name="connsiteY3006" fmla="*/ 2387608 h 2650669"/>
                <a:gd name="connsiteX3007" fmla="*/ 1437826 w 2676209"/>
                <a:gd name="connsiteY3007" fmla="*/ 2388766 h 2650669"/>
                <a:gd name="connsiteX3008" fmla="*/ 1408127 w 2676209"/>
                <a:gd name="connsiteY3008" fmla="*/ 69924 h 2650669"/>
                <a:gd name="connsiteX3009" fmla="*/ 1407135 w 2676209"/>
                <a:gd name="connsiteY3009" fmla="*/ 67245 h 2650669"/>
                <a:gd name="connsiteX3010" fmla="*/ 1405051 w 2676209"/>
                <a:gd name="connsiteY3010" fmla="*/ 67907 h 2650669"/>
                <a:gd name="connsiteX3011" fmla="*/ 1406572 w 2676209"/>
                <a:gd name="connsiteY3011" fmla="*/ 69957 h 2650669"/>
                <a:gd name="connsiteX3012" fmla="*/ 1408094 w 2676209"/>
                <a:gd name="connsiteY3012" fmla="*/ 69957 h 2650669"/>
                <a:gd name="connsiteX3013" fmla="*/ 1408127 w 2676209"/>
                <a:gd name="connsiteY3013" fmla="*/ 69957 h 2650669"/>
                <a:gd name="connsiteX3014" fmla="*/ 1408127 w 2676209"/>
                <a:gd name="connsiteY3014" fmla="*/ 69924 h 2650669"/>
                <a:gd name="connsiteX3015" fmla="*/ 1434916 w 2676209"/>
                <a:gd name="connsiteY3015" fmla="*/ 2424319 h 2650669"/>
                <a:gd name="connsiteX3016" fmla="*/ 1432568 w 2676209"/>
                <a:gd name="connsiteY3016" fmla="*/ 2425410 h 2650669"/>
                <a:gd name="connsiteX3017" fmla="*/ 1433725 w 2676209"/>
                <a:gd name="connsiteY3017" fmla="*/ 2426502 h 2650669"/>
                <a:gd name="connsiteX3018" fmla="*/ 1436074 w 2676209"/>
                <a:gd name="connsiteY3018" fmla="*/ 2425410 h 2650669"/>
                <a:gd name="connsiteX3019" fmla="*/ 1434916 w 2676209"/>
                <a:gd name="connsiteY3019" fmla="*/ 2424319 h 2650669"/>
                <a:gd name="connsiteX3020" fmla="*/ 1405283 w 2676209"/>
                <a:gd name="connsiteY3020" fmla="*/ 2424815 h 2650669"/>
                <a:gd name="connsiteX3021" fmla="*/ 1406374 w 2676209"/>
                <a:gd name="connsiteY3021" fmla="*/ 2427163 h 2650669"/>
                <a:gd name="connsiteX3022" fmla="*/ 1407465 w 2676209"/>
                <a:gd name="connsiteY3022" fmla="*/ 2426006 h 2650669"/>
                <a:gd name="connsiteX3023" fmla="*/ 1406374 w 2676209"/>
                <a:gd name="connsiteY3023" fmla="*/ 2423658 h 2650669"/>
                <a:gd name="connsiteX3024" fmla="*/ 1405283 w 2676209"/>
                <a:gd name="connsiteY3024" fmla="*/ 2424815 h 2650669"/>
                <a:gd name="connsiteX3025" fmla="*/ 1558840 w 2676209"/>
                <a:gd name="connsiteY3025" fmla="*/ 2443369 h 2650669"/>
                <a:gd name="connsiteX3026" fmla="*/ 1560097 w 2676209"/>
                <a:gd name="connsiteY3026" fmla="*/ 2444626 h 2650669"/>
                <a:gd name="connsiteX3027" fmla="*/ 1561188 w 2676209"/>
                <a:gd name="connsiteY3027" fmla="*/ 2442278 h 2650669"/>
                <a:gd name="connsiteX3028" fmla="*/ 1560097 w 2676209"/>
                <a:gd name="connsiteY3028" fmla="*/ 2441120 h 2650669"/>
                <a:gd name="connsiteX3029" fmla="*/ 1558840 w 2676209"/>
                <a:gd name="connsiteY3029" fmla="*/ 2443369 h 2650669"/>
                <a:gd name="connsiteX3030" fmla="*/ 264565 w 2676209"/>
                <a:gd name="connsiteY3030" fmla="*/ 2443964 h 2650669"/>
                <a:gd name="connsiteX3031" fmla="*/ 265689 w 2676209"/>
                <a:gd name="connsiteY3031" fmla="*/ 2442873 h 2650669"/>
                <a:gd name="connsiteX3032" fmla="*/ 263440 w 2676209"/>
                <a:gd name="connsiteY3032" fmla="*/ 2441649 h 2650669"/>
                <a:gd name="connsiteX3033" fmla="*/ 262216 w 2676209"/>
                <a:gd name="connsiteY3033" fmla="*/ 2442873 h 2650669"/>
                <a:gd name="connsiteX3034" fmla="*/ 264565 w 2676209"/>
                <a:gd name="connsiteY3034" fmla="*/ 2443964 h 2650669"/>
                <a:gd name="connsiteX3035" fmla="*/ 1458795 w 2676209"/>
                <a:gd name="connsiteY3035" fmla="*/ 2413206 h 2650669"/>
                <a:gd name="connsiteX3036" fmla="*/ 1460018 w 2676209"/>
                <a:gd name="connsiteY3036" fmla="*/ 2410958 h 2650669"/>
                <a:gd name="connsiteX3037" fmla="*/ 1458795 w 2676209"/>
                <a:gd name="connsiteY3037" fmla="*/ 2409701 h 2650669"/>
                <a:gd name="connsiteX3038" fmla="*/ 1457703 w 2676209"/>
                <a:gd name="connsiteY3038" fmla="*/ 2412049 h 2650669"/>
                <a:gd name="connsiteX3039" fmla="*/ 1458795 w 2676209"/>
                <a:gd name="connsiteY3039" fmla="*/ 2413206 h 2650669"/>
                <a:gd name="connsiteX3040" fmla="*/ 1368539 w 2676209"/>
                <a:gd name="connsiteY3040" fmla="*/ 2406856 h 2650669"/>
                <a:gd name="connsiteX3041" fmla="*/ 1366190 w 2676209"/>
                <a:gd name="connsiteY3041" fmla="*/ 2407948 h 2650669"/>
                <a:gd name="connsiteX3042" fmla="*/ 1367447 w 2676209"/>
                <a:gd name="connsiteY3042" fmla="*/ 2409205 h 2650669"/>
                <a:gd name="connsiteX3043" fmla="*/ 1369696 w 2676209"/>
                <a:gd name="connsiteY3043" fmla="*/ 2407948 h 2650669"/>
                <a:gd name="connsiteX3044" fmla="*/ 1368539 w 2676209"/>
                <a:gd name="connsiteY3044" fmla="*/ 2406856 h 2650669"/>
                <a:gd name="connsiteX3045" fmla="*/ 1287576 w 2676209"/>
                <a:gd name="connsiteY3045" fmla="*/ 2409701 h 2650669"/>
                <a:gd name="connsiteX3046" fmla="*/ 1288701 w 2676209"/>
                <a:gd name="connsiteY3046" fmla="*/ 2408543 h 2650669"/>
                <a:gd name="connsiteX3047" fmla="*/ 1287576 w 2676209"/>
                <a:gd name="connsiteY3047" fmla="*/ 2406195 h 2650669"/>
                <a:gd name="connsiteX3048" fmla="*/ 1286352 w 2676209"/>
                <a:gd name="connsiteY3048" fmla="*/ 2407452 h 2650669"/>
                <a:gd name="connsiteX3049" fmla="*/ 1287576 w 2676209"/>
                <a:gd name="connsiteY3049" fmla="*/ 2409701 h 2650669"/>
                <a:gd name="connsiteX3050" fmla="*/ 1321443 w 2676209"/>
                <a:gd name="connsiteY3050" fmla="*/ 2403880 h 2650669"/>
                <a:gd name="connsiteX3051" fmla="*/ 1322534 w 2676209"/>
                <a:gd name="connsiteY3051" fmla="*/ 2406195 h 2650669"/>
                <a:gd name="connsiteX3052" fmla="*/ 1323758 w 2676209"/>
                <a:gd name="connsiteY3052" fmla="*/ 2404971 h 2650669"/>
                <a:gd name="connsiteX3053" fmla="*/ 1322534 w 2676209"/>
                <a:gd name="connsiteY3053" fmla="*/ 2402722 h 2650669"/>
                <a:gd name="connsiteX3054" fmla="*/ 1321443 w 2676209"/>
                <a:gd name="connsiteY3054" fmla="*/ 2403880 h 2650669"/>
                <a:gd name="connsiteX3055" fmla="*/ 1534399 w 2676209"/>
                <a:gd name="connsiteY3055" fmla="*/ 2418928 h 2650669"/>
                <a:gd name="connsiteX3056" fmla="*/ 1535656 w 2676209"/>
                <a:gd name="connsiteY3056" fmla="*/ 2420185 h 2650669"/>
                <a:gd name="connsiteX3057" fmla="*/ 1536747 w 2676209"/>
                <a:gd name="connsiteY3057" fmla="*/ 2417837 h 2650669"/>
                <a:gd name="connsiteX3058" fmla="*/ 1535656 w 2676209"/>
                <a:gd name="connsiteY3058" fmla="*/ 2416679 h 2650669"/>
                <a:gd name="connsiteX3059" fmla="*/ 1534399 w 2676209"/>
                <a:gd name="connsiteY3059" fmla="*/ 2418928 h 2650669"/>
                <a:gd name="connsiteX3060" fmla="*/ 1296837 w 2676209"/>
                <a:gd name="connsiteY3060" fmla="*/ 2415455 h 2650669"/>
                <a:gd name="connsiteX3061" fmla="*/ 1298093 w 2676209"/>
                <a:gd name="connsiteY3061" fmla="*/ 2416679 h 2650669"/>
                <a:gd name="connsiteX3062" fmla="*/ 1299185 w 2676209"/>
                <a:gd name="connsiteY3062" fmla="*/ 2414331 h 2650669"/>
                <a:gd name="connsiteX3063" fmla="*/ 1298093 w 2676209"/>
                <a:gd name="connsiteY3063" fmla="*/ 2413206 h 2650669"/>
                <a:gd name="connsiteX3064" fmla="*/ 1296837 w 2676209"/>
                <a:gd name="connsiteY3064" fmla="*/ 2415455 h 2650669"/>
                <a:gd name="connsiteX3065" fmla="*/ 1349885 w 2676209"/>
                <a:gd name="connsiteY3065" fmla="*/ 135640 h 2650669"/>
                <a:gd name="connsiteX3066" fmla="*/ 1352234 w 2676209"/>
                <a:gd name="connsiteY3066" fmla="*/ 134549 h 2650669"/>
                <a:gd name="connsiteX3067" fmla="*/ 1351076 w 2676209"/>
                <a:gd name="connsiteY3067" fmla="*/ 133457 h 2650669"/>
                <a:gd name="connsiteX3068" fmla="*/ 1348728 w 2676209"/>
                <a:gd name="connsiteY3068" fmla="*/ 134549 h 2650669"/>
                <a:gd name="connsiteX3069" fmla="*/ 1349885 w 2676209"/>
                <a:gd name="connsiteY3069" fmla="*/ 135640 h 2650669"/>
                <a:gd name="connsiteX3070" fmla="*/ 1351572 w 2676209"/>
                <a:gd name="connsiteY3070" fmla="*/ 121187 h 2650669"/>
                <a:gd name="connsiteX3071" fmla="*/ 1350481 w 2676209"/>
                <a:gd name="connsiteY3071" fmla="*/ 118839 h 2650669"/>
                <a:gd name="connsiteX3072" fmla="*/ 1349389 w 2676209"/>
                <a:gd name="connsiteY3072" fmla="*/ 119996 h 2650669"/>
                <a:gd name="connsiteX3073" fmla="*/ 1350481 w 2676209"/>
                <a:gd name="connsiteY3073" fmla="*/ 122345 h 2650669"/>
                <a:gd name="connsiteX3074" fmla="*/ 1351572 w 2676209"/>
                <a:gd name="connsiteY3074" fmla="*/ 121187 h 2650669"/>
                <a:gd name="connsiteX3075" fmla="*/ 1396386 w 2676209"/>
                <a:gd name="connsiteY3075" fmla="*/ 2329896 h 2650669"/>
                <a:gd name="connsiteX3076" fmla="*/ 1394137 w 2676209"/>
                <a:gd name="connsiteY3076" fmla="*/ 2331120 h 2650669"/>
                <a:gd name="connsiteX3077" fmla="*/ 1395295 w 2676209"/>
                <a:gd name="connsiteY3077" fmla="*/ 2332211 h 2650669"/>
                <a:gd name="connsiteX3078" fmla="*/ 1397643 w 2676209"/>
                <a:gd name="connsiteY3078" fmla="*/ 2331120 h 2650669"/>
                <a:gd name="connsiteX3079" fmla="*/ 1396386 w 2676209"/>
                <a:gd name="connsiteY3079" fmla="*/ 2329896 h 2650669"/>
                <a:gd name="connsiteX3080" fmla="*/ 1432072 w 2676209"/>
                <a:gd name="connsiteY3080" fmla="*/ 2328143 h 2650669"/>
                <a:gd name="connsiteX3081" fmla="*/ 1430848 w 2676209"/>
                <a:gd name="connsiteY3081" fmla="*/ 2325894 h 2650669"/>
                <a:gd name="connsiteX3082" fmla="*/ 1429757 w 2676209"/>
                <a:gd name="connsiteY3082" fmla="*/ 2327018 h 2650669"/>
                <a:gd name="connsiteX3083" fmla="*/ 1430848 w 2676209"/>
                <a:gd name="connsiteY3083" fmla="*/ 2329367 h 2650669"/>
                <a:gd name="connsiteX3084" fmla="*/ 1432072 w 2676209"/>
                <a:gd name="connsiteY3084" fmla="*/ 2328143 h 2650669"/>
                <a:gd name="connsiteX3085" fmla="*/ 1352895 w 2676209"/>
                <a:gd name="connsiteY3085" fmla="*/ 2309589 h 2650669"/>
                <a:gd name="connsiteX3086" fmla="*/ 1353987 w 2676209"/>
                <a:gd name="connsiteY3086" fmla="*/ 2311937 h 2650669"/>
                <a:gd name="connsiteX3087" fmla="*/ 1355210 w 2676209"/>
                <a:gd name="connsiteY3087" fmla="*/ 2310680 h 2650669"/>
                <a:gd name="connsiteX3088" fmla="*/ 1353987 w 2676209"/>
                <a:gd name="connsiteY3088" fmla="*/ 2308431 h 2650669"/>
                <a:gd name="connsiteX3089" fmla="*/ 1352895 w 2676209"/>
                <a:gd name="connsiteY3089" fmla="*/ 2309589 h 2650669"/>
                <a:gd name="connsiteX3090" fmla="*/ 1458497 w 2676209"/>
                <a:gd name="connsiteY3090" fmla="*/ 2308002 h 2650669"/>
                <a:gd name="connsiteX3091" fmla="*/ 1460547 w 2676209"/>
                <a:gd name="connsiteY3091" fmla="*/ 2306480 h 2650669"/>
                <a:gd name="connsiteX3092" fmla="*/ 1460547 w 2676209"/>
                <a:gd name="connsiteY3092" fmla="*/ 2304959 h 2650669"/>
                <a:gd name="connsiteX3093" fmla="*/ 1460514 w 2676209"/>
                <a:gd name="connsiteY3093" fmla="*/ 2304959 h 2650669"/>
                <a:gd name="connsiteX3094" fmla="*/ 1457835 w 2676209"/>
                <a:gd name="connsiteY3094" fmla="*/ 2305951 h 2650669"/>
                <a:gd name="connsiteX3095" fmla="*/ 1458497 w 2676209"/>
                <a:gd name="connsiteY3095" fmla="*/ 2308002 h 2650669"/>
                <a:gd name="connsiteX3096" fmla="*/ 891065 w 2676209"/>
                <a:gd name="connsiteY3096" fmla="*/ 141527 h 2650669"/>
                <a:gd name="connsiteX3097" fmla="*/ 888816 w 2676209"/>
                <a:gd name="connsiteY3097" fmla="*/ 140303 h 2650669"/>
                <a:gd name="connsiteX3098" fmla="*/ 887559 w 2676209"/>
                <a:gd name="connsiteY3098" fmla="*/ 141527 h 2650669"/>
                <a:gd name="connsiteX3099" fmla="*/ 889907 w 2676209"/>
                <a:gd name="connsiteY3099" fmla="*/ 142618 h 2650669"/>
                <a:gd name="connsiteX3100" fmla="*/ 891065 w 2676209"/>
                <a:gd name="connsiteY3100" fmla="*/ 141527 h 2650669"/>
                <a:gd name="connsiteX3101" fmla="*/ 1460547 w 2676209"/>
                <a:gd name="connsiteY3101" fmla="*/ 2304959 h 2650669"/>
                <a:gd name="connsiteX3102" fmla="*/ 1462069 w 2676209"/>
                <a:gd name="connsiteY3102" fmla="*/ 2304893 h 2650669"/>
                <a:gd name="connsiteX3103" fmla="*/ 1463656 w 2676209"/>
                <a:gd name="connsiteY3103" fmla="*/ 2302842 h 2650669"/>
                <a:gd name="connsiteX3104" fmla="*/ 1462565 w 2676209"/>
                <a:gd name="connsiteY3104" fmla="*/ 2301718 h 2650669"/>
                <a:gd name="connsiteX3105" fmla="*/ 1460581 w 2676209"/>
                <a:gd name="connsiteY3105" fmla="*/ 2303404 h 2650669"/>
                <a:gd name="connsiteX3106" fmla="*/ 1460514 w 2676209"/>
                <a:gd name="connsiteY3106" fmla="*/ 2304959 h 2650669"/>
                <a:gd name="connsiteX3107" fmla="*/ 1460547 w 2676209"/>
                <a:gd name="connsiteY3107" fmla="*/ 2304959 h 2650669"/>
                <a:gd name="connsiteX3108" fmla="*/ 1383686 w 2676209"/>
                <a:gd name="connsiteY3108" fmla="*/ 96151 h 2650669"/>
                <a:gd name="connsiteX3109" fmla="*/ 1382528 w 2676209"/>
                <a:gd name="connsiteY3109" fmla="*/ 95060 h 2650669"/>
                <a:gd name="connsiteX3110" fmla="*/ 1380180 w 2676209"/>
                <a:gd name="connsiteY3110" fmla="*/ 96151 h 2650669"/>
                <a:gd name="connsiteX3111" fmla="*/ 1381305 w 2676209"/>
                <a:gd name="connsiteY3111" fmla="*/ 97242 h 2650669"/>
                <a:gd name="connsiteX3112" fmla="*/ 1383686 w 2676209"/>
                <a:gd name="connsiteY3112" fmla="*/ 96151 h 2650669"/>
                <a:gd name="connsiteX3113" fmla="*/ 1497225 w 2676209"/>
                <a:gd name="connsiteY3113" fmla="*/ 2353841 h 2650669"/>
                <a:gd name="connsiteX3114" fmla="*/ 1496134 w 2676209"/>
                <a:gd name="connsiteY3114" fmla="*/ 2354965 h 2650669"/>
                <a:gd name="connsiteX3115" fmla="*/ 1497225 w 2676209"/>
                <a:gd name="connsiteY3115" fmla="*/ 2357313 h 2650669"/>
                <a:gd name="connsiteX3116" fmla="*/ 1498449 w 2676209"/>
                <a:gd name="connsiteY3116" fmla="*/ 2356090 h 2650669"/>
                <a:gd name="connsiteX3117" fmla="*/ 1497225 w 2676209"/>
                <a:gd name="connsiteY3117" fmla="*/ 2353841 h 2650669"/>
                <a:gd name="connsiteX3118" fmla="*/ 1483831 w 2676209"/>
                <a:gd name="connsiteY3118" fmla="*/ 2361480 h 2650669"/>
                <a:gd name="connsiteX3119" fmla="*/ 1481483 w 2676209"/>
                <a:gd name="connsiteY3119" fmla="*/ 2362572 h 2650669"/>
                <a:gd name="connsiteX3120" fmla="*/ 1482640 w 2676209"/>
                <a:gd name="connsiteY3120" fmla="*/ 2363663 h 2650669"/>
                <a:gd name="connsiteX3121" fmla="*/ 1484988 w 2676209"/>
                <a:gd name="connsiteY3121" fmla="*/ 2362572 h 2650669"/>
                <a:gd name="connsiteX3122" fmla="*/ 1483831 w 2676209"/>
                <a:gd name="connsiteY3122" fmla="*/ 2361480 h 2650669"/>
                <a:gd name="connsiteX3123" fmla="*/ 1440803 w 2676209"/>
                <a:gd name="connsiteY3123" fmla="*/ 2340380 h 2650669"/>
                <a:gd name="connsiteX3124" fmla="*/ 1439579 w 2676209"/>
                <a:gd name="connsiteY3124" fmla="*/ 2341604 h 2650669"/>
                <a:gd name="connsiteX3125" fmla="*/ 1441927 w 2676209"/>
                <a:gd name="connsiteY3125" fmla="*/ 2342695 h 2650669"/>
                <a:gd name="connsiteX3126" fmla="*/ 1443052 w 2676209"/>
                <a:gd name="connsiteY3126" fmla="*/ 2341604 h 2650669"/>
                <a:gd name="connsiteX3127" fmla="*/ 1440803 w 2676209"/>
                <a:gd name="connsiteY3127" fmla="*/ 2340380 h 2650669"/>
                <a:gd name="connsiteX3128" fmla="*/ 375756 w 2676209"/>
                <a:gd name="connsiteY3128" fmla="*/ 2339851 h 2650669"/>
                <a:gd name="connsiteX3129" fmla="*/ 376979 w 2676209"/>
                <a:gd name="connsiteY3129" fmla="*/ 2337602 h 2650669"/>
                <a:gd name="connsiteX3130" fmla="*/ 375756 w 2676209"/>
                <a:gd name="connsiteY3130" fmla="*/ 2336378 h 2650669"/>
                <a:gd name="connsiteX3131" fmla="*/ 374664 w 2676209"/>
                <a:gd name="connsiteY3131" fmla="*/ 2338726 h 2650669"/>
                <a:gd name="connsiteX3132" fmla="*/ 375756 w 2676209"/>
                <a:gd name="connsiteY3132" fmla="*/ 2339851 h 2650669"/>
                <a:gd name="connsiteX3133" fmla="*/ 1966596 w 2676209"/>
                <a:gd name="connsiteY3133" fmla="*/ 117582 h 2650669"/>
                <a:gd name="connsiteX3134" fmla="*/ 1965372 w 2676209"/>
                <a:gd name="connsiteY3134" fmla="*/ 115333 h 2650669"/>
                <a:gd name="connsiteX3135" fmla="*/ 1964281 w 2676209"/>
                <a:gd name="connsiteY3135" fmla="*/ 116491 h 2650669"/>
                <a:gd name="connsiteX3136" fmla="*/ 1965372 w 2676209"/>
                <a:gd name="connsiteY3136" fmla="*/ 118839 h 2650669"/>
                <a:gd name="connsiteX3137" fmla="*/ 1966596 w 2676209"/>
                <a:gd name="connsiteY3137" fmla="*/ 117582 h 2650669"/>
                <a:gd name="connsiteX3138" fmla="*/ 1443052 w 2676209"/>
                <a:gd name="connsiteY3138" fmla="*/ 2348582 h 2650669"/>
                <a:gd name="connsiteX3139" fmla="*/ 1440803 w 2676209"/>
                <a:gd name="connsiteY3139" fmla="*/ 2347358 h 2650669"/>
                <a:gd name="connsiteX3140" fmla="*/ 1439579 w 2676209"/>
                <a:gd name="connsiteY3140" fmla="*/ 2348582 h 2650669"/>
                <a:gd name="connsiteX3141" fmla="*/ 1441927 w 2676209"/>
                <a:gd name="connsiteY3141" fmla="*/ 2349673 h 2650669"/>
                <a:gd name="connsiteX3142" fmla="*/ 1443052 w 2676209"/>
                <a:gd name="connsiteY3142" fmla="*/ 2348582 h 2650669"/>
                <a:gd name="connsiteX3143" fmla="*/ 1969937 w 2676209"/>
                <a:gd name="connsiteY3143" fmla="*/ 107197 h 2650669"/>
                <a:gd name="connsiteX3144" fmla="*/ 1968845 w 2676209"/>
                <a:gd name="connsiteY3144" fmla="*/ 104882 h 2650669"/>
                <a:gd name="connsiteX3145" fmla="*/ 1967754 w 2676209"/>
                <a:gd name="connsiteY3145" fmla="*/ 106007 h 2650669"/>
                <a:gd name="connsiteX3146" fmla="*/ 1968845 w 2676209"/>
                <a:gd name="connsiteY3146" fmla="*/ 108355 h 2650669"/>
                <a:gd name="connsiteX3147" fmla="*/ 1969937 w 2676209"/>
                <a:gd name="connsiteY3147" fmla="*/ 107197 h 2650669"/>
                <a:gd name="connsiteX3148" fmla="*/ 1447219 w 2676209"/>
                <a:gd name="connsiteY3148" fmla="*/ 2627354 h 2650669"/>
                <a:gd name="connsiteX3149" fmla="*/ 1448310 w 2676209"/>
                <a:gd name="connsiteY3149" fmla="*/ 2629702 h 2650669"/>
                <a:gd name="connsiteX3150" fmla="*/ 1449534 w 2676209"/>
                <a:gd name="connsiteY3150" fmla="*/ 2628478 h 2650669"/>
                <a:gd name="connsiteX3151" fmla="*/ 1448310 w 2676209"/>
                <a:gd name="connsiteY3151" fmla="*/ 2626229 h 2650669"/>
                <a:gd name="connsiteX3152" fmla="*/ 1447219 w 2676209"/>
                <a:gd name="connsiteY3152" fmla="*/ 2627354 h 2650669"/>
                <a:gd name="connsiteX3153" fmla="*/ 1125155 w 2676209"/>
                <a:gd name="connsiteY3153" fmla="*/ 2641939 h 2650669"/>
                <a:gd name="connsiteX3154" fmla="*/ 1126280 w 2676209"/>
                <a:gd name="connsiteY3154" fmla="*/ 2643030 h 2650669"/>
                <a:gd name="connsiteX3155" fmla="*/ 1128628 w 2676209"/>
                <a:gd name="connsiteY3155" fmla="*/ 2641939 h 2650669"/>
                <a:gd name="connsiteX3156" fmla="*/ 1127470 w 2676209"/>
                <a:gd name="connsiteY3156" fmla="*/ 2640847 h 2650669"/>
                <a:gd name="connsiteX3157" fmla="*/ 1125155 w 2676209"/>
                <a:gd name="connsiteY3157" fmla="*/ 2641939 h 2650669"/>
                <a:gd name="connsiteX3158" fmla="*/ 1123171 w 2676209"/>
                <a:gd name="connsiteY3158" fmla="*/ 2612206 h 2650669"/>
                <a:gd name="connsiteX3159" fmla="*/ 1124758 w 2676209"/>
                <a:gd name="connsiteY3159" fmla="*/ 2610156 h 2650669"/>
                <a:gd name="connsiteX3160" fmla="*/ 1123667 w 2676209"/>
                <a:gd name="connsiteY3160" fmla="*/ 2609031 h 2650669"/>
                <a:gd name="connsiteX3161" fmla="*/ 1121715 w 2676209"/>
                <a:gd name="connsiteY3161" fmla="*/ 2610718 h 2650669"/>
                <a:gd name="connsiteX3162" fmla="*/ 1121616 w 2676209"/>
                <a:gd name="connsiteY3162" fmla="*/ 2612239 h 2650669"/>
                <a:gd name="connsiteX3163" fmla="*/ 1121649 w 2676209"/>
                <a:gd name="connsiteY3163" fmla="*/ 2612239 h 2650669"/>
                <a:gd name="connsiteX3164" fmla="*/ 1121649 w 2676209"/>
                <a:gd name="connsiteY3164" fmla="*/ 2612272 h 2650669"/>
                <a:gd name="connsiteX3165" fmla="*/ 1123171 w 2676209"/>
                <a:gd name="connsiteY3165" fmla="*/ 2612206 h 2650669"/>
                <a:gd name="connsiteX3166" fmla="*/ 1734788 w 2676209"/>
                <a:gd name="connsiteY3166" fmla="*/ 2619251 h 2650669"/>
                <a:gd name="connsiteX3167" fmla="*/ 1736012 w 2676209"/>
                <a:gd name="connsiteY3167" fmla="*/ 2617002 h 2650669"/>
                <a:gd name="connsiteX3168" fmla="*/ 1734788 w 2676209"/>
                <a:gd name="connsiteY3168" fmla="*/ 2615745 h 2650669"/>
                <a:gd name="connsiteX3169" fmla="*/ 1733697 w 2676209"/>
                <a:gd name="connsiteY3169" fmla="*/ 2618093 h 2650669"/>
                <a:gd name="connsiteX3170" fmla="*/ 1734788 w 2676209"/>
                <a:gd name="connsiteY3170" fmla="*/ 2619251 h 2650669"/>
                <a:gd name="connsiteX3171" fmla="*/ 1121616 w 2676209"/>
                <a:gd name="connsiteY3171" fmla="*/ 2612239 h 2650669"/>
                <a:gd name="connsiteX3172" fmla="*/ 1118937 w 2676209"/>
                <a:gd name="connsiteY3172" fmla="*/ 2613265 h 2650669"/>
                <a:gd name="connsiteX3173" fmla="*/ 1119599 w 2676209"/>
                <a:gd name="connsiteY3173" fmla="*/ 2615315 h 2650669"/>
                <a:gd name="connsiteX3174" fmla="*/ 1121649 w 2676209"/>
                <a:gd name="connsiteY3174" fmla="*/ 2613794 h 2650669"/>
                <a:gd name="connsiteX3175" fmla="*/ 1121649 w 2676209"/>
                <a:gd name="connsiteY3175" fmla="*/ 2612272 h 2650669"/>
                <a:gd name="connsiteX3176" fmla="*/ 1121649 w 2676209"/>
                <a:gd name="connsiteY3176" fmla="*/ 2612239 h 2650669"/>
                <a:gd name="connsiteX3177" fmla="*/ 1121616 w 2676209"/>
                <a:gd name="connsiteY3177" fmla="*/ 2612239 h 2650669"/>
                <a:gd name="connsiteX3178" fmla="*/ 1455289 w 2676209"/>
                <a:gd name="connsiteY3178" fmla="*/ 2650670 h 2650669"/>
                <a:gd name="connsiteX3179" fmla="*/ 1456546 w 2676209"/>
                <a:gd name="connsiteY3179" fmla="*/ 2648421 h 2650669"/>
                <a:gd name="connsiteX3180" fmla="*/ 1455289 w 2676209"/>
                <a:gd name="connsiteY3180" fmla="*/ 2647164 h 2650669"/>
                <a:gd name="connsiteX3181" fmla="*/ 1454197 w 2676209"/>
                <a:gd name="connsiteY3181" fmla="*/ 2649512 h 2650669"/>
                <a:gd name="connsiteX3182" fmla="*/ 1455289 w 2676209"/>
                <a:gd name="connsiteY3182" fmla="*/ 2650670 h 2650669"/>
                <a:gd name="connsiteX3183" fmla="*/ 1961668 w 2676209"/>
                <a:gd name="connsiteY3183" fmla="*/ 1372468 h 2650669"/>
                <a:gd name="connsiteX3184" fmla="*/ 1963223 w 2676209"/>
                <a:gd name="connsiteY3184" fmla="*/ 1370417 h 2650669"/>
                <a:gd name="connsiteX3185" fmla="*/ 1962164 w 2676209"/>
                <a:gd name="connsiteY3185" fmla="*/ 1369326 h 2650669"/>
                <a:gd name="connsiteX3186" fmla="*/ 1960180 w 2676209"/>
                <a:gd name="connsiteY3186" fmla="*/ 1371013 h 2650669"/>
                <a:gd name="connsiteX3187" fmla="*/ 1960081 w 2676209"/>
                <a:gd name="connsiteY3187" fmla="*/ 1372534 h 2650669"/>
                <a:gd name="connsiteX3188" fmla="*/ 1960114 w 2676209"/>
                <a:gd name="connsiteY3188" fmla="*/ 1372534 h 2650669"/>
                <a:gd name="connsiteX3189" fmla="*/ 1960114 w 2676209"/>
                <a:gd name="connsiteY3189" fmla="*/ 1372567 h 2650669"/>
                <a:gd name="connsiteX3190" fmla="*/ 1961668 w 2676209"/>
                <a:gd name="connsiteY3190" fmla="*/ 1372468 h 2650669"/>
                <a:gd name="connsiteX3191" fmla="*/ 1676646 w 2676209"/>
                <a:gd name="connsiteY3191" fmla="*/ 774113 h 2650669"/>
                <a:gd name="connsiteX3192" fmla="*/ 1675389 w 2676209"/>
                <a:gd name="connsiteY3192" fmla="*/ 771864 h 2650669"/>
                <a:gd name="connsiteX3193" fmla="*/ 1674298 w 2676209"/>
                <a:gd name="connsiteY3193" fmla="*/ 773021 h 2650669"/>
                <a:gd name="connsiteX3194" fmla="*/ 1675389 w 2676209"/>
                <a:gd name="connsiteY3194" fmla="*/ 775369 h 2650669"/>
                <a:gd name="connsiteX3195" fmla="*/ 1676646 w 2676209"/>
                <a:gd name="connsiteY3195" fmla="*/ 774113 h 2650669"/>
                <a:gd name="connsiteX3196" fmla="*/ 1055933 w 2676209"/>
                <a:gd name="connsiteY3196" fmla="*/ 1370186 h 2650669"/>
                <a:gd name="connsiteX3197" fmla="*/ 1057025 w 2676209"/>
                <a:gd name="connsiteY3197" fmla="*/ 1372534 h 2650669"/>
                <a:gd name="connsiteX3198" fmla="*/ 1058249 w 2676209"/>
                <a:gd name="connsiteY3198" fmla="*/ 1371277 h 2650669"/>
                <a:gd name="connsiteX3199" fmla="*/ 1057025 w 2676209"/>
                <a:gd name="connsiteY3199" fmla="*/ 1369028 h 2650669"/>
                <a:gd name="connsiteX3200" fmla="*/ 1055933 w 2676209"/>
                <a:gd name="connsiteY3200" fmla="*/ 1370186 h 2650669"/>
                <a:gd name="connsiteX3201" fmla="*/ 1737037 w 2676209"/>
                <a:gd name="connsiteY3201" fmla="*/ 1367805 h 2650669"/>
                <a:gd name="connsiteX3202" fmla="*/ 1738261 w 2676209"/>
                <a:gd name="connsiteY3202" fmla="*/ 1369028 h 2650669"/>
                <a:gd name="connsiteX3203" fmla="*/ 1739352 w 2676209"/>
                <a:gd name="connsiteY3203" fmla="*/ 1366680 h 2650669"/>
                <a:gd name="connsiteX3204" fmla="*/ 1738261 w 2676209"/>
                <a:gd name="connsiteY3204" fmla="*/ 1365556 h 2650669"/>
                <a:gd name="connsiteX3205" fmla="*/ 1737037 w 2676209"/>
                <a:gd name="connsiteY3205" fmla="*/ 1367805 h 2650669"/>
                <a:gd name="connsiteX3206" fmla="*/ 1888213 w 2676209"/>
                <a:gd name="connsiteY3206" fmla="*/ 1365126 h 2650669"/>
                <a:gd name="connsiteX3207" fmla="*/ 1890264 w 2676209"/>
                <a:gd name="connsiteY3207" fmla="*/ 1363604 h 2650669"/>
                <a:gd name="connsiteX3208" fmla="*/ 1890264 w 2676209"/>
                <a:gd name="connsiteY3208" fmla="*/ 1362083 h 2650669"/>
                <a:gd name="connsiteX3209" fmla="*/ 1890231 w 2676209"/>
                <a:gd name="connsiteY3209" fmla="*/ 1362050 h 2650669"/>
                <a:gd name="connsiteX3210" fmla="*/ 1887552 w 2676209"/>
                <a:gd name="connsiteY3210" fmla="*/ 1363042 h 2650669"/>
                <a:gd name="connsiteX3211" fmla="*/ 1888213 w 2676209"/>
                <a:gd name="connsiteY3211" fmla="*/ 1365126 h 2650669"/>
                <a:gd name="connsiteX3212" fmla="*/ 1280598 w 2676209"/>
                <a:gd name="connsiteY3212" fmla="*/ 775369 h 2650669"/>
                <a:gd name="connsiteX3213" fmla="*/ 1279506 w 2676209"/>
                <a:gd name="connsiteY3213" fmla="*/ 776527 h 2650669"/>
                <a:gd name="connsiteX3214" fmla="*/ 1280598 w 2676209"/>
                <a:gd name="connsiteY3214" fmla="*/ 778842 h 2650669"/>
                <a:gd name="connsiteX3215" fmla="*/ 1281855 w 2676209"/>
                <a:gd name="connsiteY3215" fmla="*/ 777618 h 2650669"/>
                <a:gd name="connsiteX3216" fmla="*/ 1280598 w 2676209"/>
                <a:gd name="connsiteY3216" fmla="*/ 775369 h 2650669"/>
                <a:gd name="connsiteX3217" fmla="*/ 1408127 w 2676209"/>
                <a:gd name="connsiteY3217" fmla="*/ 1363803 h 2650669"/>
                <a:gd name="connsiteX3218" fmla="*/ 1406870 w 2676209"/>
                <a:gd name="connsiteY3218" fmla="*/ 1362546 h 2650669"/>
                <a:gd name="connsiteX3219" fmla="*/ 1404621 w 2676209"/>
                <a:gd name="connsiteY3219" fmla="*/ 1363803 h 2650669"/>
                <a:gd name="connsiteX3220" fmla="*/ 1405779 w 2676209"/>
                <a:gd name="connsiteY3220" fmla="*/ 1364894 h 2650669"/>
                <a:gd name="connsiteX3221" fmla="*/ 1408127 w 2676209"/>
                <a:gd name="connsiteY3221" fmla="*/ 1363803 h 2650669"/>
                <a:gd name="connsiteX3222" fmla="*/ 881838 w 2676209"/>
                <a:gd name="connsiteY3222" fmla="*/ 1362546 h 2650669"/>
                <a:gd name="connsiteX3223" fmla="*/ 880581 w 2676209"/>
                <a:gd name="connsiteY3223" fmla="*/ 1363803 h 2650669"/>
                <a:gd name="connsiteX3224" fmla="*/ 882929 w 2676209"/>
                <a:gd name="connsiteY3224" fmla="*/ 1364894 h 2650669"/>
                <a:gd name="connsiteX3225" fmla="*/ 884087 w 2676209"/>
                <a:gd name="connsiteY3225" fmla="*/ 1363803 h 2650669"/>
                <a:gd name="connsiteX3226" fmla="*/ 881838 w 2676209"/>
                <a:gd name="connsiteY3226" fmla="*/ 1362546 h 2650669"/>
                <a:gd name="connsiteX3227" fmla="*/ 1810558 w 2676209"/>
                <a:gd name="connsiteY3227" fmla="*/ 1377164 h 2650669"/>
                <a:gd name="connsiteX3228" fmla="*/ 1811650 w 2676209"/>
                <a:gd name="connsiteY3228" fmla="*/ 1379512 h 2650669"/>
                <a:gd name="connsiteX3229" fmla="*/ 1812741 w 2676209"/>
                <a:gd name="connsiteY3229" fmla="*/ 1378355 h 2650669"/>
                <a:gd name="connsiteX3230" fmla="*/ 1811650 w 2676209"/>
                <a:gd name="connsiteY3230" fmla="*/ 1376007 h 2650669"/>
                <a:gd name="connsiteX3231" fmla="*/ 1810558 w 2676209"/>
                <a:gd name="connsiteY3231" fmla="*/ 1377164 h 2650669"/>
                <a:gd name="connsiteX3232" fmla="*/ 769423 w 2676209"/>
                <a:gd name="connsiteY3232" fmla="*/ 1377164 h 2650669"/>
                <a:gd name="connsiteX3233" fmla="*/ 770547 w 2676209"/>
                <a:gd name="connsiteY3233" fmla="*/ 1379512 h 2650669"/>
                <a:gd name="connsiteX3234" fmla="*/ 771639 w 2676209"/>
                <a:gd name="connsiteY3234" fmla="*/ 1378355 h 2650669"/>
                <a:gd name="connsiteX3235" fmla="*/ 770547 w 2676209"/>
                <a:gd name="connsiteY3235" fmla="*/ 1376007 h 2650669"/>
                <a:gd name="connsiteX3236" fmla="*/ 769423 w 2676209"/>
                <a:gd name="connsiteY3236" fmla="*/ 1377164 h 2650669"/>
                <a:gd name="connsiteX3237" fmla="*/ 2473174 w 2676209"/>
                <a:gd name="connsiteY3237" fmla="*/ 1373758 h 2650669"/>
                <a:gd name="connsiteX3238" fmla="*/ 2471950 w 2676209"/>
                <a:gd name="connsiteY3238" fmla="*/ 1372534 h 2650669"/>
                <a:gd name="connsiteX3239" fmla="*/ 2470859 w 2676209"/>
                <a:gd name="connsiteY3239" fmla="*/ 1374882 h 2650669"/>
                <a:gd name="connsiteX3240" fmla="*/ 2471950 w 2676209"/>
                <a:gd name="connsiteY3240" fmla="*/ 1376007 h 2650669"/>
                <a:gd name="connsiteX3241" fmla="*/ 2473174 w 2676209"/>
                <a:gd name="connsiteY3241" fmla="*/ 1373758 h 2650669"/>
                <a:gd name="connsiteX3242" fmla="*/ 2048121 w 2676209"/>
                <a:gd name="connsiteY3242" fmla="*/ 1373659 h 2650669"/>
                <a:gd name="connsiteX3243" fmla="*/ 2049212 w 2676209"/>
                <a:gd name="connsiteY3243" fmla="*/ 1376007 h 2650669"/>
                <a:gd name="connsiteX3244" fmla="*/ 2050304 w 2676209"/>
                <a:gd name="connsiteY3244" fmla="*/ 1374882 h 2650669"/>
                <a:gd name="connsiteX3245" fmla="*/ 2049212 w 2676209"/>
                <a:gd name="connsiteY3245" fmla="*/ 1372534 h 2650669"/>
                <a:gd name="connsiteX3246" fmla="*/ 2048121 w 2676209"/>
                <a:gd name="connsiteY3246" fmla="*/ 1373659 h 2650669"/>
                <a:gd name="connsiteX3247" fmla="*/ 1960081 w 2676209"/>
                <a:gd name="connsiteY3247" fmla="*/ 1372534 h 2650669"/>
                <a:gd name="connsiteX3248" fmla="*/ 1957435 w 2676209"/>
                <a:gd name="connsiteY3248" fmla="*/ 1373526 h 2650669"/>
                <a:gd name="connsiteX3249" fmla="*/ 1958096 w 2676209"/>
                <a:gd name="connsiteY3249" fmla="*/ 1375577 h 2650669"/>
                <a:gd name="connsiteX3250" fmla="*/ 1960114 w 2676209"/>
                <a:gd name="connsiteY3250" fmla="*/ 1374088 h 2650669"/>
                <a:gd name="connsiteX3251" fmla="*/ 1960114 w 2676209"/>
                <a:gd name="connsiteY3251" fmla="*/ 1372567 h 2650669"/>
                <a:gd name="connsiteX3252" fmla="*/ 1960114 w 2676209"/>
                <a:gd name="connsiteY3252" fmla="*/ 1372534 h 2650669"/>
                <a:gd name="connsiteX3253" fmla="*/ 1960081 w 2676209"/>
                <a:gd name="connsiteY3253" fmla="*/ 1372534 h 2650669"/>
                <a:gd name="connsiteX3254" fmla="*/ 1932829 w 2676209"/>
                <a:gd name="connsiteY3254" fmla="*/ 1373692 h 2650669"/>
                <a:gd name="connsiteX3255" fmla="*/ 1933920 w 2676209"/>
                <a:gd name="connsiteY3255" fmla="*/ 1376007 h 2650669"/>
                <a:gd name="connsiteX3256" fmla="*/ 1935012 w 2676209"/>
                <a:gd name="connsiteY3256" fmla="*/ 1374882 h 2650669"/>
                <a:gd name="connsiteX3257" fmla="*/ 1933920 w 2676209"/>
                <a:gd name="connsiteY3257" fmla="*/ 1372534 h 2650669"/>
                <a:gd name="connsiteX3258" fmla="*/ 1932829 w 2676209"/>
                <a:gd name="connsiteY3258" fmla="*/ 1373692 h 2650669"/>
                <a:gd name="connsiteX3259" fmla="*/ 851410 w 2676209"/>
                <a:gd name="connsiteY3259" fmla="*/ 1373030 h 2650669"/>
                <a:gd name="connsiteX3260" fmla="*/ 849128 w 2676209"/>
                <a:gd name="connsiteY3260" fmla="*/ 1374287 h 2650669"/>
                <a:gd name="connsiteX3261" fmla="*/ 850286 w 2676209"/>
                <a:gd name="connsiteY3261" fmla="*/ 1375378 h 2650669"/>
                <a:gd name="connsiteX3262" fmla="*/ 852634 w 2676209"/>
                <a:gd name="connsiteY3262" fmla="*/ 1374287 h 2650669"/>
                <a:gd name="connsiteX3263" fmla="*/ 851410 w 2676209"/>
                <a:gd name="connsiteY3263" fmla="*/ 1373030 h 2650669"/>
                <a:gd name="connsiteX3264" fmla="*/ 1753507 w 2676209"/>
                <a:gd name="connsiteY3264" fmla="*/ 1353815 h 2650669"/>
                <a:gd name="connsiteX3265" fmla="*/ 1752251 w 2676209"/>
                <a:gd name="connsiteY3265" fmla="*/ 1351566 h 2650669"/>
                <a:gd name="connsiteX3266" fmla="*/ 1751159 w 2676209"/>
                <a:gd name="connsiteY3266" fmla="*/ 1352723 h 2650669"/>
                <a:gd name="connsiteX3267" fmla="*/ 1752251 w 2676209"/>
                <a:gd name="connsiteY3267" fmla="*/ 1355072 h 2650669"/>
                <a:gd name="connsiteX3268" fmla="*/ 1753507 w 2676209"/>
                <a:gd name="connsiteY3268" fmla="*/ 1353815 h 2650669"/>
                <a:gd name="connsiteX3269" fmla="*/ 1119896 w 2676209"/>
                <a:gd name="connsiteY3269" fmla="*/ 1351566 h 2650669"/>
                <a:gd name="connsiteX3270" fmla="*/ 1118805 w 2676209"/>
                <a:gd name="connsiteY3270" fmla="*/ 1352723 h 2650669"/>
                <a:gd name="connsiteX3271" fmla="*/ 1119896 w 2676209"/>
                <a:gd name="connsiteY3271" fmla="*/ 1355072 h 2650669"/>
                <a:gd name="connsiteX3272" fmla="*/ 1121153 w 2676209"/>
                <a:gd name="connsiteY3272" fmla="*/ 1353815 h 2650669"/>
                <a:gd name="connsiteX3273" fmla="*/ 1119896 w 2676209"/>
                <a:gd name="connsiteY3273" fmla="*/ 1351566 h 2650669"/>
                <a:gd name="connsiteX3274" fmla="*/ 1110669 w 2676209"/>
                <a:gd name="connsiteY3274" fmla="*/ 795081 h 2650669"/>
                <a:gd name="connsiteX3275" fmla="*/ 1109412 w 2676209"/>
                <a:gd name="connsiteY3275" fmla="*/ 792832 h 2650669"/>
                <a:gd name="connsiteX3276" fmla="*/ 1108321 w 2676209"/>
                <a:gd name="connsiteY3276" fmla="*/ 793956 h 2650669"/>
                <a:gd name="connsiteX3277" fmla="*/ 1109412 w 2676209"/>
                <a:gd name="connsiteY3277" fmla="*/ 796305 h 2650669"/>
                <a:gd name="connsiteX3278" fmla="*/ 1110669 w 2676209"/>
                <a:gd name="connsiteY3278" fmla="*/ 795081 h 2650669"/>
                <a:gd name="connsiteX3279" fmla="*/ 2138807 w 2676209"/>
                <a:gd name="connsiteY3279" fmla="*/ 1350342 h 2650669"/>
                <a:gd name="connsiteX3280" fmla="*/ 2140031 w 2676209"/>
                <a:gd name="connsiteY3280" fmla="*/ 1351566 h 2650669"/>
                <a:gd name="connsiteX3281" fmla="*/ 2141155 w 2676209"/>
                <a:gd name="connsiteY3281" fmla="*/ 1349218 h 2650669"/>
                <a:gd name="connsiteX3282" fmla="*/ 2140031 w 2676209"/>
                <a:gd name="connsiteY3282" fmla="*/ 1348060 h 2650669"/>
                <a:gd name="connsiteX3283" fmla="*/ 2138807 w 2676209"/>
                <a:gd name="connsiteY3283" fmla="*/ 1350342 h 2650669"/>
                <a:gd name="connsiteX3284" fmla="*/ 2066080 w 2676209"/>
                <a:gd name="connsiteY3284" fmla="*/ 1350904 h 2650669"/>
                <a:gd name="connsiteX3285" fmla="*/ 2068428 w 2676209"/>
                <a:gd name="connsiteY3285" fmla="*/ 1349813 h 2650669"/>
                <a:gd name="connsiteX3286" fmla="*/ 2067171 w 2676209"/>
                <a:gd name="connsiteY3286" fmla="*/ 1348589 h 2650669"/>
                <a:gd name="connsiteX3287" fmla="*/ 2064922 w 2676209"/>
                <a:gd name="connsiteY3287" fmla="*/ 1349813 h 2650669"/>
                <a:gd name="connsiteX3288" fmla="*/ 2066080 w 2676209"/>
                <a:gd name="connsiteY3288" fmla="*/ 1350904 h 2650669"/>
                <a:gd name="connsiteX3289" fmla="*/ 1331265 w 2676209"/>
                <a:gd name="connsiteY3289" fmla="*/ 794585 h 2650669"/>
                <a:gd name="connsiteX3290" fmla="*/ 1332423 w 2676209"/>
                <a:gd name="connsiteY3290" fmla="*/ 795676 h 2650669"/>
                <a:gd name="connsiteX3291" fmla="*/ 1334771 w 2676209"/>
                <a:gd name="connsiteY3291" fmla="*/ 794585 h 2650669"/>
                <a:gd name="connsiteX3292" fmla="*/ 1333514 w 2676209"/>
                <a:gd name="connsiteY3292" fmla="*/ 793328 h 2650669"/>
                <a:gd name="connsiteX3293" fmla="*/ 1331265 w 2676209"/>
                <a:gd name="connsiteY3293" fmla="*/ 794585 h 2650669"/>
                <a:gd name="connsiteX3294" fmla="*/ 833419 w 2676209"/>
                <a:gd name="connsiteY3294" fmla="*/ 1351566 h 2650669"/>
                <a:gd name="connsiteX3295" fmla="*/ 834510 w 2676209"/>
                <a:gd name="connsiteY3295" fmla="*/ 1350408 h 2650669"/>
                <a:gd name="connsiteX3296" fmla="*/ 833419 w 2676209"/>
                <a:gd name="connsiteY3296" fmla="*/ 1348060 h 2650669"/>
                <a:gd name="connsiteX3297" fmla="*/ 832195 w 2676209"/>
                <a:gd name="connsiteY3297" fmla="*/ 1349317 h 2650669"/>
                <a:gd name="connsiteX3298" fmla="*/ 833419 w 2676209"/>
                <a:gd name="connsiteY3298" fmla="*/ 1351566 h 2650669"/>
                <a:gd name="connsiteX3299" fmla="*/ 824026 w 2676209"/>
                <a:gd name="connsiteY3299" fmla="*/ 1350441 h 2650669"/>
                <a:gd name="connsiteX3300" fmla="*/ 822935 w 2676209"/>
                <a:gd name="connsiteY3300" fmla="*/ 1348093 h 2650669"/>
                <a:gd name="connsiteX3301" fmla="*/ 821711 w 2676209"/>
                <a:gd name="connsiteY3301" fmla="*/ 1349317 h 2650669"/>
                <a:gd name="connsiteX3302" fmla="*/ 822935 w 2676209"/>
                <a:gd name="connsiteY3302" fmla="*/ 1351566 h 2650669"/>
                <a:gd name="connsiteX3303" fmla="*/ 824026 w 2676209"/>
                <a:gd name="connsiteY3303" fmla="*/ 1350441 h 2650669"/>
                <a:gd name="connsiteX3304" fmla="*/ 745478 w 2676209"/>
                <a:gd name="connsiteY3304" fmla="*/ 1350904 h 2650669"/>
                <a:gd name="connsiteX3305" fmla="*/ 747826 w 2676209"/>
                <a:gd name="connsiteY3305" fmla="*/ 1349813 h 2650669"/>
                <a:gd name="connsiteX3306" fmla="*/ 746569 w 2676209"/>
                <a:gd name="connsiteY3306" fmla="*/ 1348589 h 2650669"/>
                <a:gd name="connsiteX3307" fmla="*/ 744320 w 2676209"/>
                <a:gd name="connsiteY3307" fmla="*/ 1349813 h 2650669"/>
                <a:gd name="connsiteX3308" fmla="*/ 745478 w 2676209"/>
                <a:gd name="connsiteY3308" fmla="*/ 1350904 h 2650669"/>
                <a:gd name="connsiteX3309" fmla="*/ 2569780 w 2676209"/>
                <a:gd name="connsiteY3309" fmla="*/ 1358544 h 2650669"/>
                <a:gd name="connsiteX3310" fmla="*/ 2568523 w 2676209"/>
                <a:gd name="connsiteY3310" fmla="*/ 1360793 h 2650669"/>
                <a:gd name="connsiteX3311" fmla="*/ 2569780 w 2676209"/>
                <a:gd name="connsiteY3311" fmla="*/ 1362050 h 2650669"/>
                <a:gd name="connsiteX3312" fmla="*/ 2570871 w 2676209"/>
                <a:gd name="connsiteY3312" fmla="*/ 1359702 h 2650669"/>
                <a:gd name="connsiteX3313" fmla="*/ 2569780 w 2676209"/>
                <a:gd name="connsiteY3313" fmla="*/ 1358544 h 2650669"/>
                <a:gd name="connsiteX3314" fmla="*/ 2430014 w 2676209"/>
                <a:gd name="connsiteY3314" fmla="*/ 1358544 h 2650669"/>
                <a:gd name="connsiteX3315" fmla="*/ 2428790 w 2676209"/>
                <a:gd name="connsiteY3315" fmla="*/ 1360793 h 2650669"/>
                <a:gd name="connsiteX3316" fmla="*/ 2430014 w 2676209"/>
                <a:gd name="connsiteY3316" fmla="*/ 1362050 h 2650669"/>
                <a:gd name="connsiteX3317" fmla="*/ 2431105 w 2676209"/>
                <a:gd name="connsiteY3317" fmla="*/ 1359702 h 2650669"/>
                <a:gd name="connsiteX3318" fmla="*/ 2430014 w 2676209"/>
                <a:gd name="connsiteY3318" fmla="*/ 1358544 h 2650669"/>
                <a:gd name="connsiteX3319" fmla="*/ 1890264 w 2676209"/>
                <a:gd name="connsiteY3319" fmla="*/ 1362083 h 2650669"/>
                <a:gd name="connsiteX3320" fmla="*/ 1891785 w 2676209"/>
                <a:gd name="connsiteY3320" fmla="*/ 1361984 h 2650669"/>
                <a:gd name="connsiteX3321" fmla="*/ 1893373 w 2676209"/>
                <a:gd name="connsiteY3321" fmla="*/ 1359933 h 2650669"/>
                <a:gd name="connsiteX3322" fmla="*/ 1892281 w 2676209"/>
                <a:gd name="connsiteY3322" fmla="*/ 1358842 h 2650669"/>
                <a:gd name="connsiteX3323" fmla="*/ 1890297 w 2676209"/>
                <a:gd name="connsiteY3323" fmla="*/ 1360529 h 2650669"/>
                <a:gd name="connsiteX3324" fmla="*/ 1890231 w 2676209"/>
                <a:gd name="connsiteY3324" fmla="*/ 1362050 h 2650669"/>
                <a:gd name="connsiteX3325" fmla="*/ 1890264 w 2676209"/>
                <a:gd name="connsiteY3325" fmla="*/ 1362083 h 2650669"/>
                <a:gd name="connsiteX3326" fmla="*/ 2403159 w 2676209"/>
                <a:gd name="connsiteY3326" fmla="*/ 1356196 h 2650669"/>
                <a:gd name="connsiteX3327" fmla="*/ 2402067 w 2676209"/>
                <a:gd name="connsiteY3327" fmla="*/ 1355072 h 2650669"/>
                <a:gd name="connsiteX3328" fmla="*/ 2400844 w 2676209"/>
                <a:gd name="connsiteY3328" fmla="*/ 1357320 h 2650669"/>
                <a:gd name="connsiteX3329" fmla="*/ 2402067 w 2676209"/>
                <a:gd name="connsiteY3329" fmla="*/ 1358544 h 2650669"/>
                <a:gd name="connsiteX3330" fmla="*/ 2403159 w 2676209"/>
                <a:gd name="connsiteY3330" fmla="*/ 1356196 h 2650669"/>
                <a:gd name="connsiteX3331" fmla="*/ 1738294 w 2676209"/>
                <a:gd name="connsiteY3331" fmla="*/ 1355072 h 2650669"/>
                <a:gd name="connsiteX3332" fmla="*/ 1737202 w 2676209"/>
                <a:gd name="connsiteY3332" fmla="*/ 1356196 h 2650669"/>
                <a:gd name="connsiteX3333" fmla="*/ 1738294 w 2676209"/>
                <a:gd name="connsiteY3333" fmla="*/ 1358544 h 2650669"/>
                <a:gd name="connsiteX3334" fmla="*/ 1739518 w 2676209"/>
                <a:gd name="connsiteY3334" fmla="*/ 1357320 h 2650669"/>
                <a:gd name="connsiteX3335" fmla="*/ 1738294 w 2676209"/>
                <a:gd name="connsiteY3335" fmla="*/ 1355072 h 2650669"/>
                <a:gd name="connsiteX3336" fmla="*/ 1385406 w 2676209"/>
                <a:gd name="connsiteY3336" fmla="*/ 1355072 h 2650669"/>
                <a:gd name="connsiteX3337" fmla="*/ 1384314 w 2676209"/>
                <a:gd name="connsiteY3337" fmla="*/ 1356196 h 2650669"/>
                <a:gd name="connsiteX3338" fmla="*/ 1385406 w 2676209"/>
                <a:gd name="connsiteY3338" fmla="*/ 1358544 h 2650669"/>
                <a:gd name="connsiteX3339" fmla="*/ 1386663 w 2676209"/>
                <a:gd name="connsiteY3339" fmla="*/ 1357320 h 2650669"/>
                <a:gd name="connsiteX3340" fmla="*/ 1385406 w 2676209"/>
                <a:gd name="connsiteY3340" fmla="*/ 1355072 h 2650669"/>
                <a:gd name="connsiteX3341" fmla="*/ 1339401 w 2676209"/>
                <a:gd name="connsiteY3341" fmla="*/ 1357916 h 2650669"/>
                <a:gd name="connsiteX3342" fmla="*/ 1341750 w 2676209"/>
                <a:gd name="connsiteY3342" fmla="*/ 1356824 h 2650669"/>
                <a:gd name="connsiteX3343" fmla="*/ 1340493 w 2676209"/>
                <a:gd name="connsiteY3343" fmla="*/ 1355568 h 2650669"/>
                <a:gd name="connsiteX3344" fmla="*/ 1338244 w 2676209"/>
                <a:gd name="connsiteY3344" fmla="*/ 1356824 h 2650669"/>
                <a:gd name="connsiteX3345" fmla="*/ 1339401 w 2676209"/>
                <a:gd name="connsiteY3345" fmla="*/ 1357916 h 2650669"/>
                <a:gd name="connsiteX3346" fmla="*/ 1131472 w 2676209"/>
                <a:gd name="connsiteY3346" fmla="*/ 788202 h 2650669"/>
                <a:gd name="connsiteX3347" fmla="*/ 1130381 w 2676209"/>
                <a:gd name="connsiteY3347" fmla="*/ 785854 h 2650669"/>
                <a:gd name="connsiteX3348" fmla="*/ 1129289 w 2676209"/>
                <a:gd name="connsiteY3348" fmla="*/ 786978 h 2650669"/>
                <a:gd name="connsiteX3349" fmla="*/ 1130381 w 2676209"/>
                <a:gd name="connsiteY3349" fmla="*/ 789326 h 2650669"/>
                <a:gd name="connsiteX3350" fmla="*/ 1131472 w 2676209"/>
                <a:gd name="connsiteY3350" fmla="*/ 788202 h 2650669"/>
                <a:gd name="connsiteX3351" fmla="*/ 2219174 w 2676209"/>
                <a:gd name="connsiteY3351" fmla="*/ 1409708 h 2650669"/>
                <a:gd name="connsiteX3352" fmla="*/ 2220398 w 2676209"/>
                <a:gd name="connsiteY3352" fmla="*/ 1410932 h 2650669"/>
                <a:gd name="connsiteX3353" fmla="*/ 2221489 w 2676209"/>
                <a:gd name="connsiteY3353" fmla="*/ 1408584 h 2650669"/>
                <a:gd name="connsiteX3354" fmla="*/ 2220398 w 2676209"/>
                <a:gd name="connsiteY3354" fmla="*/ 1407459 h 2650669"/>
                <a:gd name="connsiteX3355" fmla="*/ 2219174 w 2676209"/>
                <a:gd name="connsiteY3355" fmla="*/ 1409708 h 2650669"/>
                <a:gd name="connsiteX3356" fmla="*/ 1208995 w 2676209"/>
                <a:gd name="connsiteY3356" fmla="*/ 756154 h 2650669"/>
                <a:gd name="connsiteX3357" fmla="*/ 1210152 w 2676209"/>
                <a:gd name="connsiteY3357" fmla="*/ 757245 h 2650669"/>
                <a:gd name="connsiteX3358" fmla="*/ 1212468 w 2676209"/>
                <a:gd name="connsiteY3358" fmla="*/ 756154 h 2650669"/>
                <a:gd name="connsiteX3359" fmla="*/ 1211244 w 2676209"/>
                <a:gd name="connsiteY3359" fmla="*/ 754930 h 2650669"/>
                <a:gd name="connsiteX3360" fmla="*/ 1208995 w 2676209"/>
                <a:gd name="connsiteY3360" fmla="*/ 756154 h 2650669"/>
                <a:gd name="connsiteX3361" fmla="*/ 2030658 w 2676209"/>
                <a:gd name="connsiteY3361" fmla="*/ 1408584 h 2650669"/>
                <a:gd name="connsiteX3362" fmla="*/ 2031750 w 2676209"/>
                <a:gd name="connsiteY3362" fmla="*/ 1410932 h 2650669"/>
                <a:gd name="connsiteX3363" fmla="*/ 2032974 w 2676209"/>
                <a:gd name="connsiteY3363" fmla="*/ 1409708 h 2650669"/>
                <a:gd name="connsiteX3364" fmla="*/ 2031750 w 2676209"/>
                <a:gd name="connsiteY3364" fmla="*/ 1407459 h 2650669"/>
                <a:gd name="connsiteX3365" fmla="*/ 2030658 w 2676209"/>
                <a:gd name="connsiteY3365" fmla="*/ 1408584 h 2650669"/>
                <a:gd name="connsiteX3366" fmla="*/ 1521666 w 2676209"/>
                <a:gd name="connsiteY3366" fmla="*/ 1410932 h 2650669"/>
                <a:gd name="connsiteX3367" fmla="*/ 1522758 w 2676209"/>
                <a:gd name="connsiteY3367" fmla="*/ 1408584 h 2650669"/>
                <a:gd name="connsiteX3368" fmla="*/ 1521666 w 2676209"/>
                <a:gd name="connsiteY3368" fmla="*/ 1407459 h 2650669"/>
                <a:gd name="connsiteX3369" fmla="*/ 1520443 w 2676209"/>
                <a:gd name="connsiteY3369" fmla="*/ 1409708 h 2650669"/>
                <a:gd name="connsiteX3370" fmla="*/ 1521666 w 2676209"/>
                <a:gd name="connsiteY3370" fmla="*/ 1410932 h 2650669"/>
                <a:gd name="connsiteX3371" fmla="*/ 1299780 w 2676209"/>
                <a:gd name="connsiteY3371" fmla="*/ 754401 h 2650669"/>
                <a:gd name="connsiteX3372" fmla="*/ 1299879 w 2676209"/>
                <a:gd name="connsiteY3372" fmla="*/ 755956 h 2650669"/>
                <a:gd name="connsiteX3373" fmla="*/ 1301930 w 2676209"/>
                <a:gd name="connsiteY3373" fmla="*/ 757510 h 2650669"/>
                <a:gd name="connsiteX3374" fmla="*/ 1303021 w 2676209"/>
                <a:gd name="connsiteY3374" fmla="*/ 756452 h 2650669"/>
                <a:gd name="connsiteX3375" fmla="*/ 1301368 w 2676209"/>
                <a:gd name="connsiteY3375" fmla="*/ 754467 h 2650669"/>
                <a:gd name="connsiteX3376" fmla="*/ 1299813 w 2676209"/>
                <a:gd name="connsiteY3376" fmla="*/ 754401 h 2650669"/>
                <a:gd name="connsiteX3377" fmla="*/ 1299780 w 2676209"/>
                <a:gd name="connsiteY3377" fmla="*/ 754401 h 2650669"/>
                <a:gd name="connsiteX3378" fmla="*/ 1670164 w 2676209"/>
                <a:gd name="connsiteY3378" fmla="*/ 756154 h 2650669"/>
                <a:gd name="connsiteX3379" fmla="*/ 1672413 w 2676209"/>
                <a:gd name="connsiteY3379" fmla="*/ 757411 h 2650669"/>
                <a:gd name="connsiteX3380" fmla="*/ 1673636 w 2676209"/>
                <a:gd name="connsiteY3380" fmla="*/ 756154 h 2650669"/>
                <a:gd name="connsiteX3381" fmla="*/ 1671288 w 2676209"/>
                <a:gd name="connsiteY3381" fmla="*/ 755063 h 2650669"/>
                <a:gd name="connsiteX3382" fmla="*/ 1670164 w 2676209"/>
                <a:gd name="connsiteY3382" fmla="*/ 756154 h 2650669"/>
                <a:gd name="connsiteX3383" fmla="*/ 1588044 w 2676209"/>
                <a:gd name="connsiteY3383" fmla="*/ 1403953 h 2650669"/>
                <a:gd name="connsiteX3384" fmla="*/ 1586952 w 2676209"/>
                <a:gd name="connsiteY3384" fmla="*/ 1405111 h 2650669"/>
                <a:gd name="connsiteX3385" fmla="*/ 1588044 w 2676209"/>
                <a:gd name="connsiteY3385" fmla="*/ 1407459 h 2650669"/>
                <a:gd name="connsiteX3386" fmla="*/ 1589135 w 2676209"/>
                <a:gd name="connsiteY3386" fmla="*/ 1406301 h 2650669"/>
                <a:gd name="connsiteX3387" fmla="*/ 1588044 w 2676209"/>
                <a:gd name="connsiteY3387" fmla="*/ 1403953 h 2650669"/>
                <a:gd name="connsiteX3388" fmla="*/ 1359212 w 2676209"/>
                <a:gd name="connsiteY3388" fmla="*/ 759660 h 2650669"/>
                <a:gd name="connsiteX3389" fmla="*/ 1357955 w 2676209"/>
                <a:gd name="connsiteY3389" fmla="*/ 758403 h 2650669"/>
                <a:gd name="connsiteX3390" fmla="*/ 1355706 w 2676209"/>
                <a:gd name="connsiteY3390" fmla="*/ 759660 h 2650669"/>
                <a:gd name="connsiteX3391" fmla="*/ 1356864 w 2676209"/>
                <a:gd name="connsiteY3391" fmla="*/ 760751 h 2650669"/>
                <a:gd name="connsiteX3392" fmla="*/ 1359212 w 2676209"/>
                <a:gd name="connsiteY3392" fmla="*/ 759660 h 2650669"/>
                <a:gd name="connsiteX3393" fmla="*/ 1885005 w 2676209"/>
                <a:gd name="connsiteY3393" fmla="*/ 1400448 h 2650669"/>
                <a:gd name="connsiteX3394" fmla="*/ 1883914 w 2676209"/>
                <a:gd name="connsiteY3394" fmla="*/ 1401605 h 2650669"/>
                <a:gd name="connsiteX3395" fmla="*/ 1885005 w 2676209"/>
                <a:gd name="connsiteY3395" fmla="*/ 1403953 h 2650669"/>
                <a:gd name="connsiteX3396" fmla="*/ 1886262 w 2676209"/>
                <a:gd name="connsiteY3396" fmla="*/ 1402697 h 2650669"/>
                <a:gd name="connsiteX3397" fmla="*/ 1885005 w 2676209"/>
                <a:gd name="connsiteY3397" fmla="*/ 1400448 h 2650669"/>
                <a:gd name="connsiteX3398" fmla="*/ 1802918 w 2676209"/>
                <a:gd name="connsiteY3398" fmla="*/ 1402200 h 2650669"/>
                <a:gd name="connsiteX3399" fmla="*/ 1800669 w 2676209"/>
                <a:gd name="connsiteY3399" fmla="*/ 1400977 h 2650669"/>
                <a:gd name="connsiteX3400" fmla="*/ 1799413 w 2676209"/>
                <a:gd name="connsiteY3400" fmla="*/ 1402200 h 2650669"/>
                <a:gd name="connsiteX3401" fmla="*/ 1801761 w 2676209"/>
                <a:gd name="connsiteY3401" fmla="*/ 1403292 h 2650669"/>
                <a:gd name="connsiteX3402" fmla="*/ 1802918 w 2676209"/>
                <a:gd name="connsiteY3402" fmla="*/ 1402200 h 2650669"/>
                <a:gd name="connsiteX3403" fmla="*/ 774020 w 2676209"/>
                <a:gd name="connsiteY3403" fmla="*/ 1400448 h 2650669"/>
                <a:gd name="connsiteX3404" fmla="*/ 772796 w 2676209"/>
                <a:gd name="connsiteY3404" fmla="*/ 1402697 h 2650669"/>
                <a:gd name="connsiteX3405" fmla="*/ 774020 w 2676209"/>
                <a:gd name="connsiteY3405" fmla="*/ 1403953 h 2650669"/>
                <a:gd name="connsiteX3406" fmla="*/ 775111 w 2676209"/>
                <a:gd name="connsiteY3406" fmla="*/ 1401605 h 2650669"/>
                <a:gd name="connsiteX3407" fmla="*/ 774020 w 2676209"/>
                <a:gd name="connsiteY3407" fmla="*/ 1400448 h 2650669"/>
                <a:gd name="connsiteX3408" fmla="*/ 1733035 w 2676209"/>
                <a:gd name="connsiteY3408" fmla="*/ 749176 h 2650669"/>
                <a:gd name="connsiteX3409" fmla="*/ 1730786 w 2676209"/>
                <a:gd name="connsiteY3409" fmla="*/ 747952 h 2650669"/>
                <a:gd name="connsiteX3410" fmla="*/ 1729530 w 2676209"/>
                <a:gd name="connsiteY3410" fmla="*/ 749176 h 2650669"/>
                <a:gd name="connsiteX3411" fmla="*/ 1731878 w 2676209"/>
                <a:gd name="connsiteY3411" fmla="*/ 750267 h 2650669"/>
                <a:gd name="connsiteX3412" fmla="*/ 1733035 w 2676209"/>
                <a:gd name="connsiteY3412" fmla="*/ 749176 h 2650669"/>
                <a:gd name="connsiteX3413" fmla="*/ 1057620 w 2676209"/>
                <a:gd name="connsiteY3413" fmla="*/ 1418572 h 2650669"/>
                <a:gd name="connsiteX3414" fmla="*/ 1055272 w 2676209"/>
                <a:gd name="connsiteY3414" fmla="*/ 1419663 h 2650669"/>
                <a:gd name="connsiteX3415" fmla="*/ 1056396 w 2676209"/>
                <a:gd name="connsiteY3415" fmla="*/ 1420754 h 2650669"/>
                <a:gd name="connsiteX3416" fmla="*/ 1058745 w 2676209"/>
                <a:gd name="connsiteY3416" fmla="*/ 1419663 h 2650669"/>
                <a:gd name="connsiteX3417" fmla="*/ 1057620 w 2676209"/>
                <a:gd name="connsiteY3417" fmla="*/ 1418572 h 2650669"/>
                <a:gd name="connsiteX3418" fmla="*/ 1298259 w 2676209"/>
                <a:gd name="connsiteY3418" fmla="*/ 754401 h 2650669"/>
                <a:gd name="connsiteX3419" fmla="*/ 1299780 w 2676209"/>
                <a:gd name="connsiteY3419" fmla="*/ 754401 h 2650669"/>
                <a:gd name="connsiteX3420" fmla="*/ 1299813 w 2676209"/>
                <a:gd name="connsiteY3420" fmla="*/ 754401 h 2650669"/>
                <a:gd name="connsiteX3421" fmla="*/ 1298821 w 2676209"/>
                <a:gd name="connsiteY3421" fmla="*/ 751722 h 2650669"/>
                <a:gd name="connsiteX3422" fmla="*/ 1296770 w 2676209"/>
                <a:gd name="connsiteY3422" fmla="*/ 752384 h 2650669"/>
                <a:gd name="connsiteX3423" fmla="*/ 1298259 w 2676209"/>
                <a:gd name="connsiteY3423" fmla="*/ 754401 h 2650669"/>
                <a:gd name="connsiteX3424" fmla="*/ 1887420 w 2676209"/>
                <a:gd name="connsiteY3424" fmla="*/ 1412089 h 2650669"/>
                <a:gd name="connsiteX3425" fmla="*/ 1888511 w 2676209"/>
                <a:gd name="connsiteY3425" fmla="*/ 1414437 h 2650669"/>
                <a:gd name="connsiteX3426" fmla="*/ 1889735 w 2676209"/>
                <a:gd name="connsiteY3426" fmla="*/ 1413181 h 2650669"/>
                <a:gd name="connsiteX3427" fmla="*/ 1888511 w 2676209"/>
                <a:gd name="connsiteY3427" fmla="*/ 1410932 h 2650669"/>
                <a:gd name="connsiteX3428" fmla="*/ 1887420 w 2676209"/>
                <a:gd name="connsiteY3428" fmla="*/ 1412089 h 2650669"/>
                <a:gd name="connsiteX3429" fmla="*/ 1191532 w 2676209"/>
                <a:gd name="connsiteY3429" fmla="*/ 756154 h 2650669"/>
                <a:gd name="connsiteX3430" fmla="*/ 1190276 w 2676209"/>
                <a:gd name="connsiteY3430" fmla="*/ 754930 h 2650669"/>
                <a:gd name="connsiteX3431" fmla="*/ 1188027 w 2676209"/>
                <a:gd name="connsiteY3431" fmla="*/ 756154 h 2650669"/>
                <a:gd name="connsiteX3432" fmla="*/ 1189184 w 2676209"/>
                <a:gd name="connsiteY3432" fmla="*/ 757245 h 2650669"/>
                <a:gd name="connsiteX3433" fmla="*/ 1191532 w 2676209"/>
                <a:gd name="connsiteY3433" fmla="*/ 756154 h 2650669"/>
                <a:gd name="connsiteX3434" fmla="*/ 1922345 w 2676209"/>
                <a:gd name="connsiteY3434" fmla="*/ 1387648 h 2650669"/>
                <a:gd name="connsiteX3435" fmla="*/ 1923436 w 2676209"/>
                <a:gd name="connsiteY3435" fmla="*/ 1389997 h 2650669"/>
                <a:gd name="connsiteX3436" fmla="*/ 1924527 w 2676209"/>
                <a:gd name="connsiteY3436" fmla="*/ 1388839 h 2650669"/>
                <a:gd name="connsiteX3437" fmla="*/ 1923436 w 2676209"/>
                <a:gd name="connsiteY3437" fmla="*/ 1386491 h 2650669"/>
                <a:gd name="connsiteX3438" fmla="*/ 1922345 w 2676209"/>
                <a:gd name="connsiteY3438" fmla="*/ 1387648 h 2650669"/>
                <a:gd name="connsiteX3439" fmla="*/ 1001727 w 2676209"/>
                <a:gd name="connsiteY3439" fmla="*/ 1387152 h 2650669"/>
                <a:gd name="connsiteX3440" fmla="*/ 999379 w 2676209"/>
                <a:gd name="connsiteY3440" fmla="*/ 1388244 h 2650669"/>
                <a:gd name="connsiteX3441" fmla="*/ 1000503 w 2676209"/>
                <a:gd name="connsiteY3441" fmla="*/ 1389335 h 2650669"/>
                <a:gd name="connsiteX3442" fmla="*/ 1002851 w 2676209"/>
                <a:gd name="connsiteY3442" fmla="*/ 1388244 h 2650669"/>
                <a:gd name="connsiteX3443" fmla="*/ 1001727 w 2676209"/>
                <a:gd name="connsiteY3443" fmla="*/ 1387152 h 2650669"/>
                <a:gd name="connsiteX3444" fmla="*/ 951588 w 2676209"/>
                <a:gd name="connsiteY3444" fmla="*/ 1387152 h 2650669"/>
                <a:gd name="connsiteX3445" fmla="*/ 950464 w 2676209"/>
                <a:gd name="connsiteY3445" fmla="*/ 1388244 h 2650669"/>
                <a:gd name="connsiteX3446" fmla="*/ 952713 w 2676209"/>
                <a:gd name="connsiteY3446" fmla="*/ 1389467 h 2650669"/>
                <a:gd name="connsiteX3447" fmla="*/ 953937 w 2676209"/>
                <a:gd name="connsiteY3447" fmla="*/ 1388244 h 2650669"/>
                <a:gd name="connsiteX3448" fmla="*/ 951588 w 2676209"/>
                <a:gd name="connsiteY3448" fmla="*/ 1387152 h 2650669"/>
                <a:gd name="connsiteX3449" fmla="*/ 1634544 w 2676209"/>
                <a:gd name="connsiteY3449" fmla="*/ 1385333 h 2650669"/>
                <a:gd name="connsiteX3450" fmla="*/ 1633453 w 2676209"/>
                <a:gd name="connsiteY3450" fmla="*/ 1383018 h 2650669"/>
                <a:gd name="connsiteX3451" fmla="*/ 1632361 w 2676209"/>
                <a:gd name="connsiteY3451" fmla="*/ 1384143 h 2650669"/>
                <a:gd name="connsiteX3452" fmla="*/ 1633453 w 2676209"/>
                <a:gd name="connsiteY3452" fmla="*/ 1386491 h 2650669"/>
                <a:gd name="connsiteX3453" fmla="*/ 1634544 w 2676209"/>
                <a:gd name="connsiteY3453" fmla="*/ 1385333 h 2650669"/>
                <a:gd name="connsiteX3454" fmla="*/ 2521957 w 2676209"/>
                <a:gd name="connsiteY3454" fmla="*/ 1381861 h 2650669"/>
                <a:gd name="connsiteX3455" fmla="*/ 2520865 w 2676209"/>
                <a:gd name="connsiteY3455" fmla="*/ 1379512 h 2650669"/>
                <a:gd name="connsiteX3456" fmla="*/ 2519774 w 2676209"/>
                <a:gd name="connsiteY3456" fmla="*/ 1380670 h 2650669"/>
                <a:gd name="connsiteX3457" fmla="*/ 2520865 w 2676209"/>
                <a:gd name="connsiteY3457" fmla="*/ 1383018 h 2650669"/>
                <a:gd name="connsiteX3458" fmla="*/ 2521957 w 2676209"/>
                <a:gd name="connsiteY3458" fmla="*/ 1381861 h 2650669"/>
                <a:gd name="connsiteX3459" fmla="*/ 1101343 w 2676209"/>
                <a:gd name="connsiteY3459" fmla="*/ 1380670 h 2650669"/>
                <a:gd name="connsiteX3460" fmla="*/ 1102434 w 2676209"/>
                <a:gd name="connsiteY3460" fmla="*/ 1383018 h 2650669"/>
                <a:gd name="connsiteX3461" fmla="*/ 1103658 w 2676209"/>
                <a:gd name="connsiteY3461" fmla="*/ 1381761 h 2650669"/>
                <a:gd name="connsiteX3462" fmla="*/ 1102434 w 2676209"/>
                <a:gd name="connsiteY3462" fmla="*/ 1379512 h 2650669"/>
                <a:gd name="connsiteX3463" fmla="*/ 1101343 w 2676209"/>
                <a:gd name="connsiteY3463" fmla="*/ 1380670 h 2650669"/>
                <a:gd name="connsiteX3464" fmla="*/ 658728 w 2676209"/>
                <a:gd name="connsiteY3464" fmla="*/ 1400448 h 2650669"/>
                <a:gd name="connsiteX3465" fmla="*/ 657504 w 2676209"/>
                <a:gd name="connsiteY3465" fmla="*/ 1402697 h 2650669"/>
                <a:gd name="connsiteX3466" fmla="*/ 658728 w 2676209"/>
                <a:gd name="connsiteY3466" fmla="*/ 1403953 h 2650669"/>
                <a:gd name="connsiteX3467" fmla="*/ 659819 w 2676209"/>
                <a:gd name="connsiteY3467" fmla="*/ 1401605 h 2650669"/>
                <a:gd name="connsiteX3468" fmla="*/ 658728 w 2676209"/>
                <a:gd name="connsiteY3468" fmla="*/ 1400448 h 2650669"/>
                <a:gd name="connsiteX3469" fmla="*/ 1365562 w 2676209"/>
                <a:gd name="connsiteY3469" fmla="*/ 760255 h 2650669"/>
                <a:gd name="connsiteX3470" fmla="*/ 1364471 w 2676209"/>
                <a:gd name="connsiteY3470" fmla="*/ 757907 h 2650669"/>
                <a:gd name="connsiteX3471" fmla="*/ 1363214 w 2676209"/>
                <a:gd name="connsiteY3471" fmla="*/ 759131 h 2650669"/>
                <a:gd name="connsiteX3472" fmla="*/ 1364471 w 2676209"/>
                <a:gd name="connsiteY3472" fmla="*/ 761380 h 2650669"/>
                <a:gd name="connsiteX3473" fmla="*/ 1365562 w 2676209"/>
                <a:gd name="connsiteY3473" fmla="*/ 760255 h 2650669"/>
                <a:gd name="connsiteX3474" fmla="*/ 2588995 w 2676209"/>
                <a:gd name="connsiteY3474" fmla="*/ 1398728 h 2650669"/>
                <a:gd name="connsiteX3475" fmla="*/ 2587739 w 2676209"/>
                <a:gd name="connsiteY3475" fmla="*/ 1397471 h 2650669"/>
                <a:gd name="connsiteX3476" fmla="*/ 2585490 w 2676209"/>
                <a:gd name="connsiteY3476" fmla="*/ 1398728 h 2650669"/>
                <a:gd name="connsiteX3477" fmla="*/ 2586647 w 2676209"/>
                <a:gd name="connsiteY3477" fmla="*/ 1399819 h 2650669"/>
                <a:gd name="connsiteX3478" fmla="*/ 2588995 w 2676209"/>
                <a:gd name="connsiteY3478" fmla="*/ 1398728 h 2650669"/>
                <a:gd name="connsiteX3479" fmla="*/ 2317136 w 2676209"/>
                <a:gd name="connsiteY3479" fmla="*/ 1398132 h 2650669"/>
                <a:gd name="connsiteX3480" fmla="*/ 2318227 w 2676209"/>
                <a:gd name="connsiteY3480" fmla="*/ 1400448 h 2650669"/>
                <a:gd name="connsiteX3481" fmla="*/ 2319319 w 2676209"/>
                <a:gd name="connsiteY3481" fmla="*/ 1399323 h 2650669"/>
                <a:gd name="connsiteX3482" fmla="*/ 2318227 w 2676209"/>
                <a:gd name="connsiteY3482" fmla="*/ 1396975 h 2650669"/>
                <a:gd name="connsiteX3483" fmla="*/ 2317136 w 2676209"/>
                <a:gd name="connsiteY3483" fmla="*/ 1398132 h 2650669"/>
                <a:gd name="connsiteX3484" fmla="*/ 907866 w 2676209"/>
                <a:gd name="connsiteY3484" fmla="*/ 1394627 h 2650669"/>
                <a:gd name="connsiteX3485" fmla="*/ 906775 w 2676209"/>
                <a:gd name="connsiteY3485" fmla="*/ 1393469 h 2650669"/>
                <a:gd name="connsiteX3486" fmla="*/ 905551 w 2676209"/>
                <a:gd name="connsiteY3486" fmla="*/ 1395718 h 2650669"/>
                <a:gd name="connsiteX3487" fmla="*/ 906775 w 2676209"/>
                <a:gd name="connsiteY3487" fmla="*/ 1396975 h 2650669"/>
                <a:gd name="connsiteX3488" fmla="*/ 907866 w 2676209"/>
                <a:gd name="connsiteY3488" fmla="*/ 1394627 h 2650669"/>
                <a:gd name="connsiteX3489" fmla="*/ 1788432 w 2676209"/>
                <a:gd name="connsiteY3489" fmla="*/ 767134 h 2650669"/>
                <a:gd name="connsiteX3490" fmla="*/ 1787176 w 2676209"/>
                <a:gd name="connsiteY3490" fmla="*/ 764885 h 2650669"/>
                <a:gd name="connsiteX3491" fmla="*/ 1786084 w 2676209"/>
                <a:gd name="connsiteY3491" fmla="*/ 766043 h 2650669"/>
                <a:gd name="connsiteX3492" fmla="*/ 1787176 w 2676209"/>
                <a:gd name="connsiteY3492" fmla="*/ 768391 h 2650669"/>
                <a:gd name="connsiteX3493" fmla="*/ 1788432 w 2676209"/>
                <a:gd name="connsiteY3493" fmla="*/ 767134 h 2650669"/>
                <a:gd name="connsiteX3494" fmla="*/ 1079084 w 2676209"/>
                <a:gd name="connsiteY3494" fmla="*/ 1391121 h 2650669"/>
                <a:gd name="connsiteX3495" fmla="*/ 1077993 w 2676209"/>
                <a:gd name="connsiteY3495" fmla="*/ 1389997 h 2650669"/>
                <a:gd name="connsiteX3496" fmla="*/ 1076736 w 2676209"/>
                <a:gd name="connsiteY3496" fmla="*/ 1392245 h 2650669"/>
                <a:gd name="connsiteX3497" fmla="*/ 1077993 w 2676209"/>
                <a:gd name="connsiteY3497" fmla="*/ 1393469 h 2650669"/>
                <a:gd name="connsiteX3498" fmla="*/ 1079084 w 2676209"/>
                <a:gd name="connsiteY3498" fmla="*/ 1391121 h 2650669"/>
                <a:gd name="connsiteX3499" fmla="*/ 2087643 w 2676209"/>
                <a:gd name="connsiteY3499" fmla="*/ 1389997 h 2650669"/>
                <a:gd name="connsiteX3500" fmla="*/ 2088867 w 2676209"/>
                <a:gd name="connsiteY3500" fmla="*/ 1387748 h 2650669"/>
                <a:gd name="connsiteX3501" fmla="*/ 2087643 w 2676209"/>
                <a:gd name="connsiteY3501" fmla="*/ 1386491 h 2650669"/>
                <a:gd name="connsiteX3502" fmla="*/ 2086552 w 2676209"/>
                <a:gd name="connsiteY3502" fmla="*/ 1388839 h 2650669"/>
                <a:gd name="connsiteX3503" fmla="*/ 2087643 w 2676209"/>
                <a:gd name="connsiteY3503" fmla="*/ 1389997 h 2650669"/>
                <a:gd name="connsiteX3504" fmla="*/ 2017760 w 2676209"/>
                <a:gd name="connsiteY3504" fmla="*/ 1389997 h 2650669"/>
                <a:gd name="connsiteX3505" fmla="*/ 2019017 w 2676209"/>
                <a:gd name="connsiteY3505" fmla="*/ 1387748 h 2650669"/>
                <a:gd name="connsiteX3506" fmla="*/ 2017760 w 2676209"/>
                <a:gd name="connsiteY3506" fmla="*/ 1386491 h 2650669"/>
                <a:gd name="connsiteX3507" fmla="*/ 2016669 w 2676209"/>
                <a:gd name="connsiteY3507" fmla="*/ 1388839 h 2650669"/>
                <a:gd name="connsiteX3508" fmla="*/ 2017760 w 2676209"/>
                <a:gd name="connsiteY3508" fmla="*/ 1389997 h 2650669"/>
                <a:gd name="connsiteX3509" fmla="*/ 1786084 w 2676209"/>
                <a:gd name="connsiteY3509" fmla="*/ 1300336 h 2650669"/>
                <a:gd name="connsiteX3510" fmla="*/ 1787176 w 2676209"/>
                <a:gd name="connsiteY3510" fmla="*/ 1302684 h 2650669"/>
                <a:gd name="connsiteX3511" fmla="*/ 1788432 w 2676209"/>
                <a:gd name="connsiteY3511" fmla="*/ 1301427 h 2650669"/>
                <a:gd name="connsiteX3512" fmla="*/ 1787176 w 2676209"/>
                <a:gd name="connsiteY3512" fmla="*/ 1299178 h 2650669"/>
                <a:gd name="connsiteX3513" fmla="*/ 1786084 w 2676209"/>
                <a:gd name="connsiteY3513" fmla="*/ 1300336 h 2650669"/>
                <a:gd name="connsiteX3514" fmla="*/ 943982 w 2676209"/>
                <a:gd name="connsiteY3514" fmla="*/ 1297955 h 2650669"/>
                <a:gd name="connsiteX3515" fmla="*/ 945205 w 2676209"/>
                <a:gd name="connsiteY3515" fmla="*/ 1299178 h 2650669"/>
                <a:gd name="connsiteX3516" fmla="*/ 946297 w 2676209"/>
                <a:gd name="connsiteY3516" fmla="*/ 1296830 h 2650669"/>
                <a:gd name="connsiteX3517" fmla="*/ 945205 w 2676209"/>
                <a:gd name="connsiteY3517" fmla="*/ 1295706 h 2650669"/>
                <a:gd name="connsiteX3518" fmla="*/ 943982 w 2676209"/>
                <a:gd name="connsiteY3518" fmla="*/ 1297955 h 2650669"/>
                <a:gd name="connsiteX3519" fmla="*/ 723385 w 2676209"/>
                <a:gd name="connsiteY3519" fmla="*/ 1311415 h 2650669"/>
                <a:gd name="connsiteX3520" fmla="*/ 722228 w 2676209"/>
                <a:gd name="connsiteY3520" fmla="*/ 1310324 h 2650669"/>
                <a:gd name="connsiteX3521" fmla="*/ 719879 w 2676209"/>
                <a:gd name="connsiteY3521" fmla="*/ 1311415 h 2650669"/>
                <a:gd name="connsiteX3522" fmla="*/ 721037 w 2676209"/>
                <a:gd name="connsiteY3522" fmla="*/ 1312507 h 2650669"/>
                <a:gd name="connsiteX3523" fmla="*/ 723385 w 2676209"/>
                <a:gd name="connsiteY3523" fmla="*/ 1311415 h 2650669"/>
                <a:gd name="connsiteX3524" fmla="*/ 47342 w 2676209"/>
                <a:gd name="connsiteY3524" fmla="*/ 1309662 h 2650669"/>
                <a:gd name="connsiteX3525" fmla="*/ 46250 w 2676209"/>
                <a:gd name="connsiteY3525" fmla="*/ 1310820 h 2650669"/>
                <a:gd name="connsiteX3526" fmla="*/ 46449 w 2676209"/>
                <a:gd name="connsiteY3526" fmla="*/ 1311316 h 2650669"/>
                <a:gd name="connsiteX3527" fmla="*/ 48202 w 2676209"/>
                <a:gd name="connsiteY3527" fmla="*/ 1311415 h 2650669"/>
                <a:gd name="connsiteX3528" fmla="*/ 47342 w 2676209"/>
                <a:gd name="connsiteY3528" fmla="*/ 1309662 h 2650669"/>
                <a:gd name="connsiteX3529" fmla="*/ 1079713 w 2676209"/>
                <a:gd name="connsiteY3529" fmla="*/ 1309695 h 2650669"/>
                <a:gd name="connsiteX3530" fmla="*/ 1081234 w 2676209"/>
                <a:gd name="connsiteY3530" fmla="*/ 1309596 h 2650669"/>
                <a:gd name="connsiteX3531" fmla="*/ 1082822 w 2676209"/>
                <a:gd name="connsiteY3531" fmla="*/ 1307579 h 2650669"/>
                <a:gd name="connsiteX3532" fmla="*/ 1081763 w 2676209"/>
                <a:gd name="connsiteY3532" fmla="*/ 1306454 h 2650669"/>
                <a:gd name="connsiteX3533" fmla="*/ 1079779 w 2676209"/>
                <a:gd name="connsiteY3533" fmla="*/ 1308141 h 2650669"/>
                <a:gd name="connsiteX3534" fmla="*/ 1079713 w 2676209"/>
                <a:gd name="connsiteY3534" fmla="*/ 1309662 h 2650669"/>
                <a:gd name="connsiteX3535" fmla="*/ 1079713 w 2676209"/>
                <a:gd name="connsiteY3535" fmla="*/ 1309695 h 2650669"/>
                <a:gd name="connsiteX3536" fmla="*/ 820686 w 2676209"/>
                <a:gd name="connsiteY3536" fmla="*/ 1308406 h 2650669"/>
                <a:gd name="connsiteX3537" fmla="*/ 819429 w 2676209"/>
                <a:gd name="connsiteY3537" fmla="*/ 1306157 h 2650669"/>
                <a:gd name="connsiteX3538" fmla="*/ 818338 w 2676209"/>
                <a:gd name="connsiteY3538" fmla="*/ 1307314 h 2650669"/>
                <a:gd name="connsiteX3539" fmla="*/ 819429 w 2676209"/>
                <a:gd name="connsiteY3539" fmla="*/ 1309662 h 2650669"/>
                <a:gd name="connsiteX3540" fmla="*/ 820686 w 2676209"/>
                <a:gd name="connsiteY3540" fmla="*/ 1308406 h 2650669"/>
                <a:gd name="connsiteX3541" fmla="*/ 1639869 w 2676209"/>
                <a:gd name="connsiteY3541" fmla="*/ 1303345 h 2650669"/>
                <a:gd name="connsiteX3542" fmla="*/ 1638711 w 2676209"/>
                <a:gd name="connsiteY3542" fmla="*/ 1304437 h 2650669"/>
                <a:gd name="connsiteX3543" fmla="*/ 1640960 w 2676209"/>
                <a:gd name="connsiteY3543" fmla="*/ 1305661 h 2650669"/>
                <a:gd name="connsiteX3544" fmla="*/ 1642184 w 2676209"/>
                <a:gd name="connsiteY3544" fmla="*/ 1304437 h 2650669"/>
                <a:gd name="connsiteX3545" fmla="*/ 1639869 w 2676209"/>
                <a:gd name="connsiteY3545" fmla="*/ 1303345 h 2650669"/>
                <a:gd name="connsiteX3546" fmla="*/ 972557 w 2676209"/>
                <a:gd name="connsiteY3546" fmla="*/ 1305528 h 2650669"/>
                <a:gd name="connsiteX3547" fmla="*/ 974905 w 2676209"/>
                <a:gd name="connsiteY3547" fmla="*/ 1304437 h 2650669"/>
                <a:gd name="connsiteX3548" fmla="*/ 973681 w 2676209"/>
                <a:gd name="connsiteY3548" fmla="*/ 1303180 h 2650669"/>
                <a:gd name="connsiteX3549" fmla="*/ 971432 w 2676209"/>
                <a:gd name="connsiteY3549" fmla="*/ 1304437 h 2650669"/>
                <a:gd name="connsiteX3550" fmla="*/ 972557 w 2676209"/>
                <a:gd name="connsiteY3550" fmla="*/ 1305528 h 2650669"/>
                <a:gd name="connsiteX3551" fmla="*/ 656975 w 2676209"/>
                <a:gd name="connsiteY3551" fmla="*/ 1304437 h 2650669"/>
                <a:gd name="connsiteX3552" fmla="*/ 654726 w 2676209"/>
                <a:gd name="connsiteY3552" fmla="*/ 1303180 h 2650669"/>
                <a:gd name="connsiteX3553" fmla="*/ 653502 w 2676209"/>
                <a:gd name="connsiteY3553" fmla="*/ 1304437 h 2650669"/>
                <a:gd name="connsiteX3554" fmla="*/ 655850 w 2676209"/>
                <a:gd name="connsiteY3554" fmla="*/ 1305528 h 2650669"/>
                <a:gd name="connsiteX3555" fmla="*/ 656975 w 2676209"/>
                <a:gd name="connsiteY3555" fmla="*/ 1304437 h 2650669"/>
                <a:gd name="connsiteX3556" fmla="*/ 1109412 w 2676209"/>
                <a:gd name="connsiteY3556" fmla="*/ 820745 h 2650669"/>
                <a:gd name="connsiteX3557" fmla="*/ 1110669 w 2676209"/>
                <a:gd name="connsiteY3557" fmla="*/ 818497 h 2650669"/>
                <a:gd name="connsiteX3558" fmla="*/ 1109412 w 2676209"/>
                <a:gd name="connsiteY3558" fmla="*/ 817273 h 2650669"/>
                <a:gd name="connsiteX3559" fmla="*/ 1108321 w 2676209"/>
                <a:gd name="connsiteY3559" fmla="*/ 819621 h 2650669"/>
                <a:gd name="connsiteX3560" fmla="*/ 1109412 w 2676209"/>
                <a:gd name="connsiteY3560" fmla="*/ 820745 h 2650669"/>
                <a:gd name="connsiteX3561" fmla="*/ 1036057 w 2676209"/>
                <a:gd name="connsiteY3561" fmla="*/ 1281716 h 2650669"/>
                <a:gd name="connsiteX3562" fmla="*/ 1037148 w 2676209"/>
                <a:gd name="connsiteY3562" fmla="*/ 1280591 h 2650669"/>
                <a:gd name="connsiteX3563" fmla="*/ 1036057 w 2676209"/>
                <a:gd name="connsiteY3563" fmla="*/ 1278243 h 2650669"/>
                <a:gd name="connsiteX3564" fmla="*/ 1034800 w 2676209"/>
                <a:gd name="connsiteY3564" fmla="*/ 1279467 h 2650669"/>
                <a:gd name="connsiteX3565" fmla="*/ 1036057 w 2676209"/>
                <a:gd name="connsiteY3565" fmla="*/ 1281716 h 2650669"/>
                <a:gd name="connsiteX3566" fmla="*/ 2343760 w 2676209"/>
                <a:gd name="connsiteY3566" fmla="*/ 1277086 h 2650669"/>
                <a:gd name="connsiteX3567" fmla="*/ 2342668 w 2676209"/>
                <a:gd name="connsiteY3567" fmla="*/ 1274737 h 2650669"/>
                <a:gd name="connsiteX3568" fmla="*/ 2341445 w 2676209"/>
                <a:gd name="connsiteY3568" fmla="*/ 1275994 h 2650669"/>
                <a:gd name="connsiteX3569" fmla="*/ 2342668 w 2676209"/>
                <a:gd name="connsiteY3569" fmla="*/ 1278243 h 2650669"/>
                <a:gd name="connsiteX3570" fmla="*/ 2343760 w 2676209"/>
                <a:gd name="connsiteY3570" fmla="*/ 1277086 h 2650669"/>
                <a:gd name="connsiteX3571" fmla="*/ 1832089 w 2676209"/>
                <a:gd name="connsiteY3571" fmla="*/ 827228 h 2650669"/>
                <a:gd name="connsiteX3572" fmla="*/ 1834338 w 2676209"/>
                <a:gd name="connsiteY3572" fmla="*/ 826004 h 2650669"/>
                <a:gd name="connsiteX3573" fmla="*/ 1833213 w 2676209"/>
                <a:gd name="connsiteY3573" fmla="*/ 824913 h 2650669"/>
                <a:gd name="connsiteX3574" fmla="*/ 1830865 w 2676209"/>
                <a:gd name="connsiteY3574" fmla="*/ 826004 h 2650669"/>
                <a:gd name="connsiteX3575" fmla="*/ 1832089 w 2676209"/>
                <a:gd name="connsiteY3575" fmla="*/ 827228 h 2650669"/>
                <a:gd name="connsiteX3576" fmla="*/ 715216 w 2676209"/>
                <a:gd name="connsiteY3576" fmla="*/ 1275399 h 2650669"/>
                <a:gd name="connsiteX3577" fmla="*/ 712901 w 2676209"/>
                <a:gd name="connsiteY3577" fmla="*/ 1276490 h 2650669"/>
                <a:gd name="connsiteX3578" fmla="*/ 714125 w 2676209"/>
                <a:gd name="connsiteY3578" fmla="*/ 1277747 h 2650669"/>
                <a:gd name="connsiteX3579" fmla="*/ 716374 w 2676209"/>
                <a:gd name="connsiteY3579" fmla="*/ 1276490 h 2650669"/>
                <a:gd name="connsiteX3580" fmla="*/ 715216 w 2676209"/>
                <a:gd name="connsiteY3580" fmla="*/ 1275399 h 2650669"/>
                <a:gd name="connsiteX3581" fmla="*/ 1774310 w 2676209"/>
                <a:gd name="connsiteY3581" fmla="*/ 1273613 h 2650669"/>
                <a:gd name="connsiteX3582" fmla="*/ 1773219 w 2676209"/>
                <a:gd name="connsiteY3582" fmla="*/ 1271265 h 2650669"/>
                <a:gd name="connsiteX3583" fmla="*/ 1772127 w 2676209"/>
                <a:gd name="connsiteY3583" fmla="*/ 1272422 h 2650669"/>
                <a:gd name="connsiteX3584" fmla="*/ 1773219 w 2676209"/>
                <a:gd name="connsiteY3584" fmla="*/ 1274737 h 2650669"/>
                <a:gd name="connsiteX3585" fmla="*/ 1774310 w 2676209"/>
                <a:gd name="connsiteY3585" fmla="*/ 1273613 h 2650669"/>
                <a:gd name="connsiteX3586" fmla="*/ 1146752 w 2676209"/>
                <a:gd name="connsiteY3586" fmla="*/ 1272389 h 2650669"/>
                <a:gd name="connsiteX3587" fmla="*/ 1147843 w 2676209"/>
                <a:gd name="connsiteY3587" fmla="*/ 1274737 h 2650669"/>
                <a:gd name="connsiteX3588" fmla="*/ 1149100 w 2676209"/>
                <a:gd name="connsiteY3588" fmla="*/ 1273514 h 2650669"/>
                <a:gd name="connsiteX3589" fmla="*/ 1147843 w 2676209"/>
                <a:gd name="connsiteY3589" fmla="*/ 1271265 h 2650669"/>
                <a:gd name="connsiteX3590" fmla="*/ 1146752 w 2676209"/>
                <a:gd name="connsiteY3590" fmla="*/ 1272389 h 2650669"/>
                <a:gd name="connsiteX3591" fmla="*/ 585372 w 2676209"/>
                <a:gd name="connsiteY3591" fmla="*/ 1288727 h 2650669"/>
                <a:gd name="connsiteX3592" fmla="*/ 584281 w 2676209"/>
                <a:gd name="connsiteY3592" fmla="*/ 1289852 h 2650669"/>
                <a:gd name="connsiteX3593" fmla="*/ 585372 w 2676209"/>
                <a:gd name="connsiteY3593" fmla="*/ 1292200 h 2650669"/>
                <a:gd name="connsiteX3594" fmla="*/ 586629 w 2676209"/>
                <a:gd name="connsiteY3594" fmla="*/ 1290976 h 2650669"/>
                <a:gd name="connsiteX3595" fmla="*/ 585372 w 2676209"/>
                <a:gd name="connsiteY3595" fmla="*/ 1288727 h 2650669"/>
                <a:gd name="connsiteX3596" fmla="*/ 1138450 w 2676209"/>
                <a:gd name="connsiteY3596" fmla="*/ 823094 h 2650669"/>
                <a:gd name="connsiteX3597" fmla="*/ 1137359 w 2676209"/>
                <a:gd name="connsiteY3597" fmla="*/ 820779 h 2650669"/>
                <a:gd name="connsiteX3598" fmla="*/ 1136135 w 2676209"/>
                <a:gd name="connsiteY3598" fmla="*/ 822002 h 2650669"/>
                <a:gd name="connsiteX3599" fmla="*/ 1137359 w 2676209"/>
                <a:gd name="connsiteY3599" fmla="*/ 824251 h 2650669"/>
                <a:gd name="connsiteX3600" fmla="*/ 1138450 w 2676209"/>
                <a:gd name="connsiteY3600" fmla="*/ 823094 h 2650669"/>
                <a:gd name="connsiteX3601" fmla="*/ 1491338 w 2676209"/>
                <a:gd name="connsiteY3601" fmla="*/ 823094 h 2650669"/>
                <a:gd name="connsiteX3602" fmla="*/ 1490247 w 2676209"/>
                <a:gd name="connsiteY3602" fmla="*/ 820779 h 2650669"/>
                <a:gd name="connsiteX3603" fmla="*/ 1489122 w 2676209"/>
                <a:gd name="connsiteY3603" fmla="*/ 821903 h 2650669"/>
                <a:gd name="connsiteX3604" fmla="*/ 1490247 w 2676209"/>
                <a:gd name="connsiteY3604" fmla="*/ 824251 h 2650669"/>
                <a:gd name="connsiteX3605" fmla="*/ 1491338 w 2676209"/>
                <a:gd name="connsiteY3605" fmla="*/ 823094 h 2650669"/>
                <a:gd name="connsiteX3606" fmla="*/ 1253908 w 2676209"/>
                <a:gd name="connsiteY3606" fmla="*/ 1286478 h 2650669"/>
                <a:gd name="connsiteX3607" fmla="*/ 1252651 w 2676209"/>
                <a:gd name="connsiteY3607" fmla="*/ 1285222 h 2650669"/>
                <a:gd name="connsiteX3608" fmla="*/ 1251560 w 2676209"/>
                <a:gd name="connsiteY3608" fmla="*/ 1287570 h 2650669"/>
                <a:gd name="connsiteX3609" fmla="*/ 1252651 w 2676209"/>
                <a:gd name="connsiteY3609" fmla="*/ 1288727 h 2650669"/>
                <a:gd name="connsiteX3610" fmla="*/ 1253908 w 2676209"/>
                <a:gd name="connsiteY3610" fmla="*/ 1286478 h 2650669"/>
                <a:gd name="connsiteX3611" fmla="*/ 576145 w 2676209"/>
                <a:gd name="connsiteY3611" fmla="*/ 1286478 h 2650669"/>
                <a:gd name="connsiteX3612" fmla="*/ 574888 w 2676209"/>
                <a:gd name="connsiteY3612" fmla="*/ 1285222 h 2650669"/>
                <a:gd name="connsiteX3613" fmla="*/ 573796 w 2676209"/>
                <a:gd name="connsiteY3613" fmla="*/ 1287570 h 2650669"/>
                <a:gd name="connsiteX3614" fmla="*/ 574888 w 2676209"/>
                <a:gd name="connsiteY3614" fmla="*/ 1288727 h 2650669"/>
                <a:gd name="connsiteX3615" fmla="*/ 576145 w 2676209"/>
                <a:gd name="connsiteY3615" fmla="*/ 1286478 h 2650669"/>
                <a:gd name="connsiteX3616" fmla="*/ 1790681 w 2676209"/>
                <a:gd name="connsiteY3616" fmla="*/ 1285222 h 2650669"/>
                <a:gd name="connsiteX3617" fmla="*/ 1791773 w 2676209"/>
                <a:gd name="connsiteY3617" fmla="*/ 1284064 h 2650669"/>
                <a:gd name="connsiteX3618" fmla="*/ 1790681 w 2676209"/>
                <a:gd name="connsiteY3618" fmla="*/ 1281716 h 2650669"/>
                <a:gd name="connsiteX3619" fmla="*/ 1789458 w 2676209"/>
                <a:gd name="connsiteY3619" fmla="*/ 1282973 h 2650669"/>
                <a:gd name="connsiteX3620" fmla="*/ 1790681 w 2676209"/>
                <a:gd name="connsiteY3620" fmla="*/ 1285222 h 2650669"/>
                <a:gd name="connsiteX3621" fmla="*/ 2397503 w 2676209"/>
                <a:gd name="connsiteY3621" fmla="*/ 1335261 h 2650669"/>
                <a:gd name="connsiteX3622" fmla="*/ 2398595 w 2676209"/>
                <a:gd name="connsiteY3622" fmla="*/ 1337609 h 2650669"/>
                <a:gd name="connsiteX3623" fmla="*/ 2399686 w 2676209"/>
                <a:gd name="connsiteY3623" fmla="*/ 1336451 h 2650669"/>
                <a:gd name="connsiteX3624" fmla="*/ 2398595 w 2676209"/>
                <a:gd name="connsiteY3624" fmla="*/ 1334103 h 2650669"/>
                <a:gd name="connsiteX3625" fmla="*/ 2397503 w 2676209"/>
                <a:gd name="connsiteY3625" fmla="*/ 1335261 h 2650669"/>
                <a:gd name="connsiteX3626" fmla="*/ 1611426 w 2676209"/>
                <a:gd name="connsiteY3626" fmla="*/ 1335261 h 2650669"/>
                <a:gd name="connsiteX3627" fmla="*/ 1612518 w 2676209"/>
                <a:gd name="connsiteY3627" fmla="*/ 1337609 h 2650669"/>
                <a:gd name="connsiteX3628" fmla="*/ 1613741 w 2676209"/>
                <a:gd name="connsiteY3628" fmla="*/ 1336352 h 2650669"/>
                <a:gd name="connsiteX3629" fmla="*/ 1612518 w 2676209"/>
                <a:gd name="connsiteY3629" fmla="*/ 1334103 h 2650669"/>
                <a:gd name="connsiteX3630" fmla="*/ 1611426 w 2676209"/>
                <a:gd name="connsiteY3630" fmla="*/ 1335261 h 2650669"/>
                <a:gd name="connsiteX3631" fmla="*/ 1545049 w 2676209"/>
                <a:gd name="connsiteY3631" fmla="*/ 1335261 h 2650669"/>
                <a:gd name="connsiteX3632" fmla="*/ 1546140 w 2676209"/>
                <a:gd name="connsiteY3632" fmla="*/ 1337609 h 2650669"/>
                <a:gd name="connsiteX3633" fmla="*/ 1547232 w 2676209"/>
                <a:gd name="connsiteY3633" fmla="*/ 1336451 h 2650669"/>
                <a:gd name="connsiteX3634" fmla="*/ 1546140 w 2676209"/>
                <a:gd name="connsiteY3634" fmla="*/ 1334103 h 2650669"/>
                <a:gd name="connsiteX3635" fmla="*/ 1545049 w 2676209"/>
                <a:gd name="connsiteY3635" fmla="*/ 1335261 h 2650669"/>
                <a:gd name="connsiteX3636" fmla="*/ 888717 w 2676209"/>
                <a:gd name="connsiteY3636" fmla="*/ 1336948 h 2650669"/>
                <a:gd name="connsiteX3637" fmla="*/ 891065 w 2676209"/>
                <a:gd name="connsiteY3637" fmla="*/ 1335856 h 2650669"/>
                <a:gd name="connsiteX3638" fmla="*/ 889808 w 2676209"/>
                <a:gd name="connsiteY3638" fmla="*/ 1334632 h 2650669"/>
                <a:gd name="connsiteX3639" fmla="*/ 887559 w 2676209"/>
                <a:gd name="connsiteY3639" fmla="*/ 1335856 h 2650669"/>
                <a:gd name="connsiteX3640" fmla="*/ 888717 w 2676209"/>
                <a:gd name="connsiteY3640" fmla="*/ 1336948 h 2650669"/>
                <a:gd name="connsiteX3641" fmla="*/ 2419894 w 2676209"/>
                <a:gd name="connsiteY3641" fmla="*/ 1333740 h 2650669"/>
                <a:gd name="connsiteX3642" fmla="*/ 2421018 w 2676209"/>
                <a:gd name="connsiteY3642" fmla="*/ 1332648 h 2650669"/>
                <a:gd name="connsiteX3643" fmla="*/ 2419331 w 2676209"/>
                <a:gd name="connsiteY3643" fmla="*/ 1330664 h 2650669"/>
                <a:gd name="connsiteX3644" fmla="*/ 2417876 w 2676209"/>
                <a:gd name="connsiteY3644" fmla="*/ 1332152 h 2650669"/>
                <a:gd name="connsiteX3645" fmla="*/ 2419894 w 2676209"/>
                <a:gd name="connsiteY3645" fmla="*/ 1333740 h 2650669"/>
                <a:gd name="connsiteX3646" fmla="*/ 2404482 w 2676209"/>
                <a:gd name="connsiteY3646" fmla="*/ 1328282 h 2650669"/>
                <a:gd name="connsiteX3647" fmla="*/ 2405573 w 2676209"/>
                <a:gd name="connsiteY3647" fmla="*/ 1330631 h 2650669"/>
                <a:gd name="connsiteX3648" fmla="*/ 2406664 w 2676209"/>
                <a:gd name="connsiteY3648" fmla="*/ 1329473 h 2650669"/>
                <a:gd name="connsiteX3649" fmla="*/ 2405573 w 2676209"/>
                <a:gd name="connsiteY3649" fmla="*/ 1327125 h 2650669"/>
                <a:gd name="connsiteX3650" fmla="*/ 2404482 w 2676209"/>
                <a:gd name="connsiteY3650" fmla="*/ 1328282 h 2650669"/>
                <a:gd name="connsiteX3651" fmla="*/ 905055 w 2676209"/>
                <a:gd name="connsiteY3651" fmla="*/ 1346340 h 2650669"/>
                <a:gd name="connsiteX3652" fmla="*/ 902806 w 2676209"/>
                <a:gd name="connsiteY3652" fmla="*/ 1345084 h 2650669"/>
                <a:gd name="connsiteX3653" fmla="*/ 901549 w 2676209"/>
                <a:gd name="connsiteY3653" fmla="*/ 1346340 h 2650669"/>
                <a:gd name="connsiteX3654" fmla="*/ 903897 w 2676209"/>
                <a:gd name="connsiteY3654" fmla="*/ 1347432 h 2650669"/>
                <a:gd name="connsiteX3655" fmla="*/ 905055 w 2676209"/>
                <a:gd name="connsiteY3655" fmla="*/ 1346340 h 2650669"/>
                <a:gd name="connsiteX3656" fmla="*/ 2005556 w 2676209"/>
                <a:gd name="connsiteY3656" fmla="*/ 1342835 h 2650669"/>
                <a:gd name="connsiteX3657" fmla="*/ 2006681 w 2676209"/>
                <a:gd name="connsiteY3657" fmla="*/ 1343926 h 2650669"/>
                <a:gd name="connsiteX3658" fmla="*/ 2009029 w 2676209"/>
                <a:gd name="connsiteY3658" fmla="*/ 1342835 h 2650669"/>
                <a:gd name="connsiteX3659" fmla="*/ 2007904 w 2676209"/>
                <a:gd name="connsiteY3659" fmla="*/ 1341743 h 2650669"/>
                <a:gd name="connsiteX3660" fmla="*/ 2005556 w 2676209"/>
                <a:gd name="connsiteY3660" fmla="*/ 1342835 h 2650669"/>
                <a:gd name="connsiteX3661" fmla="*/ 737838 w 2676209"/>
                <a:gd name="connsiteY3661" fmla="*/ 1342338 h 2650669"/>
                <a:gd name="connsiteX3662" fmla="*/ 739095 w 2676209"/>
                <a:gd name="connsiteY3662" fmla="*/ 1344587 h 2650669"/>
                <a:gd name="connsiteX3663" fmla="*/ 740186 w 2676209"/>
                <a:gd name="connsiteY3663" fmla="*/ 1343430 h 2650669"/>
                <a:gd name="connsiteX3664" fmla="*/ 739095 w 2676209"/>
                <a:gd name="connsiteY3664" fmla="*/ 1341082 h 2650669"/>
                <a:gd name="connsiteX3665" fmla="*/ 737838 w 2676209"/>
                <a:gd name="connsiteY3665" fmla="*/ 1342338 h 2650669"/>
                <a:gd name="connsiteX3666" fmla="*/ 2506875 w 2676209"/>
                <a:gd name="connsiteY3666" fmla="*/ 1337609 h 2650669"/>
                <a:gd name="connsiteX3667" fmla="*/ 2505784 w 2676209"/>
                <a:gd name="connsiteY3667" fmla="*/ 1338767 h 2650669"/>
                <a:gd name="connsiteX3668" fmla="*/ 2506875 w 2676209"/>
                <a:gd name="connsiteY3668" fmla="*/ 1341082 h 2650669"/>
                <a:gd name="connsiteX3669" fmla="*/ 2508132 w 2676209"/>
                <a:gd name="connsiteY3669" fmla="*/ 1339858 h 2650669"/>
                <a:gd name="connsiteX3670" fmla="*/ 2506875 w 2676209"/>
                <a:gd name="connsiteY3670" fmla="*/ 1337609 h 2650669"/>
                <a:gd name="connsiteX3671" fmla="*/ 2145951 w 2676209"/>
                <a:gd name="connsiteY3671" fmla="*/ 1338767 h 2650669"/>
                <a:gd name="connsiteX3672" fmla="*/ 2147042 w 2676209"/>
                <a:gd name="connsiteY3672" fmla="*/ 1341082 h 2650669"/>
                <a:gd name="connsiteX3673" fmla="*/ 2148266 w 2676209"/>
                <a:gd name="connsiteY3673" fmla="*/ 1339858 h 2650669"/>
                <a:gd name="connsiteX3674" fmla="*/ 2147042 w 2676209"/>
                <a:gd name="connsiteY3674" fmla="*/ 1337609 h 2650669"/>
                <a:gd name="connsiteX3675" fmla="*/ 2145951 w 2676209"/>
                <a:gd name="connsiteY3675" fmla="*/ 1338767 h 2650669"/>
                <a:gd name="connsiteX3676" fmla="*/ 1740675 w 2676209"/>
                <a:gd name="connsiteY3676" fmla="*/ 1338767 h 2650669"/>
                <a:gd name="connsiteX3677" fmla="*/ 1741766 w 2676209"/>
                <a:gd name="connsiteY3677" fmla="*/ 1341082 h 2650669"/>
                <a:gd name="connsiteX3678" fmla="*/ 1742858 w 2676209"/>
                <a:gd name="connsiteY3678" fmla="*/ 1339957 h 2650669"/>
                <a:gd name="connsiteX3679" fmla="*/ 1741766 w 2676209"/>
                <a:gd name="connsiteY3679" fmla="*/ 1337609 h 2650669"/>
                <a:gd name="connsiteX3680" fmla="*/ 1740675 w 2676209"/>
                <a:gd name="connsiteY3680" fmla="*/ 1338767 h 2650669"/>
                <a:gd name="connsiteX3681" fmla="*/ 1487965 w 2676209"/>
                <a:gd name="connsiteY3681" fmla="*/ 1339858 h 2650669"/>
                <a:gd name="connsiteX3682" fmla="*/ 1486741 w 2676209"/>
                <a:gd name="connsiteY3682" fmla="*/ 1337609 h 2650669"/>
                <a:gd name="connsiteX3683" fmla="*/ 1485650 w 2676209"/>
                <a:gd name="connsiteY3683" fmla="*/ 1338767 h 2650669"/>
                <a:gd name="connsiteX3684" fmla="*/ 1486741 w 2676209"/>
                <a:gd name="connsiteY3684" fmla="*/ 1341115 h 2650669"/>
                <a:gd name="connsiteX3685" fmla="*/ 1487965 w 2676209"/>
                <a:gd name="connsiteY3685" fmla="*/ 1339858 h 2650669"/>
                <a:gd name="connsiteX3686" fmla="*/ 522467 w 2676209"/>
                <a:gd name="connsiteY3686" fmla="*/ 1337609 h 2650669"/>
                <a:gd name="connsiteX3687" fmla="*/ 521376 w 2676209"/>
                <a:gd name="connsiteY3687" fmla="*/ 1338767 h 2650669"/>
                <a:gd name="connsiteX3688" fmla="*/ 522467 w 2676209"/>
                <a:gd name="connsiteY3688" fmla="*/ 1341082 h 2650669"/>
                <a:gd name="connsiteX3689" fmla="*/ 523724 w 2676209"/>
                <a:gd name="connsiteY3689" fmla="*/ 1339858 h 2650669"/>
                <a:gd name="connsiteX3690" fmla="*/ 522467 w 2676209"/>
                <a:gd name="connsiteY3690" fmla="*/ 1337609 h 2650669"/>
                <a:gd name="connsiteX3691" fmla="*/ 284904 w 2676209"/>
                <a:gd name="connsiteY3691" fmla="*/ 1337609 h 2650669"/>
                <a:gd name="connsiteX3692" fmla="*/ 283813 w 2676209"/>
                <a:gd name="connsiteY3692" fmla="*/ 1338767 h 2650669"/>
                <a:gd name="connsiteX3693" fmla="*/ 284904 w 2676209"/>
                <a:gd name="connsiteY3693" fmla="*/ 1341082 h 2650669"/>
                <a:gd name="connsiteX3694" fmla="*/ 286161 w 2676209"/>
                <a:gd name="connsiteY3694" fmla="*/ 1339858 h 2650669"/>
                <a:gd name="connsiteX3695" fmla="*/ 284904 w 2676209"/>
                <a:gd name="connsiteY3695" fmla="*/ 1337609 h 2650669"/>
                <a:gd name="connsiteX3696" fmla="*/ 2093530 w 2676209"/>
                <a:gd name="connsiteY3696" fmla="*/ 1314293 h 2650669"/>
                <a:gd name="connsiteX3697" fmla="*/ 2094621 w 2676209"/>
                <a:gd name="connsiteY3697" fmla="*/ 1316641 h 2650669"/>
                <a:gd name="connsiteX3698" fmla="*/ 2095713 w 2676209"/>
                <a:gd name="connsiteY3698" fmla="*/ 1315516 h 2650669"/>
                <a:gd name="connsiteX3699" fmla="*/ 2094621 w 2676209"/>
                <a:gd name="connsiteY3699" fmla="*/ 1313168 h 2650669"/>
                <a:gd name="connsiteX3700" fmla="*/ 2093530 w 2676209"/>
                <a:gd name="connsiteY3700" fmla="*/ 1314293 h 2650669"/>
                <a:gd name="connsiteX3701" fmla="*/ 1893240 w 2676209"/>
                <a:gd name="connsiteY3701" fmla="*/ 1315417 h 2650669"/>
                <a:gd name="connsiteX3702" fmla="*/ 1891984 w 2676209"/>
                <a:gd name="connsiteY3702" fmla="*/ 1313168 h 2650669"/>
                <a:gd name="connsiteX3703" fmla="*/ 1890892 w 2676209"/>
                <a:gd name="connsiteY3703" fmla="*/ 1314293 h 2650669"/>
                <a:gd name="connsiteX3704" fmla="*/ 1891984 w 2676209"/>
                <a:gd name="connsiteY3704" fmla="*/ 1316641 h 2650669"/>
                <a:gd name="connsiteX3705" fmla="*/ 1893240 w 2676209"/>
                <a:gd name="connsiteY3705" fmla="*/ 1315417 h 2650669"/>
                <a:gd name="connsiteX3706" fmla="*/ 1797064 w 2676209"/>
                <a:gd name="connsiteY3706" fmla="*/ 1316012 h 2650669"/>
                <a:gd name="connsiteX3707" fmla="*/ 1799413 w 2676209"/>
                <a:gd name="connsiteY3707" fmla="*/ 1314921 h 2650669"/>
                <a:gd name="connsiteX3708" fmla="*/ 1798189 w 2676209"/>
                <a:gd name="connsiteY3708" fmla="*/ 1313664 h 2650669"/>
                <a:gd name="connsiteX3709" fmla="*/ 1795940 w 2676209"/>
                <a:gd name="connsiteY3709" fmla="*/ 1314921 h 2650669"/>
                <a:gd name="connsiteX3710" fmla="*/ 1797064 w 2676209"/>
                <a:gd name="connsiteY3710" fmla="*/ 1316012 h 2650669"/>
                <a:gd name="connsiteX3711" fmla="*/ 1664905 w 2676209"/>
                <a:gd name="connsiteY3711" fmla="*/ 1313168 h 2650669"/>
                <a:gd name="connsiteX3712" fmla="*/ 1663814 w 2676209"/>
                <a:gd name="connsiteY3712" fmla="*/ 1314293 h 2650669"/>
                <a:gd name="connsiteX3713" fmla="*/ 1664905 w 2676209"/>
                <a:gd name="connsiteY3713" fmla="*/ 1316641 h 2650669"/>
                <a:gd name="connsiteX3714" fmla="*/ 1666162 w 2676209"/>
                <a:gd name="connsiteY3714" fmla="*/ 1315417 h 2650669"/>
                <a:gd name="connsiteX3715" fmla="*/ 1664905 w 2676209"/>
                <a:gd name="connsiteY3715" fmla="*/ 1313168 h 2650669"/>
                <a:gd name="connsiteX3716" fmla="*/ 1068733 w 2676209"/>
                <a:gd name="connsiteY3716" fmla="*/ 1315417 h 2650669"/>
                <a:gd name="connsiteX3717" fmla="*/ 1067509 w 2676209"/>
                <a:gd name="connsiteY3717" fmla="*/ 1313168 h 2650669"/>
                <a:gd name="connsiteX3718" fmla="*/ 1066418 w 2676209"/>
                <a:gd name="connsiteY3718" fmla="*/ 1314293 h 2650669"/>
                <a:gd name="connsiteX3719" fmla="*/ 1067509 w 2676209"/>
                <a:gd name="connsiteY3719" fmla="*/ 1316641 h 2650669"/>
                <a:gd name="connsiteX3720" fmla="*/ 1068733 w 2676209"/>
                <a:gd name="connsiteY3720" fmla="*/ 1315417 h 2650669"/>
                <a:gd name="connsiteX3721" fmla="*/ 1117647 w 2676209"/>
                <a:gd name="connsiteY3721" fmla="*/ 812543 h 2650669"/>
                <a:gd name="connsiteX3722" fmla="*/ 1116424 w 2676209"/>
                <a:gd name="connsiteY3722" fmla="*/ 810294 h 2650669"/>
                <a:gd name="connsiteX3723" fmla="*/ 1115332 w 2676209"/>
                <a:gd name="connsiteY3723" fmla="*/ 811419 h 2650669"/>
                <a:gd name="connsiteX3724" fmla="*/ 1116424 w 2676209"/>
                <a:gd name="connsiteY3724" fmla="*/ 813767 h 2650669"/>
                <a:gd name="connsiteX3725" fmla="*/ 1117647 w 2676209"/>
                <a:gd name="connsiteY3725" fmla="*/ 812543 h 2650669"/>
                <a:gd name="connsiteX3726" fmla="*/ 908527 w 2676209"/>
                <a:gd name="connsiteY3726" fmla="*/ 1314921 h 2650669"/>
                <a:gd name="connsiteX3727" fmla="*/ 910776 w 2676209"/>
                <a:gd name="connsiteY3727" fmla="*/ 1316145 h 2650669"/>
                <a:gd name="connsiteX3728" fmla="*/ 912033 w 2676209"/>
                <a:gd name="connsiteY3728" fmla="*/ 1314921 h 2650669"/>
                <a:gd name="connsiteX3729" fmla="*/ 909685 w 2676209"/>
                <a:gd name="connsiteY3729" fmla="*/ 1313830 h 2650669"/>
                <a:gd name="connsiteX3730" fmla="*/ 908527 w 2676209"/>
                <a:gd name="connsiteY3730" fmla="*/ 1314921 h 2650669"/>
                <a:gd name="connsiteX3731" fmla="*/ 880085 w 2676209"/>
                <a:gd name="connsiteY3731" fmla="*/ 1314392 h 2650669"/>
                <a:gd name="connsiteX3732" fmla="*/ 878828 w 2676209"/>
                <a:gd name="connsiteY3732" fmla="*/ 1313168 h 2650669"/>
                <a:gd name="connsiteX3733" fmla="*/ 877737 w 2676209"/>
                <a:gd name="connsiteY3733" fmla="*/ 1315516 h 2650669"/>
                <a:gd name="connsiteX3734" fmla="*/ 878828 w 2676209"/>
                <a:gd name="connsiteY3734" fmla="*/ 1316641 h 2650669"/>
                <a:gd name="connsiteX3735" fmla="*/ 880085 w 2676209"/>
                <a:gd name="connsiteY3735" fmla="*/ 1314392 h 2650669"/>
                <a:gd name="connsiteX3736" fmla="*/ 833419 w 2676209"/>
                <a:gd name="connsiteY3736" fmla="*/ 1313168 h 2650669"/>
                <a:gd name="connsiteX3737" fmla="*/ 832327 w 2676209"/>
                <a:gd name="connsiteY3737" fmla="*/ 1314293 h 2650669"/>
                <a:gd name="connsiteX3738" fmla="*/ 833419 w 2676209"/>
                <a:gd name="connsiteY3738" fmla="*/ 1316641 h 2650669"/>
                <a:gd name="connsiteX3739" fmla="*/ 834676 w 2676209"/>
                <a:gd name="connsiteY3739" fmla="*/ 1315417 h 2650669"/>
                <a:gd name="connsiteX3740" fmla="*/ 833419 w 2676209"/>
                <a:gd name="connsiteY3740" fmla="*/ 1313168 h 2650669"/>
                <a:gd name="connsiteX3741" fmla="*/ 1755128 w 2676209"/>
                <a:gd name="connsiteY3741" fmla="*/ 1312507 h 2650669"/>
                <a:gd name="connsiteX3742" fmla="*/ 1757476 w 2676209"/>
                <a:gd name="connsiteY3742" fmla="*/ 1311415 h 2650669"/>
                <a:gd name="connsiteX3743" fmla="*/ 1756252 w 2676209"/>
                <a:gd name="connsiteY3743" fmla="*/ 1310192 h 2650669"/>
                <a:gd name="connsiteX3744" fmla="*/ 1754003 w 2676209"/>
                <a:gd name="connsiteY3744" fmla="*/ 1311415 h 2650669"/>
                <a:gd name="connsiteX3745" fmla="*/ 1755128 w 2676209"/>
                <a:gd name="connsiteY3745" fmla="*/ 1312507 h 2650669"/>
                <a:gd name="connsiteX3746" fmla="*/ 1377832 w 2676209"/>
                <a:gd name="connsiteY3746" fmla="*/ 1312507 h 2650669"/>
                <a:gd name="connsiteX3747" fmla="*/ 1380180 w 2676209"/>
                <a:gd name="connsiteY3747" fmla="*/ 1311415 h 2650669"/>
                <a:gd name="connsiteX3748" fmla="*/ 1378924 w 2676209"/>
                <a:gd name="connsiteY3748" fmla="*/ 1310192 h 2650669"/>
                <a:gd name="connsiteX3749" fmla="*/ 1376675 w 2676209"/>
                <a:gd name="connsiteY3749" fmla="*/ 1311415 h 2650669"/>
                <a:gd name="connsiteX3750" fmla="*/ 1377832 w 2676209"/>
                <a:gd name="connsiteY3750" fmla="*/ 1312507 h 2650669"/>
                <a:gd name="connsiteX3751" fmla="*/ 1077695 w 2676209"/>
                <a:gd name="connsiteY3751" fmla="*/ 1312738 h 2650669"/>
                <a:gd name="connsiteX3752" fmla="*/ 1079713 w 2676209"/>
                <a:gd name="connsiteY3752" fmla="*/ 1311217 h 2650669"/>
                <a:gd name="connsiteX3753" fmla="*/ 1079713 w 2676209"/>
                <a:gd name="connsiteY3753" fmla="*/ 1309695 h 2650669"/>
                <a:gd name="connsiteX3754" fmla="*/ 1079713 w 2676209"/>
                <a:gd name="connsiteY3754" fmla="*/ 1309662 h 2650669"/>
                <a:gd name="connsiteX3755" fmla="*/ 1077034 w 2676209"/>
                <a:gd name="connsiteY3755" fmla="*/ 1310655 h 2650669"/>
                <a:gd name="connsiteX3756" fmla="*/ 1077695 w 2676209"/>
                <a:gd name="connsiteY3756" fmla="*/ 1312738 h 2650669"/>
                <a:gd name="connsiteX3757" fmla="*/ 1124494 w 2676209"/>
                <a:gd name="connsiteY3757" fmla="*/ 809137 h 2650669"/>
                <a:gd name="connsiteX3758" fmla="*/ 1123402 w 2676209"/>
                <a:gd name="connsiteY3758" fmla="*/ 806789 h 2650669"/>
                <a:gd name="connsiteX3759" fmla="*/ 1122311 w 2676209"/>
                <a:gd name="connsiteY3759" fmla="*/ 807946 h 2650669"/>
                <a:gd name="connsiteX3760" fmla="*/ 1123402 w 2676209"/>
                <a:gd name="connsiteY3760" fmla="*/ 810294 h 2650669"/>
                <a:gd name="connsiteX3761" fmla="*/ 1124494 w 2676209"/>
                <a:gd name="connsiteY3761" fmla="*/ 809137 h 2650669"/>
                <a:gd name="connsiteX3762" fmla="*/ 1195005 w 2676209"/>
                <a:gd name="connsiteY3762" fmla="*/ 808542 h 2650669"/>
                <a:gd name="connsiteX3763" fmla="*/ 1196163 w 2676209"/>
                <a:gd name="connsiteY3763" fmla="*/ 809633 h 2650669"/>
                <a:gd name="connsiteX3764" fmla="*/ 1198511 w 2676209"/>
                <a:gd name="connsiteY3764" fmla="*/ 808542 h 2650669"/>
                <a:gd name="connsiteX3765" fmla="*/ 1197287 w 2676209"/>
                <a:gd name="connsiteY3765" fmla="*/ 807285 h 2650669"/>
                <a:gd name="connsiteX3766" fmla="*/ 1195005 w 2676209"/>
                <a:gd name="connsiteY3766" fmla="*/ 808542 h 2650669"/>
                <a:gd name="connsiteX3767" fmla="*/ 1564198 w 2676209"/>
                <a:gd name="connsiteY3767" fmla="*/ 1327786 h 2650669"/>
                <a:gd name="connsiteX3768" fmla="*/ 1561850 w 2676209"/>
                <a:gd name="connsiteY3768" fmla="*/ 1328878 h 2650669"/>
                <a:gd name="connsiteX3769" fmla="*/ 1562974 w 2676209"/>
                <a:gd name="connsiteY3769" fmla="*/ 1329969 h 2650669"/>
                <a:gd name="connsiteX3770" fmla="*/ 1565322 w 2676209"/>
                <a:gd name="connsiteY3770" fmla="*/ 1328878 h 2650669"/>
                <a:gd name="connsiteX3771" fmla="*/ 1564198 w 2676209"/>
                <a:gd name="connsiteY3771" fmla="*/ 1327786 h 2650669"/>
                <a:gd name="connsiteX3772" fmla="*/ 1444805 w 2676209"/>
                <a:gd name="connsiteY3772" fmla="*/ 1327125 h 2650669"/>
                <a:gd name="connsiteX3773" fmla="*/ 1443713 w 2676209"/>
                <a:gd name="connsiteY3773" fmla="*/ 1328282 h 2650669"/>
                <a:gd name="connsiteX3774" fmla="*/ 1444805 w 2676209"/>
                <a:gd name="connsiteY3774" fmla="*/ 1330631 h 2650669"/>
                <a:gd name="connsiteX3775" fmla="*/ 1446062 w 2676209"/>
                <a:gd name="connsiteY3775" fmla="*/ 1329374 h 2650669"/>
                <a:gd name="connsiteX3776" fmla="*/ 1444805 w 2676209"/>
                <a:gd name="connsiteY3776" fmla="*/ 1327125 h 2650669"/>
                <a:gd name="connsiteX3777" fmla="*/ 1306295 w 2676209"/>
                <a:gd name="connsiteY3777" fmla="*/ 809038 h 2650669"/>
                <a:gd name="connsiteX3778" fmla="*/ 1305072 w 2676209"/>
                <a:gd name="connsiteY3778" fmla="*/ 806789 h 2650669"/>
                <a:gd name="connsiteX3779" fmla="*/ 1303980 w 2676209"/>
                <a:gd name="connsiteY3779" fmla="*/ 807946 h 2650669"/>
                <a:gd name="connsiteX3780" fmla="*/ 1305072 w 2676209"/>
                <a:gd name="connsiteY3780" fmla="*/ 810294 h 2650669"/>
                <a:gd name="connsiteX3781" fmla="*/ 1306295 w 2676209"/>
                <a:gd name="connsiteY3781" fmla="*/ 809038 h 2650669"/>
                <a:gd name="connsiteX3782" fmla="*/ 1337119 w 2676209"/>
                <a:gd name="connsiteY3782" fmla="*/ 807450 h 2650669"/>
                <a:gd name="connsiteX3783" fmla="*/ 1334771 w 2676209"/>
                <a:gd name="connsiteY3783" fmla="*/ 808542 h 2650669"/>
                <a:gd name="connsiteX3784" fmla="*/ 1335896 w 2676209"/>
                <a:gd name="connsiteY3784" fmla="*/ 809633 h 2650669"/>
                <a:gd name="connsiteX3785" fmla="*/ 1338244 w 2676209"/>
                <a:gd name="connsiteY3785" fmla="*/ 808542 h 2650669"/>
                <a:gd name="connsiteX3786" fmla="*/ 1337119 w 2676209"/>
                <a:gd name="connsiteY3786" fmla="*/ 807450 h 2650669"/>
                <a:gd name="connsiteX3787" fmla="*/ 2114498 w 2676209"/>
                <a:gd name="connsiteY3787" fmla="*/ 1324777 h 2650669"/>
                <a:gd name="connsiteX3788" fmla="*/ 2115590 w 2676209"/>
                <a:gd name="connsiteY3788" fmla="*/ 1327125 h 2650669"/>
                <a:gd name="connsiteX3789" fmla="*/ 2116681 w 2676209"/>
                <a:gd name="connsiteY3789" fmla="*/ 1325967 h 2650669"/>
                <a:gd name="connsiteX3790" fmla="*/ 2115590 w 2676209"/>
                <a:gd name="connsiteY3790" fmla="*/ 1323652 h 2650669"/>
                <a:gd name="connsiteX3791" fmla="*/ 2114498 w 2676209"/>
                <a:gd name="connsiteY3791" fmla="*/ 1324777 h 2650669"/>
                <a:gd name="connsiteX3792" fmla="*/ 953440 w 2676209"/>
                <a:gd name="connsiteY3792" fmla="*/ 1325901 h 2650669"/>
                <a:gd name="connsiteX3793" fmla="*/ 952217 w 2676209"/>
                <a:gd name="connsiteY3793" fmla="*/ 1323652 h 2650669"/>
                <a:gd name="connsiteX3794" fmla="*/ 951125 w 2676209"/>
                <a:gd name="connsiteY3794" fmla="*/ 1324777 h 2650669"/>
                <a:gd name="connsiteX3795" fmla="*/ 952217 w 2676209"/>
                <a:gd name="connsiteY3795" fmla="*/ 1327125 h 2650669"/>
                <a:gd name="connsiteX3796" fmla="*/ 953440 w 2676209"/>
                <a:gd name="connsiteY3796" fmla="*/ 1325901 h 2650669"/>
                <a:gd name="connsiteX3797" fmla="*/ 1291578 w 2676209"/>
                <a:gd name="connsiteY3797" fmla="*/ 1323123 h 2650669"/>
                <a:gd name="connsiteX3798" fmla="*/ 1292835 w 2676209"/>
                <a:gd name="connsiteY3798" fmla="*/ 1321899 h 2650669"/>
                <a:gd name="connsiteX3799" fmla="*/ 1290487 w 2676209"/>
                <a:gd name="connsiteY3799" fmla="*/ 1320808 h 2650669"/>
                <a:gd name="connsiteX3800" fmla="*/ 1289329 w 2676209"/>
                <a:gd name="connsiteY3800" fmla="*/ 1321899 h 2650669"/>
                <a:gd name="connsiteX3801" fmla="*/ 1291578 w 2676209"/>
                <a:gd name="connsiteY3801" fmla="*/ 1323123 h 2650669"/>
                <a:gd name="connsiteX3802" fmla="*/ 2275067 w 2676209"/>
                <a:gd name="connsiteY3802" fmla="*/ 1318890 h 2650669"/>
                <a:gd name="connsiteX3803" fmla="*/ 2276291 w 2676209"/>
                <a:gd name="connsiteY3803" fmla="*/ 1320147 h 2650669"/>
                <a:gd name="connsiteX3804" fmla="*/ 2277382 w 2676209"/>
                <a:gd name="connsiteY3804" fmla="*/ 1317798 h 2650669"/>
                <a:gd name="connsiteX3805" fmla="*/ 2276291 w 2676209"/>
                <a:gd name="connsiteY3805" fmla="*/ 1316641 h 2650669"/>
                <a:gd name="connsiteX3806" fmla="*/ 2275067 w 2676209"/>
                <a:gd name="connsiteY3806" fmla="*/ 1318890 h 2650669"/>
                <a:gd name="connsiteX3807" fmla="*/ 1149100 w 2676209"/>
                <a:gd name="connsiteY3807" fmla="*/ 669371 h 2650669"/>
                <a:gd name="connsiteX3808" fmla="*/ 1147843 w 2676209"/>
                <a:gd name="connsiteY3808" fmla="*/ 667122 h 2650669"/>
                <a:gd name="connsiteX3809" fmla="*/ 1146752 w 2676209"/>
                <a:gd name="connsiteY3809" fmla="*/ 668246 h 2650669"/>
                <a:gd name="connsiteX3810" fmla="*/ 1147843 w 2676209"/>
                <a:gd name="connsiteY3810" fmla="*/ 670594 h 2650669"/>
                <a:gd name="connsiteX3811" fmla="*/ 1149100 w 2676209"/>
                <a:gd name="connsiteY3811" fmla="*/ 669371 h 2650669"/>
                <a:gd name="connsiteX3812" fmla="*/ 1399892 w 2676209"/>
                <a:gd name="connsiteY3812" fmla="*/ 1505719 h 2650669"/>
                <a:gd name="connsiteX3813" fmla="*/ 1397643 w 2676209"/>
                <a:gd name="connsiteY3813" fmla="*/ 1506975 h 2650669"/>
                <a:gd name="connsiteX3814" fmla="*/ 1398800 w 2676209"/>
                <a:gd name="connsiteY3814" fmla="*/ 1508067 h 2650669"/>
                <a:gd name="connsiteX3815" fmla="*/ 1401149 w 2676209"/>
                <a:gd name="connsiteY3815" fmla="*/ 1506975 h 2650669"/>
                <a:gd name="connsiteX3816" fmla="*/ 1399892 w 2676209"/>
                <a:gd name="connsiteY3816" fmla="*/ 1505719 h 2650669"/>
                <a:gd name="connsiteX3817" fmla="*/ 1257381 w 2676209"/>
                <a:gd name="connsiteY3817" fmla="*/ 671851 h 2650669"/>
                <a:gd name="connsiteX3818" fmla="*/ 1256157 w 2676209"/>
                <a:gd name="connsiteY3818" fmla="*/ 670594 h 2650669"/>
                <a:gd name="connsiteX3819" fmla="*/ 1255065 w 2676209"/>
                <a:gd name="connsiteY3819" fmla="*/ 672943 h 2650669"/>
                <a:gd name="connsiteX3820" fmla="*/ 1256157 w 2676209"/>
                <a:gd name="connsiteY3820" fmla="*/ 674100 h 2650669"/>
                <a:gd name="connsiteX3821" fmla="*/ 1257381 w 2676209"/>
                <a:gd name="connsiteY3821" fmla="*/ 671851 h 2650669"/>
                <a:gd name="connsiteX3822" fmla="*/ 1670792 w 2676209"/>
                <a:gd name="connsiteY3822" fmla="*/ 1502874 h 2650669"/>
                <a:gd name="connsiteX3823" fmla="*/ 1671883 w 2676209"/>
                <a:gd name="connsiteY3823" fmla="*/ 1505223 h 2650669"/>
                <a:gd name="connsiteX3824" fmla="*/ 1673008 w 2676209"/>
                <a:gd name="connsiteY3824" fmla="*/ 1504098 h 2650669"/>
                <a:gd name="connsiteX3825" fmla="*/ 1671883 w 2676209"/>
                <a:gd name="connsiteY3825" fmla="*/ 1501750 h 2650669"/>
                <a:gd name="connsiteX3826" fmla="*/ 1670792 w 2676209"/>
                <a:gd name="connsiteY3826" fmla="*/ 1502874 h 2650669"/>
                <a:gd name="connsiteX3827" fmla="*/ 2468445 w 2676209"/>
                <a:gd name="connsiteY3827" fmla="*/ 1501750 h 2650669"/>
                <a:gd name="connsiteX3828" fmla="*/ 2469701 w 2676209"/>
                <a:gd name="connsiteY3828" fmla="*/ 1499501 h 2650669"/>
                <a:gd name="connsiteX3829" fmla="*/ 2468445 w 2676209"/>
                <a:gd name="connsiteY3829" fmla="*/ 1498244 h 2650669"/>
                <a:gd name="connsiteX3830" fmla="*/ 2467353 w 2676209"/>
                <a:gd name="connsiteY3830" fmla="*/ 1500592 h 2650669"/>
                <a:gd name="connsiteX3831" fmla="*/ 2468445 w 2676209"/>
                <a:gd name="connsiteY3831" fmla="*/ 1501750 h 2650669"/>
                <a:gd name="connsiteX3832" fmla="*/ 973185 w 2676209"/>
                <a:gd name="connsiteY3832" fmla="*/ 1519212 h 2650669"/>
                <a:gd name="connsiteX3833" fmla="*/ 974276 w 2676209"/>
                <a:gd name="connsiteY3833" fmla="*/ 1518055 h 2650669"/>
                <a:gd name="connsiteX3834" fmla="*/ 973185 w 2676209"/>
                <a:gd name="connsiteY3834" fmla="*/ 1515707 h 2650669"/>
                <a:gd name="connsiteX3835" fmla="*/ 971928 w 2676209"/>
                <a:gd name="connsiteY3835" fmla="*/ 1516963 h 2650669"/>
                <a:gd name="connsiteX3836" fmla="*/ 973185 w 2676209"/>
                <a:gd name="connsiteY3836" fmla="*/ 1519212 h 2650669"/>
                <a:gd name="connsiteX3837" fmla="*/ 1830865 w 2676209"/>
                <a:gd name="connsiteY3837" fmla="*/ 661863 h 2650669"/>
                <a:gd name="connsiteX3838" fmla="*/ 1829707 w 2676209"/>
                <a:gd name="connsiteY3838" fmla="*/ 660772 h 2650669"/>
                <a:gd name="connsiteX3839" fmla="*/ 1827359 w 2676209"/>
                <a:gd name="connsiteY3839" fmla="*/ 661863 h 2650669"/>
                <a:gd name="connsiteX3840" fmla="*/ 1828517 w 2676209"/>
                <a:gd name="connsiteY3840" fmla="*/ 662955 h 2650669"/>
                <a:gd name="connsiteX3841" fmla="*/ 1830865 w 2676209"/>
                <a:gd name="connsiteY3841" fmla="*/ 661863 h 2650669"/>
                <a:gd name="connsiteX3842" fmla="*/ 86864 w 2676209"/>
                <a:gd name="connsiteY3842" fmla="*/ 1518055 h 2650669"/>
                <a:gd name="connsiteX3843" fmla="*/ 85772 w 2676209"/>
                <a:gd name="connsiteY3843" fmla="*/ 1515707 h 2650669"/>
                <a:gd name="connsiteX3844" fmla="*/ 84549 w 2676209"/>
                <a:gd name="connsiteY3844" fmla="*/ 1516930 h 2650669"/>
                <a:gd name="connsiteX3845" fmla="*/ 85772 w 2676209"/>
                <a:gd name="connsiteY3845" fmla="*/ 1519179 h 2650669"/>
                <a:gd name="connsiteX3846" fmla="*/ 86864 w 2676209"/>
                <a:gd name="connsiteY3846" fmla="*/ 1518055 h 2650669"/>
                <a:gd name="connsiteX3847" fmla="*/ 1399396 w 2676209"/>
                <a:gd name="connsiteY3847" fmla="*/ 1515707 h 2650669"/>
                <a:gd name="connsiteX3848" fmla="*/ 1400619 w 2676209"/>
                <a:gd name="connsiteY3848" fmla="*/ 1513458 h 2650669"/>
                <a:gd name="connsiteX3849" fmla="*/ 1399396 w 2676209"/>
                <a:gd name="connsiteY3849" fmla="*/ 1512201 h 2650669"/>
                <a:gd name="connsiteX3850" fmla="*/ 1398304 w 2676209"/>
                <a:gd name="connsiteY3850" fmla="*/ 1514549 h 2650669"/>
                <a:gd name="connsiteX3851" fmla="*/ 1399396 w 2676209"/>
                <a:gd name="connsiteY3851" fmla="*/ 1515707 h 2650669"/>
                <a:gd name="connsiteX3852" fmla="*/ 1007019 w 2676209"/>
                <a:gd name="connsiteY3852" fmla="*/ 1513359 h 2650669"/>
                <a:gd name="connsiteX3853" fmla="*/ 1008110 w 2676209"/>
                <a:gd name="connsiteY3853" fmla="*/ 1515707 h 2650669"/>
                <a:gd name="connsiteX3854" fmla="*/ 1009201 w 2676209"/>
                <a:gd name="connsiteY3854" fmla="*/ 1514549 h 2650669"/>
                <a:gd name="connsiteX3855" fmla="*/ 1008110 w 2676209"/>
                <a:gd name="connsiteY3855" fmla="*/ 1512201 h 2650669"/>
                <a:gd name="connsiteX3856" fmla="*/ 1007019 w 2676209"/>
                <a:gd name="connsiteY3856" fmla="*/ 1513359 h 2650669"/>
                <a:gd name="connsiteX3857" fmla="*/ 1698077 w 2676209"/>
                <a:gd name="connsiteY3857" fmla="*/ 1494738 h 2650669"/>
                <a:gd name="connsiteX3858" fmla="*/ 1696920 w 2676209"/>
                <a:gd name="connsiteY3858" fmla="*/ 1491993 h 2650669"/>
                <a:gd name="connsiteX3859" fmla="*/ 1694605 w 2676209"/>
                <a:gd name="connsiteY3859" fmla="*/ 1494738 h 2650669"/>
                <a:gd name="connsiteX3860" fmla="*/ 1698077 w 2676209"/>
                <a:gd name="connsiteY3860" fmla="*/ 1494738 h 2650669"/>
                <a:gd name="connsiteX3861" fmla="*/ 1739518 w 2676209"/>
                <a:gd name="connsiteY3861" fmla="*/ 683327 h 2650669"/>
                <a:gd name="connsiteX3862" fmla="*/ 1738294 w 2676209"/>
                <a:gd name="connsiteY3862" fmla="*/ 681079 h 2650669"/>
                <a:gd name="connsiteX3863" fmla="*/ 1737202 w 2676209"/>
                <a:gd name="connsiteY3863" fmla="*/ 682236 h 2650669"/>
                <a:gd name="connsiteX3864" fmla="*/ 1738294 w 2676209"/>
                <a:gd name="connsiteY3864" fmla="*/ 684551 h 2650669"/>
                <a:gd name="connsiteX3865" fmla="*/ 1739518 w 2676209"/>
                <a:gd name="connsiteY3865" fmla="*/ 683327 h 2650669"/>
                <a:gd name="connsiteX3866" fmla="*/ 1929323 w 2676209"/>
                <a:gd name="connsiteY3866" fmla="*/ 682236 h 2650669"/>
                <a:gd name="connsiteX3867" fmla="*/ 1930414 w 2676209"/>
                <a:gd name="connsiteY3867" fmla="*/ 684551 h 2650669"/>
                <a:gd name="connsiteX3868" fmla="*/ 1931506 w 2676209"/>
                <a:gd name="connsiteY3868" fmla="*/ 683427 h 2650669"/>
                <a:gd name="connsiteX3869" fmla="*/ 1930414 w 2676209"/>
                <a:gd name="connsiteY3869" fmla="*/ 681079 h 2650669"/>
                <a:gd name="connsiteX3870" fmla="*/ 1929323 w 2676209"/>
                <a:gd name="connsiteY3870" fmla="*/ 682236 h 2650669"/>
                <a:gd name="connsiteX3871" fmla="*/ 1309801 w 2676209"/>
                <a:gd name="connsiteY3871" fmla="*/ 1489017 h 2650669"/>
                <a:gd name="connsiteX3872" fmla="*/ 1308577 w 2676209"/>
                <a:gd name="connsiteY3872" fmla="*/ 1487760 h 2650669"/>
                <a:gd name="connsiteX3873" fmla="*/ 1307486 w 2676209"/>
                <a:gd name="connsiteY3873" fmla="*/ 1490108 h 2650669"/>
                <a:gd name="connsiteX3874" fmla="*/ 1308577 w 2676209"/>
                <a:gd name="connsiteY3874" fmla="*/ 1491266 h 2650669"/>
                <a:gd name="connsiteX3875" fmla="*/ 1309801 w 2676209"/>
                <a:gd name="connsiteY3875" fmla="*/ 1489017 h 2650669"/>
                <a:gd name="connsiteX3876" fmla="*/ 1181048 w 2676209"/>
                <a:gd name="connsiteY3876" fmla="*/ 1489513 h 2650669"/>
                <a:gd name="connsiteX3877" fmla="*/ 1182173 w 2676209"/>
                <a:gd name="connsiteY3877" fmla="*/ 1490604 h 2650669"/>
                <a:gd name="connsiteX3878" fmla="*/ 1184521 w 2676209"/>
                <a:gd name="connsiteY3878" fmla="*/ 1489513 h 2650669"/>
                <a:gd name="connsiteX3879" fmla="*/ 1183297 w 2676209"/>
                <a:gd name="connsiteY3879" fmla="*/ 1488256 h 2650669"/>
                <a:gd name="connsiteX3880" fmla="*/ 1181048 w 2676209"/>
                <a:gd name="connsiteY3880" fmla="*/ 1489513 h 2650669"/>
                <a:gd name="connsiteX3881" fmla="*/ 1021471 w 2676209"/>
                <a:gd name="connsiteY3881" fmla="*/ 1490604 h 2650669"/>
                <a:gd name="connsiteX3882" fmla="*/ 1023820 w 2676209"/>
                <a:gd name="connsiteY3882" fmla="*/ 1489513 h 2650669"/>
                <a:gd name="connsiteX3883" fmla="*/ 1022596 w 2676209"/>
                <a:gd name="connsiteY3883" fmla="*/ 1488256 h 2650669"/>
                <a:gd name="connsiteX3884" fmla="*/ 1020347 w 2676209"/>
                <a:gd name="connsiteY3884" fmla="*/ 1489513 h 2650669"/>
                <a:gd name="connsiteX3885" fmla="*/ 1021471 w 2676209"/>
                <a:gd name="connsiteY3885" fmla="*/ 1490604 h 2650669"/>
                <a:gd name="connsiteX3886" fmla="*/ 2418935 w 2676209"/>
                <a:gd name="connsiteY3886" fmla="*/ 1501088 h 2650669"/>
                <a:gd name="connsiteX3887" fmla="*/ 2421283 w 2676209"/>
                <a:gd name="connsiteY3887" fmla="*/ 1499997 h 2650669"/>
                <a:gd name="connsiteX3888" fmla="*/ 2420059 w 2676209"/>
                <a:gd name="connsiteY3888" fmla="*/ 1498740 h 2650669"/>
                <a:gd name="connsiteX3889" fmla="*/ 2417810 w 2676209"/>
                <a:gd name="connsiteY3889" fmla="*/ 1499997 h 2650669"/>
                <a:gd name="connsiteX3890" fmla="*/ 2418935 w 2676209"/>
                <a:gd name="connsiteY3890" fmla="*/ 1501088 h 2650669"/>
                <a:gd name="connsiteX3891" fmla="*/ 1698176 w 2676209"/>
                <a:gd name="connsiteY3891" fmla="*/ 1496293 h 2650669"/>
                <a:gd name="connsiteX3892" fmla="*/ 1700194 w 2676209"/>
                <a:gd name="connsiteY3892" fmla="*/ 1497847 h 2650669"/>
                <a:gd name="connsiteX3893" fmla="*/ 1701318 w 2676209"/>
                <a:gd name="connsiteY3893" fmla="*/ 1496789 h 2650669"/>
                <a:gd name="connsiteX3894" fmla="*/ 1699632 w 2676209"/>
                <a:gd name="connsiteY3894" fmla="*/ 1494805 h 2650669"/>
                <a:gd name="connsiteX3895" fmla="*/ 1698110 w 2676209"/>
                <a:gd name="connsiteY3895" fmla="*/ 1494738 h 2650669"/>
                <a:gd name="connsiteX3896" fmla="*/ 1698077 w 2676209"/>
                <a:gd name="connsiteY3896" fmla="*/ 1494738 h 2650669"/>
                <a:gd name="connsiteX3897" fmla="*/ 1698176 w 2676209"/>
                <a:gd name="connsiteY3897" fmla="*/ 1496293 h 2650669"/>
                <a:gd name="connsiteX3898" fmla="*/ 1692289 w 2676209"/>
                <a:gd name="connsiteY3898" fmla="*/ 1497517 h 2650669"/>
                <a:gd name="connsiteX3899" fmla="*/ 1694605 w 2676209"/>
                <a:gd name="connsiteY3899" fmla="*/ 1494772 h 2650669"/>
                <a:gd name="connsiteX3900" fmla="*/ 1691099 w 2676209"/>
                <a:gd name="connsiteY3900" fmla="*/ 1494772 h 2650669"/>
                <a:gd name="connsiteX3901" fmla="*/ 1692289 w 2676209"/>
                <a:gd name="connsiteY3901" fmla="*/ 1497517 h 2650669"/>
                <a:gd name="connsiteX3902" fmla="*/ 881242 w 2676209"/>
                <a:gd name="connsiteY3902" fmla="*/ 1495896 h 2650669"/>
                <a:gd name="connsiteX3903" fmla="*/ 882334 w 2676209"/>
                <a:gd name="connsiteY3903" fmla="*/ 1498244 h 2650669"/>
                <a:gd name="connsiteX3904" fmla="*/ 883425 w 2676209"/>
                <a:gd name="connsiteY3904" fmla="*/ 1497087 h 2650669"/>
                <a:gd name="connsiteX3905" fmla="*/ 882334 w 2676209"/>
                <a:gd name="connsiteY3905" fmla="*/ 1494738 h 2650669"/>
                <a:gd name="connsiteX3906" fmla="*/ 881242 w 2676209"/>
                <a:gd name="connsiteY3906" fmla="*/ 1495896 h 2650669"/>
                <a:gd name="connsiteX3907" fmla="*/ 1958394 w 2676209"/>
                <a:gd name="connsiteY3907" fmla="*/ 646154 h 2650669"/>
                <a:gd name="connsiteX3908" fmla="*/ 1959618 w 2676209"/>
                <a:gd name="connsiteY3908" fmla="*/ 643905 h 2650669"/>
                <a:gd name="connsiteX3909" fmla="*/ 1958394 w 2676209"/>
                <a:gd name="connsiteY3909" fmla="*/ 642648 h 2650669"/>
                <a:gd name="connsiteX3910" fmla="*/ 1957270 w 2676209"/>
                <a:gd name="connsiteY3910" fmla="*/ 644996 h 2650669"/>
                <a:gd name="connsiteX3911" fmla="*/ 1958394 w 2676209"/>
                <a:gd name="connsiteY3911" fmla="*/ 646154 h 2650669"/>
                <a:gd name="connsiteX3912" fmla="*/ 1440075 w 2676209"/>
                <a:gd name="connsiteY3912" fmla="*/ 1535418 h 2650669"/>
                <a:gd name="connsiteX3913" fmla="*/ 1441332 w 2676209"/>
                <a:gd name="connsiteY3913" fmla="*/ 1536642 h 2650669"/>
                <a:gd name="connsiteX3914" fmla="*/ 1442424 w 2676209"/>
                <a:gd name="connsiteY3914" fmla="*/ 1534327 h 2650669"/>
                <a:gd name="connsiteX3915" fmla="*/ 1441332 w 2676209"/>
                <a:gd name="connsiteY3915" fmla="*/ 1533169 h 2650669"/>
                <a:gd name="connsiteX3916" fmla="*/ 1440075 w 2676209"/>
                <a:gd name="connsiteY3916" fmla="*/ 1535418 h 2650669"/>
                <a:gd name="connsiteX3917" fmla="*/ 1227979 w 2676209"/>
                <a:gd name="connsiteY3917" fmla="*/ 632230 h 2650669"/>
                <a:gd name="connsiteX3918" fmla="*/ 1226524 w 2676209"/>
                <a:gd name="connsiteY3918" fmla="*/ 633718 h 2650669"/>
                <a:gd name="connsiteX3919" fmla="*/ 1228574 w 2676209"/>
                <a:gd name="connsiteY3919" fmla="*/ 635306 h 2650669"/>
                <a:gd name="connsiteX3920" fmla="*/ 1229665 w 2676209"/>
                <a:gd name="connsiteY3920" fmla="*/ 634214 h 2650669"/>
                <a:gd name="connsiteX3921" fmla="*/ 1227979 w 2676209"/>
                <a:gd name="connsiteY3921" fmla="*/ 632230 h 2650669"/>
                <a:gd name="connsiteX3922" fmla="*/ 1816875 w 2676209"/>
                <a:gd name="connsiteY3922" fmla="*/ 633917 h 2650669"/>
                <a:gd name="connsiteX3923" fmla="*/ 1814527 w 2676209"/>
                <a:gd name="connsiteY3923" fmla="*/ 632825 h 2650669"/>
                <a:gd name="connsiteX3924" fmla="*/ 1813369 w 2676209"/>
                <a:gd name="connsiteY3924" fmla="*/ 633917 h 2650669"/>
                <a:gd name="connsiteX3925" fmla="*/ 1815618 w 2676209"/>
                <a:gd name="connsiteY3925" fmla="*/ 635173 h 2650669"/>
                <a:gd name="connsiteX3926" fmla="*/ 1816875 w 2676209"/>
                <a:gd name="connsiteY3926" fmla="*/ 633917 h 2650669"/>
                <a:gd name="connsiteX3927" fmla="*/ 74693 w 2676209"/>
                <a:gd name="connsiteY3927" fmla="*/ 1546498 h 2650669"/>
                <a:gd name="connsiteX3928" fmla="*/ 77041 w 2676209"/>
                <a:gd name="connsiteY3928" fmla="*/ 1545406 h 2650669"/>
                <a:gd name="connsiteX3929" fmla="*/ 75784 w 2676209"/>
                <a:gd name="connsiteY3929" fmla="*/ 1544149 h 2650669"/>
                <a:gd name="connsiteX3930" fmla="*/ 73535 w 2676209"/>
                <a:gd name="connsiteY3930" fmla="*/ 1545406 h 2650669"/>
                <a:gd name="connsiteX3931" fmla="*/ 74693 w 2676209"/>
                <a:gd name="connsiteY3931" fmla="*/ 1546498 h 2650669"/>
                <a:gd name="connsiteX3932" fmla="*/ 1898995 w 2676209"/>
                <a:gd name="connsiteY3932" fmla="*/ 635669 h 2650669"/>
                <a:gd name="connsiteX3933" fmla="*/ 1897904 w 2676209"/>
                <a:gd name="connsiteY3933" fmla="*/ 636827 h 2650669"/>
                <a:gd name="connsiteX3934" fmla="*/ 1898995 w 2676209"/>
                <a:gd name="connsiteY3934" fmla="*/ 639175 h 2650669"/>
                <a:gd name="connsiteX3935" fmla="*/ 1900219 w 2676209"/>
                <a:gd name="connsiteY3935" fmla="*/ 637918 h 2650669"/>
                <a:gd name="connsiteX3936" fmla="*/ 1898995 w 2676209"/>
                <a:gd name="connsiteY3936" fmla="*/ 635669 h 2650669"/>
                <a:gd name="connsiteX3937" fmla="*/ 1280002 w 2676209"/>
                <a:gd name="connsiteY3937" fmla="*/ 1542992 h 2650669"/>
                <a:gd name="connsiteX3938" fmla="*/ 1282351 w 2676209"/>
                <a:gd name="connsiteY3938" fmla="*/ 1541900 h 2650669"/>
                <a:gd name="connsiteX3939" fmla="*/ 1281193 w 2676209"/>
                <a:gd name="connsiteY3939" fmla="*/ 1540809 h 2650669"/>
                <a:gd name="connsiteX3940" fmla="*/ 1278845 w 2676209"/>
                <a:gd name="connsiteY3940" fmla="*/ 1541900 h 2650669"/>
                <a:gd name="connsiteX3941" fmla="*/ 1280002 w 2676209"/>
                <a:gd name="connsiteY3941" fmla="*/ 1542992 h 2650669"/>
                <a:gd name="connsiteX3942" fmla="*/ 1296340 w 2676209"/>
                <a:gd name="connsiteY3942" fmla="*/ 654885 h 2650669"/>
                <a:gd name="connsiteX3943" fmla="*/ 1293992 w 2676209"/>
                <a:gd name="connsiteY3943" fmla="*/ 653793 h 2650669"/>
                <a:gd name="connsiteX3944" fmla="*/ 1292835 w 2676209"/>
                <a:gd name="connsiteY3944" fmla="*/ 654885 h 2650669"/>
                <a:gd name="connsiteX3945" fmla="*/ 1295084 w 2676209"/>
                <a:gd name="connsiteY3945" fmla="*/ 656142 h 2650669"/>
                <a:gd name="connsiteX3946" fmla="*/ 1296340 w 2676209"/>
                <a:gd name="connsiteY3946" fmla="*/ 654885 h 2650669"/>
                <a:gd name="connsiteX3947" fmla="*/ 1255065 w 2676209"/>
                <a:gd name="connsiteY3947" fmla="*/ 1520337 h 2650669"/>
                <a:gd name="connsiteX3948" fmla="*/ 1256157 w 2676209"/>
                <a:gd name="connsiteY3948" fmla="*/ 1522685 h 2650669"/>
                <a:gd name="connsiteX3949" fmla="*/ 1257381 w 2676209"/>
                <a:gd name="connsiteY3949" fmla="*/ 1521461 h 2650669"/>
                <a:gd name="connsiteX3950" fmla="*/ 1256157 w 2676209"/>
                <a:gd name="connsiteY3950" fmla="*/ 1519212 h 2650669"/>
                <a:gd name="connsiteX3951" fmla="*/ 1255065 w 2676209"/>
                <a:gd name="connsiteY3951" fmla="*/ 1520337 h 2650669"/>
                <a:gd name="connsiteX3952" fmla="*/ 1165901 w 2676209"/>
                <a:gd name="connsiteY3952" fmla="*/ 657299 h 2650669"/>
                <a:gd name="connsiteX3953" fmla="*/ 1163553 w 2676209"/>
                <a:gd name="connsiteY3953" fmla="*/ 658391 h 2650669"/>
                <a:gd name="connsiteX3954" fmla="*/ 1164710 w 2676209"/>
                <a:gd name="connsiteY3954" fmla="*/ 659482 h 2650669"/>
                <a:gd name="connsiteX3955" fmla="*/ 1167058 w 2676209"/>
                <a:gd name="connsiteY3955" fmla="*/ 658391 h 2650669"/>
                <a:gd name="connsiteX3956" fmla="*/ 1165901 w 2676209"/>
                <a:gd name="connsiteY3956" fmla="*/ 657299 h 2650669"/>
                <a:gd name="connsiteX3957" fmla="*/ 47342 w 2676209"/>
                <a:gd name="connsiteY3957" fmla="*/ 1533169 h 2650669"/>
                <a:gd name="connsiteX3958" fmla="*/ 46250 w 2676209"/>
                <a:gd name="connsiteY3958" fmla="*/ 1534327 h 2650669"/>
                <a:gd name="connsiteX3959" fmla="*/ 47342 w 2676209"/>
                <a:gd name="connsiteY3959" fmla="*/ 1536642 h 2650669"/>
                <a:gd name="connsiteX3960" fmla="*/ 48598 w 2676209"/>
                <a:gd name="connsiteY3960" fmla="*/ 1535418 h 2650669"/>
                <a:gd name="connsiteX3961" fmla="*/ 47342 w 2676209"/>
                <a:gd name="connsiteY3961" fmla="*/ 1533169 h 2650669"/>
                <a:gd name="connsiteX3962" fmla="*/ 1171226 w 2676209"/>
                <a:gd name="connsiteY3962" fmla="*/ 1530821 h 2650669"/>
                <a:gd name="connsiteX3963" fmla="*/ 1172317 w 2676209"/>
                <a:gd name="connsiteY3963" fmla="*/ 1533169 h 2650669"/>
                <a:gd name="connsiteX3964" fmla="*/ 1173541 w 2676209"/>
                <a:gd name="connsiteY3964" fmla="*/ 1531912 h 2650669"/>
                <a:gd name="connsiteX3965" fmla="*/ 1172317 w 2676209"/>
                <a:gd name="connsiteY3965" fmla="*/ 1529663 h 2650669"/>
                <a:gd name="connsiteX3966" fmla="*/ 1171226 w 2676209"/>
                <a:gd name="connsiteY3966" fmla="*/ 1530821 h 2650669"/>
                <a:gd name="connsiteX3967" fmla="*/ 1128628 w 2676209"/>
                <a:gd name="connsiteY3967" fmla="*/ 1527911 h 2650669"/>
                <a:gd name="connsiteX3968" fmla="*/ 1127470 w 2676209"/>
                <a:gd name="connsiteY3968" fmla="*/ 1526819 h 2650669"/>
                <a:gd name="connsiteX3969" fmla="*/ 1125155 w 2676209"/>
                <a:gd name="connsiteY3969" fmla="*/ 1527911 h 2650669"/>
                <a:gd name="connsiteX3970" fmla="*/ 1126379 w 2676209"/>
                <a:gd name="connsiteY3970" fmla="*/ 1529167 h 2650669"/>
                <a:gd name="connsiteX3971" fmla="*/ 1128628 w 2676209"/>
                <a:gd name="connsiteY3971" fmla="*/ 1527911 h 2650669"/>
                <a:gd name="connsiteX3972" fmla="*/ 1869296 w 2676209"/>
                <a:gd name="connsiteY3972" fmla="*/ 1444104 h 2650669"/>
                <a:gd name="connsiteX3973" fmla="*/ 1867047 w 2676209"/>
                <a:gd name="connsiteY3973" fmla="*/ 1442880 h 2650669"/>
                <a:gd name="connsiteX3974" fmla="*/ 1865790 w 2676209"/>
                <a:gd name="connsiteY3974" fmla="*/ 1444104 h 2650669"/>
                <a:gd name="connsiteX3975" fmla="*/ 1868138 w 2676209"/>
                <a:gd name="connsiteY3975" fmla="*/ 1445195 h 2650669"/>
                <a:gd name="connsiteX3976" fmla="*/ 1869296 w 2676209"/>
                <a:gd name="connsiteY3976" fmla="*/ 1444104 h 2650669"/>
                <a:gd name="connsiteX3977" fmla="*/ 1603786 w 2676209"/>
                <a:gd name="connsiteY3977" fmla="*/ 1444104 h 2650669"/>
                <a:gd name="connsiteX3978" fmla="*/ 1606035 w 2676209"/>
                <a:gd name="connsiteY3978" fmla="*/ 1445361 h 2650669"/>
                <a:gd name="connsiteX3979" fmla="*/ 1607259 w 2676209"/>
                <a:gd name="connsiteY3979" fmla="*/ 1444104 h 2650669"/>
                <a:gd name="connsiteX3980" fmla="*/ 1604911 w 2676209"/>
                <a:gd name="connsiteY3980" fmla="*/ 1443012 h 2650669"/>
                <a:gd name="connsiteX3981" fmla="*/ 1603786 w 2676209"/>
                <a:gd name="connsiteY3981" fmla="*/ 1444104 h 2650669"/>
                <a:gd name="connsiteX3982" fmla="*/ 251732 w 2676209"/>
                <a:gd name="connsiteY3982" fmla="*/ 1444104 h 2650669"/>
                <a:gd name="connsiteX3983" fmla="*/ 249483 w 2676209"/>
                <a:gd name="connsiteY3983" fmla="*/ 1442880 h 2650669"/>
                <a:gd name="connsiteX3984" fmla="*/ 248227 w 2676209"/>
                <a:gd name="connsiteY3984" fmla="*/ 1444104 h 2650669"/>
                <a:gd name="connsiteX3985" fmla="*/ 250575 w 2676209"/>
                <a:gd name="connsiteY3985" fmla="*/ 1445195 h 2650669"/>
                <a:gd name="connsiteX3986" fmla="*/ 251732 w 2676209"/>
                <a:gd name="connsiteY3986" fmla="*/ 1444104 h 2650669"/>
                <a:gd name="connsiteX3987" fmla="*/ 1676481 w 2676209"/>
                <a:gd name="connsiteY3987" fmla="*/ 1437721 h 2650669"/>
                <a:gd name="connsiteX3988" fmla="*/ 1675389 w 2676209"/>
                <a:gd name="connsiteY3988" fmla="*/ 1435373 h 2650669"/>
                <a:gd name="connsiteX3989" fmla="*/ 1674298 w 2676209"/>
                <a:gd name="connsiteY3989" fmla="*/ 1436530 h 2650669"/>
                <a:gd name="connsiteX3990" fmla="*/ 1675389 w 2676209"/>
                <a:gd name="connsiteY3990" fmla="*/ 1438878 h 2650669"/>
                <a:gd name="connsiteX3991" fmla="*/ 1676481 w 2676209"/>
                <a:gd name="connsiteY3991" fmla="*/ 1437721 h 2650669"/>
                <a:gd name="connsiteX3992" fmla="*/ 1418115 w 2676209"/>
                <a:gd name="connsiteY3992" fmla="*/ 1436629 h 2650669"/>
                <a:gd name="connsiteX3993" fmla="*/ 1416858 w 2676209"/>
                <a:gd name="connsiteY3993" fmla="*/ 1435373 h 2650669"/>
                <a:gd name="connsiteX3994" fmla="*/ 1415767 w 2676209"/>
                <a:gd name="connsiteY3994" fmla="*/ 1437721 h 2650669"/>
                <a:gd name="connsiteX3995" fmla="*/ 1416858 w 2676209"/>
                <a:gd name="connsiteY3995" fmla="*/ 1438878 h 2650669"/>
                <a:gd name="connsiteX3996" fmla="*/ 1418115 w 2676209"/>
                <a:gd name="connsiteY3996" fmla="*/ 1436629 h 2650669"/>
                <a:gd name="connsiteX3997" fmla="*/ 126617 w 2676209"/>
                <a:gd name="connsiteY3997" fmla="*/ 1450487 h 2650669"/>
                <a:gd name="connsiteX3998" fmla="*/ 127709 w 2676209"/>
                <a:gd name="connsiteY3998" fmla="*/ 1452835 h 2650669"/>
                <a:gd name="connsiteX3999" fmla="*/ 128933 w 2676209"/>
                <a:gd name="connsiteY3999" fmla="*/ 1451611 h 2650669"/>
                <a:gd name="connsiteX4000" fmla="*/ 127709 w 2676209"/>
                <a:gd name="connsiteY4000" fmla="*/ 1449362 h 2650669"/>
                <a:gd name="connsiteX4001" fmla="*/ 126617 w 2676209"/>
                <a:gd name="connsiteY4001" fmla="*/ 1450487 h 2650669"/>
                <a:gd name="connsiteX4002" fmla="*/ 1165306 w 2676209"/>
                <a:gd name="connsiteY4002" fmla="*/ 726488 h 2650669"/>
                <a:gd name="connsiteX4003" fmla="*/ 1166562 w 2676209"/>
                <a:gd name="connsiteY4003" fmla="*/ 724239 h 2650669"/>
                <a:gd name="connsiteX4004" fmla="*/ 1165306 w 2676209"/>
                <a:gd name="connsiteY4004" fmla="*/ 722982 h 2650669"/>
                <a:gd name="connsiteX4005" fmla="*/ 1164214 w 2676209"/>
                <a:gd name="connsiteY4005" fmla="*/ 725330 h 2650669"/>
                <a:gd name="connsiteX4006" fmla="*/ 1165306 w 2676209"/>
                <a:gd name="connsiteY4006" fmla="*/ 726488 h 2650669"/>
                <a:gd name="connsiteX4007" fmla="*/ 1268394 w 2676209"/>
                <a:gd name="connsiteY4007" fmla="*/ 728207 h 2650669"/>
                <a:gd name="connsiteX4008" fmla="*/ 1267236 w 2676209"/>
                <a:gd name="connsiteY4008" fmla="*/ 727116 h 2650669"/>
                <a:gd name="connsiteX4009" fmla="*/ 1264888 w 2676209"/>
                <a:gd name="connsiteY4009" fmla="*/ 728207 h 2650669"/>
                <a:gd name="connsiteX4010" fmla="*/ 1266046 w 2676209"/>
                <a:gd name="connsiteY4010" fmla="*/ 729299 h 2650669"/>
                <a:gd name="connsiteX4011" fmla="*/ 1268394 w 2676209"/>
                <a:gd name="connsiteY4011" fmla="*/ 728207 h 2650669"/>
                <a:gd name="connsiteX4012" fmla="*/ 953308 w 2676209"/>
                <a:gd name="connsiteY4012" fmla="*/ 1448205 h 2650669"/>
                <a:gd name="connsiteX4013" fmla="*/ 952217 w 2676209"/>
                <a:gd name="connsiteY4013" fmla="*/ 1445857 h 2650669"/>
                <a:gd name="connsiteX4014" fmla="*/ 950960 w 2676209"/>
                <a:gd name="connsiteY4014" fmla="*/ 1447113 h 2650669"/>
                <a:gd name="connsiteX4015" fmla="*/ 952217 w 2676209"/>
                <a:gd name="connsiteY4015" fmla="*/ 1449362 h 2650669"/>
                <a:gd name="connsiteX4016" fmla="*/ 953308 w 2676209"/>
                <a:gd name="connsiteY4016" fmla="*/ 1448205 h 2650669"/>
                <a:gd name="connsiteX4017" fmla="*/ 1558344 w 2676209"/>
                <a:gd name="connsiteY4017" fmla="*/ 1428394 h 2650669"/>
                <a:gd name="connsiteX4018" fmla="*/ 1557352 w 2676209"/>
                <a:gd name="connsiteY4018" fmla="*/ 1425715 h 2650669"/>
                <a:gd name="connsiteX4019" fmla="*/ 1555301 w 2676209"/>
                <a:gd name="connsiteY4019" fmla="*/ 1426377 h 2650669"/>
                <a:gd name="connsiteX4020" fmla="*/ 1556790 w 2676209"/>
                <a:gd name="connsiteY4020" fmla="*/ 1428394 h 2650669"/>
                <a:gd name="connsiteX4021" fmla="*/ 1558344 w 2676209"/>
                <a:gd name="connsiteY4021" fmla="*/ 1428394 h 2650669"/>
                <a:gd name="connsiteX4022" fmla="*/ 2261243 w 2676209"/>
                <a:gd name="connsiteY4022" fmla="*/ 1422573 h 2650669"/>
                <a:gd name="connsiteX4023" fmla="*/ 2262334 w 2676209"/>
                <a:gd name="connsiteY4023" fmla="*/ 1424922 h 2650669"/>
                <a:gd name="connsiteX4024" fmla="*/ 2263558 w 2676209"/>
                <a:gd name="connsiteY4024" fmla="*/ 1423665 h 2650669"/>
                <a:gd name="connsiteX4025" fmla="*/ 2262334 w 2676209"/>
                <a:gd name="connsiteY4025" fmla="*/ 1421416 h 2650669"/>
                <a:gd name="connsiteX4026" fmla="*/ 2261243 w 2676209"/>
                <a:gd name="connsiteY4026" fmla="*/ 1422573 h 2650669"/>
                <a:gd name="connsiteX4027" fmla="*/ 1149596 w 2676209"/>
                <a:gd name="connsiteY4027" fmla="*/ 749176 h 2650669"/>
                <a:gd name="connsiteX4028" fmla="*/ 1151845 w 2676209"/>
                <a:gd name="connsiteY4028" fmla="*/ 750432 h 2650669"/>
                <a:gd name="connsiteX4029" fmla="*/ 1153069 w 2676209"/>
                <a:gd name="connsiteY4029" fmla="*/ 749176 h 2650669"/>
                <a:gd name="connsiteX4030" fmla="*/ 1150753 w 2676209"/>
                <a:gd name="connsiteY4030" fmla="*/ 748084 h 2650669"/>
                <a:gd name="connsiteX4031" fmla="*/ 1149596 w 2676209"/>
                <a:gd name="connsiteY4031" fmla="*/ 749176 h 2650669"/>
                <a:gd name="connsiteX4032" fmla="*/ 2319980 w 2676209"/>
                <a:gd name="connsiteY4032" fmla="*/ 1419663 h 2650669"/>
                <a:gd name="connsiteX4033" fmla="*/ 2322329 w 2676209"/>
                <a:gd name="connsiteY4033" fmla="*/ 1420754 h 2650669"/>
                <a:gd name="connsiteX4034" fmla="*/ 2323453 w 2676209"/>
                <a:gd name="connsiteY4034" fmla="*/ 1419663 h 2650669"/>
                <a:gd name="connsiteX4035" fmla="*/ 2321204 w 2676209"/>
                <a:gd name="connsiteY4035" fmla="*/ 1418439 h 2650669"/>
                <a:gd name="connsiteX4036" fmla="*/ 2319980 w 2676209"/>
                <a:gd name="connsiteY4036" fmla="*/ 1419663 h 2650669"/>
                <a:gd name="connsiteX4037" fmla="*/ 2360131 w 2676209"/>
                <a:gd name="connsiteY4037" fmla="*/ 1435373 h 2650669"/>
                <a:gd name="connsiteX4038" fmla="*/ 2361388 w 2676209"/>
                <a:gd name="connsiteY4038" fmla="*/ 1433124 h 2650669"/>
                <a:gd name="connsiteX4039" fmla="*/ 2360131 w 2676209"/>
                <a:gd name="connsiteY4039" fmla="*/ 1431900 h 2650669"/>
                <a:gd name="connsiteX4040" fmla="*/ 2359039 w 2676209"/>
                <a:gd name="connsiteY4040" fmla="*/ 1434248 h 2650669"/>
                <a:gd name="connsiteX4041" fmla="*/ 2360131 w 2676209"/>
                <a:gd name="connsiteY4041" fmla="*/ 1435373 h 2650669"/>
                <a:gd name="connsiteX4042" fmla="*/ 1523419 w 2676209"/>
                <a:gd name="connsiteY4042" fmla="*/ 1433653 h 2650669"/>
                <a:gd name="connsiteX4043" fmla="*/ 1524577 w 2676209"/>
                <a:gd name="connsiteY4043" fmla="*/ 1434744 h 2650669"/>
                <a:gd name="connsiteX4044" fmla="*/ 1526892 w 2676209"/>
                <a:gd name="connsiteY4044" fmla="*/ 1433653 h 2650669"/>
                <a:gd name="connsiteX4045" fmla="*/ 1525668 w 2676209"/>
                <a:gd name="connsiteY4045" fmla="*/ 1432396 h 2650669"/>
                <a:gd name="connsiteX4046" fmla="*/ 1523419 w 2676209"/>
                <a:gd name="connsiteY4046" fmla="*/ 1433653 h 2650669"/>
                <a:gd name="connsiteX4047" fmla="*/ 1245673 w 2676209"/>
                <a:gd name="connsiteY4047" fmla="*/ 740444 h 2650669"/>
                <a:gd name="connsiteX4048" fmla="*/ 1246930 w 2676209"/>
                <a:gd name="connsiteY4048" fmla="*/ 738195 h 2650669"/>
                <a:gd name="connsiteX4049" fmla="*/ 1245673 w 2676209"/>
                <a:gd name="connsiteY4049" fmla="*/ 736939 h 2650669"/>
                <a:gd name="connsiteX4050" fmla="*/ 1244581 w 2676209"/>
                <a:gd name="connsiteY4050" fmla="*/ 739287 h 2650669"/>
                <a:gd name="connsiteX4051" fmla="*/ 1245673 w 2676209"/>
                <a:gd name="connsiteY4051" fmla="*/ 740444 h 2650669"/>
                <a:gd name="connsiteX4052" fmla="*/ 1057620 w 2676209"/>
                <a:gd name="connsiteY4052" fmla="*/ 1429056 h 2650669"/>
                <a:gd name="connsiteX4053" fmla="*/ 1055272 w 2676209"/>
                <a:gd name="connsiteY4053" fmla="*/ 1430147 h 2650669"/>
                <a:gd name="connsiteX4054" fmla="*/ 1056430 w 2676209"/>
                <a:gd name="connsiteY4054" fmla="*/ 1431238 h 2650669"/>
                <a:gd name="connsiteX4055" fmla="*/ 1058778 w 2676209"/>
                <a:gd name="connsiteY4055" fmla="*/ 1430147 h 2650669"/>
                <a:gd name="connsiteX4056" fmla="*/ 1057620 w 2676209"/>
                <a:gd name="connsiteY4056" fmla="*/ 1429056 h 2650669"/>
                <a:gd name="connsiteX4057" fmla="*/ 747826 w 2676209"/>
                <a:gd name="connsiteY4057" fmla="*/ 1430147 h 2650669"/>
                <a:gd name="connsiteX4058" fmla="*/ 748984 w 2676209"/>
                <a:gd name="connsiteY4058" fmla="*/ 1431238 h 2650669"/>
                <a:gd name="connsiteX4059" fmla="*/ 751332 w 2676209"/>
                <a:gd name="connsiteY4059" fmla="*/ 1430147 h 2650669"/>
                <a:gd name="connsiteX4060" fmla="*/ 750174 w 2676209"/>
                <a:gd name="connsiteY4060" fmla="*/ 1429056 h 2650669"/>
                <a:gd name="connsiteX4061" fmla="*/ 747826 w 2676209"/>
                <a:gd name="connsiteY4061" fmla="*/ 1430147 h 2650669"/>
                <a:gd name="connsiteX4062" fmla="*/ 1729033 w 2676209"/>
                <a:gd name="connsiteY4062" fmla="*/ 700790 h 2650669"/>
                <a:gd name="connsiteX4063" fmla="*/ 1727810 w 2676209"/>
                <a:gd name="connsiteY4063" fmla="*/ 698541 h 2650669"/>
                <a:gd name="connsiteX4064" fmla="*/ 1726718 w 2676209"/>
                <a:gd name="connsiteY4064" fmla="*/ 699666 h 2650669"/>
                <a:gd name="connsiteX4065" fmla="*/ 1727810 w 2676209"/>
                <a:gd name="connsiteY4065" fmla="*/ 702014 h 2650669"/>
                <a:gd name="connsiteX4066" fmla="*/ 1729033 w 2676209"/>
                <a:gd name="connsiteY4066" fmla="*/ 700790 h 2650669"/>
                <a:gd name="connsiteX4067" fmla="*/ 1656835 w 2676209"/>
                <a:gd name="connsiteY4067" fmla="*/ 1467949 h 2650669"/>
                <a:gd name="connsiteX4068" fmla="*/ 1657927 w 2676209"/>
                <a:gd name="connsiteY4068" fmla="*/ 1470298 h 2650669"/>
                <a:gd name="connsiteX4069" fmla="*/ 1659150 w 2676209"/>
                <a:gd name="connsiteY4069" fmla="*/ 1469074 h 2650669"/>
                <a:gd name="connsiteX4070" fmla="*/ 1657927 w 2676209"/>
                <a:gd name="connsiteY4070" fmla="*/ 1466825 h 2650669"/>
                <a:gd name="connsiteX4071" fmla="*/ 1656835 w 2676209"/>
                <a:gd name="connsiteY4071" fmla="*/ 1467949 h 2650669"/>
                <a:gd name="connsiteX4072" fmla="*/ 937135 w 2676209"/>
                <a:gd name="connsiteY4072" fmla="*/ 1467949 h 2650669"/>
                <a:gd name="connsiteX4073" fmla="*/ 938227 w 2676209"/>
                <a:gd name="connsiteY4073" fmla="*/ 1470298 h 2650669"/>
                <a:gd name="connsiteX4074" fmla="*/ 939318 w 2676209"/>
                <a:gd name="connsiteY4074" fmla="*/ 1469173 h 2650669"/>
                <a:gd name="connsiteX4075" fmla="*/ 938227 w 2676209"/>
                <a:gd name="connsiteY4075" fmla="*/ 1466825 h 2650669"/>
                <a:gd name="connsiteX4076" fmla="*/ 937135 w 2676209"/>
                <a:gd name="connsiteY4076" fmla="*/ 1467949 h 2650669"/>
                <a:gd name="connsiteX4077" fmla="*/ 2428923 w 2676209"/>
                <a:gd name="connsiteY4077" fmla="*/ 1485412 h 2650669"/>
                <a:gd name="connsiteX4078" fmla="*/ 2430014 w 2676209"/>
                <a:gd name="connsiteY4078" fmla="*/ 1487760 h 2650669"/>
                <a:gd name="connsiteX4079" fmla="*/ 2431271 w 2676209"/>
                <a:gd name="connsiteY4079" fmla="*/ 1486536 h 2650669"/>
                <a:gd name="connsiteX4080" fmla="*/ 2430014 w 2676209"/>
                <a:gd name="connsiteY4080" fmla="*/ 1484287 h 2650669"/>
                <a:gd name="connsiteX4081" fmla="*/ 2428923 w 2676209"/>
                <a:gd name="connsiteY4081" fmla="*/ 1485412 h 2650669"/>
                <a:gd name="connsiteX4082" fmla="*/ 1299317 w 2676209"/>
                <a:gd name="connsiteY4082" fmla="*/ 690306 h 2650669"/>
                <a:gd name="connsiteX4083" fmla="*/ 1298093 w 2676209"/>
                <a:gd name="connsiteY4083" fmla="*/ 688057 h 2650669"/>
                <a:gd name="connsiteX4084" fmla="*/ 1296969 w 2676209"/>
                <a:gd name="connsiteY4084" fmla="*/ 689214 h 2650669"/>
                <a:gd name="connsiteX4085" fmla="*/ 1298093 w 2676209"/>
                <a:gd name="connsiteY4085" fmla="*/ 691563 h 2650669"/>
                <a:gd name="connsiteX4086" fmla="*/ 1299317 w 2676209"/>
                <a:gd name="connsiteY4086" fmla="*/ 690306 h 2650669"/>
                <a:gd name="connsiteX4087" fmla="*/ 1147843 w 2676209"/>
                <a:gd name="connsiteY4087" fmla="*/ 695035 h 2650669"/>
                <a:gd name="connsiteX4088" fmla="*/ 1149100 w 2676209"/>
                <a:gd name="connsiteY4088" fmla="*/ 693812 h 2650669"/>
                <a:gd name="connsiteX4089" fmla="*/ 1147843 w 2676209"/>
                <a:gd name="connsiteY4089" fmla="*/ 691563 h 2650669"/>
                <a:gd name="connsiteX4090" fmla="*/ 1146752 w 2676209"/>
                <a:gd name="connsiteY4090" fmla="*/ 692687 h 2650669"/>
                <a:gd name="connsiteX4091" fmla="*/ 1147843 w 2676209"/>
                <a:gd name="connsiteY4091" fmla="*/ 695035 h 2650669"/>
                <a:gd name="connsiteX4092" fmla="*/ 1755756 w 2676209"/>
                <a:gd name="connsiteY4092" fmla="*/ 691563 h 2650669"/>
                <a:gd name="connsiteX4093" fmla="*/ 1754665 w 2676209"/>
                <a:gd name="connsiteY4093" fmla="*/ 692687 h 2650669"/>
                <a:gd name="connsiteX4094" fmla="*/ 1755756 w 2676209"/>
                <a:gd name="connsiteY4094" fmla="*/ 695035 h 2650669"/>
                <a:gd name="connsiteX4095" fmla="*/ 1756980 w 2676209"/>
                <a:gd name="connsiteY4095" fmla="*/ 693812 h 2650669"/>
                <a:gd name="connsiteX4096" fmla="*/ 1755756 w 2676209"/>
                <a:gd name="connsiteY4096" fmla="*/ 691563 h 2650669"/>
                <a:gd name="connsiteX4097" fmla="*/ 1462267 w 2676209"/>
                <a:gd name="connsiteY4097" fmla="*/ 1473803 h 2650669"/>
                <a:gd name="connsiteX4098" fmla="*/ 1461044 w 2676209"/>
                <a:gd name="connsiteY4098" fmla="*/ 1476052 h 2650669"/>
                <a:gd name="connsiteX4099" fmla="*/ 1462267 w 2676209"/>
                <a:gd name="connsiteY4099" fmla="*/ 1477276 h 2650669"/>
                <a:gd name="connsiteX4100" fmla="*/ 1463359 w 2676209"/>
                <a:gd name="connsiteY4100" fmla="*/ 1474961 h 2650669"/>
                <a:gd name="connsiteX4101" fmla="*/ 1462267 w 2676209"/>
                <a:gd name="connsiteY4101" fmla="*/ 1473803 h 2650669"/>
                <a:gd name="connsiteX4102" fmla="*/ 975566 w 2676209"/>
                <a:gd name="connsiteY4102" fmla="*/ 1474961 h 2650669"/>
                <a:gd name="connsiteX4103" fmla="*/ 976658 w 2676209"/>
                <a:gd name="connsiteY4103" fmla="*/ 1477276 h 2650669"/>
                <a:gd name="connsiteX4104" fmla="*/ 977914 w 2676209"/>
                <a:gd name="connsiteY4104" fmla="*/ 1476052 h 2650669"/>
                <a:gd name="connsiteX4105" fmla="*/ 976658 w 2676209"/>
                <a:gd name="connsiteY4105" fmla="*/ 1473803 h 2650669"/>
                <a:gd name="connsiteX4106" fmla="*/ 975566 w 2676209"/>
                <a:gd name="connsiteY4106" fmla="*/ 1474961 h 2650669"/>
                <a:gd name="connsiteX4107" fmla="*/ 1700359 w 2676209"/>
                <a:gd name="connsiteY4107" fmla="*/ 1453364 h 2650669"/>
                <a:gd name="connsiteX4108" fmla="*/ 1698110 w 2676209"/>
                <a:gd name="connsiteY4108" fmla="*/ 1454588 h 2650669"/>
                <a:gd name="connsiteX4109" fmla="*/ 1699235 w 2676209"/>
                <a:gd name="connsiteY4109" fmla="*/ 1455679 h 2650669"/>
                <a:gd name="connsiteX4110" fmla="*/ 1701583 w 2676209"/>
                <a:gd name="connsiteY4110" fmla="*/ 1454588 h 2650669"/>
                <a:gd name="connsiteX4111" fmla="*/ 1700359 w 2676209"/>
                <a:gd name="connsiteY4111" fmla="*/ 1453364 h 2650669"/>
                <a:gd name="connsiteX4112" fmla="*/ 1639373 w 2676209"/>
                <a:gd name="connsiteY4112" fmla="*/ 1453993 h 2650669"/>
                <a:gd name="connsiteX4113" fmla="*/ 1640464 w 2676209"/>
                <a:gd name="connsiteY4113" fmla="*/ 1456341 h 2650669"/>
                <a:gd name="connsiteX4114" fmla="*/ 1641556 w 2676209"/>
                <a:gd name="connsiteY4114" fmla="*/ 1455183 h 2650669"/>
                <a:gd name="connsiteX4115" fmla="*/ 1640464 w 2676209"/>
                <a:gd name="connsiteY4115" fmla="*/ 1452835 h 2650669"/>
                <a:gd name="connsiteX4116" fmla="*/ 1639373 w 2676209"/>
                <a:gd name="connsiteY4116" fmla="*/ 1453993 h 2650669"/>
                <a:gd name="connsiteX4117" fmla="*/ 1429095 w 2676209"/>
                <a:gd name="connsiteY4117" fmla="*/ 1454588 h 2650669"/>
                <a:gd name="connsiteX4118" fmla="*/ 1426846 w 2676209"/>
                <a:gd name="connsiteY4118" fmla="*/ 1453364 h 2650669"/>
                <a:gd name="connsiteX4119" fmla="*/ 1425589 w 2676209"/>
                <a:gd name="connsiteY4119" fmla="*/ 1454588 h 2650669"/>
                <a:gd name="connsiteX4120" fmla="*/ 1427938 w 2676209"/>
                <a:gd name="connsiteY4120" fmla="*/ 1455679 h 2650669"/>
                <a:gd name="connsiteX4121" fmla="*/ 1429095 w 2676209"/>
                <a:gd name="connsiteY4121" fmla="*/ 1454588 h 2650669"/>
                <a:gd name="connsiteX4122" fmla="*/ 1320285 w 2676209"/>
                <a:gd name="connsiteY4122" fmla="*/ 1450586 h 2650669"/>
                <a:gd name="connsiteX4123" fmla="*/ 1319028 w 2676209"/>
                <a:gd name="connsiteY4123" fmla="*/ 1449362 h 2650669"/>
                <a:gd name="connsiteX4124" fmla="*/ 1317937 w 2676209"/>
                <a:gd name="connsiteY4124" fmla="*/ 1451711 h 2650669"/>
                <a:gd name="connsiteX4125" fmla="*/ 1319028 w 2676209"/>
                <a:gd name="connsiteY4125" fmla="*/ 1452868 h 2650669"/>
                <a:gd name="connsiteX4126" fmla="*/ 1320285 w 2676209"/>
                <a:gd name="connsiteY4126" fmla="*/ 1450586 h 2650669"/>
                <a:gd name="connsiteX4127" fmla="*/ 801966 w 2676209"/>
                <a:gd name="connsiteY4127" fmla="*/ 1466825 h 2650669"/>
                <a:gd name="connsiteX4128" fmla="*/ 803058 w 2676209"/>
                <a:gd name="connsiteY4128" fmla="*/ 1465667 h 2650669"/>
                <a:gd name="connsiteX4129" fmla="*/ 801966 w 2676209"/>
                <a:gd name="connsiteY4129" fmla="*/ 1463319 h 2650669"/>
                <a:gd name="connsiteX4130" fmla="*/ 800743 w 2676209"/>
                <a:gd name="connsiteY4130" fmla="*/ 1464576 h 2650669"/>
                <a:gd name="connsiteX4131" fmla="*/ 801966 w 2676209"/>
                <a:gd name="connsiteY4131" fmla="*/ 1466825 h 2650669"/>
                <a:gd name="connsiteX4132" fmla="*/ 1479134 w 2676209"/>
                <a:gd name="connsiteY4132" fmla="*/ 1462658 h 2650669"/>
                <a:gd name="connsiteX4133" fmla="*/ 1481483 w 2676209"/>
                <a:gd name="connsiteY4133" fmla="*/ 1461566 h 2650669"/>
                <a:gd name="connsiteX4134" fmla="*/ 1480259 w 2676209"/>
                <a:gd name="connsiteY4134" fmla="*/ 1460343 h 2650669"/>
                <a:gd name="connsiteX4135" fmla="*/ 1478010 w 2676209"/>
                <a:gd name="connsiteY4135" fmla="*/ 1461566 h 2650669"/>
                <a:gd name="connsiteX4136" fmla="*/ 1479134 w 2676209"/>
                <a:gd name="connsiteY4136" fmla="*/ 1462658 h 2650669"/>
                <a:gd name="connsiteX4137" fmla="*/ 2390988 w 2676209"/>
                <a:gd name="connsiteY4137" fmla="*/ 1459185 h 2650669"/>
                <a:gd name="connsiteX4138" fmla="*/ 2393336 w 2676209"/>
                <a:gd name="connsiteY4138" fmla="*/ 1458094 h 2650669"/>
                <a:gd name="connsiteX4139" fmla="*/ 2392079 w 2676209"/>
                <a:gd name="connsiteY4139" fmla="*/ 1456837 h 2650669"/>
                <a:gd name="connsiteX4140" fmla="*/ 2389830 w 2676209"/>
                <a:gd name="connsiteY4140" fmla="*/ 1458094 h 2650669"/>
                <a:gd name="connsiteX4141" fmla="*/ 2390988 w 2676209"/>
                <a:gd name="connsiteY4141" fmla="*/ 1459185 h 2650669"/>
                <a:gd name="connsiteX4142" fmla="*/ 1052924 w 2676209"/>
                <a:gd name="connsiteY4142" fmla="*/ 1459185 h 2650669"/>
                <a:gd name="connsiteX4143" fmla="*/ 1055272 w 2676209"/>
                <a:gd name="connsiteY4143" fmla="*/ 1458094 h 2650669"/>
                <a:gd name="connsiteX4144" fmla="*/ 1054114 w 2676209"/>
                <a:gd name="connsiteY4144" fmla="*/ 1457002 h 2650669"/>
                <a:gd name="connsiteX4145" fmla="*/ 1051766 w 2676209"/>
                <a:gd name="connsiteY4145" fmla="*/ 1458094 h 2650669"/>
                <a:gd name="connsiteX4146" fmla="*/ 1052924 w 2676209"/>
                <a:gd name="connsiteY4146" fmla="*/ 1459185 h 2650669"/>
                <a:gd name="connsiteX4147" fmla="*/ 1060299 w 2676209"/>
                <a:gd name="connsiteY4147" fmla="*/ 1075638 h 2650669"/>
                <a:gd name="connsiteX4148" fmla="*/ 1061887 w 2676209"/>
                <a:gd name="connsiteY4148" fmla="*/ 1073588 h 2650669"/>
                <a:gd name="connsiteX4149" fmla="*/ 1060795 w 2676209"/>
                <a:gd name="connsiteY4149" fmla="*/ 1072497 h 2650669"/>
                <a:gd name="connsiteX4150" fmla="*/ 1058811 w 2676209"/>
                <a:gd name="connsiteY4150" fmla="*/ 1074150 h 2650669"/>
                <a:gd name="connsiteX4151" fmla="*/ 1060299 w 2676209"/>
                <a:gd name="connsiteY4151" fmla="*/ 1075638 h 2650669"/>
                <a:gd name="connsiteX4152" fmla="*/ 1431939 w 2676209"/>
                <a:gd name="connsiteY4152" fmla="*/ 941825 h 2650669"/>
                <a:gd name="connsiteX4153" fmla="*/ 1430848 w 2676209"/>
                <a:gd name="connsiteY4153" fmla="*/ 939510 h 2650669"/>
                <a:gd name="connsiteX4154" fmla="*/ 1429724 w 2676209"/>
                <a:gd name="connsiteY4154" fmla="*/ 940635 h 2650669"/>
                <a:gd name="connsiteX4155" fmla="*/ 1430848 w 2676209"/>
                <a:gd name="connsiteY4155" fmla="*/ 942983 h 2650669"/>
                <a:gd name="connsiteX4156" fmla="*/ 1431939 w 2676209"/>
                <a:gd name="connsiteY4156" fmla="*/ 941825 h 2650669"/>
                <a:gd name="connsiteX4157" fmla="*/ 1765149 w 2676209"/>
                <a:gd name="connsiteY4157" fmla="*/ 1069851 h 2650669"/>
                <a:gd name="connsiteX4158" fmla="*/ 1766240 w 2676209"/>
                <a:gd name="connsiteY4158" fmla="*/ 1072199 h 2650669"/>
                <a:gd name="connsiteX4159" fmla="*/ 1767464 w 2676209"/>
                <a:gd name="connsiteY4159" fmla="*/ 1070942 h 2650669"/>
                <a:gd name="connsiteX4160" fmla="*/ 1766240 w 2676209"/>
                <a:gd name="connsiteY4160" fmla="*/ 1068693 h 2650669"/>
                <a:gd name="connsiteX4161" fmla="*/ 1765149 w 2676209"/>
                <a:gd name="connsiteY4161" fmla="*/ 1069851 h 2650669"/>
                <a:gd name="connsiteX4162" fmla="*/ 82300 w 2676209"/>
                <a:gd name="connsiteY4162" fmla="*/ 1068693 h 2650669"/>
                <a:gd name="connsiteX4163" fmla="*/ 81208 w 2676209"/>
                <a:gd name="connsiteY4163" fmla="*/ 1069851 h 2650669"/>
                <a:gd name="connsiteX4164" fmla="*/ 82300 w 2676209"/>
                <a:gd name="connsiteY4164" fmla="*/ 1072199 h 2650669"/>
                <a:gd name="connsiteX4165" fmla="*/ 83523 w 2676209"/>
                <a:gd name="connsiteY4165" fmla="*/ 1070975 h 2650669"/>
                <a:gd name="connsiteX4166" fmla="*/ 82300 w 2676209"/>
                <a:gd name="connsiteY4166" fmla="*/ 1068693 h 2650669"/>
                <a:gd name="connsiteX4167" fmla="*/ 1522923 w 2676209"/>
                <a:gd name="connsiteY4167" fmla="*/ 945232 h 2650669"/>
                <a:gd name="connsiteX4168" fmla="*/ 1521666 w 2676209"/>
                <a:gd name="connsiteY4168" fmla="*/ 942983 h 2650669"/>
                <a:gd name="connsiteX4169" fmla="*/ 1520575 w 2676209"/>
                <a:gd name="connsiteY4169" fmla="*/ 944141 h 2650669"/>
                <a:gd name="connsiteX4170" fmla="*/ 1521666 w 2676209"/>
                <a:gd name="connsiteY4170" fmla="*/ 946489 h 2650669"/>
                <a:gd name="connsiteX4171" fmla="*/ 1522923 w 2676209"/>
                <a:gd name="connsiteY4171" fmla="*/ 945232 h 2650669"/>
                <a:gd name="connsiteX4172" fmla="*/ 1593931 w 2676209"/>
                <a:gd name="connsiteY4172" fmla="*/ 1066378 h 2650669"/>
                <a:gd name="connsiteX4173" fmla="*/ 1595022 w 2676209"/>
                <a:gd name="connsiteY4173" fmla="*/ 1068693 h 2650669"/>
                <a:gd name="connsiteX4174" fmla="*/ 1596279 w 2676209"/>
                <a:gd name="connsiteY4174" fmla="*/ 1067469 h 2650669"/>
                <a:gd name="connsiteX4175" fmla="*/ 1595022 w 2676209"/>
                <a:gd name="connsiteY4175" fmla="*/ 1065220 h 2650669"/>
                <a:gd name="connsiteX4176" fmla="*/ 1593931 w 2676209"/>
                <a:gd name="connsiteY4176" fmla="*/ 1066378 h 2650669"/>
                <a:gd name="connsiteX4177" fmla="*/ 1116391 w 2676209"/>
                <a:gd name="connsiteY4177" fmla="*/ 1082683 h 2650669"/>
                <a:gd name="connsiteX4178" fmla="*/ 1117482 w 2676209"/>
                <a:gd name="connsiteY4178" fmla="*/ 1081525 h 2650669"/>
                <a:gd name="connsiteX4179" fmla="*/ 1116391 w 2676209"/>
                <a:gd name="connsiteY4179" fmla="*/ 1079177 h 2650669"/>
                <a:gd name="connsiteX4180" fmla="*/ 1115299 w 2676209"/>
                <a:gd name="connsiteY4180" fmla="*/ 1080335 h 2650669"/>
                <a:gd name="connsiteX4181" fmla="*/ 1116391 w 2676209"/>
                <a:gd name="connsiteY4181" fmla="*/ 1082683 h 2650669"/>
                <a:gd name="connsiteX4182" fmla="*/ 1634544 w 2676209"/>
                <a:gd name="connsiteY4182" fmla="*/ 934847 h 2650669"/>
                <a:gd name="connsiteX4183" fmla="*/ 1633453 w 2676209"/>
                <a:gd name="connsiteY4183" fmla="*/ 932499 h 2650669"/>
                <a:gd name="connsiteX4184" fmla="*/ 1632229 w 2676209"/>
                <a:gd name="connsiteY4184" fmla="*/ 933756 h 2650669"/>
                <a:gd name="connsiteX4185" fmla="*/ 1633453 w 2676209"/>
                <a:gd name="connsiteY4185" fmla="*/ 936005 h 2650669"/>
                <a:gd name="connsiteX4186" fmla="*/ 1634544 w 2676209"/>
                <a:gd name="connsiteY4186" fmla="*/ 934847 h 2650669"/>
                <a:gd name="connsiteX4187" fmla="*/ 1453536 w 2676209"/>
                <a:gd name="connsiteY4187" fmla="*/ 955220 h 2650669"/>
                <a:gd name="connsiteX4188" fmla="*/ 1455785 w 2676209"/>
                <a:gd name="connsiteY4188" fmla="*/ 956444 h 2650669"/>
                <a:gd name="connsiteX4189" fmla="*/ 1457042 w 2676209"/>
                <a:gd name="connsiteY4189" fmla="*/ 955220 h 2650669"/>
                <a:gd name="connsiteX4190" fmla="*/ 1454694 w 2676209"/>
                <a:gd name="connsiteY4190" fmla="*/ 954129 h 2650669"/>
                <a:gd name="connsiteX4191" fmla="*/ 1453536 w 2676209"/>
                <a:gd name="connsiteY4191" fmla="*/ 955220 h 2650669"/>
                <a:gd name="connsiteX4192" fmla="*/ 1234097 w 2676209"/>
                <a:gd name="connsiteY4192" fmla="*/ 947646 h 2650669"/>
                <a:gd name="connsiteX4193" fmla="*/ 1235189 w 2676209"/>
                <a:gd name="connsiteY4193" fmla="*/ 949961 h 2650669"/>
                <a:gd name="connsiteX4194" fmla="*/ 1236412 w 2676209"/>
                <a:gd name="connsiteY4194" fmla="*/ 948738 h 2650669"/>
                <a:gd name="connsiteX4195" fmla="*/ 1235189 w 2676209"/>
                <a:gd name="connsiteY4195" fmla="*/ 946489 h 2650669"/>
                <a:gd name="connsiteX4196" fmla="*/ 1234097 w 2676209"/>
                <a:gd name="connsiteY4196" fmla="*/ 947646 h 2650669"/>
                <a:gd name="connsiteX4197" fmla="*/ 1296837 w 2676209"/>
                <a:gd name="connsiteY4197" fmla="*/ 948738 h 2650669"/>
                <a:gd name="connsiteX4198" fmla="*/ 1298093 w 2676209"/>
                <a:gd name="connsiteY4198" fmla="*/ 949961 h 2650669"/>
                <a:gd name="connsiteX4199" fmla="*/ 1299185 w 2676209"/>
                <a:gd name="connsiteY4199" fmla="*/ 947646 h 2650669"/>
                <a:gd name="connsiteX4200" fmla="*/ 1298093 w 2676209"/>
                <a:gd name="connsiteY4200" fmla="*/ 946489 h 2650669"/>
                <a:gd name="connsiteX4201" fmla="*/ 1296837 w 2676209"/>
                <a:gd name="connsiteY4201" fmla="*/ 948738 h 2650669"/>
                <a:gd name="connsiteX4202" fmla="*/ 1380180 w 2676209"/>
                <a:gd name="connsiteY4202" fmla="*/ 948242 h 2650669"/>
                <a:gd name="connsiteX4203" fmla="*/ 1378924 w 2676209"/>
                <a:gd name="connsiteY4203" fmla="*/ 946985 h 2650669"/>
                <a:gd name="connsiteX4204" fmla="*/ 1376675 w 2676209"/>
                <a:gd name="connsiteY4204" fmla="*/ 948242 h 2650669"/>
                <a:gd name="connsiteX4205" fmla="*/ 1377832 w 2676209"/>
                <a:gd name="connsiteY4205" fmla="*/ 949333 h 2650669"/>
                <a:gd name="connsiteX4206" fmla="*/ 1380180 w 2676209"/>
                <a:gd name="connsiteY4206" fmla="*/ 948242 h 2650669"/>
                <a:gd name="connsiteX4207" fmla="*/ 1690603 w 2676209"/>
                <a:gd name="connsiteY4207" fmla="*/ 948738 h 2650669"/>
                <a:gd name="connsiteX4208" fmla="*/ 1689379 w 2676209"/>
                <a:gd name="connsiteY4208" fmla="*/ 946489 h 2650669"/>
                <a:gd name="connsiteX4209" fmla="*/ 1688288 w 2676209"/>
                <a:gd name="connsiteY4209" fmla="*/ 947646 h 2650669"/>
                <a:gd name="connsiteX4210" fmla="*/ 1689379 w 2676209"/>
                <a:gd name="connsiteY4210" fmla="*/ 949961 h 2650669"/>
                <a:gd name="connsiteX4211" fmla="*/ 1690603 w 2676209"/>
                <a:gd name="connsiteY4211" fmla="*/ 948738 h 2650669"/>
                <a:gd name="connsiteX4212" fmla="*/ 1705750 w 2676209"/>
                <a:gd name="connsiteY4212" fmla="*/ 1059367 h 2650669"/>
                <a:gd name="connsiteX4213" fmla="*/ 1706841 w 2676209"/>
                <a:gd name="connsiteY4213" fmla="*/ 1061715 h 2650669"/>
                <a:gd name="connsiteX4214" fmla="*/ 1708065 w 2676209"/>
                <a:gd name="connsiteY4214" fmla="*/ 1060491 h 2650669"/>
                <a:gd name="connsiteX4215" fmla="*/ 1706841 w 2676209"/>
                <a:gd name="connsiteY4215" fmla="*/ 1058242 h 2650669"/>
                <a:gd name="connsiteX4216" fmla="*/ 1705750 w 2676209"/>
                <a:gd name="connsiteY4216" fmla="*/ 1059367 h 2650669"/>
                <a:gd name="connsiteX4217" fmla="*/ 1310297 w 2676209"/>
                <a:gd name="connsiteY4217" fmla="*/ 1059962 h 2650669"/>
                <a:gd name="connsiteX4218" fmla="*/ 1312546 w 2676209"/>
                <a:gd name="connsiteY4218" fmla="*/ 1061219 h 2650669"/>
                <a:gd name="connsiteX4219" fmla="*/ 1313803 w 2676209"/>
                <a:gd name="connsiteY4219" fmla="*/ 1059962 h 2650669"/>
                <a:gd name="connsiteX4220" fmla="*/ 1311455 w 2676209"/>
                <a:gd name="connsiteY4220" fmla="*/ 1058870 h 2650669"/>
                <a:gd name="connsiteX4221" fmla="*/ 1310297 w 2676209"/>
                <a:gd name="connsiteY4221" fmla="*/ 1059962 h 2650669"/>
                <a:gd name="connsiteX4222" fmla="*/ 1045449 w 2676209"/>
                <a:gd name="connsiteY4222" fmla="*/ 1105966 h 2650669"/>
                <a:gd name="connsiteX4223" fmla="*/ 1046541 w 2676209"/>
                <a:gd name="connsiteY4223" fmla="*/ 1107124 h 2650669"/>
                <a:gd name="connsiteX4224" fmla="*/ 1047764 w 2676209"/>
                <a:gd name="connsiteY4224" fmla="*/ 1104875 h 2650669"/>
                <a:gd name="connsiteX4225" fmla="*/ 1046541 w 2676209"/>
                <a:gd name="connsiteY4225" fmla="*/ 1103618 h 2650669"/>
                <a:gd name="connsiteX4226" fmla="*/ 1045449 w 2676209"/>
                <a:gd name="connsiteY4226" fmla="*/ 1105966 h 2650669"/>
                <a:gd name="connsiteX4227" fmla="*/ 1170564 w 2676209"/>
                <a:gd name="connsiteY4227" fmla="*/ 920295 h 2650669"/>
                <a:gd name="connsiteX4228" fmla="*/ 1171722 w 2676209"/>
                <a:gd name="connsiteY4228" fmla="*/ 921386 h 2650669"/>
                <a:gd name="connsiteX4229" fmla="*/ 1174037 w 2676209"/>
                <a:gd name="connsiteY4229" fmla="*/ 920295 h 2650669"/>
                <a:gd name="connsiteX4230" fmla="*/ 1172813 w 2676209"/>
                <a:gd name="connsiteY4230" fmla="*/ 919038 h 2650669"/>
                <a:gd name="connsiteX4231" fmla="*/ 1170564 w 2676209"/>
                <a:gd name="connsiteY4231" fmla="*/ 920295 h 2650669"/>
                <a:gd name="connsiteX4232" fmla="*/ 1472156 w 2676209"/>
                <a:gd name="connsiteY4232" fmla="*/ 921386 h 2650669"/>
                <a:gd name="connsiteX4233" fmla="*/ 1474504 w 2676209"/>
                <a:gd name="connsiteY4233" fmla="*/ 920295 h 2650669"/>
                <a:gd name="connsiteX4234" fmla="*/ 1473281 w 2676209"/>
                <a:gd name="connsiteY4234" fmla="*/ 919038 h 2650669"/>
                <a:gd name="connsiteX4235" fmla="*/ 1471032 w 2676209"/>
                <a:gd name="connsiteY4235" fmla="*/ 920295 h 2650669"/>
                <a:gd name="connsiteX4236" fmla="*/ 1472156 w 2676209"/>
                <a:gd name="connsiteY4236" fmla="*/ 921386 h 2650669"/>
                <a:gd name="connsiteX4237" fmla="*/ 1778444 w 2676209"/>
                <a:gd name="connsiteY4237" fmla="*/ 920295 h 2650669"/>
                <a:gd name="connsiteX4238" fmla="*/ 1776195 w 2676209"/>
                <a:gd name="connsiteY4238" fmla="*/ 919038 h 2650669"/>
                <a:gd name="connsiteX4239" fmla="*/ 1774972 w 2676209"/>
                <a:gd name="connsiteY4239" fmla="*/ 920295 h 2650669"/>
                <a:gd name="connsiteX4240" fmla="*/ 1777320 w 2676209"/>
                <a:gd name="connsiteY4240" fmla="*/ 921386 h 2650669"/>
                <a:gd name="connsiteX4241" fmla="*/ 1778444 w 2676209"/>
                <a:gd name="connsiteY4241" fmla="*/ 920295 h 2650669"/>
                <a:gd name="connsiteX4242" fmla="*/ 1349257 w 2676209"/>
                <a:gd name="connsiteY4242" fmla="*/ 1111853 h 2650669"/>
                <a:gd name="connsiteX4243" fmla="*/ 1350481 w 2676209"/>
                <a:gd name="connsiteY4243" fmla="*/ 1114102 h 2650669"/>
                <a:gd name="connsiteX4244" fmla="*/ 1351572 w 2676209"/>
                <a:gd name="connsiteY4244" fmla="*/ 1112945 h 2650669"/>
                <a:gd name="connsiteX4245" fmla="*/ 1350481 w 2676209"/>
                <a:gd name="connsiteY4245" fmla="*/ 1110597 h 2650669"/>
                <a:gd name="connsiteX4246" fmla="*/ 1349257 w 2676209"/>
                <a:gd name="connsiteY4246" fmla="*/ 1111853 h 2650669"/>
                <a:gd name="connsiteX4247" fmla="*/ 1484492 w 2676209"/>
                <a:gd name="connsiteY4247" fmla="*/ 1090918 h 2650669"/>
                <a:gd name="connsiteX4248" fmla="*/ 1483235 w 2676209"/>
                <a:gd name="connsiteY4248" fmla="*/ 1089661 h 2650669"/>
                <a:gd name="connsiteX4249" fmla="*/ 1482144 w 2676209"/>
                <a:gd name="connsiteY4249" fmla="*/ 1092010 h 2650669"/>
                <a:gd name="connsiteX4250" fmla="*/ 1483235 w 2676209"/>
                <a:gd name="connsiteY4250" fmla="*/ 1093167 h 2650669"/>
                <a:gd name="connsiteX4251" fmla="*/ 1484492 w 2676209"/>
                <a:gd name="connsiteY4251" fmla="*/ 1090918 h 2650669"/>
                <a:gd name="connsiteX4252" fmla="*/ 1700921 w 2676209"/>
                <a:gd name="connsiteY4252" fmla="*/ 931374 h 2650669"/>
                <a:gd name="connsiteX4253" fmla="*/ 1699830 w 2676209"/>
                <a:gd name="connsiteY4253" fmla="*/ 929026 h 2650669"/>
                <a:gd name="connsiteX4254" fmla="*/ 1698739 w 2676209"/>
                <a:gd name="connsiteY4254" fmla="*/ 930184 h 2650669"/>
                <a:gd name="connsiteX4255" fmla="*/ 1699830 w 2676209"/>
                <a:gd name="connsiteY4255" fmla="*/ 932532 h 2650669"/>
                <a:gd name="connsiteX4256" fmla="*/ 1700921 w 2676209"/>
                <a:gd name="connsiteY4256" fmla="*/ 931374 h 2650669"/>
                <a:gd name="connsiteX4257" fmla="*/ 1765612 w 2676209"/>
                <a:gd name="connsiteY4257" fmla="*/ 929688 h 2650669"/>
                <a:gd name="connsiteX4258" fmla="*/ 1764488 w 2676209"/>
                <a:gd name="connsiteY4258" fmla="*/ 930779 h 2650669"/>
                <a:gd name="connsiteX4259" fmla="*/ 1766737 w 2676209"/>
                <a:gd name="connsiteY4259" fmla="*/ 932003 h 2650669"/>
                <a:gd name="connsiteX4260" fmla="*/ 1767960 w 2676209"/>
                <a:gd name="connsiteY4260" fmla="*/ 930779 h 2650669"/>
                <a:gd name="connsiteX4261" fmla="*/ 1765612 w 2676209"/>
                <a:gd name="connsiteY4261" fmla="*/ 929688 h 2650669"/>
                <a:gd name="connsiteX4262" fmla="*/ 1023820 w 2676209"/>
                <a:gd name="connsiteY4262" fmla="*/ 1084436 h 2650669"/>
                <a:gd name="connsiteX4263" fmla="*/ 1024977 w 2676209"/>
                <a:gd name="connsiteY4263" fmla="*/ 1085527 h 2650669"/>
                <a:gd name="connsiteX4264" fmla="*/ 1027325 w 2676209"/>
                <a:gd name="connsiteY4264" fmla="*/ 1084436 h 2650669"/>
                <a:gd name="connsiteX4265" fmla="*/ 1026069 w 2676209"/>
                <a:gd name="connsiteY4265" fmla="*/ 1083179 h 2650669"/>
                <a:gd name="connsiteX4266" fmla="*/ 1023820 w 2676209"/>
                <a:gd name="connsiteY4266" fmla="*/ 1084436 h 2650669"/>
                <a:gd name="connsiteX4267" fmla="*/ 1355078 w 2676209"/>
                <a:gd name="connsiteY4267" fmla="*/ 927869 h 2650669"/>
                <a:gd name="connsiteX4268" fmla="*/ 1353987 w 2676209"/>
                <a:gd name="connsiteY4268" fmla="*/ 925520 h 2650669"/>
                <a:gd name="connsiteX4269" fmla="*/ 1352730 w 2676209"/>
                <a:gd name="connsiteY4269" fmla="*/ 926777 h 2650669"/>
                <a:gd name="connsiteX4270" fmla="*/ 1353987 w 2676209"/>
                <a:gd name="connsiteY4270" fmla="*/ 929026 h 2650669"/>
                <a:gd name="connsiteX4271" fmla="*/ 1355078 w 2676209"/>
                <a:gd name="connsiteY4271" fmla="*/ 927869 h 2650669"/>
                <a:gd name="connsiteX4272" fmla="*/ 1457042 w 2676209"/>
                <a:gd name="connsiteY4272" fmla="*/ 1094887 h 2650669"/>
                <a:gd name="connsiteX4273" fmla="*/ 1459291 w 2676209"/>
                <a:gd name="connsiteY4273" fmla="*/ 1096144 h 2650669"/>
                <a:gd name="connsiteX4274" fmla="*/ 1460514 w 2676209"/>
                <a:gd name="connsiteY4274" fmla="*/ 1094887 h 2650669"/>
                <a:gd name="connsiteX4275" fmla="*/ 1458166 w 2676209"/>
                <a:gd name="connsiteY4275" fmla="*/ 1093795 h 2650669"/>
                <a:gd name="connsiteX4276" fmla="*/ 1457042 w 2676209"/>
                <a:gd name="connsiteY4276" fmla="*/ 1094887 h 2650669"/>
                <a:gd name="connsiteX4277" fmla="*/ 992367 w 2676209"/>
                <a:gd name="connsiteY4277" fmla="*/ 1094722 h 2650669"/>
                <a:gd name="connsiteX4278" fmla="*/ 992367 w 2676209"/>
                <a:gd name="connsiteY4278" fmla="*/ 1093167 h 2650669"/>
                <a:gd name="connsiteX4279" fmla="*/ 989688 w 2676209"/>
                <a:gd name="connsiteY4279" fmla="*/ 1094159 h 2650669"/>
                <a:gd name="connsiteX4280" fmla="*/ 990350 w 2676209"/>
                <a:gd name="connsiteY4280" fmla="*/ 1096210 h 2650669"/>
                <a:gd name="connsiteX4281" fmla="*/ 992367 w 2676209"/>
                <a:gd name="connsiteY4281" fmla="*/ 1094722 h 2650669"/>
                <a:gd name="connsiteX4282" fmla="*/ 118316 w 2676209"/>
                <a:gd name="connsiteY4282" fmla="*/ 1095482 h 2650669"/>
                <a:gd name="connsiteX4283" fmla="*/ 117225 w 2676209"/>
                <a:gd name="connsiteY4283" fmla="*/ 1093167 h 2650669"/>
                <a:gd name="connsiteX4284" fmla="*/ 115968 w 2676209"/>
                <a:gd name="connsiteY4284" fmla="*/ 1094391 h 2650669"/>
                <a:gd name="connsiteX4285" fmla="*/ 117225 w 2676209"/>
                <a:gd name="connsiteY4285" fmla="*/ 1096640 h 2650669"/>
                <a:gd name="connsiteX4286" fmla="*/ 118316 w 2676209"/>
                <a:gd name="connsiteY4286" fmla="*/ 1095482 h 2650669"/>
                <a:gd name="connsiteX4287" fmla="*/ 1433097 w 2676209"/>
                <a:gd name="connsiteY4287" fmla="*/ 983663 h 2650669"/>
                <a:gd name="connsiteX4288" fmla="*/ 1434321 w 2676209"/>
                <a:gd name="connsiteY4288" fmla="*/ 984886 h 2650669"/>
                <a:gd name="connsiteX4289" fmla="*/ 1435412 w 2676209"/>
                <a:gd name="connsiteY4289" fmla="*/ 982538 h 2650669"/>
                <a:gd name="connsiteX4290" fmla="*/ 1434321 w 2676209"/>
                <a:gd name="connsiteY4290" fmla="*/ 981414 h 2650669"/>
                <a:gd name="connsiteX4291" fmla="*/ 1433097 w 2676209"/>
                <a:gd name="connsiteY4291" fmla="*/ 983663 h 2650669"/>
                <a:gd name="connsiteX4292" fmla="*/ 1505295 w 2676209"/>
                <a:gd name="connsiteY4292" fmla="*/ 983762 h 2650669"/>
                <a:gd name="connsiteX4293" fmla="*/ 1504204 w 2676209"/>
                <a:gd name="connsiteY4293" fmla="*/ 981414 h 2650669"/>
                <a:gd name="connsiteX4294" fmla="*/ 1503112 w 2676209"/>
                <a:gd name="connsiteY4294" fmla="*/ 982538 h 2650669"/>
                <a:gd name="connsiteX4295" fmla="*/ 1504204 w 2676209"/>
                <a:gd name="connsiteY4295" fmla="*/ 984886 h 2650669"/>
                <a:gd name="connsiteX4296" fmla="*/ 1505295 w 2676209"/>
                <a:gd name="connsiteY4296" fmla="*/ 983762 h 2650669"/>
                <a:gd name="connsiteX4297" fmla="*/ 1664310 w 2676209"/>
                <a:gd name="connsiteY4297" fmla="*/ 984258 h 2650669"/>
                <a:gd name="connsiteX4298" fmla="*/ 1666658 w 2676209"/>
                <a:gd name="connsiteY4298" fmla="*/ 983167 h 2650669"/>
                <a:gd name="connsiteX4299" fmla="*/ 1665401 w 2676209"/>
                <a:gd name="connsiteY4299" fmla="*/ 981910 h 2650669"/>
                <a:gd name="connsiteX4300" fmla="*/ 1663152 w 2676209"/>
                <a:gd name="connsiteY4300" fmla="*/ 983167 h 2650669"/>
                <a:gd name="connsiteX4301" fmla="*/ 1664310 w 2676209"/>
                <a:gd name="connsiteY4301" fmla="*/ 984258 h 2650669"/>
                <a:gd name="connsiteX4302" fmla="*/ 1783703 w 2676209"/>
                <a:gd name="connsiteY4302" fmla="*/ 984886 h 2650669"/>
                <a:gd name="connsiteX4303" fmla="*/ 1784794 w 2676209"/>
                <a:gd name="connsiteY4303" fmla="*/ 983762 h 2650669"/>
                <a:gd name="connsiteX4304" fmla="*/ 1783703 w 2676209"/>
                <a:gd name="connsiteY4304" fmla="*/ 981414 h 2650669"/>
                <a:gd name="connsiteX4305" fmla="*/ 1782612 w 2676209"/>
                <a:gd name="connsiteY4305" fmla="*/ 982538 h 2650669"/>
                <a:gd name="connsiteX4306" fmla="*/ 1783703 w 2676209"/>
                <a:gd name="connsiteY4306" fmla="*/ 984886 h 2650669"/>
                <a:gd name="connsiteX4307" fmla="*/ 103235 w 2676209"/>
                <a:gd name="connsiteY4307" fmla="*/ 1016339 h 2650669"/>
                <a:gd name="connsiteX4308" fmla="*/ 102144 w 2676209"/>
                <a:gd name="connsiteY4308" fmla="*/ 1017463 h 2650669"/>
                <a:gd name="connsiteX4309" fmla="*/ 103235 w 2676209"/>
                <a:gd name="connsiteY4309" fmla="*/ 1019811 h 2650669"/>
                <a:gd name="connsiteX4310" fmla="*/ 104492 w 2676209"/>
                <a:gd name="connsiteY4310" fmla="*/ 1018588 h 2650669"/>
                <a:gd name="connsiteX4311" fmla="*/ 103235 w 2676209"/>
                <a:gd name="connsiteY4311" fmla="*/ 1016339 h 2650669"/>
                <a:gd name="connsiteX4312" fmla="*/ 1156574 w 2676209"/>
                <a:gd name="connsiteY4312" fmla="*/ 1014586 h 2650669"/>
                <a:gd name="connsiteX4313" fmla="*/ 1158823 w 2676209"/>
                <a:gd name="connsiteY4313" fmla="*/ 1015810 h 2650669"/>
                <a:gd name="connsiteX4314" fmla="*/ 1160080 w 2676209"/>
                <a:gd name="connsiteY4314" fmla="*/ 1014586 h 2650669"/>
                <a:gd name="connsiteX4315" fmla="*/ 1157732 w 2676209"/>
                <a:gd name="connsiteY4315" fmla="*/ 1013494 h 2650669"/>
                <a:gd name="connsiteX4316" fmla="*/ 1156574 w 2676209"/>
                <a:gd name="connsiteY4316" fmla="*/ 1014586 h 2650669"/>
                <a:gd name="connsiteX4317" fmla="*/ 1685576 w 2676209"/>
                <a:gd name="connsiteY4317" fmla="*/ 991435 h 2650669"/>
                <a:gd name="connsiteX4318" fmla="*/ 1687626 w 2676209"/>
                <a:gd name="connsiteY4318" fmla="*/ 989947 h 2650669"/>
                <a:gd name="connsiteX4319" fmla="*/ 1687626 w 2676209"/>
                <a:gd name="connsiteY4319" fmla="*/ 988425 h 2650669"/>
                <a:gd name="connsiteX4320" fmla="*/ 1687593 w 2676209"/>
                <a:gd name="connsiteY4320" fmla="*/ 988392 h 2650669"/>
                <a:gd name="connsiteX4321" fmla="*/ 1684914 w 2676209"/>
                <a:gd name="connsiteY4321" fmla="*/ 989384 h 2650669"/>
                <a:gd name="connsiteX4322" fmla="*/ 1685576 w 2676209"/>
                <a:gd name="connsiteY4322" fmla="*/ 991435 h 2650669"/>
                <a:gd name="connsiteX4323" fmla="*/ 1741766 w 2676209"/>
                <a:gd name="connsiteY4323" fmla="*/ 991865 h 2650669"/>
                <a:gd name="connsiteX4324" fmla="*/ 1743023 w 2676209"/>
                <a:gd name="connsiteY4324" fmla="*/ 990641 h 2650669"/>
                <a:gd name="connsiteX4325" fmla="*/ 1741766 w 2676209"/>
                <a:gd name="connsiteY4325" fmla="*/ 988392 h 2650669"/>
                <a:gd name="connsiteX4326" fmla="*/ 1740675 w 2676209"/>
                <a:gd name="connsiteY4326" fmla="*/ 989517 h 2650669"/>
                <a:gd name="connsiteX4327" fmla="*/ 1741766 w 2676209"/>
                <a:gd name="connsiteY4327" fmla="*/ 991865 h 2650669"/>
                <a:gd name="connsiteX4328" fmla="*/ 1756352 w 2676209"/>
                <a:gd name="connsiteY4328" fmla="*/ 989054 h 2650669"/>
                <a:gd name="connsiteX4329" fmla="*/ 1754003 w 2676209"/>
                <a:gd name="connsiteY4329" fmla="*/ 990145 h 2650669"/>
                <a:gd name="connsiteX4330" fmla="*/ 1755128 w 2676209"/>
                <a:gd name="connsiteY4330" fmla="*/ 991236 h 2650669"/>
                <a:gd name="connsiteX4331" fmla="*/ 1757476 w 2676209"/>
                <a:gd name="connsiteY4331" fmla="*/ 990145 h 2650669"/>
                <a:gd name="connsiteX4332" fmla="*/ 1756352 w 2676209"/>
                <a:gd name="connsiteY4332" fmla="*/ 989054 h 2650669"/>
                <a:gd name="connsiteX4333" fmla="*/ 1120988 w 2676209"/>
                <a:gd name="connsiteY4333" fmla="*/ 994213 h 2650669"/>
                <a:gd name="connsiteX4334" fmla="*/ 1119896 w 2676209"/>
                <a:gd name="connsiteY4334" fmla="*/ 991865 h 2650669"/>
                <a:gd name="connsiteX4335" fmla="*/ 1118805 w 2676209"/>
                <a:gd name="connsiteY4335" fmla="*/ 993022 h 2650669"/>
                <a:gd name="connsiteX4336" fmla="*/ 1119896 w 2676209"/>
                <a:gd name="connsiteY4336" fmla="*/ 995370 h 2650669"/>
                <a:gd name="connsiteX4337" fmla="*/ 1120988 w 2676209"/>
                <a:gd name="connsiteY4337" fmla="*/ 994213 h 2650669"/>
                <a:gd name="connsiteX4338" fmla="*/ 65896 w 2676209"/>
                <a:gd name="connsiteY4338" fmla="*/ 993022 h 2650669"/>
                <a:gd name="connsiteX4339" fmla="*/ 64804 w 2676209"/>
                <a:gd name="connsiteY4339" fmla="*/ 991898 h 2650669"/>
                <a:gd name="connsiteX4340" fmla="*/ 63580 w 2676209"/>
                <a:gd name="connsiteY4340" fmla="*/ 994147 h 2650669"/>
                <a:gd name="connsiteX4341" fmla="*/ 64804 w 2676209"/>
                <a:gd name="connsiteY4341" fmla="*/ 995370 h 2650669"/>
                <a:gd name="connsiteX4342" fmla="*/ 65896 w 2676209"/>
                <a:gd name="connsiteY4342" fmla="*/ 993022 h 2650669"/>
                <a:gd name="connsiteX4343" fmla="*/ 1291082 w 2676209"/>
                <a:gd name="connsiteY4343" fmla="*/ 1005855 h 2650669"/>
                <a:gd name="connsiteX4344" fmla="*/ 1292173 w 2676209"/>
                <a:gd name="connsiteY4344" fmla="*/ 1004697 h 2650669"/>
                <a:gd name="connsiteX4345" fmla="*/ 1291082 w 2676209"/>
                <a:gd name="connsiteY4345" fmla="*/ 1002349 h 2650669"/>
                <a:gd name="connsiteX4346" fmla="*/ 1289858 w 2676209"/>
                <a:gd name="connsiteY4346" fmla="*/ 1003606 h 2650669"/>
                <a:gd name="connsiteX4347" fmla="*/ 1291082 w 2676209"/>
                <a:gd name="connsiteY4347" fmla="*/ 1005855 h 2650669"/>
                <a:gd name="connsiteX4348" fmla="*/ 1252056 w 2676209"/>
                <a:gd name="connsiteY4348" fmla="*/ 1005193 h 2650669"/>
                <a:gd name="connsiteX4349" fmla="*/ 1254404 w 2676209"/>
                <a:gd name="connsiteY4349" fmla="*/ 1004102 h 2650669"/>
                <a:gd name="connsiteX4350" fmla="*/ 1253147 w 2676209"/>
                <a:gd name="connsiteY4350" fmla="*/ 1002878 h 2650669"/>
                <a:gd name="connsiteX4351" fmla="*/ 1250898 w 2676209"/>
                <a:gd name="connsiteY4351" fmla="*/ 1004102 h 2650669"/>
                <a:gd name="connsiteX4352" fmla="*/ 1252056 w 2676209"/>
                <a:gd name="connsiteY4352" fmla="*/ 1005193 h 2650669"/>
                <a:gd name="connsiteX4353" fmla="*/ 1687626 w 2676209"/>
                <a:gd name="connsiteY4353" fmla="*/ 988425 h 2650669"/>
                <a:gd name="connsiteX4354" fmla="*/ 1689147 w 2676209"/>
                <a:gd name="connsiteY4354" fmla="*/ 988326 h 2650669"/>
                <a:gd name="connsiteX4355" fmla="*/ 1690735 w 2676209"/>
                <a:gd name="connsiteY4355" fmla="*/ 986275 h 2650669"/>
                <a:gd name="connsiteX4356" fmla="*/ 1689644 w 2676209"/>
                <a:gd name="connsiteY4356" fmla="*/ 985184 h 2650669"/>
                <a:gd name="connsiteX4357" fmla="*/ 1687659 w 2676209"/>
                <a:gd name="connsiteY4357" fmla="*/ 986871 h 2650669"/>
                <a:gd name="connsiteX4358" fmla="*/ 1687593 w 2676209"/>
                <a:gd name="connsiteY4358" fmla="*/ 988392 h 2650669"/>
                <a:gd name="connsiteX4359" fmla="*/ 1687626 w 2676209"/>
                <a:gd name="connsiteY4359" fmla="*/ 988425 h 2650669"/>
                <a:gd name="connsiteX4360" fmla="*/ 1617743 w 2676209"/>
                <a:gd name="connsiteY4360" fmla="*/ 1000596 h 2650669"/>
                <a:gd name="connsiteX4361" fmla="*/ 1615395 w 2676209"/>
                <a:gd name="connsiteY4361" fmla="*/ 999505 h 2650669"/>
                <a:gd name="connsiteX4362" fmla="*/ 1614237 w 2676209"/>
                <a:gd name="connsiteY4362" fmla="*/ 1000596 h 2650669"/>
                <a:gd name="connsiteX4363" fmla="*/ 1616486 w 2676209"/>
                <a:gd name="connsiteY4363" fmla="*/ 1001853 h 2650669"/>
                <a:gd name="connsiteX4364" fmla="*/ 1617743 w 2676209"/>
                <a:gd name="connsiteY4364" fmla="*/ 1000596 h 2650669"/>
                <a:gd name="connsiteX4365" fmla="*/ 1563603 w 2676209"/>
                <a:gd name="connsiteY4365" fmla="*/ 963951 h 2650669"/>
                <a:gd name="connsiteX4366" fmla="*/ 1562511 w 2676209"/>
                <a:gd name="connsiteY4366" fmla="*/ 965109 h 2650669"/>
                <a:gd name="connsiteX4367" fmla="*/ 1563603 w 2676209"/>
                <a:gd name="connsiteY4367" fmla="*/ 967424 h 2650669"/>
                <a:gd name="connsiteX4368" fmla="*/ 1564826 w 2676209"/>
                <a:gd name="connsiteY4368" fmla="*/ 966200 h 2650669"/>
                <a:gd name="connsiteX4369" fmla="*/ 1563603 w 2676209"/>
                <a:gd name="connsiteY4369" fmla="*/ 963951 h 2650669"/>
                <a:gd name="connsiteX4370" fmla="*/ 1677803 w 2676209"/>
                <a:gd name="connsiteY4370" fmla="*/ 1038431 h 2650669"/>
                <a:gd name="connsiteX4371" fmla="*/ 1678895 w 2676209"/>
                <a:gd name="connsiteY4371" fmla="*/ 1040780 h 2650669"/>
                <a:gd name="connsiteX4372" fmla="*/ 1679986 w 2676209"/>
                <a:gd name="connsiteY4372" fmla="*/ 1039622 h 2650669"/>
                <a:gd name="connsiteX4373" fmla="*/ 1678895 w 2676209"/>
                <a:gd name="connsiteY4373" fmla="*/ 1037274 h 2650669"/>
                <a:gd name="connsiteX4374" fmla="*/ 1677803 w 2676209"/>
                <a:gd name="connsiteY4374" fmla="*/ 1038431 h 2650669"/>
                <a:gd name="connsiteX4375" fmla="*/ 1416263 w 2676209"/>
                <a:gd name="connsiteY4375" fmla="*/ 1040118 h 2650669"/>
                <a:gd name="connsiteX4376" fmla="*/ 1418611 w 2676209"/>
                <a:gd name="connsiteY4376" fmla="*/ 1039027 h 2650669"/>
                <a:gd name="connsiteX4377" fmla="*/ 1417354 w 2676209"/>
                <a:gd name="connsiteY4377" fmla="*/ 1037770 h 2650669"/>
                <a:gd name="connsiteX4378" fmla="*/ 1415105 w 2676209"/>
                <a:gd name="connsiteY4378" fmla="*/ 1039027 h 2650669"/>
                <a:gd name="connsiteX4379" fmla="*/ 1416263 w 2676209"/>
                <a:gd name="connsiteY4379" fmla="*/ 1040118 h 2650669"/>
                <a:gd name="connsiteX4380" fmla="*/ 26373 w 2676209"/>
                <a:gd name="connsiteY4380" fmla="*/ 967424 h 2650669"/>
                <a:gd name="connsiteX4381" fmla="*/ 25150 w 2676209"/>
                <a:gd name="connsiteY4381" fmla="*/ 969673 h 2650669"/>
                <a:gd name="connsiteX4382" fmla="*/ 26373 w 2676209"/>
                <a:gd name="connsiteY4382" fmla="*/ 970930 h 2650669"/>
                <a:gd name="connsiteX4383" fmla="*/ 27465 w 2676209"/>
                <a:gd name="connsiteY4383" fmla="*/ 968581 h 2650669"/>
                <a:gd name="connsiteX4384" fmla="*/ 26373 w 2676209"/>
                <a:gd name="connsiteY4384" fmla="*/ 967424 h 2650669"/>
                <a:gd name="connsiteX4385" fmla="*/ 1366852 w 2676209"/>
                <a:gd name="connsiteY4385" fmla="*/ 1045410 h 2650669"/>
                <a:gd name="connsiteX4386" fmla="*/ 1367943 w 2676209"/>
                <a:gd name="connsiteY4386" fmla="*/ 1047758 h 2650669"/>
                <a:gd name="connsiteX4387" fmla="*/ 1369200 w 2676209"/>
                <a:gd name="connsiteY4387" fmla="*/ 1046501 h 2650669"/>
                <a:gd name="connsiteX4388" fmla="*/ 1367943 w 2676209"/>
                <a:gd name="connsiteY4388" fmla="*/ 1044252 h 2650669"/>
                <a:gd name="connsiteX4389" fmla="*/ 1366852 w 2676209"/>
                <a:gd name="connsiteY4389" fmla="*/ 1045410 h 2650669"/>
                <a:gd name="connsiteX4390" fmla="*/ 78794 w 2676209"/>
                <a:gd name="connsiteY4390" fmla="*/ 1044252 h 2650669"/>
                <a:gd name="connsiteX4391" fmla="*/ 77703 w 2676209"/>
                <a:gd name="connsiteY4391" fmla="*/ 1045410 h 2650669"/>
                <a:gd name="connsiteX4392" fmla="*/ 78794 w 2676209"/>
                <a:gd name="connsiteY4392" fmla="*/ 1047758 h 2650669"/>
                <a:gd name="connsiteX4393" fmla="*/ 80018 w 2676209"/>
                <a:gd name="connsiteY4393" fmla="*/ 1046501 h 2650669"/>
                <a:gd name="connsiteX4394" fmla="*/ 78794 w 2676209"/>
                <a:gd name="connsiteY4394" fmla="*/ 1044252 h 2650669"/>
                <a:gd name="connsiteX4395" fmla="*/ 1119896 w 2676209"/>
                <a:gd name="connsiteY4395" fmla="*/ 1026790 h 2650669"/>
                <a:gd name="connsiteX4396" fmla="*/ 1120988 w 2676209"/>
                <a:gd name="connsiteY4396" fmla="*/ 1025665 h 2650669"/>
                <a:gd name="connsiteX4397" fmla="*/ 1119896 w 2676209"/>
                <a:gd name="connsiteY4397" fmla="*/ 1023317 h 2650669"/>
                <a:gd name="connsiteX4398" fmla="*/ 1118805 w 2676209"/>
                <a:gd name="connsiteY4398" fmla="*/ 1024442 h 2650669"/>
                <a:gd name="connsiteX4399" fmla="*/ 1119896 w 2676209"/>
                <a:gd name="connsiteY4399" fmla="*/ 1026790 h 2650669"/>
                <a:gd name="connsiteX4400" fmla="*/ 1595022 w 2676209"/>
                <a:gd name="connsiteY4400" fmla="*/ 977908 h 2650669"/>
                <a:gd name="connsiteX4401" fmla="*/ 1593931 w 2676209"/>
                <a:gd name="connsiteY4401" fmla="*/ 979066 h 2650669"/>
                <a:gd name="connsiteX4402" fmla="*/ 1595022 w 2676209"/>
                <a:gd name="connsiteY4402" fmla="*/ 981414 h 2650669"/>
                <a:gd name="connsiteX4403" fmla="*/ 1596279 w 2676209"/>
                <a:gd name="connsiteY4403" fmla="*/ 980157 h 2650669"/>
                <a:gd name="connsiteX4404" fmla="*/ 1595022 w 2676209"/>
                <a:gd name="connsiteY4404" fmla="*/ 977908 h 2650669"/>
                <a:gd name="connsiteX4405" fmla="*/ 1773219 w 2676209"/>
                <a:gd name="connsiteY4405" fmla="*/ 977908 h 2650669"/>
                <a:gd name="connsiteX4406" fmla="*/ 1772127 w 2676209"/>
                <a:gd name="connsiteY4406" fmla="*/ 979066 h 2650669"/>
                <a:gd name="connsiteX4407" fmla="*/ 1773219 w 2676209"/>
                <a:gd name="connsiteY4407" fmla="*/ 981414 h 2650669"/>
                <a:gd name="connsiteX4408" fmla="*/ 1774443 w 2676209"/>
                <a:gd name="connsiteY4408" fmla="*/ 980157 h 2650669"/>
                <a:gd name="connsiteX4409" fmla="*/ 1773219 w 2676209"/>
                <a:gd name="connsiteY4409" fmla="*/ 977908 h 2650669"/>
                <a:gd name="connsiteX4410" fmla="*/ 1782612 w 2676209"/>
                <a:gd name="connsiteY4410" fmla="*/ 1031453 h 2650669"/>
                <a:gd name="connsiteX4411" fmla="*/ 1783703 w 2676209"/>
                <a:gd name="connsiteY4411" fmla="*/ 1033801 h 2650669"/>
                <a:gd name="connsiteX4412" fmla="*/ 1784927 w 2676209"/>
                <a:gd name="connsiteY4412" fmla="*/ 1032544 h 2650669"/>
                <a:gd name="connsiteX4413" fmla="*/ 1783703 w 2676209"/>
                <a:gd name="connsiteY4413" fmla="*/ 1030295 h 2650669"/>
                <a:gd name="connsiteX4414" fmla="*/ 1782612 w 2676209"/>
                <a:gd name="connsiteY4414" fmla="*/ 1031453 h 2650669"/>
                <a:gd name="connsiteX4415" fmla="*/ 135944 w 2676209"/>
                <a:gd name="connsiteY4415" fmla="*/ 1031552 h 2650669"/>
                <a:gd name="connsiteX4416" fmla="*/ 134687 w 2676209"/>
                <a:gd name="connsiteY4416" fmla="*/ 1030295 h 2650669"/>
                <a:gd name="connsiteX4417" fmla="*/ 133596 w 2676209"/>
                <a:gd name="connsiteY4417" fmla="*/ 1032644 h 2650669"/>
                <a:gd name="connsiteX4418" fmla="*/ 134687 w 2676209"/>
                <a:gd name="connsiteY4418" fmla="*/ 1033801 h 2650669"/>
                <a:gd name="connsiteX4419" fmla="*/ 135944 w 2676209"/>
                <a:gd name="connsiteY4419" fmla="*/ 1031552 h 2650669"/>
                <a:gd name="connsiteX4420" fmla="*/ 94570 w 2676209"/>
                <a:gd name="connsiteY4420" fmla="*/ 1031817 h 2650669"/>
                <a:gd name="connsiteX4421" fmla="*/ 96620 w 2676209"/>
                <a:gd name="connsiteY4421" fmla="*/ 1033404 h 2650669"/>
                <a:gd name="connsiteX4422" fmla="*/ 97712 w 2676209"/>
                <a:gd name="connsiteY4422" fmla="*/ 1032346 h 2650669"/>
                <a:gd name="connsiteX4423" fmla="*/ 96058 w 2676209"/>
                <a:gd name="connsiteY4423" fmla="*/ 1030362 h 2650669"/>
                <a:gd name="connsiteX4424" fmla="*/ 94504 w 2676209"/>
                <a:gd name="connsiteY4424" fmla="*/ 1030262 h 2650669"/>
                <a:gd name="connsiteX4425" fmla="*/ 94504 w 2676209"/>
                <a:gd name="connsiteY4425" fmla="*/ 1030295 h 2650669"/>
                <a:gd name="connsiteX4426" fmla="*/ 94471 w 2676209"/>
                <a:gd name="connsiteY4426" fmla="*/ 1030295 h 2650669"/>
                <a:gd name="connsiteX4427" fmla="*/ 94570 w 2676209"/>
                <a:gd name="connsiteY4427" fmla="*/ 1031817 h 2650669"/>
                <a:gd name="connsiteX4428" fmla="*/ 1066418 w 2676209"/>
                <a:gd name="connsiteY4428" fmla="*/ 1027947 h 2650669"/>
                <a:gd name="connsiteX4429" fmla="*/ 1067509 w 2676209"/>
                <a:gd name="connsiteY4429" fmla="*/ 1030295 h 2650669"/>
                <a:gd name="connsiteX4430" fmla="*/ 1068733 w 2676209"/>
                <a:gd name="connsiteY4430" fmla="*/ 1029072 h 2650669"/>
                <a:gd name="connsiteX4431" fmla="*/ 1067509 w 2676209"/>
                <a:gd name="connsiteY4431" fmla="*/ 1026823 h 2650669"/>
                <a:gd name="connsiteX4432" fmla="*/ 1066418 w 2676209"/>
                <a:gd name="connsiteY4432" fmla="*/ 1027947 h 2650669"/>
                <a:gd name="connsiteX4433" fmla="*/ 94504 w 2676209"/>
                <a:gd name="connsiteY4433" fmla="*/ 1030262 h 2650669"/>
                <a:gd name="connsiteX4434" fmla="*/ 93511 w 2676209"/>
                <a:gd name="connsiteY4434" fmla="*/ 1027583 h 2650669"/>
                <a:gd name="connsiteX4435" fmla="*/ 91461 w 2676209"/>
                <a:gd name="connsiteY4435" fmla="*/ 1028245 h 2650669"/>
                <a:gd name="connsiteX4436" fmla="*/ 92949 w 2676209"/>
                <a:gd name="connsiteY4436" fmla="*/ 1030295 h 2650669"/>
                <a:gd name="connsiteX4437" fmla="*/ 94471 w 2676209"/>
                <a:gd name="connsiteY4437" fmla="*/ 1030295 h 2650669"/>
                <a:gd name="connsiteX4438" fmla="*/ 94504 w 2676209"/>
                <a:gd name="connsiteY4438" fmla="*/ 1030295 h 2650669"/>
                <a:gd name="connsiteX4439" fmla="*/ 94504 w 2676209"/>
                <a:gd name="connsiteY4439" fmla="*/ 1030262 h 2650669"/>
                <a:gd name="connsiteX4440" fmla="*/ 1656174 w 2676209"/>
                <a:gd name="connsiteY4440" fmla="*/ 857423 h 2650669"/>
                <a:gd name="connsiteX4441" fmla="*/ 1655016 w 2676209"/>
                <a:gd name="connsiteY4441" fmla="*/ 856332 h 2650669"/>
                <a:gd name="connsiteX4442" fmla="*/ 1652701 w 2676209"/>
                <a:gd name="connsiteY4442" fmla="*/ 857423 h 2650669"/>
                <a:gd name="connsiteX4443" fmla="*/ 1653826 w 2676209"/>
                <a:gd name="connsiteY4443" fmla="*/ 858515 h 2650669"/>
                <a:gd name="connsiteX4444" fmla="*/ 1656174 w 2676209"/>
                <a:gd name="connsiteY4444" fmla="*/ 857423 h 2650669"/>
                <a:gd name="connsiteX4445" fmla="*/ 1238165 w 2676209"/>
                <a:gd name="connsiteY4445" fmla="*/ 1215868 h 2650669"/>
                <a:gd name="connsiteX4446" fmla="*/ 1236941 w 2676209"/>
                <a:gd name="connsiteY4446" fmla="*/ 1217124 h 2650669"/>
                <a:gd name="connsiteX4447" fmla="*/ 1239290 w 2676209"/>
                <a:gd name="connsiteY4447" fmla="*/ 1218216 h 2650669"/>
                <a:gd name="connsiteX4448" fmla="*/ 1240414 w 2676209"/>
                <a:gd name="connsiteY4448" fmla="*/ 1217124 h 2650669"/>
                <a:gd name="connsiteX4449" fmla="*/ 1238165 w 2676209"/>
                <a:gd name="connsiteY4449" fmla="*/ 1215868 h 2650669"/>
                <a:gd name="connsiteX4450" fmla="*/ 1126676 w 2676209"/>
                <a:gd name="connsiteY4450" fmla="*/ 862616 h 2650669"/>
                <a:gd name="connsiteX4451" fmla="*/ 1128264 w 2676209"/>
                <a:gd name="connsiteY4451" fmla="*/ 860565 h 2650669"/>
                <a:gd name="connsiteX4452" fmla="*/ 1127172 w 2676209"/>
                <a:gd name="connsiteY4452" fmla="*/ 859474 h 2650669"/>
                <a:gd name="connsiteX4453" fmla="*/ 1125188 w 2676209"/>
                <a:gd name="connsiteY4453" fmla="*/ 861127 h 2650669"/>
                <a:gd name="connsiteX4454" fmla="*/ 1126676 w 2676209"/>
                <a:gd name="connsiteY4454" fmla="*/ 862616 h 2650669"/>
                <a:gd name="connsiteX4455" fmla="*/ 1353987 w 2676209"/>
                <a:gd name="connsiteY4455" fmla="*/ 1225856 h 2650669"/>
                <a:gd name="connsiteX4456" fmla="*/ 1352895 w 2676209"/>
                <a:gd name="connsiteY4456" fmla="*/ 1227013 h 2650669"/>
                <a:gd name="connsiteX4457" fmla="*/ 1353987 w 2676209"/>
                <a:gd name="connsiteY4457" fmla="*/ 1229361 h 2650669"/>
                <a:gd name="connsiteX4458" fmla="*/ 1355210 w 2676209"/>
                <a:gd name="connsiteY4458" fmla="*/ 1228105 h 2650669"/>
                <a:gd name="connsiteX4459" fmla="*/ 1353987 w 2676209"/>
                <a:gd name="connsiteY4459" fmla="*/ 1225856 h 2650669"/>
                <a:gd name="connsiteX4460" fmla="*/ 1179295 w 2676209"/>
                <a:gd name="connsiteY4460" fmla="*/ 1225856 h 2650669"/>
                <a:gd name="connsiteX4461" fmla="*/ 1178204 w 2676209"/>
                <a:gd name="connsiteY4461" fmla="*/ 1227013 h 2650669"/>
                <a:gd name="connsiteX4462" fmla="*/ 1179295 w 2676209"/>
                <a:gd name="connsiteY4462" fmla="*/ 1229361 h 2650669"/>
                <a:gd name="connsiteX4463" fmla="*/ 1180519 w 2676209"/>
                <a:gd name="connsiteY4463" fmla="*/ 1228105 h 2650669"/>
                <a:gd name="connsiteX4464" fmla="*/ 1179295 w 2676209"/>
                <a:gd name="connsiteY4464" fmla="*/ 1225856 h 2650669"/>
                <a:gd name="connsiteX4465" fmla="*/ 1210152 w 2676209"/>
                <a:gd name="connsiteY4465" fmla="*/ 1225194 h 2650669"/>
                <a:gd name="connsiteX4466" fmla="*/ 1212468 w 2676209"/>
                <a:gd name="connsiteY4466" fmla="*/ 1224103 h 2650669"/>
                <a:gd name="connsiteX4467" fmla="*/ 1211244 w 2676209"/>
                <a:gd name="connsiteY4467" fmla="*/ 1222879 h 2650669"/>
                <a:gd name="connsiteX4468" fmla="*/ 1208995 w 2676209"/>
                <a:gd name="connsiteY4468" fmla="*/ 1224103 h 2650669"/>
                <a:gd name="connsiteX4469" fmla="*/ 1210152 w 2676209"/>
                <a:gd name="connsiteY4469" fmla="*/ 1225194 h 2650669"/>
                <a:gd name="connsiteX4470" fmla="*/ 1184951 w 2676209"/>
                <a:gd name="connsiteY4470" fmla="*/ 857159 h 2650669"/>
                <a:gd name="connsiteX4471" fmla="*/ 1186472 w 2676209"/>
                <a:gd name="connsiteY4471" fmla="*/ 859176 h 2650669"/>
                <a:gd name="connsiteX4472" fmla="*/ 1188027 w 2676209"/>
                <a:gd name="connsiteY4472" fmla="*/ 859176 h 2650669"/>
                <a:gd name="connsiteX4473" fmla="*/ 1187034 w 2676209"/>
                <a:gd name="connsiteY4473" fmla="*/ 856497 h 2650669"/>
                <a:gd name="connsiteX4474" fmla="*/ 1184951 w 2676209"/>
                <a:gd name="connsiteY4474" fmla="*/ 857159 h 2650669"/>
                <a:gd name="connsiteX4475" fmla="*/ 1036553 w 2676209"/>
                <a:gd name="connsiteY4475" fmla="*/ 1219373 h 2650669"/>
                <a:gd name="connsiteX4476" fmla="*/ 1034304 w 2676209"/>
                <a:gd name="connsiteY4476" fmla="*/ 1220630 h 2650669"/>
                <a:gd name="connsiteX4477" fmla="*/ 1035461 w 2676209"/>
                <a:gd name="connsiteY4477" fmla="*/ 1221722 h 2650669"/>
                <a:gd name="connsiteX4478" fmla="*/ 1037809 w 2676209"/>
                <a:gd name="connsiteY4478" fmla="*/ 1220630 h 2650669"/>
                <a:gd name="connsiteX4479" fmla="*/ 1036553 w 2676209"/>
                <a:gd name="connsiteY4479" fmla="*/ 1219373 h 2650669"/>
                <a:gd name="connsiteX4480" fmla="*/ 1367943 w 2676209"/>
                <a:gd name="connsiteY4480" fmla="*/ 855670 h 2650669"/>
                <a:gd name="connsiteX4481" fmla="*/ 1366852 w 2676209"/>
                <a:gd name="connsiteY4481" fmla="*/ 856828 h 2650669"/>
                <a:gd name="connsiteX4482" fmla="*/ 1367943 w 2676209"/>
                <a:gd name="connsiteY4482" fmla="*/ 859176 h 2650669"/>
                <a:gd name="connsiteX4483" fmla="*/ 1369200 w 2676209"/>
                <a:gd name="connsiteY4483" fmla="*/ 857919 h 2650669"/>
                <a:gd name="connsiteX4484" fmla="*/ 1367943 w 2676209"/>
                <a:gd name="connsiteY4484" fmla="*/ 855670 h 2650669"/>
                <a:gd name="connsiteX4485" fmla="*/ 1560097 w 2676209"/>
                <a:gd name="connsiteY4485" fmla="*/ 855670 h 2650669"/>
                <a:gd name="connsiteX4486" fmla="*/ 1559006 w 2676209"/>
                <a:gd name="connsiteY4486" fmla="*/ 856828 h 2650669"/>
                <a:gd name="connsiteX4487" fmla="*/ 1560097 w 2676209"/>
                <a:gd name="connsiteY4487" fmla="*/ 859176 h 2650669"/>
                <a:gd name="connsiteX4488" fmla="*/ 1561354 w 2676209"/>
                <a:gd name="connsiteY4488" fmla="*/ 857919 h 2650669"/>
                <a:gd name="connsiteX4489" fmla="*/ 1560097 w 2676209"/>
                <a:gd name="connsiteY4489" fmla="*/ 855670 h 2650669"/>
                <a:gd name="connsiteX4490" fmla="*/ 1704427 w 2676209"/>
                <a:gd name="connsiteY4490" fmla="*/ 1196751 h 2650669"/>
                <a:gd name="connsiteX4491" fmla="*/ 1703336 w 2676209"/>
                <a:gd name="connsiteY4491" fmla="*/ 1194436 h 2650669"/>
                <a:gd name="connsiteX4492" fmla="*/ 1702112 w 2676209"/>
                <a:gd name="connsiteY4492" fmla="*/ 1195660 h 2650669"/>
                <a:gd name="connsiteX4493" fmla="*/ 1703336 w 2676209"/>
                <a:gd name="connsiteY4493" fmla="*/ 1197909 h 2650669"/>
                <a:gd name="connsiteX4494" fmla="*/ 1704427 w 2676209"/>
                <a:gd name="connsiteY4494" fmla="*/ 1196751 h 2650669"/>
                <a:gd name="connsiteX4495" fmla="*/ 1171722 w 2676209"/>
                <a:gd name="connsiteY4495" fmla="*/ 1197248 h 2650669"/>
                <a:gd name="connsiteX4496" fmla="*/ 1174037 w 2676209"/>
                <a:gd name="connsiteY4496" fmla="*/ 1196156 h 2650669"/>
                <a:gd name="connsiteX4497" fmla="*/ 1172813 w 2676209"/>
                <a:gd name="connsiteY4497" fmla="*/ 1194932 h 2650669"/>
                <a:gd name="connsiteX4498" fmla="*/ 1170564 w 2676209"/>
                <a:gd name="connsiteY4498" fmla="*/ 1196156 h 2650669"/>
                <a:gd name="connsiteX4499" fmla="*/ 1171722 w 2676209"/>
                <a:gd name="connsiteY4499" fmla="*/ 1197248 h 2650669"/>
                <a:gd name="connsiteX4500" fmla="*/ 944114 w 2676209"/>
                <a:gd name="connsiteY4500" fmla="*/ 1196751 h 2650669"/>
                <a:gd name="connsiteX4501" fmla="*/ 945205 w 2676209"/>
                <a:gd name="connsiteY4501" fmla="*/ 1197909 h 2650669"/>
                <a:gd name="connsiteX4502" fmla="*/ 946462 w 2676209"/>
                <a:gd name="connsiteY4502" fmla="*/ 1195660 h 2650669"/>
                <a:gd name="connsiteX4503" fmla="*/ 945205 w 2676209"/>
                <a:gd name="connsiteY4503" fmla="*/ 1194436 h 2650669"/>
                <a:gd name="connsiteX4504" fmla="*/ 944114 w 2676209"/>
                <a:gd name="connsiteY4504" fmla="*/ 1196751 h 2650669"/>
                <a:gd name="connsiteX4505" fmla="*/ 1848989 w 2676209"/>
                <a:gd name="connsiteY4505" fmla="*/ 1209551 h 2650669"/>
                <a:gd name="connsiteX4506" fmla="*/ 1850080 w 2676209"/>
                <a:gd name="connsiteY4506" fmla="*/ 1211899 h 2650669"/>
                <a:gd name="connsiteX4507" fmla="*/ 1851304 w 2676209"/>
                <a:gd name="connsiteY4507" fmla="*/ 1210642 h 2650669"/>
                <a:gd name="connsiteX4508" fmla="*/ 1850080 w 2676209"/>
                <a:gd name="connsiteY4508" fmla="*/ 1208393 h 2650669"/>
                <a:gd name="connsiteX4509" fmla="*/ 1848989 w 2676209"/>
                <a:gd name="connsiteY4509" fmla="*/ 1209551 h 2650669"/>
                <a:gd name="connsiteX4510" fmla="*/ 1277125 w 2676209"/>
                <a:gd name="connsiteY4510" fmla="*/ 862682 h 2650669"/>
                <a:gd name="connsiteX4511" fmla="*/ 1276034 w 2676209"/>
                <a:gd name="connsiteY4511" fmla="*/ 863806 h 2650669"/>
                <a:gd name="connsiteX4512" fmla="*/ 1277125 w 2676209"/>
                <a:gd name="connsiteY4512" fmla="*/ 866155 h 2650669"/>
                <a:gd name="connsiteX4513" fmla="*/ 1278349 w 2676209"/>
                <a:gd name="connsiteY4513" fmla="*/ 864931 h 2650669"/>
                <a:gd name="connsiteX4514" fmla="*/ 1277125 w 2676209"/>
                <a:gd name="connsiteY4514" fmla="*/ 862682 h 2650669"/>
                <a:gd name="connsiteX4515" fmla="*/ 1540882 w 2676209"/>
                <a:gd name="connsiteY4515" fmla="*/ 1210146 h 2650669"/>
                <a:gd name="connsiteX4516" fmla="*/ 1539757 w 2676209"/>
                <a:gd name="connsiteY4516" fmla="*/ 1209055 h 2650669"/>
                <a:gd name="connsiteX4517" fmla="*/ 1537409 w 2676209"/>
                <a:gd name="connsiteY4517" fmla="*/ 1210146 h 2650669"/>
                <a:gd name="connsiteX4518" fmla="*/ 1538533 w 2676209"/>
                <a:gd name="connsiteY4518" fmla="*/ 1211237 h 2650669"/>
                <a:gd name="connsiteX4519" fmla="*/ 1540882 w 2676209"/>
                <a:gd name="connsiteY4519" fmla="*/ 1210146 h 2650669"/>
                <a:gd name="connsiteX4520" fmla="*/ 974905 w 2676209"/>
                <a:gd name="connsiteY4520" fmla="*/ 1262534 h 2650669"/>
                <a:gd name="connsiteX4521" fmla="*/ 972557 w 2676209"/>
                <a:gd name="connsiteY4521" fmla="*/ 1261442 h 2650669"/>
                <a:gd name="connsiteX4522" fmla="*/ 971399 w 2676209"/>
                <a:gd name="connsiteY4522" fmla="*/ 1262534 h 2650669"/>
                <a:gd name="connsiteX4523" fmla="*/ 973648 w 2676209"/>
                <a:gd name="connsiteY4523" fmla="*/ 1263757 h 2650669"/>
                <a:gd name="connsiteX4524" fmla="*/ 974905 w 2676209"/>
                <a:gd name="connsiteY4524" fmla="*/ 1262534 h 2650669"/>
                <a:gd name="connsiteX4525" fmla="*/ 944610 w 2676209"/>
                <a:gd name="connsiteY4525" fmla="*/ 1263625 h 2650669"/>
                <a:gd name="connsiteX4526" fmla="*/ 946958 w 2676209"/>
                <a:gd name="connsiteY4526" fmla="*/ 1262534 h 2650669"/>
                <a:gd name="connsiteX4527" fmla="*/ 945801 w 2676209"/>
                <a:gd name="connsiteY4527" fmla="*/ 1261442 h 2650669"/>
                <a:gd name="connsiteX4528" fmla="*/ 943485 w 2676209"/>
                <a:gd name="connsiteY4528" fmla="*/ 1262534 h 2650669"/>
                <a:gd name="connsiteX4529" fmla="*/ 944610 w 2676209"/>
                <a:gd name="connsiteY4529" fmla="*/ 1263625 h 2650669"/>
                <a:gd name="connsiteX4530" fmla="*/ 1176385 w 2676209"/>
                <a:gd name="connsiteY4530" fmla="*/ 838869 h 2650669"/>
                <a:gd name="connsiteX4531" fmla="*/ 1174037 w 2676209"/>
                <a:gd name="connsiteY4531" fmla="*/ 839961 h 2650669"/>
                <a:gd name="connsiteX4532" fmla="*/ 1175194 w 2676209"/>
                <a:gd name="connsiteY4532" fmla="*/ 841052 h 2650669"/>
                <a:gd name="connsiteX4533" fmla="*/ 1177543 w 2676209"/>
                <a:gd name="connsiteY4533" fmla="*/ 839961 h 2650669"/>
                <a:gd name="connsiteX4534" fmla="*/ 1176385 w 2676209"/>
                <a:gd name="connsiteY4534" fmla="*/ 838869 h 2650669"/>
                <a:gd name="connsiteX4535" fmla="*/ 532951 w 2676209"/>
                <a:gd name="connsiteY4535" fmla="*/ 1253802 h 2650669"/>
                <a:gd name="connsiteX4536" fmla="*/ 531728 w 2676209"/>
                <a:gd name="connsiteY4536" fmla="*/ 1256051 h 2650669"/>
                <a:gd name="connsiteX4537" fmla="*/ 532951 w 2676209"/>
                <a:gd name="connsiteY4537" fmla="*/ 1257275 h 2650669"/>
                <a:gd name="connsiteX4538" fmla="*/ 534043 w 2676209"/>
                <a:gd name="connsiteY4538" fmla="*/ 1254927 h 2650669"/>
                <a:gd name="connsiteX4539" fmla="*/ 532951 w 2676209"/>
                <a:gd name="connsiteY4539" fmla="*/ 1253802 h 2650669"/>
                <a:gd name="connsiteX4540" fmla="*/ 1271205 w 2676209"/>
                <a:gd name="connsiteY4540" fmla="*/ 840556 h 2650669"/>
                <a:gd name="connsiteX4541" fmla="*/ 1270114 w 2676209"/>
                <a:gd name="connsiteY4541" fmla="*/ 838208 h 2650669"/>
                <a:gd name="connsiteX4542" fmla="*/ 1268890 w 2676209"/>
                <a:gd name="connsiteY4542" fmla="*/ 839465 h 2650669"/>
                <a:gd name="connsiteX4543" fmla="*/ 1270114 w 2676209"/>
                <a:gd name="connsiteY4543" fmla="*/ 841714 h 2650669"/>
                <a:gd name="connsiteX4544" fmla="*/ 1271205 w 2676209"/>
                <a:gd name="connsiteY4544" fmla="*/ 840556 h 2650669"/>
                <a:gd name="connsiteX4545" fmla="*/ 1678895 w 2676209"/>
                <a:gd name="connsiteY4545" fmla="*/ 838208 h 2650669"/>
                <a:gd name="connsiteX4546" fmla="*/ 1677803 w 2676209"/>
                <a:gd name="connsiteY4546" fmla="*/ 839366 h 2650669"/>
                <a:gd name="connsiteX4547" fmla="*/ 1678895 w 2676209"/>
                <a:gd name="connsiteY4547" fmla="*/ 841714 h 2650669"/>
                <a:gd name="connsiteX4548" fmla="*/ 1679986 w 2676209"/>
                <a:gd name="connsiteY4548" fmla="*/ 840556 h 2650669"/>
                <a:gd name="connsiteX4549" fmla="*/ 1678895 w 2676209"/>
                <a:gd name="connsiteY4549" fmla="*/ 838208 h 2650669"/>
                <a:gd name="connsiteX4550" fmla="*/ 906775 w 2676209"/>
                <a:gd name="connsiteY4550" fmla="*/ 1271265 h 2650669"/>
                <a:gd name="connsiteX4551" fmla="*/ 905683 w 2676209"/>
                <a:gd name="connsiteY4551" fmla="*/ 1273613 h 2650669"/>
                <a:gd name="connsiteX4552" fmla="*/ 906775 w 2676209"/>
                <a:gd name="connsiteY4552" fmla="*/ 1274737 h 2650669"/>
                <a:gd name="connsiteX4553" fmla="*/ 908031 w 2676209"/>
                <a:gd name="connsiteY4553" fmla="*/ 1272488 h 2650669"/>
                <a:gd name="connsiteX4554" fmla="*/ 906775 w 2676209"/>
                <a:gd name="connsiteY4554" fmla="*/ 1271265 h 2650669"/>
                <a:gd name="connsiteX4555" fmla="*/ 693686 w 2676209"/>
                <a:gd name="connsiteY4555" fmla="*/ 1271265 h 2650669"/>
                <a:gd name="connsiteX4556" fmla="*/ 692594 w 2676209"/>
                <a:gd name="connsiteY4556" fmla="*/ 1272422 h 2650669"/>
                <a:gd name="connsiteX4557" fmla="*/ 693686 w 2676209"/>
                <a:gd name="connsiteY4557" fmla="*/ 1274737 h 2650669"/>
                <a:gd name="connsiteX4558" fmla="*/ 694909 w 2676209"/>
                <a:gd name="connsiteY4558" fmla="*/ 1273514 h 2650669"/>
                <a:gd name="connsiteX4559" fmla="*/ 693686 w 2676209"/>
                <a:gd name="connsiteY4559" fmla="*/ 1271265 h 2650669"/>
                <a:gd name="connsiteX4560" fmla="*/ 477058 w 2676209"/>
                <a:gd name="connsiteY4560" fmla="*/ 1271265 h 2650669"/>
                <a:gd name="connsiteX4561" fmla="*/ 475967 w 2676209"/>
                <a:gd name="connsiteY4561" fmla="*/ 1272422 h 2650669"/>
                <a:gd name="connsiteX4562" fmla="*/ 477058 w 2676209"/>
                <a:gd name="connsiteY4562" fmla="*/ 1274737 h 2650669"/>
                <a:gd name="connsiteX4563" fmla="*/ 478315 w 2676209"/>
                <a:gd name="connsiteY4563" fmla="*/ 1273514 h 2650669"/>
                <a:gd name="connsiteX4564" fmla="*/ 477058 w 2676209"/>
                <a:gd name="connsiteY4564" fmla="*/ 1271265 h 2650669"/>
                <a:gd name="connsiteX4565" fmla="*/ 1463359 w 2676209"/>
                <a:gd name="connsiteY4565" fmla="*/ 830072 h 2650669"/>
                <a:gd name="connsiteX4566" fmla="*/ 1462267 w 2676209"/>
                <a:gd name="connsiteY4566" fmla="*/ 827757 h 2650669"/>
                <a:gd name="connsiteX4567" fmla="*/ 1461176 w 2676209"/>
                <a:gd name="connsiteY4567" fmla="*/ 828881 h 2650669"/>
                <a:gd name="connsiteX4568" fmla="*/ 1462267 w 2676209"/>
                <a:gd name="connsiteY4568" fmla="*/ 831230 h 2650669"/>
                <a:gd name="connsiteX4569" fmla="*/ 1463359 w 2676209"/>
                <a:gd name="connsiteY4569" fmla="*/ 830072 h 2650669"/>
                <a:gd name="connsiteX4570" fmla="*/ 1291677 w 2676209"/>
                <a:gd name="connsiteY4570" fmla="*/ 1267098 h 2650669"/>
                <a:gd name="connsiteX4571" fmla="*/ 1292835 w 2676209"/>
                <a:gd name="connsiteY4571" fmla="*/ 1266006 h 2650669"/>
                <a:gd name="connsiteX4572" fmla="*/ 1290586 w 2676209"/>
                <a:gd name="connsiteY4572" fmla="*/ 1264782 h 2650669"/>
                <a:gd name="connsiteX4573" fmla="*/ 1289362 w 2676209"/>
                <a:gd name="connsiteY4573" fmla="*/ 1266006 h 2650669"/>
                <a:gd name="connsiteX4574" fmla="*/ 1291677 w 2676209"/>
                <a:gd name="connsiteY4574" fmla="*/ 1267098 h 2650669"/>
                <a:gd name="connsiteX4575" fmla="*/ 1760982 w 2676209"/>
                <a:gd name="connsiteY4575" fmla="*/ 829477 h 2650669"/>
                <a:gd name="connsiteX4576" fmla="*/ 1758634 w 2676209"/>
                <a:gd name="connsiteY4576" fmla="*/ 828385 h 2650669"/>
                <a:gd name="connsiteX4577" fmla="*/ 1757509 w 2676209"/>
                <a:gd name="connsiteY4577" fmla="*/ 829477 h 2650669"/>
                <a:gd name="connsiteX4578" fmla="*/ 1759758 w 2676209"/>
                <a:gd name="connsiteY4578" fmla="*/ 830733 h 2650669"/>
                <a:gd name="connsiteX4579" fmla="*/ 1760982 w 2676209"/>
                <a:gd name="connsiteY4579" fmla="*/ 829477 h 2650669"/>
                <a:gd name="connsiteX4580" fmla="*/ 1911662 w 2676209"/>
                <a:gd name="connsiteY4580" fmla="*/ 1262236 h 2650669"/>
                <a:gd name="connsiteX4581" fmla="*/ 1913150 w 2676209"/>
                <a:gd name="connsiteY4581" fmla="*/ 1264286 h 2650669"/>
                <a:gd name="connsiteX4582" fmla="*/ 1914705 w 2676209"/>
                <a:gd name="connsiteY4582" fmla="*/ 1264286 h 2650669"/>
                <a:gd name="connsiteX4583" fmla="*/ 1913713 w 2676209"/>
                <a:gd name="connsiteY4583" fmla="*/ 1261574 h 2650669"/>
                <a:gd name="connsiteX4584" fmla="*/ 1911662 w 2676209"/>
                <a:gd name="connsiteY4584" fmla="*/ 1262236 h 2650669"/>
                <a:gd name="connsiteX4585" fmla="*/ 1825110 w 2676209"/>
                <a:gd name="connsiteY4585" fmla="*/ 834239 h 2650669"/>
                <a:gd name="connsiteX4586" fmla="*/ 1827359 w 2676209"/>
                <a:gd name="connsiteY4586" fmla="*/ 832982 h 2650669"/>
                <a:gd name="connsiteX4587" fmla="*/ 1826202 w 2676209"/>
                <a:gd name="connsiteY4587" fmla="*/ 831891 h 2650669"/>
                <a:gd name="connsiteX4588" fmla="*/ 1823853 w 2676209"/>
                <a:gd name="connsiteY4588" fmla="*/ 832982 h 2650669"/>
                <a:gd name="connsiteX4589" fmla="*/ 1825110 w 2676209"/>
                <a:gd name="connsiteY4589" fmla="*/ 834239 h 2650669"/>
                <a:gd name="connsiteX4590" fmla="*/ 968588 w 2676209"/>
                <a:gd name="connsiteY4590" fmla="*/ 1240970 h 2650669"/>
                <a:gd name="connsiteX4591" fmla="*/ 969679 w 2676209"/>
                <a:gd name="connsiteY4591" fmla="*/ 1243318 h 2650669"/>
                <a:gd name="connsiteX4592" fmla="*/ 970771 w 2676209"/>
                <a:gd name="connsiteY4592" fmla="*/ 1242161 h 2650669"/>
                <a:gd name="connsiteX4593" fmla="*/ 969679 w 2676209"/>
                <a:gd name="connsiteY4593" fmla="*/ 1239812 h 2650669"/>
                <a:gd name="connsiteX4594" fmla="*/ 968588 w 2676209"/>
                <a:gd name="connsiteY4594" fmla="*/ 1240970 h 2650669"/>
                <a:gd name="connsiteX4595" fmla="*/ 889312 w 2676209"/>
                <a:gd name="connsiteY4595" fmla="*/ 1239812 h 2650669"/>
                <a:gd name="connsiteX4596" fmla="*/ 890569 w 2676209"/>
                <a:gd name="connsiteY4596" fmla="*/ 1237563 h 2650669"/>
                <a:gd name="connsiteX4597" fmla="*/ 889312 w 2676209"/>
                <a:gd name="connsiteY4597" fmla="*/ 1236340 h 2650669"/>
                <a:gd name="connsiteX4598" fmla="*/ 888221 w 2676209"/>
                <a:gd name="connsiteY4598" fmla="*/ 1238688 h 2650669"/>
                <a:gd name="connsiteX4599" fmla="*/ 889312 w 2676209"/>
                <a:gd name="connsiteY4599" fmla="*/ 1239812 h 2650669"/>
                <a:gd name="connsiteX4600" fmla="*/ 1128628 w 2676209"/>
                <a:gd name="connsiteY4600" fmla="*/ 850445 h 2650669"/>
                <a:gd name="connsiteX4601" fmla="*/ 1129785 w 2676209"/>
                <a:gd name="connsiteY4601" fmla="*/ 851536 h 2650669"/>
                <a:gd name="connsiteX4602" fmla="*/ 1132133 w 2676209"/>
                <a:gd name="connsiteY4602" fmla="*/ 850445 h 2650669"/>
                <a:gd name="connsiteX4603" fmla="*/ 1130877 w 2676209"/>
                <a:gd name="connsiteY4603" fmla="*/ 849221 h 2650669"/>
                <a:gd name="connsiteX4604" fmla="*/ 1128628 w 2676209"/>
                <a:gd name="connsiteY4604" fmla="*/ 850445 h 2650669"/>
                <a:gd name="connsiteX4605" fmla="*/ 1267865 w 2676209"/>
                <a:gd name="connsiteY4605" fmla="*/ 849949 h 2650669"/>
                <a:gd name="connsiteX4606" fmla="*/ 1266641 w 2676209"/>
                <a:gd name="connsiteY4606" fmla="*/ 848692 h 2650669"/>
                <a:gd name="connsiteX4607" fmla="*/ 1265550 w 2676209"/>
                <a:gd name="connsiteY4607" fmla="*/ 851040 h 2650669"/>
                <a:gd name="connsiteX4608" fmla="*/ 1266641 w 2676209"/>
                <a:gd name="connsiteY4608" fmla="*/ 852198 h 2650669"/>
                <a:gd name="connsiteX4609" fmla="*/ 1267865 w 2676209"/>
                <a:gd name="connsiteY4609" fmla="*/ 849949 h 2650669"/>
                <a:gd name="connsiteX4610" fmla="*/ 1527421 w 2676209"/>
                <a:gd name="connsiteY4610" fmla="*/ 849949 h 2650669"/>
                <a:gd name="connsiteX4611" fmla="*/ 1528645 w 2676209"/>
                <a:gd name="connsiteY4611" fmla="*/ 852198 h 2650669"/>
                <a:gd name="connsiteX4612" fmla="*/ 1529736 w 2676209"/>
                <a:gd name="connsiteY4612" fmla="*/ 851040 h 2650669"/>
                <a:gd name="connsiteX4613" fmla="*/ 1528645 w 2676209"/>
                <a:gd name="connsiteY4613" fmla="*/ 848692 h 2650669"/>
                <a:gd name="connsiteX4614" fmla="*/ 1527421 w 2676209"/>
                <a:gd name="connsiteY4614" fmla="*/ 849949 h 2650669"/>
                <a:gd name="connsiteX4615" fmla="*/ 885839 w 2676209"/>
                <a:gd name="connsiteY4615" fmla="*/ 1232834 h 2650669"/>
                <a:gd name="connsiteX4616" fmla="*/ 887063 w 2676209"/>
                <a:gd name="connsiteY4616" fmla="*/ 1230585 h 2650669"/>
                <a:gd name="connsiteX4617" fmla="*/ 885839 w 2676209"/>
                <a:gd name="connsiteY4617" fmla="*/ 1229361 h 2650669"/>
                <a:gd name="connsiteX4618" fmla="*/ 884748 w 2676209"/>
                <a:gd name="connsiteY4618" fmla="*/ 1231676 h 2650669"/>
                <a:gd name="connsiteX4619" fmla="*/ 885839 w 2676209"/>
                <a:gd name="connsiteY4619" fmla="*/ 1232834 h 2650669"/>
                <a:gd name="connsiteX4620" fmla="*/ 1829112 w 2676209"/>
                <a:gd name="connsiteY4620" fmla="*/ 845219 h 2650669"/>
                <a:gd name="connsiteX4621" fmla="*/ 1830203 w 2676209"/>
                <a:gd name="connsiteY4621" fmla="*/ 844062 h 2650669"/>
                <a:gd name="connsiteX4622" fmla="*/ 1829112 w 2676209"/>
                <a:gd name="connsiteY4622" fmla="*/ 841714 h 2650669"/>
                <a:gd name="connsiteX4623" fmla="*/ 1827888 w 2676209"/>
                <a:gd name="connsiteY4623" fmla="*/ 842970 h 2650669"/>
                <a:gd name="connsiteX4624" fmla="*/ 1829112 w 2676209"/>
                <a:gd name="connsiteY4624" fmla="*/ 845219 h 2650669"/>
                <a:gd name="connsiteX4625" fmla="*/ 2416057 w 2676209"/>
                <a:gd name="connsiteY4625" fmla="*/ 1250297 h 2650669"/>
                <a:gd name="connsiteX4626" fmla="*/ 2417149 w 2676209"/>
                <a:gd name="connsiteY4626" fmla="*/ 1249139 h 2650669"/>
                <a:gd name="connsiteX4627" fmla="*/ 2416057 w 2676209"/>
                <a:gd name="connsiteY4627" fmla="*/ 1246791 h 2650669"/>
                <a:gd name="connsiteX4628" fmla="*/ 2414966 w 2676209"/>
                <a:gd name="connsiteY4628" fmla="*/ 1247948 h 2650669"/>
                <a:gd name="connsiteX4629" fmla="*/ 2416057 w 2676209"/>
                <a:gd name="connsiteY4629" fmla="*/ 1250297 h 2650669"/>
                <a:gd name="connsiteX4630" fmla="*/ 1238694 w 2676209"/>
                <a:gd name="connsiteY4630" fmla="*/ 1246791 h 2650669"/>
                <a:gd name="connsiteX4631" fmla="*/ 1237438 w 2676209"/>
                <a:gd name="connsiteY4631" fmla="*/ 1249040 h 2650669"/>
                <a:gd name="connsiteX4632" fmla="*/ 1238694 w 2676209"/>
                <a:gd name="connsiteY4632" fmla="*/ 1250297 h 2650669"/>
                <a:gd name="connsiteX4633" fmla="*/ 1239786 w 2676209"/>
                <a:gd name="connsiteY4633" fmla="*/ 1247948 h 2650669"/>
                <a:gd name="connsiteX4634" fmla="*/ 1238694 w 2676209"/>
                <a:gd name="connsiteY4634" fmla="*/ 1246791 h 2650669"/>
                <a:gd name="connsiteX4635" fmla="*/ 1855967 w 2676209"/>
                <a:gd name="connsiteY4635" fmla="*/ 1244476 h 2650669"/>
                <a:gd name="connsiteX4636" fmla="*/ 1857059 w 2676209"/>
                <a:gd name="connsiteY4636" fmla="*/ 1246791 h 2650669"/>
                <a:gd name="connsiteX4637" fmla="*/ 1858150 w 2676209"/>
                <a:gd name="connsiteY4637" fmla="*/ 1245666 h 2650669"/>
                <a:gd name="connsiteX4638" fmla="*/ 1857059 w 2676209"/>
                <a:gd name="connsiteY4638" fmla="*/ 1243318 h 2650669"/>
                <a:gd name="connsiteX4639" fmla="*/ 1855967 w 2676209"/>
                <a:gd name="connsiteY4639" fmla="*/ 1244476 h 2650669"/>
                <a:gd name="connsiteX4640" fmla="*/ 1699830 w 2676209"/>
                <a:gd name="connsiteY4640" fmla="*/ 1246791 h 2650669"/>
                <a:gd name="connsiteX4641" fmla="*/ 1700921 w 2676209"/>
                <a:gd name="connsiteY4641" fmla="*/ 1245666 h 2650669"/>
                <a:gd name="connsiteX4642" fmla="*/ 1699830 w 2676209"/>
                <a:gd name="connsiteY4642" fmla="*/ 1243318 h 2650669"/>
                <a:gd name="connsiteX4643" fmla="*/ 1698739 w 2676209"/>
                <a:gd name="connsiteY4643" fmla="*/ 1244476 h 2650669"/>
                <a:gd name="connsiteX4644" fmla="*/ 1699830 w 2676209"/>
                <a:gd name="connsiteY4644" fmla="*/ 1246791 h 2650669"/>
                <a:gd name="connsiteX4645" fmla="*/ 1758005 w 2676209"/>
                <a:gd name="connsiteY4645" fmla="*/ 1242061 h 2650669"/>
                <a:gd name="connsiteX4646" fmla="*/ 1759229 w 2676209"/>
                <a:gd name="connsiteY4646" fmla="*/ 1243318 h 2650669"/>
                <a:gd name="connsiteX4647" fmla="*/ 1760320 w 2676209"/>
                <a:gd name="connsiteY4647" fmla="*/ 1240970 h 2650669"/>
                <a:gd name="connsiteX4648" fmla="*/ 1759229 w 2676209"/>
                <a:gd name="connsiteY4648" fmla="*/ 1239812 h 2650669"/>
                <a:gd name="connsiteX4649" fmla="*/ 1758005 w 2676209"/>
                <a:gd name="connsiteY4649" fmla="*/ 1242061 h 2650669"/>
                <a:gd name="connsiteX4650" fmla="*/ 1602530 w 2676209"/>
                <a:gd name="connsiteY4650" fmla="*/ 898103 h 2650669"/>
                <a:gd name="connsiteX4651" fmla="*/ 1600281 w 2676209"/>
                <a:gd name="connsiteY4651" fmla="*/ 899327 h 2650669"/>
                <a:gd name="connsiteX4652" fmla="*/ 1601438 w 2676209"/>
                <a:gd name="connsiteY4652" fmla="*/ 900418 h 2650669"/>
                <a:gd name="connsiteX4653" fmla="*/ 1603786 w 2676209"/>
                <a:gd name="connsiteY4653" fmla="*/ 899327 h 2650669"/>
                <a:gd name="connsiteX4654" fmla="*/ 1602530 w 2676209"/>
                <a:gd name="connsiteY4654" fmla="*/ 898103 h 2650669"/>
                <a:gd name="connsiteX4655" fmla="*/ 1581065 w 2676209"/>
                <a:gd name="connsiteY4655" fmla="*/ 1138543 h 2650669"/>
                <a:gd name="connsiteX4656" fmla="*/ 1579974 w 2676209"/>
                <a:gd name="connsiteY4656" fmla="*/ 1139701 h 2650669"/>
                <a:gd name="connsiteX4657" fmla="*/ 1581065 w 2676209"/>
                <a:gd name="connsiteY4657" fmla="*/ 1142049 h 2650669"/>
                <a:gd name="connsiteX4658" fmla="*/ 1582322 w 2676209"/>
                <a:gd name="connsiteY4658" fmla="*/ 1140792 h 2650669"/>
                <a:gd name="connsiteX4659" fmla="*/ 1581065 w 2676209"/>
                <a:gd name="connsiteY4659" fmla="*/ 1138543 h 2650669"/>
                <a:gd name="connsiteX4660" fmla="*/ 907634 w 2676209"/>
                <a:gd name="connsiteY4660" fmla="*/ 1141189 h 2650669"/>
                <a:gd name="connsiteX4661" fmla="*/ 906609 w 2676209"/>
                <a:gd name="connsiteY4661" fmla="*/ 1141718 h 2650669"/>
                <a:gd name="connsiteX4662" fmla="*/ 906775 w 2676209"/>
                <a:gd name="connsiteY4662" fmla="*/ 1142049 h 2650669"/>
                <a:gd name="connsiteX4663" fmla="*/ 907634 w 2676209"/>
                <a:gd name="connsiteY4663" fmla="*/ 1141189 h 2650669"/>
                <a:gd name="connsiteX4664" fmla="*/ 1645194 w 2676209"/>
                <a:gd name="connsiteY4664" fmla="*/ 1158255 h 2650669"/>
                <a:gd name="connsiteX4665" fmla="*/ 1643937 w 2676209"/>
                <a:gd name="connsiteY4665" fmla="*/ 1156006 h 2650669"/>
                <a:gd name="connsiteX4666" fmla="*/ 1642845 w 2676209"/>
                <a:gd name="connsiteY4666" fmla="*/ 1157163 h 2650669"/>
                <a:gd name="connsiteX4667" fmla="*/ 1643937 w 2676209"/>
                <a:gd name="connsiteY4667" fmla="*/ 1159511 h 2650669"/>
                <a:gd name="connsiteX4668" fmla="*/ 1645194 w 2676209"/>
                <a:gd name="connsiteY4668" fmla="*/ 1158255 h 2650669"/>
                <a:gd name="connsiteX4669" fmla="*/ 1527553 w 2676209"/>
                <a:gd name="connsiteY4669" fmla="*/ 1157163 h 2650669"/>
                <a:gd name="connsiteX4670" fmla="*/ 1528645 w 2676209"/>
                <a:gd name="connsiteY4670" fmla="*/ 1159511 h 2650669"/>
                <a:gd name="connsiteX4671" fmla="*/ 1529901 w 2676209"/>
                <a:gd name="connsiteY4671" fmla="*/ 1158255 h 2650669"/>
                <a:gd name="connsiteX4672" fmla="*/ 1528645 w 2676209"/>
                <a:gd name="connsiteY4672" fmla="*/ 1156006 h 2650669"/>
                <a:gd name="connsiteX4673" fmla="*/ 1527553 w 2676209"/>
                <a:gd name="connsiteY4673" fmla="*/ 1157163 h 2650669"/>
                <a:gd name="connsiteX4674" fmla="*/ 1590954 w 2676209"/>
                <a:gd name="connsiteY4674" fmla="*/ 1151872 h 2650669"/>
                <a:gd name="connsiteX4675" fmla="*/ 1593302 w 2676209"/>
                <a:gd name="connsiteY4675" fmla="*/ 1150780 h 2650669"/>
                <a:gd name="connsiteX4676" fmla="*/ 1592145 w 2676209"/>
                <a:gd name="connsiteY4676" fmla="*/ 1149689 h 2650669"/>
                <a:gd name="connsiteX4677" fmla="*/ 1589796 w 2676209"/>
                <a:gd name="connsiteY4677" fmla="*/ 1150780 h 2650669"/>
                <a:gd name="connsiteX4678" fmla="*/ 1590954 w 2676209"/>
                <a:gd name="connsiteY4678" fmla="*/ 1151872 h 2650669"/>
                <a:gd name="connsiteX4679" fmla="*/ 1727810 w 2676209"/>
                <a:gd name="connsiteY4679" fmla="*/ 897607 h 2650669"/>
                <a:gd name="connsiteX4680" fmla="*/ 1728901 w 2676209"/>
                <a:gd name="connsiteY4680" fmla="*/ 895259 h 2650669"/>
                <a:gd name="connsiteX4681" fmla="*/ 1727810 w 2676209"/>
                <a:gd name="connsiteY4681" fmla="*/ 894101 h 2650669"/>
                <a:gd name="connsiteX4682" fmla="*/ 1726553 w 2676209"/>
                <a:gd name="connsiteY4682" fmla="*/ 896350 h 2650669"/>
                <a:gd name="connsiteX4683" fmla="*/ 1727810 w 2676209"/>
                <a:gd name="connsiteY4683" fmla="*/ 897607 h 2650669"/>
                <a:gd name="connsiteX4684" fmla="*/ 1374922 w 2676209"/>
                <a:gd name="connsiteY4684" fmla="*/ 1124586 h 2650669"/>
                <a:gd name="connsiteX4685" fmla="*/ 1373830 w 2676209"/>
                <a:gd name="connsiteY4685" fmla="*/ 1125711 h 2650669"/>
                <a:gd name="connsiteX4686" fmla="*/ 1374922 w 2676209"/>
                <a:gd name="connsiteY4686" fmla="*/ 1128059 h 2650669"/>
                <a:gd name="connsiteX4687" fmla="*/ 1376178 w 2676209"/>
                <a:gd name="connsiteY4687" fmla="*/ 1126835 h 2650669"/>
                <a:gd name="connsiteX4688" fmla="*/ 1374922 w 2676209"/>
                <a:gd name="connsiteY4688" fmla="*/ 1124586 h 2650669"/>
                <a:gd name="connsiteX4689" fmla="*/ 1129289 w 2676209"/>
                <a:gd name="connsiteY4689" fmla="*/ 1126935 h 2650669"/>
                <a:gd name="connsiteX4690" fmla="*/ 1130381 w 2676209"/>
                <a:gd name="connsiteY4690" fmla="*/ 1128059 h 2650669"/>
                <a:gd name="connsiteX4691" fmla="*/ 1131604 w 2676209"/>
                <a:gd name="connsiteY4691" fmla="*/ 1125810 h 2650669"/>
                <a:gd name="connsiteX4692" fmla="*/ 1130381 w 2676209"/>
                <a:gd name="connsiteY4692" fmla="*/ 1124586 h 2650669"/>
                <a:gd name="connsiteX4693" fmla="*/ 1129289 w 2676209"/>
                <a:gd name="connsiteY4693" fmla="*/ 1126935 h 2650669"/>
                <a:gd name="connsiteX4694" fmla="*/ 1635206 w 2676209"/>
                <a:gd name="connsiteY4694" fmla="*/ 1122834 h 2650669"/>
                <a:gd name="connsiteX4695" fmla="*/ 1637455 w 2676209"/>
                <a:gd name="connsiteY4695" fmla="*/ 1124090 h 2650669"/>
                <a:gd name="connsiteX4696" fmla="*/ 1638711 w 2676209"/>
                <a:gd name="connsiteY4696" fmla="*/ 1122834 h 2650669"/>
                <a:gd name="connsiteX4697" fmla="*/ 1636363 w 2676209"/>
                <a:gd name="connsiteY4697" fmla="*/ 1121742 h 2650669"/>
                <a:gd name="connsiteX4698" fmla="*/ 1635206 w 2676209"/>
                <a:gd name="connsiteY4698" fmla="*/ 1122834 h 2650669"/>
                <a:gd name="connsiteX4699" fmla="*/ 1592641 w 2676209"/>
                <a:gd name="connsiteY4699" fmla="*/ 910406 h 2650669"/>
                <a:gd name="connsiteX4700" fmla="*/ 1591549 w 2676209"/>
                <a:gd name="connsiteY4700" fmla="*/ 908058 h 2650669"/>
                <a:gd name="connsiteX4701" fmla="*/ 1590293 w 2676209"/>
                <a:gd name="connsiteY4701" fmla="*/ 909315 h 2650669"/>
                <a:gd name="connsiteX4702" fmla="*/ 1591549 w 2676209"/>
                <a:gd name="connsiteY4702" fmla="*/ 911564 h 2650669"/>
                <a:gd name="connsiteX4703" fmla="*/ 1592641 w 2676209"/>
                <a:gd name="connsiteY4703" fmla="*/ 910406 h 2650669"/>
                <a:gd name="connsiteX4704" fmla="*/ 1482640 w 2676209"/>
                <a:gd name="connsiteY4704" fmla="*/ 1137882 h 2650669"/>
                <a:gd name="connsiteX4705" fmla="*/ 1484988 w 2676209"/>
                <a:gd name="connsiteY4705" fmla="*/ 1136790 h 2650669"/>
                <a:gd name="connsiteX4706" fmla="*/ 1483831 w 2676209"/>
                <a:gd name="connsiteY4706" fmla="*/ 1135699 h 2650669"/>
                <a:gd name="connsiteX4707" fmla="*/ 1481483 w 2676209"/>
                <a:gd name="connsiteY4707" fmla="*/ 1136790 h 2650669"/>
                <a:gd name="connsiteX4708" fmla="*/ 1482640 w 2676209"/>
                <a:gd name="connsiteY4708" fmla="*/ 1137882 h 2650669"/>
                <a:gd name="connsiteX4709" fmla="*/ 1137954 w 2676209"/>
                <a:gd name="connsiteY4709" fmla="*/ 1135699 h 2650669"/>
                <a:gd name="connsiteX4710" fmla="*/ 1135639 w 2676209"/>
                <a:gd name="connsiteY4710" fmla="*/ 1136790 h 2650669"/>
                <a:gd name="connsiteX4711" fmla="*/ 1136764 w 2676209"/>
                <a:gd name="connsiteY4711" fmla="*/ 1137882 h 2650669"/>
                <a:gd name="connsiteX4712" fmla="*/ 1139112 w 2676209"/>
                <a:gd name="connsiteY4712" fmla="*/ 1136790 h 2650669"/>
                <a:gd name="connsiteX4713" fmla="*/ 1137954 w 2676209"/>
                <a:gd name="connsiteY4713" fmla="*/ 1135699 h 2650669"/>
                <a:gd name="connsiteX4714" fmla="*/ 1753342 w 2676209"/>
                <a:gd name="connsiteY4714" fmla="*/ 903428 h 2650669"/>
                <a:gd name="connsiteX4715" fmla="*/ 1752251 w 2676209"/>
                <a:gd name="connsiteY4715" fmla="*/ 901080 h 2650669"/>
                <a:gd name="connsiteX4716" fmla="*/ 1751159 w 2676209"/>
                <a:gd name="connsiteY4716" fmla="*/ 902237 h 2650669"/>
                <a:gd name="connsiteX4717" fmla="*/ 1752251 w 2676209"/>
                <a:gd name="connsiteY4717" fmla="*/ 904585 h 2650669"/>
                <a:gd name="connsiteX4718" fmla="*/ 1753342 w 2676209"/>
                <a:gd name="connsiteY4718" fmla="*/ 903428 h 2650669"/>
                <a:gd name="connsiteX4719" fmla="*/ 1118805 w 2676209"/>
                <a:gd name="connsiteY4719" fmla="*/ 1181604 h 2650669"/>
                <a:gd name="connsiteX4720" fmla="*/ 1119896 w 2676209"/>
                <a:gd name="connsiteY4720" fmla="*/ 1183952 h 2650669"/>
                <a:gd name="connsiteX4721" fmla="*/ 1120988 w 2676209"/>
                <a:gd name="connsiteY4721" fmla="*/ 1182795 h 2650669"/>
                <a:gd name="connsiteX4722" fmla="*/ 1119896 w 2676209"/>
                <a:gd name="connsiteY4722" fmla="*/ 1180447 h 2650669"/>
                <a:gd name="connsiteX4723" fmla="*/ 1118805 w 2676209"/>
                <a:gd name="connsiteY4723" fmla="*/ 1181604 h 2650669"/>
                <a:gd name="connsiteX4724" fmla="*/ 307626 w 2676209"/>
                <a:gd name="connsiteY4724" fmla="*/ 1182199 h 2650669"/>
                <a:gd name="connsiteX4725" fmla="*/ 308783 w 2676209"/>
                <a:gd name="connsiteY4725" fmla="*/ 1183291 h 2650669"/>
                <a:gd name="connsiteX4726" fmla="*/ 311098 w 2676209"/>
                <a:gd name="connsiteY4726" fmla="*/ 1182199 h 2650669"/>
                <a:gd name="connsiteX4727" fmla="*/ 309875 w 2676209"/>
                <a:gd name="connsiteY4727" fmla="*/ 1180976 h 2650669"/>
                <a:gd name="connsiteX4728" fmla="*/ 307626 w 2676209"/>
                <a:gd name="connsiteY4728" fmla="*/ 1182199 h 2650669"/>
                <a:gd name="connsiteX4729" fmla="*/ 1356864 w 2676209"/>
                <a:gd name="connsiteY4729" fmla="*/ 1193775 h 2650669"/>
                <a:gd name="connsiteX4730" fmla="*/ 1359212 w 2676209"/>
                <a:gd name="connsiteY4730" fmla="*/ 1192684 h 2650669"/>
                <a:gd name="connsiteX4731" fmla="*/ 1358055 w 2676209"/>
                <a:gd name="connsiteY4731" fmla="*/ 1191592 h 2650669"/>
                <a:gd name="connsiteX4732" fmla="*/ 1355706 w 2676209"/>
                <a:gd name="connsiteY4732" fmla="*/ 1192684 h 2650669"/>
                <a:gd name="connsiteX4733" fmla="*/ 1356864 w 2676209"/>
                <a:gd name="connsiteY4733" fmla="*/ 1193775 h 2650669"/>
                <a:gd name="connsiteX4734" fmla="*/ 1182173 w 2676209"/>
                <a:gd name="connsiteY4734" fmla="*/ 875977 h 2650669"/>
                <a:gd name="connsiteX4735" fmla="*/ 1184521 w 2676209"/>
                <a:gd name="connsiteY4735" fmla="*/ 874886 h 2650669"/>
                <a:gd name="connsiteX4736" fmla="*/ 1183363 w 2676209"/>
                <a:gd name="connsiteY4736" fmla="*/ 873794 h 2650669"/>
                <a:gd name="connsiteX4737" fmla="*/ 1181048 w 2676209"/>
                <a:gd name="connsiteY4737" fmla="*/ 874886 h 2650669"/>
                <a:gd name="connsiteX4738" fmla="*/ 1182173 w 2676209"/>
                <a:gd name="connsiteY4738" fmla="*/ 875977 h 2650669"/>
                <a:gd name="connsiteX4739" fmla="*/ 1431443 w 2676209"/>
                <a:gd name="connsiteY4739" fmla="*/ 873794 h 2650669"/>
                <a:gd name="connsiteX4740" fmla="*/ 1429095 w 2676209"/>
                <a:gd name="connsiteY4740" fmla="*/ 874886 h 2650669"/>
                <a:gd name="connsiteX4741" fmla="*/ 1430220 w 2676209"/>
                <a:gd name="connsiteY4741" fmla="*/ 875977 h 2650669"/>
                <a:gd name="connsiteX4742" fmla="*/ 1432568 w 2676209"/>
                <a:gd name="connsiteY4742" fmla="*/ 874886 h 2650669"/>
                <a:gd name="connsiteX4743" fmla="*/ 1431443 w 2676209"/>
                <a:gd name="connsiteY4743" fmla="*/ 873794 h 2650669"/>
                <a:gd name="connsiteX4744" fmla="*/ 1633453 w 2676209"/>
                <a:gd name="connsiteY4744" fmla="*/ 873133 h 2650669"/>
                <a:gd name="connsiteX4745" fmla="*/ 1632229 w 2676209"/>
                <a:gd name="connsiteY4745" fmla="*/ 875382 h 2650669"/>
                <a:gd name="connsiteX4746" fmla="*/ 1633453 w 2676209"/>
                <a:gd name="connsiteY4746" fmla="*/ 876639 h 2650669"/>
                <a:gd name="connsiteX4747" fmla="*/ 1634544 w 2676209"/>
                <a:gd name="connsiteY4747" fmla="*/ 874291 h 2650669"/>
                <a:gd name="connsiteX4748" fmla="*/ 1633453 w 2676209"/>
                <a:gd name="connsiteY4748" fmla="*/ 873133 h 2650669"/>
                <a:gd name="connsiteX4749" fmla="*/ 1643937 w 2676209"/>
                <a:gd name="connsiteY4749" fmla="*/ 1190931 h 2650669"/>
                <a:gd name="connsiteX4750" fmla="*/ 1645028 w 2676209"/>
                <a:gd name="connsiteY4750" fmla="*/ 1189773 h 2650669"/>
                <a:gd name="connsiteX4751" fmla="*/ 1643937 w 2676209"/>
                <a:gd name="connsiteY4751" fmla="*/ 1187425 h 2650669"/>
                <a:gd name="connsiteX4752" fmla="*/ 1642713 w 2676209"/>
                <a:gd name="connsiteY4752" fmla="*/ 1188682 h 2650669"/>
                <a:gd name="connsiteX4753" fmla="*/ 1643937 w 2676209"/>
                <a:gd name="connsiteY4753" fmla="*/ 1190931 h 2650669"/>
                <a:gd name="connsiteX4754" fmla="*/ 1707437 w 2676209"/>
                <a:gd name="connsiteY4754" fmla="*/ 873794 h 2650669"/>
                <a:gd name="connsiteX4755" fmla="*/ 1705089 w 2676209"/>
                <a:gd name="connsiteY4755" fmla="*/ 874886 h 2650669"/>
                <a:gd name="connsiteX4756" fmla="*/ 1706246 w 2676209"/>
                <a:gd name="connsiteY4756" fmla="*/ 875977 h 2650669"/>
                <a:gd name="connsiteX4757" fmla="*/ 1708594 w 2676209"/>
                <a:gd name="connsiteY4757" fmla="*/ 874886 h 2650669"/>
                <a:gd name="connsiteX4758" fmla="*/ 1707437 w 2676209"/>
                <a:gd name="connsiteY4758" fmla="*/ 873794 h 2650669"/>
                <a:gd name="connsiteX4759" fmla="*/ 1725395 w 2676209"/>
                <a:gd name="connsiteY4759" fmla="*/ 874291 h 2650669"/>
                <a:gd name="connsiteX4760" fmla="*/ 1724304 w 2676209"/>
                <a:gd name="connsiteY4760" fmla="*/ 873133 h 2650669"/>
                <a:gd name="connsiteX4761" fmla="*/ 1723047 w 2676209"/>
                <a:gd name="connsiteY4761" fmla="*/ 875382 h 2650669"/>
                <a:gd name="connsiteX4762" fmla="*/ 1724304 w 2676209"/>
                <a:gd name="connsiteY4762" fmla="*/ 876639 h 2650669"/>
                <a:gd name="connsiteX4763" fmla="*/ 1725395 w 2676209"/>
                <a:gd name="connsiteY4763" fmla="*/ 874291 h 2650669"/>
                <a:gd name="connsiteX4764" fmla="*/ 1430848 w 2676209"/>
                <a:gd name="connsiteY4764" fmla="*/ 1166490 h 2650669"/>
                <a:gd name="connsiteX4765" fmla="*/ 1431939 w 2676209"/>
                <a:gd name="connsiteY4765" fmla="*/ 1165332 h 2650669"/>
                <a:gd name="connsiteX4766" fmla="*/ 1430848 w 2676209"/>
                <a:gd name="connsiteY4766" fmla="*/ 1162984 h 2650669"/>
                <a:gd name="connsiteX4767" fmla="*/ 1429757 w 2676209"/>
                <a:gd name="connsiteY4767" fmla="*/ 1164142 h 2650669"/>
                <a:gd name="connsiteX4768" fmla="*/ 1430848 w 2676209"/>
                <a:gd name="connsiteY4768" fmla="*/ 1166490 h 2650669"/>
                <a:gd name="connsiteX4769" fmla="*/ 1600777 w 2676209"/>
                <a:gd name="connsiteY4769" fmla="*/ 1161760 h 2650669"/>
                <a:gd name="connsiteX4770" fmla="*/ 1602033 w 2676209"/>
                <a:gd name="connsiteY4770" fmla="*/ 1162984 h 2650669"/>
                <a:gd name="connsiteX4771" fmla="*/ 1603125 w 2676209"/>
                <a:gd name="connsiteY4771" fmla="*/ 1160636 h 2650669"/>
                <a:gd name="connsiteX4772" fmla="*/ 1602033 w 2676209"/>
                <a:gd name="connsiteY4772" fmla="*/ 1159511 h 2650669"/>
                <a:gd name="connsiteX4773" fmla="*/ 1600777 w 2676209"/>
                <a:gd name="connsiteY4773" fmla="*/ 1161760 h 2650669"/>
                <a:gd name="connsiteX4774" fmla="*/ 1500698 w 2676209"/>
                <a:gd name="connsiteY4774" fmla="*/ 1159511 h 2650669"/>
                <a:gd name="connsiteX4775" fmla="*/ 1499607 w 2676209"/>
                <a:gd name="connsiteY4775" fmla="*/ 1160636 h 2650669"/>
                <a:gd name="connsiteX4776" fmla="*/ 1500698 w 2676209"/>
                <a:gd name="connsiteY4776" fmla="*/ 1162984 h 2650669"/>
                <a:gd name="connsiteX4777" fmla="*/ 1501955 w 2676209"/>
                <a:gd name="connsiteY4777" fmla="*/ 1161760 h 2650669"/>
                <a:gd name="connsiteX4778" fmla="*/ 1500698 w 2676209"/>
                <a:gd name="connsiteY4778" fmla="*/ 1159511 h 2650669"/>
                <a:gd name="connsiteX4779" fmla="*/ 1491967 w 2676209"/>
                <a:gd name="connsiteY4779" fmla="*/ 1161231 h 2650669"/>
                <a:gd name="connsiteX4780" fmla="*/ 1493124 w 2676209"/>
                <a:gd name="connsiteY4780" fmla="*/ 1162323 h 2650669"/>
                <a:gd name="connsiteX4781" fmla="*/ 1495472 w 2676209"/>
                <a:gd name="connsiteY4781" fmla="*/ 1161231 h 2650669"/>
                <a:gd name="connsiteX4782" fmla="*/ 1494315 w 2676209"/>
                <a:gd name="connsiteY4782" fmla="*/ 1160140 h 2650669"/>
                <a:gd name="connsiteX4783" fmla="*/ 1491967 w 2676209"/>
                <a:gd name="connsiteY4783" fmla="*/ 1161231 h 2650669"/>
                <a:gd name="connsiteX4784" fmla="*/ 1438422 w 2676209"/>
                <a:gd name="connsiteY4784" fmla="*/ 1160140 h 2650669"/>
                <a:gd name="connsiteX4785" fmla="*/ 1436074 w 2676209"/>
                <a:gd name="connsiteY4785" fmla="*/ 1161231 h 2650669"/>
                <a:gd name="connsiteX4786" fmla="*/ 1437231 w 2676209"/>
                <a:gd name="connsiteY4786" fmla="*/ 1162323 h 2650669"/>
                <a:gd name="connsiteX4787" fmla="*/ 1439579 w 2676209"/>
                <a:gd name="connsiteY4787" fmla="*/ 1161231 h 2650669"/>
                <a:gd name="connsiteX4788" fmla="*/ 1438422 w 2676209"/>
                <a:gd name="connsiteY4788" fmla="*/ 1160140 h 2650669"/>
                <a:gd name="connsiteX4789" fmla="*/ 2509290 w 2676209"/>
                <a:gd name="connsiteY4789" fmla="*/ 1171120 h 2650669"/>
                <a:gd name="connsiteX4790" fmla="*/ 2510381 w 2676209"/>
                <a:gd name="connsiteY4790" fmla="*/ 1173468 h 2650669"/>
                <a:gd name="connsiteX4791" fmla="*/ 2511473 w 2676209"/>
                <a:gd name="connsiteY4791" fmla="*/ 1172344 h 2650669"/>
                <a:gd name="connsiteX4792" fmla="*/ 2510381 w 2676209"/>
                <a:gd name="connsiteY4792" fmla="*/ 1169995 h 2650669"/>
                <a:gd name="connsiteX4793" fmla="*/ 2509290 w 2676209"/>
                <a:gd name="connsiteY4793" fmla="*/ 1171120 h 2650669"/>
                <a:gd name="connsiteX4794" fmla="*/ 1588044 w 2676209"/>
                <a:gd name="connsiteY4794" fmla="*/ 1169995 h 2650669"/>
                <a:gd name="connsiteX4795" fmla="*/ 1586952 w 2676209"/>
                <a:gd name="connsiteY4795" fmla="*/ 1171120 h 2650669"/>
                <a:gd name="connsiteX4796" fmla="*/ 1588044 w 2676209"/>
                <a:gd name="connsiteY4796" fmla="*/ 1173468 h 2650669"/>
                <a:gd name="connsiteX4797" fmla="*/ 1589300 w 2676209"/>
                <a:gd name="connsiteY4797" fmla="*/ 1172244 h 2650669"/>
                <a:gd name="connsiteX4798" fmla="*/ 1588044 w 2676209"/>
                <a:gd name="connsiteY4798" fmla="*/ 1169995 h 2650669"/>
                <a:gd name="connsiteX4799" fmla="*/ 1497225 w 2676209"/>
                <a:gd name="connsiteY4799" fmla="*/ 1173468 h 2650669"/>
                <a:gd name="connsiteX4800" fmla="*/ 1498449 w 2676209"/>
                <a:gd name="connsiteY4800" fmla="*/ 1172244 h 2650669"/>
                <a:gd name="connsiteX4801" fmla="*/ 1497225 w 2676209"/>
                <a:gd name="connsiteY4801" fmla="*/ 1169995 h 2650669"/>
                <a:gd name="connsiteX4802" fmla="*/ 1496134 w 2676209"/>
                <a:gd name="connsiteY4802" fmla="*/ 1171120 h 2650669"/>
                <a:gd name="connsiteX4803" fmla="*/ 1497225 w 2676209"/>
                <a:gd name="connsiteY4803" fmla="*/ 1173468 h 2650669"/>
                <a:gd name="connsiteX4804" fmla="*/ 1388912 w 2676209"/>
                <a:gd name="connsiteY4804" fmla="*/ 883617 h 2650669"/>
                <a:gd name="connsiteX4805" fmla="*/ 1387820 w 2676209"/>
                <a:gd name="connsiteY4805" fmla="*/ 884775 h 2650669"/>
                <a:gd name="connsiteX4806" fmla="*/ 1388912 w 2676209"/>
                <a:gd name="connsiteY4806" fmla="*/ 887123 h 2650669"/>
                <a:gd name="connsiteX4807" fmla="*/ 1390168 w 2676209"/>
                <a:gd name="connsiteY4807" fmla="*/ 885866 h 2650669"/>
                <a:gd name="connsiteX4808" fmla="*/ 1388912 w 2676209"/>
                <a:gd name="connsiteY4808" fmla="*/ 883617 h 2650669"/>
                <a:gd name="connsiteX4809" fmla="*/ 1438422 w 2676209"/>
                <a:gd name="connsiteY4809" fmla="*/ 884279 h 2650669"/>
                <a:gd name="connsiteX4810" fmla="*/ 1436074 w 2676209"/>
                <a:gd name="connsiteY4810" fmla="*/ 885370 h 2650669"/>
                <a:gd name="connsiteX4811" fmla="*/ 1437231 w 2676209"/>
                <a:gd name="connsiteY4811" fmla="*/ 886461 h 2650669"/>
                <a:gd name="connsiteX4812" fmla="*/ 1439579 w 2676209"/>
                <a:gd name="connsiteY4812" fmla="*/ 885370 h 2650669"/>
                <a:gd name="connsiteX4813" fmla="*/ 1438422 w 2676209"/>
                <a:gd name="connsiteY4813" fmla="*/ 884279 h 2650669"/>
                <a:gd name="connsiteX4814" fmla="*/ 1835826 w 2676209"/>
                <a:gd name="connsiteY4814" fmla="*/ 886693 h 2650669"/>
                <a:gd name="connsiteX4815" fmla="*/ 1837843 w 2676209"/>
                <a:gd name="connsiteY4815" fmla="*/ 885172 h 2650669"/>
                <a:gd name="connsiteX4816" fmla="*/ 1837843 w 2676209"/>
                <a:gd name="connsiteY4816" fmla="*/ 883617 h 2650669"/>
                <a:gd name="connsiteX4817" fmla="*/ 1835164 w 2676209"/>
                <a:gd name="connsiteY4817" fmla="*/ 884609 h 2650669"/>
                <a:gd name="connsiteX4818" fmla="*/ 1835826 w 2676209"/>
                <a:gd name="connsiteY4818" fmla="*/ 886693 h 2650669"/>
                <a:gd name="connsiteX4819" fmla="*/ 1791938 w 2676209"/>
                <a:gd name="connsiteY4819" fmla="*/ 889372 h 2650669"/>
                <a:gd name="connsiteX4820" fmla="*/ 1790681 w 2676209"/>
                <a:gd name="connsiteY4820" fmla="*/ 887123 h 2650669"/>
                <a:gd name="connsiteX4821" fmla="*/ 1789590 w 2676209"/>
                <a:gd name="connsiteY4821" fmla="*/ 888247 h 2650669"/>
                <a:gd name="connsiteX4822" fmla="*/ 1790681 w 2676209"/>
                <a:gd name="connsiteY4822" fmla="*/ 890595 h 2650669"/>
                <a:gd name="connsiteX4823" fmla="*/ 1791938 w 2676209"/>
                <a:gd name="connsiteY4823" fmla="*/ 889372 h 2650669"/>
                <a:gd name="connsiteX4824" fmla="*/ 2188945 w 2676209"/>
                <a:gd name="connsiteY4824" fmla="*/ 356302 h 2650669"/>
                <a:gd name="connsiteX4825" fmla="*/ 2187854 w 2676209"/>
                <a:gd name="connsiteY4825" fmla="*/ 357460 h 2650669"/>
                <a:gd name="connsiteX4826" fmla="*/ 2188945 w 2676209"/>
                <a:gd name="connsiteY4826" fmla="*/ 359808 h 2650669"/>
                <a:gd name="connsiteX4827" fmla="*/ 2190202 w 2676209"/>
                <a:gd name="connsiteY4827" fmla="*/ 358551 h 2650669"/>
                <a:gd name="connsiteX4828" fmla="*/ 2188945 w 2676209"/>
                <a:gd name="connsiteY4828" fmla="*/ 356302 h 2650669"/>
                <a:gd name="connsiteX4829" fmla="*/ 2127165 w 2676209"/>
                <a:gd name="connsiteY4829" fmla="*/ 351672 h 2650669"/>
                <a:gd name="connsiteX4830" fmla="*/ 2126074 w 2676209"/>
                <a:gd name="connsiteY4830" fmla="*/ 349324 h 2650669"/>
                <a:gd name="connsiteX4831" fmla="*/ 2124982 w 2676209"/>
                <a:gd name="connsiteY4831" fmla="*/ 350482 h 2650669"/>
                <a:gd name="connsiteX4832" fmla="*/ 2126074 w 2676209"/>
                <a:gd name="connsiteY4832" fmla="*/ 352797 h 2650669"/>
                <a:gd name="connsiteX4833" fmla="*/ 2127165 w 2676209"/>
                <a:gd name="connsiteY4833" fmla="*/ 351672 h 2650669"/>
                <a:gd name="connsiteX4834" fmla="*/ 683202 w 2676209"/>
                <a:gd name="connsiteY4834" fmla="*/ 1941752 h 2650669"/>
                <a:gd name="connsiteX4835" fmla="*/ 682110 w 2676209"/>
                <a:gd name="connsiteY4835" fmla="*/ 1942910 h 2650669"/>
                <a:gd name="connsiteX4836" fmla="*/ 683202 w 2676209"/>
                <a:gd name="connsiteY4836" fmla="*/ 1945225 h 2650669"/>
                <a:gd name="connsiteX4837" fmla="*/ 684425 w 2676209"/>
                <a:gd name="connsiteY4837" fmla="*/ 1944001 h 2650669"/>
                <a:gd name="connsiteX4838" fmla="*/ 683202 w 2676209"/>
                <a:gd name="connsiteY4838" fmla="*/ 1941752 h 2650669"/>
                <a:gd name="connsiteX4839" fmla="*/ 1227119 w 2676209"/>
                <a:gd name="connsiteY4839" fmla="*/ 1923132 h 2650669"/>
                <a:gd name="connsiteX4840" fmla="*/ 1228210 w 2676209"/>
                <a:gd name="connsiteY4840" fmla="*/ 1924290 h 2650669"/>
                <a:gd name="connsiteX4841" fmla="*/ 1229434 w 2676209"/>
                <a:gd name="connsiteY4841" fmla="*/ 1922041 h 2650669"/>
                <a:gd name="connsiteX4842" fmla="*/ 1228210 w 2676209"/>
                <a:gd name="connsiteY4842" fmla="*/ 1920784 h 2650669"/>
                <a:gd name="connsiteX4843" fmla="*/ 1227119 w 2676209"/>
                <a:gd name="connsiteY4843" fmla="*/ 1923132 h 2650669"/>
                <a:gd name="connsiteX4844" fmla="*/ 1384314 w 2676209"/>
                <a:gd name="connsiteY4844" fmla="*/ 1911457 h 2650669"/>
                <a:gd name="connsiteX4845" fmla="*/ 1385406 w 2676209"/>
                <a:gd name="connsiteY4845" fmla="*/ 1913805 h 2650669"/>
                <a:gd name="connsiteX4846" fmla="*/ 1386663 w 2676209"/>
                <a:gd name="connsiteY4846" fmla="*/ 1912582 h 2650669"/>
                <a:gd name="connsiteX4847" fmla="*/ 1385406 w 2676209"/>
                <a:gd name="connsiteY4847" fmla="*/ 1910333 h 2650669"/>
                <a:gd name="connsiteX4848" fmla="*/ 1384314 w 2676209"/>
                <a:gd name="connsiteY4848" fmla="*/ 1911457 h 2650669"/>
                <a:gd name="connsiteX4849" fmla="*/ 1351572 w 2676209"/>
                <a:gd name="connsiteY4849" fmla="*/ 1968541 h 2650669"/>
                <a:gd name="connsiteX4850" fmla="*/ 1350481 w 2676209"/>
                <a:gd name="connsiteY4850" fmla="*/ 1966193 h 2650669"/>
                <a:gd name="connsiteX4851" fmla="*/ 1349389 w 2676209"/>
                <a:gd name="connsiteY4851" fmla="*/ 1967350 h 2650669"/>
                <a:gd name="connsiteX4852" fmla="*/ 1350481 w 2676209"/>
                <a:gd name="connsiteY4852" fmla="*/ 1969699 h 2650669"/>
                <a:gd name="connsiteX4853" fmla="*/ 1351572 w 2676209"/>
                <a:gd name="connsiteY4853" fmla="*/ 1968541 h 2650669"/>
                <a:gd name="connsiteX4854" fmla="*/ 627275 w 2676209"/>
                <a:gd name="connsiteY4854" fmla="*/ 1980150 h 2650669"/>
                <a:gd name="connsiteX4855" fmla="*/ 626184 w 2676209"/>
                <a:gd name="connsiteY4855" fmla="*/ 1981307 h 2650669"/>
                <a:gd name="connsiteX4856" fmla="*/ 627275 w 2676209"/>
                <a:gd name="connsiteY4856" fmla="*/ 1983655 h 2650669"/>
                <a:gd name="connsiteX4857" fmla="*/ 628532 w 2676209"/>
                <a:gd name="connsiteY4857" fmla="*/ 1982432 h 2650669"/>
                <a:gd name="connsiteX4858" fmla="*/ 627275 w 2676209"/>
                <a:gd name="connsiteY4858" fmla="*/ 1980150 h 2650669"/>
                <a:gd name="connsiteX4859" fmla="*/ 1380180 w 2676209"/>
                <a:gd name="connsiteY4859" fmla="*/ 1978430 h 2650669"/>
                <a:gd name="connsiteX4860" fmla="*/ 1377832 w 2676209"/>
                <a:gd name="connsiteY4860" fmla="*/ 1977338 h 2650669"/>
                <a:gd name="connsiteX4861" fmla="*/ 1376675 w 2676209"/>
                <a:gd name="connsiteY4861" fmla="*/ 1978430 h 2650669"/>
                <a:gd name="connsiteX4862" fmla="*/ 1378924 w 2676209"/>
                <a:gd name="connsiteY4862" fmla="*/ 1979654 h 2650669"/>
                <a:gd name="connsiteX4863" fmla="*/ 1380180 w 2676209"/>
                <a:gd name="connsiteY4863" fmla="*/ 1978430 h 2650669"/>
                <a:gd name="connsiteX4864" fmla="*/ 1041977 w 2676209"/>
                <a:gd name="connsiteY4864" fmla="*/ 344595 h 2650669"/>
                <a:gd name="connsiteX4865" fmla="*/ 1043035 w 2676209"/>
                <a:gd name="connsiteY4865" fmla="*/ 345818 h 2650669"/>
                <a:gd name="connsiteX4866" fmla="*/ 1044292 w 2676209"/>
                <a:gd name="connsiteY4866" fmla="*/ 343569 h 2650669"/>
                <a:gd name="connsiteX4867" fmla="*/ 1043035 w 2676209"/>
                <a:gd name="connsiteY4867" fmla="*/ 342346 h 2650669"/>
                <a:gd name="connsiteX4868" fmla="*/ 1041977 w 2676209"/>
                <a:gd name="connsiteY4868" fmla="*/ 344595 h 2650669"/>
                <a:gd name="connsiteX4869" fmla="*/ 1434916 w 2676209"/>
                <a:gd name="connsiteY4869" fmla="*/ 1963349 h 2650669"/>
                <a:gd name="connsiteX4870" fmla="*/ 1432568 w 2676209"/>
                <a:gd name="connsiteY4870" fmla="*/ 1964440 h 2650669"/>
                <a:gd name="connsiteX4871" fmla="*/ 1433825 w 2676209"/>
                <a:gd name="connsiteY4871" fmla="*/ 1965697 h 2650669"/>
                <a:gd name="connsiteX4872" fmla="*/ 1436074 w 2676209"/>
                <a:gd name="connsiteY4872" fmla="*/ 1964440 h 2650669"/>
                <a:gd name="connsiteX4873" fmla="*/ 1434916 w 2676209"/>
                <a:gd name="connsiteY4873" fmla="*/ 1963349 h 2650669"/>
                <a:gd name="connsiteX4874" fmla="*/ 642357 w 2676209"/>
                <a:gd name="connsiteY4874" fmla="*/ 1963845 h 2650669"/>
                <a:gd name="connsiteX4875" fmla="*/ 641265 w 2676209"/>
                <a:gd name="connsiteY4875" fmla="*/ 1962720 h 2650669"/>
                <a:gd name="connsiteX4876" fmla="*/ 640041 w 2676209"/>
                <a:gd name="connsiteY4876" fmla="*/ 1964969 h 2650669"/>
                <a:gd name="connsiteX4877" fmla="*/ 641265 w 2676209"/>
                <a:gd name="connsiteY4877" fmla="*/ 1966193 h 2650669"/>
                <a:gd name="connsiteX4878" fmla="*/ 642357 w 2676209"/>
                <a:gd name="connsiteY4878" fmla="*/ 1963845 h 2650669"/>
                <a:gd name="connsiteX4879" fmla="*/ 1213129 w 2676209"/>
                <a:gd name="connsiteY4879" fmla="*/ 413320 h 2650669"/>
                <a:gd name="connsiteX4880" fmla="*/ 1214220 w 2676209"/>
                <a:gd name="connsiteY4880" fmla="*/ 415668 h 2650669"/>
                <a:gd name="connsiteX4881" fmla="*/ 1215477 w 2676209"/>
                <a:gd name="connsiteY4881" fmla="*/ 414412 h 2650669"/>
                <a:gd name="connsiteX4882" fmla="*/ 1214220 w 2676209"/>
                <a:gd name="connsiteY4882" fmla="*/ 412163 h 2650669"/>
                <a:gd name="connsiteX4883" fmla="*/ 1213129 w 2676209"/>
                <a:gd name="connsiteY4883" fmla="*/ 413320 h 2650669"/>
                <a:gd name="connsiteX4884" fmla="*/ 1967754 w 2676209"/>
                <a:gd name="connsiteY4884" fmla="*/ 406342 h 2650669"/>
                <a:gd name="connsiteX4885" fmla="*/ 1968845 w 2676209"/>
                <a:gd name="connsiteY4885" fmla="*/ 408690 h 2650669"/>
                <a:gd name="connsiteX4886" fmla="*/ 1970102 w 2676209"/>
                <a:gd name="connsiteY4886" fmla="*/ 407433 h 2650669"/>
                <a:gd name="connsiteX4887" fmla="*/ 1968845 w 2676209"/>
                <a:gd name="connsiteY4887" fmla="*/ 405184 h 2650669"/>
                <a:gd name="connsiteX4888" fmla="*/ 1967754 w 2676209"/>
                <a:gd name="connsiteY4888" fmla="*/ 406342 h 2650669"/>
                <a:gd name="connsiteX4889" fmla="*/ 2012038 w 2676209"/>
                <a:gd name="connsiteY4889" fmla="*/ 407433 h 2650669"/>
                <a:gd name="connsiteX4890" fmla="*/ 2010782 w 2676209"/>
                <a:gd name="connsiteY4890" fmla="*/ 405184 h 2650669"/>
                <a:gd name="connsiteX4891" fmla="*/ 2009690 w 2676209"/>
                <a:gd name="connsiteY4891" fmla="*/ 406342 h 2650669"/>
                <a:gd name="connsiteX4892" fmla="*/ 2010782 w 2676209"/>
                <a:gd name="connsiteY4892" fmla="*/ 408690 h 2650669"/>
                <a:gd name="connsiteX4893" fmla="*/ 2012038 w 2676209"/>
                <a:gd name="connsiteY4893" fmla="*/ 407433 h 2650669"/>
                <a:gd name="connsiteX4894" fmla="*/ 2088734 w 2676209"/>
                <a:gd name="connsiteY4894" fmla="*/ 407532 h 2650669"/>
                <a:gd name="connsiteX4895" fmla="*/ 2087643 w 2676209"/>
                <a:gd name="connsiteY4895" fmla="*/ 405184 h 2650669"/>
                <a:gd name="connsiteX4896" fmla="*/ 2086552 w 2676209"/>
                <a:gd name="connsiteY4896" fmla="*/ 406342 h 2650669"/>
                <a:gd name="connsiteX4897" fmla="*/ 2087643 w 2676209"/>
                <a:gd name="connsiteY4897" fmla="*/ 408690 h 2650669"/>
                <a:gd name="connsiteX4898" fmla="*/ 2088734 w 2676209"/>
                <a:gd name="connsiteY4898" fmla="*/ 407532 h 2650669"/>
                <a:gd name="connsiteX4899" fmla="*/ 1162924 w 2676209"/>
                <a:gd name="connsiteY4899" fmla="*/ 418017 h 2650669"/>
                <a:gd name="connsiteX4900" fmla="*/ 1161833 w 2676209"/>
                <a:gd name="connsiteY4900" fmla="*/ 415668 h 2650669"/>
                <a:gd name="connsiteX4901" fmla="*/ 1160741 w 2676209"/>
                <a:gd name="connsiteY4901" fmla="*/ 416826 h 2650669"/>
                <a:gd name="connsiteX4902" fmla="*/ 1161833 w 2676209"/>
                <a:gd name="connsiteY4902" fmla="*/ 419174 h 2650669"/>
                <a:gd name="connsiteX4903" fmla="*/ 1162924 w 2676209"/>
                <a:gd name="connsiteY4903" fmla="*/ 418017 h 2650669"/>
                <a:gd name="connsiteX4904" fmla="*/ 768794 w 2676209"/>
                <a:gd name="connsiteY4904" fmla="*/ 1898096 h 2650669"/>
                <a:gd name="connsiteX4905" fmla="*/ 769919 w 2676209"/>
                <a:gd name="connsiteY4905" fmla="*/ 1899187 h 2650669"/>
                <a:gd name="connsiteX4906" fmla="*/ 772267 w 2676209"/>
                <a:gd name="connsiteY4906" fmla="*/ 1898096 h 2650669"/>
                <a:gd name="connsiteX4907" fmla="*/ 771142 w 2676209"/>
                <a:gd name="connsiteY4907" fmla="*/ 1897004 h 2650669"/>
                <a:gd name="connsiteX4908" fmla="*/ 768794 w 2676209"/>
                <a:gd name="connsiteY4908" fmla="*/ 1898096 h 2650669"/>
                <a:gd name="connsiteX4909" fmla="*/ 676190 w 2676209"/>
                <a:gd name="connsiteY4909" fmla="*/ 1903321 h 2650669"/>
                <a:gd name="connsiteX4910" fmla="*/ 675099 w 2676209"/>
                <a:gd name="connsiteY4910" fmla="*/ 1904479 h 2650669"/>
                <a:gd name="connsiteX4911" fmla="*/ 676190 w 2676209"/>
                <a:gd name="connsiteY4911" fmla="*/ 1906827 h 2650669"/>
                <a:gd name="connsiteX4912" fmla="*/ 677447 w 2676209"/>
                <a:gd name="connsiteY4912" fmla="*/ 1905570 h 2650669"/>
                <a:gd name="connsiteX4913" fmla="*/ 676190 w 2676209"/>
                <a:gd name="connsiteY4913" fmla="*/ 1903321 h 2650669"/>
                <a:gd name="connsiteX4914" fmla="*/ 784504 w 2676209"/>
                <a:gd name="connsiteY4914" fmla="*/ 1882386 h 2650669"/>
                <a:gd name="connsiteX4915" fmla="*/ 785761 w 2676209"/>
                <a:gd name="connsiteY4915" fmla="*/ 1880137 h 2650669"/>
                <a:gd name="connsiteX4916" fmla="*/ 784504 w 2676209"/>
                <a:gd name="connsiteY4916" fmla="*/ 1878880 h 2650669"/>
                <a:gd name="connsiteX4917" fmla="*/ 783413 w 2676209"/>
                <a:gd name="connsiteY4917" fmla="*/ 1881229 h 2650669"/>
                <a:gd name="connsiteX4918" fmla="*/ 784504 w 2676209"/>
                <a:gd name="connsiteY4918" fmla="*/ 1882386 h 2650669"/>
                <a:gd name="connsiteX4919" fmla="*/ 1409284 w 2676209"/>
                <a:gd name="connsiteY4919" fmla="*/ 1876069 h 2650669"/>
                <a:gd name="connsiteX4920" fmla="*/ 1408127 w 2676209"/>
                <a:gd name="connsiteY4920" fmla="*/ 1877161 h 2650669"/>
                <a:gd name="connsiteX4921" fmla="*/ 1410376 w 2676209"/>
                <a:gd name="connsiteY4921" fmla="*/ 1878384 h 2650669"/>
                <a:gd name="connsiteX4922" fmla="*/ 1411633 w 2676209"/>
                <a:gd name="connsiteY4922" fmla="*/ 1877161 h 2650669"/>
                <a:gd name="connsiteX4923" fmla="*/ 1409284 w 2676209"/>
                <a:gd name="connsiteY4923" fmla="*/ 1876069 h 2650669"/>
                <a:gd name="connsiteX4924" fmla="*/ 1365562 w 2676209"/>
                <a:gd name="connsiteY4924" fmla="*/ 1876532 h 2650669"/>
                <a:gd name="connsiteX4925" fmla="*/ 1364471 w 2676209"/>
                <a:gd name="connsiteY4925" fmla="*/ 1875408 h 2650669"/>
                <a:gd name="connsiteX4926" fmla="*/ 1363214 w 2676209"/>
                <a:gd name="connsiteY4926" fmla="*/ 1877657 h 2650669"/>
                <a:gd name="connsiteX4927" fmla="*/ 1364471 w 2676209"/>
                <a:gd name="connsiteY4927" fmla="*/ 1878880 h 2650669"/>
                <a:gd name="connsiteX4928" fmla="*/ 1365562 w 2676209"/>
                <a:gd name="connsiteY4928" fmla="*/ 1876532 h 2650669"/>
                <a:gd name="connsiteX4929" fmla="*/ 2091149 w 2676209"/>
                <a:gd name="connsiteY4929" fmla="*/ 384249 h 2650669"/>
                <a:gd name="connsiteX4930" fmla="*/ 2090057 w 2676209"/>
                <a:gd name="connsiteY4930" fmla="*/ 385374 h 2650669"/>
                <a:gd name="connsiteX4931" fmla="*/ 2091149 w 2676209"/>
                <a:gd name="connsiteY4931" fmla="*/ 387722 h 2650669"/>
                <a:gd name="connsiteX4932" fmla="*/ 2092372 w 2676209"/>
                <a:gd name="connsiteY4932" fmla="*/ 386498 h 2650669"/>
                <a:gd name="connsiteX4933" fmla="*/ 2091149 w 2676209"/>
                <a:gd name="connsiteY4933" fmla="*/ 384249 h 2650669"/>
                <a:gd name="connsiteX4934" fmla="*/ 455495 w 2676209"/>
                <a:gd name="connsiteY4934" fmla="*/ 2084263 h 2650669"/>
                <a:gd name="connsiteX4935" fmla="*/ 457843 w 2676209"/>
                <a:gd name="connsiteY4935" fmla="*/ 2083172 h 2650669"/>
                <a:gd name="connsiteX4936" fmla="*/ 456685 w 2676209"/>
                <a:gd name="connsiteY4936" fmla="*/ 2082080 h 2650669"/>
                <a:gd name="connsiteX4937" fmla="*/ 454337 w 2676209"/>
                <a:gd name="connsiteY4937" fmla="*/ 2083172 h 2650669"/>
                <a:gd name="connsiteX4938" fmla="*/ 455495 w 2676209"/>
                <a:gd name="connsiteY4938" fmla="*/ 2084263 h 2650669"/>
                <a:gd name="connsiteX4939" fmla="*/ 422918 w 2676209"/>
                <a:gd name="connsiteY4939" fmla="*/ 2083172 h 2650669"/>
                <a:gd name="connsiteX4940" fmla="*/ 421760 w 2676209"/>
                <a:gd name="connsiteY4940" fmla="*/ 2082080 h 2650669"/>
                <a:gd name="connsiteX4941" fmla="*/ 419412 w 2676209"/>
                <a:gd name="connsiteY4941" fmla="*/ 2083172 h 2650669"/>
                <a:gd name="connsiteX4942" fmla="*/ 420570 w 2676209"/>
                <a:gd name="connsiteY4942" fmla="*/ 2084263 h 2650669"/>
                <a:gd name="connsiteX4943" fmla="*/ 422918 w 2676209"/>
                <a:gd name="connsiteY4943" fmla="*/ 2083172 h 2650669"/>
                <a:gd name="connsiteX4944" fmla="*/ 293636 w 2676209"/>
                <a:gd name="connsiteY4944" fmla="*/ 2093656 h 2650669"/>
                <a:gd name="connsiteX4945" fmla="*/ 295885 w 2676209"/>
                <a:gd name="connsiteY4945" fmla="*/ 2094913 h 2650669"/>
                <a:gd name="connsiteX4946" fmla="*/ 297141 w 2676209"/>
                <a:gd name="connsiteY4946" fmla="*/ 2093656 h 2650669"/>
                <a:gd name="connsiteX4947" fmla="*/ 294793 w 2676209"/>
                <a:gd name="connsiteY4947" fmla="*/ 2092565 h 2650669"/>
                <a:gd name="connsiteX4948" fmla="*/ 293636 w 2676209"/>
                <a:gd name="connsiteY4948" fmla="*/ 2093656 h 2650669"/>
                <a:gd name="connsiteX4949" fmla="*/ 161542 w 2676209"/>
                <a:gd name="connsiteY4949" fmla="*/ 2093061 h 2650669"/>
                <a:gd name="connsiteX4950" fmla="*/ 162634 w 2676209"/>
                <a:gd name="connsiteY4950" fmla="*/ 2095409 h 2650669"/>
                <a:gd name="connsiteX4951" fmla="*/ 163891 w 2676209"/>
                <a:gd name="connsiteY4951" fmla="*/ 2094152 h 2650669"/>
                <a:gd name="connsiteX4952" fmla="*/ 162634 w 2676209"/>
                <a:gd name="connsiteY4952" fmla="*/ 2091903 h 2650669"/>
                <a:gd name="connsiteX4953" fmla="*/ 161542 w 2676209"/>
                <a:gd name="connsiteY4953" fmla="*/ 2093061 h 2650669"/>
                <a:gd name="connsiteX4954" fmla="*/ 380981 w 2676209"/>
                <a:gd name="connsiteY4954" fmla="*/ 2090150 h 2650669"/>
                <a:gd name="connsiteX4955" fmla="*/ 379857 w 2676209"/>
                <a:gd name="connsiteY4955" fmla="*/ 2089059 h 2650669"/>
                <a:gd name="connsiteX4956" fmla="*/ 377509 w 2676209"/>
                <a:gd name="connsiteY4956" fmla="*/ 2090150 h 2650669"/>
                <a:gd name="connsiteX4957" fmla="*/ 378633 w 2676209"/>
                <a:gd name="connsiteY4957" fmla="*/ 2091242 h 2650669"/>
                <a:gd name="connsiteX4958" fmla="*/ 380981 w 2676209"/>
                <a:gd name="connsiteY4958" fmla="*/ 2090150 h 2650669"/>
                <a:gd name="connsiteX4959" fmla="*/ 384487 w 2676209"/>
                <a:gd name="connsiteY4959" fmla="*/ 2055258 h 2650669"/>
                <a:gd name="connsiteX4960" fmla="*/ 386835 w 2676209"/>
                <a:gd name="connsiteY4960" fmla="*/ 2056350 h 2650669"/>
                <a:gd name="connsiteX4961" fmla="*/ 387960 w 2676209"/>
                <a:gd name="connsiteY4961" fmla="*/ 2055258 h 2650669"/>
                <a:gd name="connsiteX4962" fmla="*/ 385711 w 2676209"/>
                <a:gd name="connsiteY4962" fmla="*/ 2054001 h 2650669"/>
                <a:gd name="connsiteX4963" fmla="*/ 384487 w 2676209"/>
                <a:gd name="connsiteY4963" fmla="*/ 2055258 h 2650669"/>
                <a:gd name="connsiteX4964" fmla="*/ 190580 w 2676209"/>
                <a:gd name="connsiteY4964" fmla="*/ 2070968 h 2650669"/>
                <a:gd name="connsiteX4965" fmla="*/ 191672 w 2676209"/>
                <a:gd name="connsiteY4965" fmla="*/ 2069810 h 2650669"/>
                <a:gd name="connsiteX4966" fmla="*/ 190580 w 2676209"/>
                <a:gd name="connsiteY4966" fmla="*/ 2067462 h 2650669"/>
                <a:gd name="connsiteX4967" fmla="*/ 189357 w 2676209"/>
                <a:gd name="connsiteY4967" fmla="*/ 2068719 h 2650669"/>
                <a:gd name="connsiteX4968" fmla="*/ 190580 w 2676209"/>
                <a:gd name="connsiteY4968" fmla="*/ 2070968 h 2650669"/>
                <a:gd name="connsiteX4969" fmla="*/ 644176 w 2676209"/>
                <a:gd name="connsiteY4969" fmla="*/ 2066801 h 2650669"/>
                <a:gd name="connsiteX4970" fmla="*/ 646491 w 2676209"/>
                <a:gd name="connsiteY4970" fmla="*/ 2065709 h 2650669"/>
                <a:gd name="connsiteX4971" fmla="*/ 645267 w 2676209"/>
                <a:gd name="connsiteY4971" fmla="*/ 2064486 h 2650669"/>
                <a:gd name="connsiteX4972" fmla="*/ 643018 w 2676209"/>
                <a:gd name="connsiteY4972" fmla="*/ 2065709 h 2650669"/>
                <a:gd name="connsiteX4973" fmla="*/ 644176 w 2676209"/>
                <a:gd name="connsiteY4973" fmla="*/ 2066801 h 2650669"/>
                <a:gd name="connsiteX4974" fmla="*/ 391465 w 2676209"/>
                <a:gd name="connsiteY4974" fmla="*/ 2065709 h 2650669"/>
                <a:gd name="connsiteX4975" fmla="*/ 390308 w 2676209"/>
                <a:gd name="connsiteY4975" fmla="*/ 2064618 h 2650669"/>
                <a:gd name="connsiteX4976" fmla="*/ 387993 w 2676209"/>
                <a:gd name="connsiteY4976" fmla="*/ 2065709 h 2650669"/>
                <a:gd name="connsiteX4977" fmla="*/ 389216 w 2676209"/>
                <a:gd name="connsiteY4977" fmla="*/ 2066966 h 2650669"/>
                <a:gd name="connsiteX4978" fmla="*/ 391465 w 2676209"/>
                <a:gd name="connsiteY4978" fmla="*/ 2065709 h 2650669"/>
                <a:gd name="connsiteX4979" fmla="*/ 994120 w 2676209"/>
                <a:gd name="connsiteY4979" fmla="*/ 258506 h 2650669"/>
                <a:gd name="connsiteX4980" fmla="*/ 993029 w 2676209"/>
                <a:gd name="connsiteY4980" fmla="*/ 259663 h 2650669"/>
                <a:gd name="connsiteX4981" fmla="*/ 994120 w 2676209"/>
                <a:gd name="connsiteY4981" fmla="*/ 262012 h 2650669"/>
                <a:gd name="connsiteX4982" fmla="*/ 995377 w 2676209"/>
                <a:gd name="connsiteY4982" fmla="*/ 260788 h 2650669"/>
                <a:gd name="connsiteX4983" fmla="*/ 994120 w 2676209"/>
                <a:gd name="connsiteY4983" fmla="*/ 258506 h 2650669"/>
                <a:gd name="connsiteX4984" fmla="*/ 603430 w 2676209"/>
                <a:gd name="connsiteY4984" fmla="*/ 2136651 h 2650669"/>
                <a:gd name="connsiteX4985" fmla="*/ 604587 w 2676209"/>
                <a:gd name="connsiteY4985" fmla="*/ 2135559 h 2650669"/>
                <a:gd name="connsiteX4986" fmla="*/ 602338 w 2676209"/>
                <a:gd name="connsiteY4986" fmla="*/ 2134336 h 2650669"/>
                <a:gd name="connsiteX4987" fmla="*/ 601082 w 2676209"/>
                <a:gd name="connsiteY4987" fmla="*/ 2135559 h 2650669"/>
                <a:gd name="connsiteX4988" fmla="*/ 603430 w 2676209"/>
                <a:gd name="connsiteY4988" fmla="*/ 2136651 h 2650669"/>
                <a:gd name="connsiteX4989" fmla="*/ 527726 w 2676209"/>
                <a:gd name="connsiteY4989" fmla="*/ 2132087 h 2650669"/>
                <a:gd name="connsiteX4990" fmla="*/ 528883 w 2676209"/>
                <a:gd name="connsiteY4990" fmla="*/ 2133178 h 2650669"/>
                <a:gd name="connsiteX4991" fmla="*/ 531232 w 2676209"/>
                <a:gd name="connsiteY4991" fmla="*/ 2132087 h 2650669"/>
                <a:gd name="connsiteX4992" fmla="*/ 530074 w 2676209"/>
                <a:gd name="connsiteY4992" fmla="*/ 2130995 h 2650669"/>
                <a:gd name="connsiteX4993" fmla="*/ 527726 w 2676209"/>
                <a:gd name="connsiteY4993" fmla="*/ 2132087 h 2650669"/>
                <a:gd name="connsiteX4994" fmla="*/ 1940402 w 2676209"/>
                <a:gd name="connsiteY4994" fmla="*/ 240547 h 2650669"/>
                <a:gd name="connsiteX4995" fmla="*/ 1942651 w 2676209"/>
                <a:gd name="connsiteY4995" fmla="*/ 239324 h 2650669"/>
                <a:gd name="connsiteX4996" fmla="*/ 1941494 w 2676209"/>
                <a:gd name="connsiteY4996" fmla="*/ 238232 h 2650669"/>
                <a:gd name="connsiteX4997" fmla="*/ 1940105 w 2676209"/>
                <a:gd name="connsiteY4997" fmla="*/ 238827 h 2650669"/>
                <a:gd name="connsiteX4998" fmla="*/ 1940072 w 2676209"/>
                <a:gd name="connsiteY4998" fmla="*/ 240217 h 2650669"/>
                <a:gd name="connsiteX4999" fmla="*/ 1940402 w 2676209"/>
                <a:gd name="connsiteY4999" fmla="*/ 240547 h 2650669"/>
                <a:gd name="connsiteX5000" fmla="*/ 574292 w 2676209"/>
                <a:gd name="connsiteY5000" fmla="*/ 2112210 h 2650669"/>
                <a:gd name="connsiteX5001" fmla="*/ 576641 w 2676209"/>
                <a:gd name="connsiteY5001" fmla="*/ 2111118 h 2650669"/>
                <a:gd name="connsiteX5002" fmla="*/ 575483 w 2676209"/>
                <a:gd name="connsiteY5002" fmla="*/ 2110027 h 2650669"/>
                <a:gd name="connsiteX5003" fmla="*/ 573135 w 2676209"/>
                <a:gd name="connsiteY5003" fmla="*/ 2111118 h 2650669"/>
                <a:gd name="connsiteX5004" fmla="*/ 574292 w 2676209"/>
                <a:gd name="connsiteY5004" fmla="*/ 2112210 h 2650669"/>
                <a:gd name="connsiteX5005" fmla="*/ 314604 w 2676209"/>
                <a:gd name="connsiteY5005" fmla="*/ 2107646 h 2650669"/>
                <a:gd name="connsiteX5006" fmla="*/ 316853 w 2676209"/>
                <a:gd name="connsiteY5006" fmla="*/ 2108870 h 2650669"/>
                <a:gd name="connsiteX5007" fmla="*/ 318110 w 2676209"/>
                <a:gd name="connsiteY5007" fmla="*/ 2107646 h 2650669"/>
                <a:gd name="connsiteX5008" fmla="*/ 315761 w 2676209"/>
                <a:gd name="connsiteY5008" fmla="*/ 2106554 h 2650669"/>
                <a:gd name="connsiteX5009" fmla="*/ 314604 w 2676209"/>
                <a:gd name="connsiteY5009" fmla="*/ 2107646 h 2650669"/>
                <a:gd name="connsiteX5010" fmla="*/ 86368 w 2676209"/>
                <a:gd name="connsiteY5010" fmla="*/ 2105231 h 2650669"/>
                <a:gd name="connsiteX5011" fmla="*/ 87525 w 2676209"/>
                <a:gd name="connsiteY5011" fmla="*/ 2104140 h 2650669"/>
                <a:gd name="connsiteX5012" fmla="*/ 85276 w 2676209"/>
                <a:gd name="connsiteY5012" fmla="*/ 2102883 h 2650669"/>
                <a:gd name="connsiteX5013" fmla="*/ 84020 w 2676209"/>
                <a:gd name="connsiteY5013" fmla="*/ 2104140 h 2650669"/>
                <a:gd name="connsiteX5014" fmla="*/ 86368 w 2676209"/>
                <a:gd name="connsiteY5014" fmla="*/ 2105231 h 2650669"/>
                <a:gd name="connsiteX5015" fmla="*/ 626680 w 2676209"/>
                <a:gd name="connsiteY5015" fmla="*/ 2007435 h 2650669"/>
                <a:gd name="connsiteX5016" fmla="*/ 629028 w 2676209"/>
                <a:gd name="connsiteY5016" fmla="*/ 2006343 h 2650669"/>
                <a:gd name="connsiteX5017" fmla="*/ 627904 w 2676209"/>
                <a:gd name="connsiteY5017" fmla="*/ 2005252 h 2650669"/>
                <a:gd name="connsiteX5018" fmla="*/ 625556 w 2676209"/>
                <a:gd name="connsiteY5018" fmla="*/ 2006343 h 2650669"/>
                <a:gd name="connsiteX5019" fmla="*/ 626680 w 2676209"/>
                <a:gd name="connsiteY5019" fmla="*/ 2007435 h 2650669"/>
                <a:gd name="connsiteX5020" fmla="*/ 581866 w 2676209"/>
                <a:gd name="connsiteY5020" fmla="*/ 2008096 h 2650669"/>
                <a:gd name="connsiteX5021" fmla="*/ 583123 w 2676209"/>
                <a:gd name="connsiteY5021" fmla="*/ 2005847 h 2650669"/>
                <a:gd name="connsiteX5022" fmla="*/ 581866 w 2676209"/>
                <a:gd name="connsiteY5022" fmla="*/ 2004624 h 2650669"/>
                <a:gd name="connsiteX5023" fmla="*/ 580775 w 2676209"/>
                <a:gd name="connsiteY5023" fmla="*/ 2006972 h 2650669"/>
                <a:gd name="connsiteX5024" fmla="*/ 581866 w 2676209"/>
                <a:gd name="connsiteY5024" fmla="*/ 2008096 h 2650669"/>
                <a:gd name="connsiteX5025" fmla="*/ 2229129 w 2676209"/>
                <a:gd name="connsiteY5025" fmla="*/ 302162 h 2650669"/>
                <a:gd name="connsiteX5026" fmla="*/ 2226880 w 2676209"/>
                <a:gd name="connsiteY5026" fmla="*/ 300938 h 2650669"/>
                <a:gd name="connsiteX5027" fmla="*/ 2225656 w 2676209"/>
                <a:gd name="connsiteY5027" fmla="*/ 302162 h 2650669"/>
                <a:gd name="connsiteX5028" fmla="*/ 2227971 w 2676209"/>
                <a:gd name="connsiteY5028" fmla="*/ 303254 h 2650669"/>
                <a:gd name="connsiteX5029" fmla="*/ 2229129 w 2676209"/>
                <a:gd name="connsiteY5029" fmla="*/ 302162 h 2650669"/>
                <a:gd name="connsiteX5030" fmla="*/ 485789 w 2676209"/>
                <a:gd name="connsiteY5030" fmla="*/ 2016828 h 2650669"/>
                <a:gd name="connsiteX5031" fmla="*/ 484665 w 2676209"/>
                <a:gd name="connsiteY5031" fmla="*/ 2015736 h 2650669"/>
                <a:gd name="connsiteX5032" fmla="*/ 482317 w 2676209"/>
                <a:gd name="connsiteY5032" fmla="*/ 2016828 h 2650669"/>
                <a:gd name="connsiteX5033" fmla="*/ 483474 w 2676209"/>
                <a:gd name="connsiteY5033" fmla="*/ 2017919 h 2650669"/>
                <a:gd name="connsiteX5034" fmla="*/ 485789 w 2676209"/>
                <a:gd name="connsiteY5034" fmla="*/ 2016828 h 2650669"/>
                <a:gd name="connsiteX5035" fmla="*/ 1945000 w 2676209"/>
                <a:gd name="connsiteY5035" fmla="*/ 294092 h 2650669"/>
                <a:gd name="connsiteX5036" fmla="*/ 1942651 w 2676209"/>
                <a:gd name="connsiteY5036" fmla="*/ 295184 h 2650669"/>
                <a:gd name="connsiteX5037" fmla="*/ 1943809 w 2676209"/>
                <a:gd name="connsiteY5037" fmla="*/ 296275 h 2650669"/>
                <a:gd name="connsiteX5038" fmla="*/ 1946157 w 2676209"/>
                <a:gd name="connsiteY5038" fmla="*/ 295184 h 2650669"/>
                <a:gd name="connsiteX5039" fmla="*/ 1945000 w 2676209"/>
                <a:gd name="connsiteY5039" fmla="*/ 294092 h 2650669"/>
                <a:gd name="connsiteX5040" fmla="*/ 1321939 w 2676209"/>
                <a:gd name="connsiteY5040" fmla="*/ 1996984 h 2650669"/>
                <a:gd name="connsiteX5041" fmla="*/ 1324287 w 2676209"/>
                <a:gd name="connsiteY5041" fmla="*/ 1995892 h 2650669"/>
                <a:gd name="connsiteX5042" fmla="*/ 1323130 w 2676209"/>
                <a:gd name="connsiteY5042" fmla="*/ 1994801 h 2650669"/>
                <a:gd name="connsiteX5043" fmla="*/ 1320781 w 2676209"/>
                <a:gd name="connsiteY5043" fmla="*/ 1995892 h 2650669"/>
                <a:gd name="connsiteX5044" fmla="*/ 1321939 w 2676209"/>
                <a:gd name="connsiteY5044" fmla="*/ 1996984 h 2650669"/>
                <a:gd name="connsiteX5045" fmla="*/ 1422117 w 2676209"/>
                <a:gd name="connsiteY5045" fmla="*/ 2037796 h 2650669"/>
                <a:gd name="connsiteX5046" fmla="*/ 1420959 w 2676209"/>
                <a:gd name="connsiteY5046" fmla="*/ 2036704 h 2650669"/>
                <a:gd name="connsiteX5047" fmla="*/ 1418611 w 2676209"/>
                <a:gd name="connsiteY5047" fmla="*/ 2037796 h 2650669"/>
                <a:gd name="connsiteX5048" fmla="*/ 1419835 w 2676209"/>
                <a:gd name="connsiteY5048" fmla="*/ 2039019 h 2650669"/>
                <a:gd name="connsiteX5049" fmla="*/ 1422117 w 2676209"/>
                <a:gd name="connsiteY5049" fmla="*/ 2037796 h 2650669"/>
                <a:gd name="connsiteX5050" fmla="*/ 689089 w 2676209"/>
                <a:gd name="connsiteY5050" fmla="*/ 2019738 h 2650669"/>
                <a:gd name="connsiteX5051" fmla="*/ 689353 w 2676209"/>
                <a:gd name="connsiteY5051" fmla="*/ 2020432 h 2650669"/>
                <a:gd name="connsiteX5052" fmla="*/ 690577 w 2676209"/>
                <a:gd name="connsiteY5052" fmla="*/ 2019308 h 2650669"/>
                <a:gd name="connsiteX5053" fmla="*/ 690180 w 2676209"/>
                <a:gd name="connsiteY5053" fmla="*/ 2018580 h 2650669"/>
                <a:gd name="connsiteX5054" fmla="*/ 689089 w 2676209"/>
                <a:gd name="connsiteY5054" fmla="*/ 2019738 h 2650669"/>
                <a:gd name="connsiteX5055" fmla="*/ 534043 w 2676209"/>
                <a:gd name="connsiteY5055" fmla="*/ 2020929 h 2650669"/>
                <a:gd name="connsiteX5056" fmla="*/ 532951 w 2676209"/>
                <a:gd name="connsiteY5056" fmla="*/ 2018580 h 2650669"/>
                <a:gd name="connsiteX5057" fmla="*/ 531860 w 2676209"/>
                <a:gd name="connsiteY5057" fmla="*/ 2019705 h 2650669"/>
                <a:gd name="connsiteX5058" fmla="*/ 532951 w 2676209"/>
                <a:gd name="connsiteY5058" fmla="*/ 2022053 h 2650669"/>
                <a:gd name="connsiteX5059" fmla="*/ 534043 w 2676209"/>
                <a:gd name="connsiteY5059" fmla="*/ 2020929 h 2650669"/>
                <a:gd name="connsiteX5060" fmla="*/ 677943 w 2676209"/>
                <a:gd name="connsiteY5060" fmla="*/ 2030784 h 2650669"/>
                <a:gd name="connsiteX5061" fmla="*/ 678406 w 2676209"/>
                <a:gd name="connsiteY5061" fmla="*/ 2031313 h 2650669"/>
                <a:gd name="connsiteX5062" fmla="*/ 679795 w 2676209"/>
                <a:gd name="connsiteY5062" fmla="*/ 2029792 h 2650669"/>
                <a:gd name="connsiteX5063" fmla="*/ 677943 w 2676209"/>
                <a:gd name="connsiteY5063" fmla="*/ 2030784 h 2650669"/>
                <a:gd name="connsiteX5064" fmla="*/ 1253908 w 2676209"/>
                <a:gd name="connsiteY5064" fmla="*/ 291182 h 2650669"/>
                <a:gd name="connsiteX5065" fmla="*/ 1252651 w 2676209"/>
                <a:gd name="connsiteY5065" fmla="*/ 289958 h 2650669"/>
                <a:gd name="connsiteX5066" fmla="*/ 1251560 w 2676209"/>
                <a:gd name="connsiteY5066" fmla="*/ 292306 h 2650669"/>
                <a:gd name="connsiteX5067" fmla="*/ 1252651 w 2676209"/>
                <a:gd name="connsiteY5067" fmla="*/ 293431 h 2650669"/>
                <a:gd name="connsiteX5068" fmla="*/ 1253908 w 2676209"/>
                <a:gd name="connsiteY5068" fmla="*/ 291182 h 2650669"/>
                <a:gd name="connsiteX5069" fmla="*/ 1374922 w 2676209"/>
                <a:gd name="connsiteY5069" fmla="*/ 2025559 h 2650669"/>
                <a:gd name="connsiteX5070" fmla="*/ 1373830 w 2676209"/>
                <a:gd name="connsiteY5070" fmla="*/ 2026716 h 2650669"/>
                <a:gd name="connsiteX5071" fmla="*/ 1374922 w 2676209"/>
                <a:gd name="connsiteY5071" fmla="*/ 2029065 h 2650669"/>
                <a:gd name="connsiteX5072" fmla="*/ 1376178 w 2676209"/>
                <a:gd name="connsiteY5072" fmla="*/ 2027808 h 2650669"/>
                <a:gd name="connsiteX5073" fmla="*/ 1374922 w 2676209"/>
                <a:gd name="connsiteY5073" fmla="*/ 2025559 h 2650669"/>
                <a:gd name="connsiteX5074" fmla="*/ 1016841 w 2676209"/>
                <a:gd name="connsiteY5074" fmla="*/ 1650148 h 2650669"/>
                <a:gd name="connsiteX5075" fmla="*/ 1017999 w 2676209"/>
                <a:gd name="connsiteY5075" fmla="*/ 1651240 h 2650669"/>
                <a:gd name="connsiteX5076" fmla="*/ 1020314 w 2676209"/>
                <a:gd name="connsiteY5076" fmla="*/ 1650148 h 2650669"/>
                <a:gd name="connsiteX5077" fmla="*/ 1019189 w 2676209"/>
                <a:gd name="connsiteY5077" fmla="*/ 1649057 h 2650669"/>
                <a:gd name="connsiteX5078" fmla="*/ 1016841 w 2676209"/>
                <a:gd name="connsiteY5078" fmla="*/ 1650148 h 2650669"/>
                <a:gd name="connsiteX5079" fmla="*/ 2643136 w 2676209"/>
                <a:gd name="connsiteY5079" fmla="*/ 1641417 h 2650669"/>
                <a:gd name="connsiteX5080" fmla="*/ 2641879 w 2676209"/>
                <a:gd name="connsiteY5080" fmla="*/ 1643666 h 2650669"/>
                <a:gd name="connsiteX5081" fmla="*/ 2643136 w 2676209"/>
                <a:gd name="connsiteY5081" fmla="*/ 1644923 h 2650669"/>
                <a:gd name="connsiteX5082" fmla="*/ 2644227 w 2676209"/>
                <a:gd name="connsiteY5082" fmla="*/ 1642574 h 2650669"/>
                <a:gd name="connsiteX5083" fmla="*/ 2643136 w 2676209"/>
                <a:gd name="connsiteY5083" fmla="*/ 1641417 h 2650669"/>
                <a:gd name="connsiteX5084" fmla="*/ 1345288 w 2676209"/>
                <a:gd name="connsiteY5084" fmla="*/ 1642938 h 2650669"/>
                <a:gd name="connsiteX5085" fmla="*/ 1347339 w 2676209"/>
                <a:gd name="connsiteY5085" fmla="*/ 1644526 h 2650669"/>
                <a:gd name="connsiteX5086" fmla="*/ 1348463 w 2676209"/>
                <a:gd name="connsiteY5086" fmla="*/ 1643467 h 2650669"/>
                <a:gd name="connsiteX5087" fmla="*/ 1346777 w 2676209"/>
                <a:gd name="connsiteY5087" fmla="*/ 1641483 h 2650669"/>
                <a:gd name="connsiteX5088" fmla="*/ 1345222 w 2676209"/>
                <a:gd name="connsiteY5088" fmla="*/ 1641384 h 2650669"/>
                <a:gd name="connsiteX5089" fmla="*/ 1345222 w 2676209"/>
                <a:gd name="connsiteY5089" fmla="*/ 1641417 h 2650669"/>
                <a:gd name="connsiteX5090" fmla="*/ 1345288 w 2676209"/>
                <a:gd name="connsiteY5090" fmla="*/ 1642938 h 2650669"/>
                <a:gd name="connsiteX5091" fmla="*/ 1086724 w 2676209"/>
                <a:gd name="connsiteY5091" fmla="*/ 1643170 h 2650669"/>
                <a:gd name="connsiteX5092" fmla="*/ 1085567 w 2676209"/>
                <a:gd name="connsiteY5092" fmla="*/ 1642078 h 2650669"/>
                <a:gd name="connsiteX5093" fmla="*/ 1083219 w 2676209"/>
                <a:gd name="connsiteY5093" fmla="*/ 1643170 h 2650669"/>
                <a:gd name="connsiteX5094" fmla="*/ 1084442 w 2676209"/>
                <a:gd name="connsiteY5094" fmla="*/ 1644426 h 2650669"/>
                <a:gd name="connsiteX5095" fmla="*/ 1086724 w 2676209"/>
                <a:gd name="connsiteY5095" fmla="*/ 1643170 h 2650669"/>
                <a:gd name="connsiteX5096" fmla="*/ 2067270 w 2676209"/>
                <a:gd name="connsiteY5096" fmla="*/ 559502 h 2650669"/>
                <a:gd name="connsiteX5097" fmla="*/ 2064922 w 2676209"/>
                <a:gd name="connsiteY5097" fmla="*/ 560594 h 2650669"/>
                <a:gd name="connsiteX5098" fmla="*/ 2066179 w 2676209"/>
                <a:gd name="connsiteY5098" fmla="*/ 561851 h 2650669"/>
                <a:gd name="connsiteX5099" fmla="*/ 2068428 w 2676209"/>
                <a:gd name="connsiteY5099" fmla="*/ 560594 h 2650669"/>
                <a:gd name="connsiteX5100" fmla="*/ 2067270 w 2676209"/>
                <a:gd name="connsiteY5100" fmla="*/ 559502 h 2650669"/>
                <a:gd name="connsiteX5101" fmla="*/ 991739 w 2676209"/>
                <a:gd name="connsiteY5101" fmla="*/ 1661228 h 2650669"/>
                <a:gd name="connsiteX5102" fmla="*/ 990647 w 2676209"/>
                <a:gd name="connsiteY5102" fmla="*/ 1658879 h 2650669"/>
                <a:gd name="connsiteX5103" fmla="*/ 989556 w 2676209"/>
                <a:gd name="connsiteY5103" fmla="*/ 1660037 h 2650669"/>
                <a:gd name="connsiteX5104" fmla="*/ 990647 w 2676209"/>
                <a:gd name="connsiteY5104" fmla="*/ 1662385 h 2650669"/>
                <a:gd name="connsiteX5105" fmla="*/ 991739 w 2676209"/>
                <a:gd name="connsiteY5105" fmla="*/ 1661228 h 2650669"/>
                <a:gd name="connsiteX5106" fmla="*/ 1959485 w 2676209"/>
                <a:gd name="connsiteY5106" fmla="*/ 547232 h 2650669"/>
                <a:gd name="connsiteX5107" fmla="*/ 1958394 w 2676209"/>
                <a:gd name="connsiteY5107" fmla="*/ 544884 h 2650669"/>
                <a:gd name="connsiteX5108" fmla="*/ 1957270 w 2676209"/>
                <a:gd name="connsiteY5108" fmla="*/ 546042 h 2650669"/>
                <a:gd name="connsiteX5109" fmla="*/ 1958394 w 2676209"/>
                <a:gd name="connsiteY5109" fmla="*/ 548357 h 2650669"/>
                <a:gd name="connsiteX5110" fmla="*/ 1959485 w 2676209"/>
                <a:gd name="connsiteY5110" fmla="*/ 547232 h 2650669"/>
                <a:gd name="connsiteX5111" fmla="*/ 2124982 w 2676209"/>
                <a:gd name="connsiteY5111" fmla="*/ 546042 h 2650669"/>
                <a:gd name="connsiteX5112" fmla="*/ 2126074 w 2676209"/>
                <a:gd name="connsiteY5112" fmla="*/ 548357 h 2650669"/>
                <a:gd name="connsiteX5113" fmla="*/ 2127298 w 2676209"/>
                <a:gd name="connsiteY5113" fmla="*/ 547133 h 2650669"/>
                <a:gd name="connsiteX5114" fmla="*/ 2126074 w 2676209"/>
                <a:gd name="connsiteY5114" fmla="*/ 544884 h 2650669"/>
                <a:gd name="connsiteX5115" fmla="*/ 2124982 w 2676209"/>
                <a:gd name="connsiteY5115" fmla="*/ 546042 h 2650669"/>
                <a:gd name="connsiteX5116" fmla="*/ 1238694 w 2676209"/>
                <a:gd name="connsiteY5116" fmla="*/ 1651901 h 2650669"/>
                <a:gd name="connsiteX5117" fmla="*/ 1237603 w 2676209"/>
                <a:gd name="connsiteY5117" fmla="*/ 1653059 h 2650669"/>
                <a:gd name="connsiteX5118" fmla="*/ 1238694 w 2676209"/>
                <a:gd name="connsiteY5118" fmla="*/ 1655407 h 2650669"/>
                <a:gd name="connsiteX5119" fmla="*/ 1239918 w 2676209"/>
                <a:gd name="connsiteY5119" fmla="*/ 1654150 h 2650669"/>
                <a:gd name="connsiteX5120" fmla="*/ 1238694 w 2676209"/>
                <a:gd name="connsiteY5120" fmla="*/ 1651901 h 2650669"/>
                <a:gd name="connsiteX5121" fmla="*/ 2026491 w 2676209"/>
                <a:gd name="connsiteY5121" fmla="*/ 571078 h 2650669"/>
                <a:gd name="connsiteX5122" fmla="*/ 2024242 w 2676209"/>
                <a:gd name="connsiteY5122" fmla="*/ 569821 h 2650669"/>
                <a:gd name="connsiteX5123" fmla="*/ 2023019 w 2676209"/>
                <a:gd name="connsiteY5123" fmla="*/ 571078 h 2650669"/>
                <a:gd name="connsiteX5124" fmla="*/ 2025367 w 2676209"/>
                <a:gd name="connsiteY5124" fmla="*/ 572169 h 2650669"/>
                <a:gd name="connsiteX5125" fmla="*/ 2026491 w 2676209"/>
                <a:gd name="connsiteY5125" fmla="*/ 571078 h 2650669"/>
                <a:gd name="connsiteX5126" fmla="*/ 1423837 w 2676209"/>
                <a:gd name="connsiteY5126" fmla="*/ 1630933 h 2650669"/>
                <a:gd name="connsiteX5127" fmla="*/ 1425093 w 2676209"/>
                <a:gd name="connsiteY5127" fmla="*/ 1628684 h 2650669"/>
                <a:gd name="connsiteX5128" fmla="*/ 1423837 w 2676209"/>
                <a:gd name="connsiteY5128" fmla="*/ 1627460 h 2650669"/>
                <a:gd name="connsiteX5129" fmla="*/ 1422745 w 2676209"/>
                <a:gd name="connsiteY5129" fmla="*/ 1629808 h 2650669"/>
                <a:gd name="connsiteX5130" fmla="*/ 1423837 w 2676209"/>
                <a:gd name="connsiteY5130" fmla="*/ 1630933 h 2650669"/>
                <a:gd name="connsiteX5131" fmla="*/ 1262044 w 2676209"/>
                <a:gd name="connsiteY5131" fmla="*/ 1626303 h 2650669"/>
                <a:gd name="connsiteX5132" fmla="*/ 1263135 w 2676209"/>
                <a:gd name="connsiteY5132" fmla="*/ 1627460 h 2650669"/>
                <a:gd name="connsiteX5133" fmla="*/ 1264392 w 2676209"/>
                <a:gd name="connsiteY5133" fmla="*/ 1625211 h 2650669"/>
                <a:gd name="connsiteX5134" fmla="*/ 1263135 w 2676209"/>
                <a:gd name="connsiteY5134" fmla="*/ 1623954 h 2650669"/>
                <a:gd name="connsiteX5135" fmla="*/ 1262044 w 2676209"/>
                <a:gd name="connsiteY5135" fmla="*/ 1626303 h 2650669"/>
                <a:gd name="connsiteX5136" fmla="*/ 800247 w 2676209"/>
                <a:gd name="connsiteY5136" fmla="*/ 1622201 h 2650669"/>
                <a:gd name="connsiteX5137" fmla="*/ 801470 w 2676209"/>
                <a:gd name="connsiteY5137" fmla="*/ 1623458 h 2650669"/>
                <a:gd name="connsiteX5138" fmla="*/ 803719 w 2676209"/>
                <a:gd name="connsiteY5138" fmla="*/ 1622201 h 2650669"/>
                <a:gd name="connsiteX5139" fmla="*/ 802562 w 2676209"/>
                <a:gd name="connsiteY5139" fmla="*/ 1621110 h 2650669"/>
                <a:gd name="connsiteX5140" fmla="*/ 800247 w 2676209"/>
                <a:gd name="connsiteY5140" fmla="*/ 1622201 h 2650669"/>
                <a:gd name="connsiteX5141" fmla="*/ 1190375 w 2676209"/>
                <a:gd name="connsiteY5141" fmla="*/ 1617637 h 2650669"/>
                <a:gd name="connsiteX5142" fmla="*/ 1188027 w 2676209"/>
                <a:gd name="connsiteY5142" fmla="*/ 1618729 h 2650669"/>
                <a:gd name="connsiteX5143" fmla="*/ 1189184 w 2676209"/>
                <a:gd name="connsiteY5143" fmla="*/ 1619820 h 2650669"/>
                <a:gd name="connsiteX5144" fmla="*/ 1191499 w 2676209"/>
                <a:gd name="connsiteY5144" fmla="*/ 1618729 h 2650669"/>
                <a:gd name="connsiteX5145" fmla="*/ 1190375 w 2676209"/>
                <a:gd name="connsiteY5145" fmla="*/ 1617637 h 2650669"/>
                <a:gd name="connsiteX5146" fmla="*/ 1118805 w 2676209"/>
                <a:gd name="connsiteY5146" fmla="*/ 1619324 h 2650669"/>
                <a:gd name="connsiteX5147" fmla="*/ 1119896 w 2676209"/>
                <a:gd name="connsiteY5147" fmla="*/ 1620482 h 2650669"/>
                <a:gd name="connsiteX5148" fmla="*/ 1121153 w 2676209"/>
                <a:gd name="connsiteY5148" fmla="*/ 1618233 h 2650669"/>
                <a:gd name="connsiteX5149" fmla="*/ 1119896 w 2676209"/>
                <a:gd name="connsiteY5149" fmla="*/ 1616976 h 2650669"/>
                <a:gd name="connsiteX5150" fmla="*/ 1118805 w 2676209"/>
                <a:gd name="connsiteY5150" fmla="*/ 1619324 h 2650669"/>
                <a:gd name="connsiteX5151" fmla="*/ 1345222 w 2676209"/>
                <a:gd name="connsiteY5151" fmla="*/ 1641384 h 2650669"/>
                <a:gd name="connsiteX5152" fmla="*/ 1344230 w 2676209"/>
                <a:gd name="connsiteY5152" fmla="*/ 1638738 h 2650669"/>
                <a:gd name="connsiteX5153" fmla="*/ 1342180 w 2676209"/>
                <a:gd name="connsiteY5153" fmla="*/ 1639399 h 2650669"/>
                <a:gd name="connsiteX5154" fmla="*/ 1343668 w 2676209"/>
                <a:gd name="connsiteY5154" fmla="*/ 1641417 h 2650669"/>
                <a:gd name="connsiteX5155" fmla="*/ 1345222 w 2676209"/>
                <a:gd name="connsiteY5155" fmla="*/ 1641417 h 2650669"/>
                <a:gd name="connsiteX5156" fmla="*/ 1345222 w 2676209"/>
                <a:gd name="connsiteY5156" fmla="*/ 1641384 h 2650669"/>
                <a:gd name="connsiteX5157" fmla="*/ 1219479 w 2676209"/>
                <a:gd name="connsiteY5157" fmla="*/ 1639664 h 2650669"/>
                <a:gd name="connsiteX5158" fmla="*/ 1221728 w 2676209"/>
                <a:gd name="connsiteY5158" fmla="*/ 1640921 h 2650669"/>
                <a:gd name="connsiteX5159" fmla="*/ 1222952 w 2676209"/>
                <a:gd name="connsiteY5159" fmla="*/ 1639664 h 2650669"/>
                <a:gd name="connsiteX5160" fmla="*/ 1220603 w 2676209"/>
                <a:gd name="connsiteY5160" fmla="*/ 1638573 h 2650669"/>
                <a:gd name="connsiteX5161" fmla="*/ 1219479 w 2676209"/>
                <a:gd name="connsiteY5161" fmla="*/ 1639664 h 2650669"/>
                <a:gd name="connsiteX5162" fmla="*/ 1378427 w 2676209"/>
                <a:gd name="connsiteY5162" fmla="*/ 1634438 h 2650669"/>
                <a:gd name="connsiteX5163" fmla="*/ 1379684 w 2676209"/>
                <a:gd name="connsiteY5163" fmla="*/ 1632190 h 2650669"/>
                <a:gd name="connsiteX5164" fmla="*/ 1378427 w 2676209"/>
                <a:gd name="connsiteY5164" fmla="*/ 1630933 h 2650669"/>
                <a:gd name="connsiteX5165" fmla="*/ 1377336 w 2676209"/>
                <a:gd name="connsiteY5165" fmla="*/ 1633281 h 2650669"/>
                <a:gd name="connsiteX5166" fmla="*/ 1378427 w 2676209"/>
                <a:gd name="connsiteY5166" fmla="*/ 1634438 h 2650669"/>
                <a:gd name="connsiteX5167" fmla="*/ 1038934 w 2676209"/>
                <a:gd name="connsiteY5167" fmla="*/ 1686165 h 2650669"/>
                <a:gd name="connsiteX5168" fmla="*/ 1041282 w 2676209"/>
                <a:gd name="connsiteY5168" fmla="*/ 1685073 h 2650669"/>
                <a:gd name="connsiteX5169" fmla="*/ 1040058 w 2676209"/>
                <a:gd name="connsiteY5169" fmla="*/ 1683816 h 2650669"/>
                <a:gd name="connsiteX5170" fmla="*/ 1037809 w 2676209"/>
                <a:gd name="connsiteY5170" fmla="*/ 1685073 h 2650669"/>
                <a:gd name="connsiteX5171" fmla="*/ 1038934 w 2676209"/>
                <a:gd name="connsiteY5171" fmla="*/ 1686165 h 2650669"/>
                <a:gd name="connsiteX5172" fmla="*/ 1373830 w 2676209"/>
                <a:gd name="connsiteY5172" fmla="*/ 1680972 h 2650669"/>
                <a:gd name="connsiteX5173" fmla="*/ 1374922 w 2676209"/>
                <a:gd name="connsiteY5173" fmla="*/ 1683320 h 2650669"/>
                <a:gd name="connsiteX5174" fmla="*/ 1376013 w 2676209"/>
                <a:gd name="connsiteY5174" fmla="*/ 1682196 h 2650669"/>
                <a:gd name="connsiteX5175" fmla="*/ 1374922 w 2676209"/>
                <a:gd name="connsiteY5175" fmla="*/ 1679848 h 2650669"/>
                <a:gd name="connsiteX5176" fmla="*/ 1373830 w 2676209"/>
                <a:gd name="connsiteY5176" fmla="*/ 1680972 h 2650669"/>
                <a:gd name="connsiteX5177" fmla="*/ 1175790 w 2676209"/>
                <a:gd name="connsiteY5177" fmla="*/ 1697310 h 2650669"/>
                <a:gd name="connsiteX5178" fmla="*/ 1177046 w 2676209"/>
                <a:gd name="connsiteY5178" fmla="*/ 1695061 h 2650669"/>
                <a:gd name="connsiteX5179" fmla="*/ 1175790 w 2676209"/>
                <a:gd name="connsiteY5179" fmla="*/ 1693804 h 2650669"/>
                <a:gd name="connsiteX5180" fmla="*/ 1174698 w 2676209"/>
                <a:gd name="connsiteY5180" fmla="*/ 1696153 h 2650669"/>
                <a:gd name="connsiteX5181" fmla="*/ 1175790 w 2676209"/>
                <a:gd name="connsiteY5181" fmla="*/ 1697310 h 2650669"/>
                <a:gd name="connsiteX5182" fmla="*/ 968588 w 2676209"/>
                <a:gd name="connsiteY5182" fmla="*/ 1691456 h 2650669"/>
                <a:gd name="connsiteX5183" fmla="*/ 969679 w 2676209"/>
                <a:gd name="connsiteY5183" fmla="*/ 1693804 h 2650669"/>
                <a:gd name="connsiteX5184" fmla="*/ 970903 w 2676209"/>
                <a:gd name="connsiteY5184" fmla="*/ 1692581 h 2650669"/>
                <a:gd name="connsiteX5185" fmla="*/ 969679 w 2676209"/>
                <a:gd name="connsiteY5185" fmla="*/ 1690332 h 2650669"/>
                <a:gd name="connsiteX5186" fmla="*/ 968588 w 2676209"/>
                <a:gd name="connsiteY5186" fmla="*/ 1691456 h 2650669"/>
                <a:gd name="connsiteX5187" fmla="*/ 1182173 w 2676209"/>
                <a:gd name="connsiteY5187" fmla="*/ 1665229 h 2650669"/>
                <a:gd name="connsiteX5188" fmla="*/ 1184521 w 2676209"/>
                <a:gd name="connsiteY5188" fmla="*/ 1664138 h 2650669"/>
                <a:gd name="connsiteX5189" fmla="*/ 1183297 w 2676209"/>
                <a:gd name="connsiteY5189" fmla="*/ 1662881 h 2650669"/>
                <a:gd name="connsiteX5190" fmla="*/ 1181048 w 2676209"/>
                <a:gd name="connsiteY5190" fmla="*/ 1664138 h 2650669"/>
                <a:gd name="connsiteX5191" fmla="*/ 1182173 w 2676209"/>
                <a:gd name="connsiteY5191" fmla="*/ 1665229 h 2650669"/>
                <a:gd name="connsiteX5192" fmla="*/ 1136764 w 2676209"/>
                <a:gd name="connsiteY5192" fmla="*/ 1661724 h 2650669"/>
                <a:gd name="connsiteX5193" fmla="*/ 1139112 w 2676209"/>
                <a:gd name="connsiteY5193" fmla="*/ 1660632 h 2650669"/>
                <a:gd name="connsiteX5194" fmla="*/ 1137954 w 2676209"/>
                <a:gd name="connsiteY5194" fmla="*/ 1659541 h 2650669"/>
                <a:gd name="connsiteX5195" fmla="*/ 1135639 w 2676209"/>
                <a:gd name="connsiteY5195" fmla="*/ 1660632 h 2650669"/>
                <a:gd name="connsiteX5196" fmla="*/ 1136764 w 2676209"/>
                <a:gd name="connsiteY5196" fmla="*/ 1661724 h 2650669"/>
                <a:gd name="connsiteX5197" fmla="*/ 1230591 w 2676209"/>
                <a:gd name="connsiteY5197" fmla="*/ 532052 h 2650669"/>
                <a:gd name="connsiteX5198" fmla="*/ 1231683 w 2676209"/>
                <a:gd name="connsiteY5198" fmla="*/ 534400 h 2650669"/>
                <a:gd name="connsiteX5199" fmla="*/ 1232940 w 2676209"/>
                <a:gd name="connsiteY5199" fmla="*/ 533176 h 2650669"/>
                <a:gd name="connsiteX5200" fmla="*/ 1231683 w 2676209"/>
                <a:gd name="connsiteY5200" fmla="*/ 530927 h 2650669"/>
                <a:gd name="connsiteX5201" fmla="*/ 1230591 w 2676209"/>
                <a:gd name="connsiteY5201" fmla="*/ 532052 h 2650669"/>
                <a:gd name="connsiteX5202" fmla="*/ 1067509 w 2676209"/>
                <a:gd name="connsiteY5202" fmla="*/ 1672836 h 2650669"/>
                <a:gd name="connsiteX5203" fmla="*/ 1066418 w 2676209"/>
                <a:gd name="connsiteY5203" fmla="*/ 1673994 h 2650669"/>
                <a:gd name="connsiteX5204" fmla="*/ 1067509 w 2676209"/>
                <a:gd name="connsiteY5204" fmla="*/ 1676342 h 2650669"/>
                <a:gd name="connsiteX5205" fmla="*/ 1068733 w 2676209"/>
                <a:gd name="connsiteY5205" fmla="*/ 1675085 h 2650669"/>
                <a:gd name="connsiteX5206" fmla="*/ 1067509 w 2676209"/>
                <a:gd name="connsiteY5206" fmla="*/ 1672836 h 2650669"/>
                <a:gd name="connsiteX5207" fmla="*/ 1050377 w 2676209"/>
                <a:gd name="connsiteY5207" fmla="*/ 1675945 h 2650669"/>
                <a:gd name="connsiteX5208" fmla="*/ 1051469 w 2676209"/>
                <a:gd name="connsiteY5208" fmla="*/ 1674887 h 2650669"/>
                <a:gd name="connsiteX5209" fmla="*/ 1049815 w 2676209"/>
                <a:gd name="connsiteY5209" fmla="*/ 1672902 h 2650669"/>
                <a:gd name="connsiteX5210" fmla="*/ 1048327 w 2676209"/>
                <a:gd name="connsiteY5210" fmla="*/ 1674357 h 2650669"/>
                <a:gd name="connsiteX5211" fmla="*/ 1050377 w 2676209"/>
                <a:gd name="connsiteY5211" fmla="*/ 1675945 h 2650669"/>
                <a:gd name="connsiteX5212" fmla="*/ 789729 w 2676209"/>
                <a:gd name="connsiteY5212" fmla="*/ 1674589 h 2650669"/>
                <a:gd name="connsiteX5213" fmla="*/ 787481 w 2676209"/>
                <a:gd name="connsiteY5213" fmla="*/ 1673365 h 2650669"/>
                <a:gd name="connsiteX5214" fmla="*/ 786257 w 2676209"/>
                <a:gd name="connsiteY5214" fmla="*/ 1674589 h 2650669"/>
                <a:gd name="connsiteX5215" fmla="*/ 788605 w 2676209"/>
                <a:gd name="connsiteY5215" fmla="*/ 1675680 h 2650669"/>
                <a:gd name="connsiteX5216" fmla="*/ 789729 w 2676209"/>
                <a:gd name="connsiteY5216" fmla="*/ 1674589 h 2650669"/>
                <a:gd name="connsiteX5217" fmla="*/ 1363379 w 2676209"/>
                <a:gd name="connsiteY5217" fmla="*/ 1670521 h 2650669"/>
                <a:gd name="connsiteX5218" fmla="*/ 1364471 w 2676209"/>
                <a:gd name="connsiteY5218" fmla="*/ 1672836 h 2650669"/>
                <a:gd name="connsiteX5219" fmla="*/ 1365562 w 2676209"/>
                <a:gd name="connsiteY5219" fmla="*/ 1671712 h 2650669"/>
                <a:gd name="connsiteX5220" fmla="*/ 1364471 w 2676209"/>
                <a:gd name="connsiteY5220" fmla="*/ 1669363 h 2650669"/>
                <a:gd name="connsiteX5221" fmla="*/ 1363379 w 2676209"/>
                <a:gd name="connsiteY5221" fmla="*/ 1670521 h 2650669"/>
                <a:gd name="connsiteX5222" fmla="*/ 1005696 w 2676209"/>
                <a:gd name="connsiteY5222" fmla="*/ 1671712 h 2650669"/>
                <a:gd name="connsiteX5223" fmla="*/ 1004604 w 2676209"/>
                <a:gd name="connsiteY5223" fmla="*/ 1669363 h 2650669"/>
                <a:gd name="connsiteX5224" fmla="*/ 1003513 w 2676209"/>
                <a:gd name="connsiteY5224" fmla="*/ 1670521 h 2650669"/>
                <a:gd name="connsiteX5225" fmla="*/ 1004604 w 2676209"/>
                <a:gd name="connsiteY5225" fmla="*/ 1672836 h 2650669"/>
                <a:gd name="connsiteX5226" fmla="*/ 1005696 w 2676209"/>
                <a:gd name="connsiteY5226" fmla="*/ 1671712 h 2650669"/>
                <a:gd name="connsiteX5227" fmla="*/ 1438422 w 2676209"/>
                <a:gd name="connsiteY5227" fmla="*/ 1574411 h 2650669"/>
                <a:gd name="connsiteX5228" fmla="*/ 1439579 w 2676209"/>
                <a:gd name="connsiteY5228" fmla="*/ 1573320 h 2650669"/>
                <a:gd name="connsiteX5229" fmla="*/ 1437330 w 2676209"/>
                <a:gd name="connsiteY5229" fmla="*/ 1572096 h 2650669"/>
                <a:gd name="connsiteX5230" fmla="*/ 1436074 w 2676209"/>
                <a:gd name="connsiteY5230" fmla="*/ 1573320 h 2650669"/>
                <a:gd name="connsiteX5231" fmla="*/ 1438422 w 2676209"/>
                <a:gd name="connsiteY5231" fmla="*/ 1574411 h 2650669"/>
                <a:gd name="connsiteX5232" fmla="*/ 2523246 w 2676209"/>
                <a:gd name="connsiteY5232" fmla="*/ 1569252 h 2650669"/>
                <a:gd name="connsiteX5233" fmla="*/ 2524338 w 2676209"/>
                <a:gd name="connsiteY5233" fmla="*/ 1571567 h 2650669"/>
                <a:gd name="connsiteX5234" fmla="*/ 2525429 w 2676209"/>
                <a:gd name="connsiteY5234" fmla="*/ 1570442 h 2650669"/>
                <a:gd name="connsiteX5235" fmla="*/ 2524338 w 2676209"/>
                <a:gd name="connsiteY5235" fmla="*/ 1568094 h 2650669"/>
                <a:gd name="connsiteX5236" fmla="*/ 2523246 w 2676209"/>
                <a:gd name="connsiteY5236" fmla="*/ 1569252 h 2650669"/>
                <a:gd name="connsiteX5237" fmla="*/ 1041282 w 2676209"/>
                <a:gd name="connsiteY5237" fmla="*/ 1568094 h 2650669"/>
                <a:gd name="connsiteX5238" fmla="*/ 1038603 w 2676209"/>
                <a:gd name="connsiteY5238" fmla="*/ 1569086 h 2650669"/>
                <a:gd name="connsiteX5239" fmla="*/ 1039265 w 2676209"/>
                <a:gd name="connsiteY5239" fmla="*/ 1571137 h 2650669"/>
                <a:gd name="connsiteX5240" fmla="*/ 1041282 w 2676209"/>
                <a:gd name="connsiteY5240" fmla="*/ 1569649 h 2650669"/>
                <a:gd name="connsiteX5241" fmla="*/ 1041282 w 2676209"/>
                <a:gd name="connsiteY5241" fmla="*/ 1568127 h 2650669"/>
                <a:gd name="connsiteX5242" fmla="*/ 1041282 w 2676209"/>
                <a:gd name="connsiteY5242" fmla="*/ 1568094 h 2650669"/>
                <a:gd name="connsiteX5243" fmla="*/ 1246930 w 2676209"/>
                <a:gd name="connsiteY5243" fmla="*/ 1580827 h 2650669"/>
                <a:gd name="connsiteX5244" fmla="*/ 1245673 w 2676209"/>
                <a:gd name="connsiteY5244" fmla="*/ 1578578 h 2650669"/>
                <a:gd name="connsiteX5245" fmla="*/ 1244581 w 2676209"/>
                <a:gd name="connsiteY5245" fmla="*/ 1579703 h 2650669"/>
                <a:gd name="connsiteX5246" fmla="*/ 1245673 w 2676209"/>
                <a:gd name="connsiteY5246" fmla="*/ 1582051 h 2650669"/>
                <a:gd name="connsiteX5247" fmla="*/ 1246930 w 2676209"/>
                <a:gd name="connsiteY5247" fmla="*/ 1580827 h 2650669"/>
                <a:gd name="connsiteX5248" fmla="*/ 1471660 w 2676209"/>
                <a:gd name="connsiteY5248" fmla="*/ 1551756 h 2650669"/>
                <a:gd name="connsiteX5249" fmla="*/ 1472751 w 2676209"/>
                <a:gd name="connsiteY5249" fmla="*/ 1554104 h 2650669"/>
                <a:gd name="connsiteX5250" fmla="*/ 1473843 w 2676209"/>
                <a:gd name="connsiteY5250" fmla="*/ 1552980 h 2650669"/>
                <a:gd name="connsiteX5251" fmla="*/ 1472751 w 2676209"/>
                <a:gd name="connsiteY5251" fmla="*/ 1550632 h 2650669"/>
                <a:gd name="connsiteX5252" fmla="*/ 1471660 w 2676209"/>
                <a:gd name="connsiteY5252" fmla="*/ 1551756 h 2650669"/>
                <a:gd name="connsiteX5253" fmla="*/ 1278216 w 2676209"/>
                <a:gd name="connsiteY5253" fmla="*/ 1552980 h 2650669"/>
                <a:gd name="connsiteX5254" fmla="*/ 1277125 w 2676209"/>
                <a:gd name="connsiteY5254" fmla="*/ 1550632 h 2650669"/>
                <a:gd name="connsiteX5255" fmla="*/ 1276034 w 2676209"/>
                <a:gd name="connsiteY5255" fmla="*/ 1551789 h 2650669"/>
                <a:gd name="connsiteX5256" fmla="*/ 1277125 w 2676209"/>
                <a:gd name="connsiteY5256" fmla="*/ 1554137 h 2650669"/>
                <a:gd name="connsiteX5257" fmla="*/ 1278216 w 2676209"/>
                <a:gd name="connsiteY5257" fmla="*/ 1552980 h 2650669"/>
                <a:gd name="connsiteX5258" fmla="*/ 70724 w 2676209"/>
                <a:gd name="connsiteY5258" fmla="*/ 1551756 h 2650669"/>
                <a:gd name="connsiteX5259" fmla="*/ 71816 w 2676209"/>
                <a:gd name="connsiteY5259" fmla="*/ 1554104 h 2650669"/>
                <a:gd name="connsiteX5260" fmla="*/ 73039 w 2676209"/>
                <a:gd name="connsiteY5260" fmla="*/ 1552881 h 2650669"/>
                <a:gd name="connsiteX5261" fmla="*/ 71816 w 2676209"/>
                <a:gd name="connsiteY5261" fmla="*/ 1550632 h 2650669"/>
                <a:gd name="connsiteX5262" fmla="*/ 70724 w 2676209"/>
                <a:gd name="connsiteY5262" fmla="*/ 1551756 h 2650669"/>
                <a:gd name="connsiteX5263" fmla="*/ 1042803 w 2676209"/>
                <a:gd name="connsiteY5263" fmla="*/ 1568028 h 2650669"/>
                <a:gd name="connsiteX5264" fmla="*/ 1044391 w 2676209"/>
                <a:gd name="connsiteY5264" fmla="*/ 1565978 h 2650669"/>
                <a:gd name="connsiteX5265" fmla="*/ 1043333 w 2676209"/>
                <a:gd name="connsiteY5265" fmla="*/ 1564886 h 2650669"/>
                <a:gd name="connsiteX5266" fmla="*/ 1041348 w 2676209"/>
                <a:gd name="connsiteY5266" fmla="*/ 1566540 h 2650669"/>
                <a:gd name="connsiteX5267" fmla="*/ 1041282 w 2676209"/>
                <a:gd name="connsiteY5267" fmla="*/ 1568094 h 2650669"/>
                <a:gd name="connsiteX5268" fmla="*/ 1041282 w 2676209"/>
                <a:gd name="connsiteY5268" fmla="*/ 1568127 h 2650669"/>
                <a:gd name="connsiteX5269" fmla="*/ 1042803 w 2676209"/>
                <a:gd name="connsiteY5269" fmla="*/ 1568028 h 2650669"/>
                <a:gd name="connsiteX5270" fmla="*/ 829318 w 2676209"/>
                <a:gd name="connsiteY5270" fmla="*/ 1563927 h 2650669"/>
                <a:gd name="connsiteX5271" fmla="*/ 831666 w 2676209"/>
                <a:gd name="connsiteY5271" fmla="*/ 1562836 h 2650669"/>
                <a:gd name="connsiteX5272" fmla="*/ 830442 w 2676209"/>
                <a:gd name="connsiteY5272" fmla="*/ 1561612 h 2650669"/>
                <a:gd name="connsiteX5273" fmla="*/ 828193 w 2676209"/>
                <a:gd name="connsiteY5273" fmla="*/ 1562836 h 2650669"/>
                <a:gd name="connsiteX5274" fmla="*/ 829318 w 2676209"/>
                <a:gd name="connsiteY5274" fmla="*/ 1563927 h 2650669"/>
                <a:gd name="connsiteX5275" fmla="*/ 1051766 w 2676209"/>
                <a:gd name="connsiteY5275" fmla="*/ 1615223 h 2650669"/>
                <a:gd name="connsiteX5276" fmla="*/ 1053023 w 2676209"/>
                <a:gd name="connsiteY5276" fmla="*/ 1616480 h 2650669"/>
                <a:gd name="connsiteX5277" fmla="*/ 1055272 w 2676209"/>
                <a:gd name="connsiteY5277" fmla="*/ 1615223 h 2650669"/>
                <a:gd name="connsiteX5278" fmla="*/ 1054114 w 2676209"/>
                <a:gd name="connsiteY5278" fmla="*/ 1614132 h 2650669"/>
                <a:gd name="connsiteX5279" fmla="*/ 1051766 w 2676209"/>
                <a:gd name="connsiteY5279" fmla="*/ 1615223 h 2650669"/>
                <a:gd name="connsiteX5280" fmla="*/ 978410 w 2676209"/>
                <a:gd name="connsiteY5280" fmla="*/ 1615223 h 2650669"/>
                <a:gd name="connsiteX5281" fmla="*/ 979634 w 2676209"/>
                <a:gd name="connsiteY5281" fmla="*/ 1616480 h 2650669"/>
                <a:gd name="connsiteX5282" fmla="*/ 981883 w 2676209"/>
                <a:gd name="connsiteY5282" fmla="*/ 1615223 h 2650669"/>
                <a:gd name="connsiteX5283" fmla="*/ 980759 w 2676209"/>
                <a:gd name="connsiteY5283" fmla="*/ 1614132 h 2650669"/>
                <a:gd name="connsiteX5284" fmla="*/ 978410 w 2676209"/>
                <a:gd name="connsiteY5284" fmla="*/ 1615223 h 2650669"/>
                <a:gd name="connsiteX5285" fmla="*/ 940641 w 2676209"/>
                <a:gd name="connsiteY5285" fmla="*/ 1614628 h 2650669"/>
                <a:gd name="connsiteX5286" fmla="*/ 941733 w 2676209"/>
                <a:gd name="connsiteY5286" fmla="*/ 1616976 h 2650669"/>
                <a:gd name="connsiteX5287" fmla="*/ 942956 w 2676209"/>
                <a:gd name="connsiteY5287" fmla="*/ 1615752 h 2650669"/>
                <a:gd name="connsiteX5288" fmla="*/ 941733 w 2676209"/>
                <a:gd name="connsiteY5288" fmla="*/ 1613503 h 2650669"/>
                <a:gd name="connsiteX5289" fmla="*/ 940641 w 2676209"/>
                <a:gd name="connsiteY5289" fmla="*/ 1614628 h 2650669"/>
                <a:gd name="connsiteX5290" fmla="*/ 1198511 w 2676209"/>
                <a:gd name="connsiteY5290" fmla="*/ 585035 h 2650669"/>
                <a:gd name="connsiteX5291" fmla="*/ 1200760 w 2676209"/>
                <a:gd name="connsiteY5291" fmla="*/ 586292 h 2650669"/>
                <a:gd name="connsiteX5292" fmla="*/ 1201983 w 2676209"/>
                <a:gd name="connsiteY5292" fmla="*/ 585035 h 2650669"/>
                <a:gd name="connsiteX5293" fmla="*/ 1199668 w 2676209"/>
                <a:gd name="connsiteY5293" fmla="*/ 583943 h 2650669"/>
                <a:gd name="connsiteX5294" fmla="*/ 1198511 w 2676209"/>
                <a:gd name="connsiteY5294" fmla="*/ 585035 h 2650669"/>
                <a:gd name="connsiteX5295" fmla="*/ 1424928 w 2676209"/>
                <a:gd name="connsiteY5295" fmla="*/ 1612346 h 2650669"/>
                <a:gd name="connsiteX5296" fmla="*/ 1423837 w 2676209"/>
                <a:gd name="connsiteY5296" fmla="*/ 1609998 h 2650669"/>
                <a:gd name="connsiteX5297" fmla="*/ 1422745 w 2676209"/>
                <a:gd name="connsiteY5297" fmla="*/ 1611155 h 2650669"/>
                <a:gd name="connsiteX5298" fmla="*/ 1423837 w 2676209"/>
                <a:gd name="connsiteY5298" fmla="*/ 1613470 h 2650669"/>
                <a:gd name="connsiteX5299" fmla="*/ 1424928 w 2676209"/>
                <a:gd name="connsiteY5299" fmla="*/ 1612346 h 2650669"/>
                <a:gd name="connsiteX5300" fmla="*/ 1271866 w 2676209"/>
                <a:gd name="connsiteY5300" fmla="*/ 1611750 h 2650669"/>
                <a:gd name="connsiteX5301" fmla="*/ 1274215 w 2676209"/>
                <a:gd name="connsiteY5301" fmla="*/ 1612842 h 2650669"/>
                <a:gd name="connsiteX5302" fmla="*/ 1275372 w 2676209"/>
                <a:gd name="connsiteY5302" fmla="*/ 1611750 h 2650669"/>
                <a:gd name="connsiteX5303" fmla="*/ 1273123 w 2676209"/>
                <a:gd name="connsiteY5303" fmla="*/ 1610494 h 2650669"/>
                <a:gd name="connsiteX5304" fmla="*/ 1271866 w 2676209"/>
                <a:gd name="connsiteY5304" fmla="*/ 1611750 h 2650669"/>
                <a:gd name="connsiteX5305" fmla="*/ 1170068 w 2676209"/>
                <a:gd name="connsiteY5305" fmla="*/ 1611221 h 2650669"/>
                <a:gd name="connsiteX5306" fmla="*/ 1168811 w 2676209"/>
                <a:gd name="connsiteY5306" fmla="*/ 1609998 h 2650669"/>
                <a:gd name="connsiteX5307" fmla="*/ 1167720 w 2676209"/>
                <a:gd name="connsiteY5307" fmla="*/ 1612346 h 2650669"/>
                <a:gd name="connsiteX5308" fmla="*/ 1168811 w 2676209"/>
                <a:gd name="connsiteY5308" fmla="*/ 1613470 h 2650669"/>
                <a:gd name="connsiteX5309" fmla="*/ 1170068 w 2676209"/>
                <a:gd name="connsiteY5309" fmla="*/ 1611221 h 2650669"/>
                <a:gd name="connsiteX5310" fmla="*/ 1319028 w 2676209"/>
                <a:gd name="connsiteY5310" fmla="*/ 1589029 h 2650669"/>
                <a:gd name="connsiteX5311" fmla="*/ 1320120 w 2676209"/>
                <a:gd name="connsiteY5311" fmla="*/ 1586681 h 2650669"/>
                <a:gd name="connsiteX5312" fmla="*/ 1319028 w 2676209"/>
                <a:gd name="connsiteY5312" fmla="*/ 1585557 h 2650669"/>
                <a:gd name="connsiteX5313" fmla="*/ 1317805 w 2676209"/>
                <a:gd name="connsiteY5313" fmla="*/ 1587806 h 2650669"/>
                <a:gd name="connsiteX5314" fmla="*/ 1319028 w 2676209"/>
                <a:gd name="connsiteY5314" fmla="*/ 1589029 h 2650669"/>
                <a:gd name="connsiteX5315" fmla="*/ 1985712 w 2676209"/>
                <a:gd name="connsiteY5315" fmla="*/ 593105 h 2650669"/>
                <a:gd name="connsiteX5316" fmla="*/ 1988060 w 2676209"/>
                <a:gd name="connsiteY5316" fmla="*/ 592013 h 2650669"/>
                <a:gd name="connsiteX5317" fmla="*/ 1986936 w 2676209"/>
                <a:gd name="connsiteY5317" fmla="*/ 590922 h 2650669"/>
                <a:gd name="connsiteX5318" fmla="*/ 1984588 w 2676209"/>
                <a:gd name="connsiteY5318" fmla="*/ 592013 h 2650669"/>
                <a:gd name="connsiteX5319" fmla="*/ 1985712 w 2676209"/>
                <a:gd name="connsiteY5319" fmla="*/ 593105 h 2650669"/>
                <a:gd name="connsiteX5320" fmla="*/ 1406374 w 2676209"/>
                <a:gd name="connsiteY5320" fmla="*/ 1582051 h 2650669"/>
                <a:gd name="connsiteX5321" fmla="*/ 1405283 w 2676209"/>
                <a:gd name="connsiteY5321" fmla="*/ 1583209 h 2650669"/>
                <a:gd name="connsiteX5322" fmla="*/ 1406374 w 2676209"/>
                <a:gd name="connsiteY5322" fmla="*/ 1585557 h 2650669"/>
                <a:gd name="connsiteX5323" fmla="*/ 1407631 w 2676209"/>
                <a:gd name="connsiteY5323" fmla="*/ 1584300 h 2650669"/>
                <a:gd name="connsiteX5324" fmla="*/ 1406374 w 2676209"/>
                <a:gd name="connsiteY5324" fmla="*/ 1582051 h 2650669"/>
                <a:gd name="connsiteX5325" fmla="*/ 8911 w 2676209"/>
                <a:gd name="connsiteY5325" fmla="*/ 1582051 h 2650669"/>
                <a:gd name="connsiteX5326" fmla="*/ 7687 w 2676209"/>
                <a:gd name="connsiteY5326" fmla="*/ 1584300 h 2650669"/>
                <a:gd name="connsiteX5327" fmla="*/ 8911 w 2676209"/>
                <a:gd name="connsiteY5327" fmla="*/ 1585557 h 2650669"/>
                <a:gd name="connsiteX5328" fmla="*/ 10002 w 2676209"/>
                <a:gd name="connsiteY5328" fmla="*/ 1583209 h 2650669"/>
                <a:gd name="connsiteX5329" fmla="*/ 8911 w 2676209"/>
                <a:gd name="connsiteY5329" fmla="*/ 1582051 h 2650669"/>
                <a:gd name="connsiteX5330" fmla="*/ 1252651 w 2676209"/>
                <a:gd name="connsiteY5330" fmla="*/ 1606492 h 2650669"/>
                <a:gd name="connsiteX5331" fmla="*/ 1253908 w 2676209"/>
                <a:gd name="connsiteY5331" fmla="*/ 1604243 h 2650669"/>
                <a:gd name="connsiteX5332" fmla="*/ 1252651 w 2676209"/>
                <a:gd name="connsiteY5332" fmla="*/ 1603019 h 2650669"/>
                <a:gd name="connsiteX5333" fmla="*/ 1251560 w 2676209"/>
                <a:gd name="connsiteY5333" fmla="*/ 1605367 h 2650669"/>
                <a:gd name="connsiteX5334" fmla="*/ 1252651 w 2676209"/>
                <a:gd name="connsiteY5334" fmla="*/ 1606492 h 2650669"/>
                <a:gd name="connsiteX5335" fmla="*/ 1112323 w 2676209"/>
                <a:gd name="connsiteY5335" fmla="*/ 1602358 h 2650669"/>
                <a:gd name="connsiteX5336" fmla="*/ 1114671 w 2676209"/>
                <a:gd name="connsiteY5336" fmla="*/ 1601266 h 2650669"/>
                <a:gd name="connsiteX5337" fmla="*/ 1113414 w 2676209"/>
                <a:gd name="connsiteY5337" fmla="*/ 1600010 h 2650669"/>
                <a:gd name="connsiteX5338" fmla="*/ 1111165 w 2676209"/>
                <a:gd name="connsiteY5338" fmla="*/ 1601266 h 2650669"/>
                <a:gd name="connsiteX5339" fmla="*/ 1112323 w 2676209"/>
                <a:gd name="connsiteY5339" fmla="*/ 1602358 h 2650669"/>
                <a:gd name="connsiteX5340" fmla="*/ 1454197 w 2676209"/>
                <a:gd name="connsiteY5340" fmla="*/ 1597165 h 2650669"/>
                <a:gd name="connsiteX5341" fmla="*/ 1455289 w 2676209"/>
                <a:gd name="connsiteY5341" fmla="*/ 1599513 h 2650669"/>
                <a:gd name="connsiteX5342" fmla="*/ 1456380 w 2676209"/>
                <a:gd name="connsiteY5342" fmla="*/ 1598356 h 2650669"/>
                <a:gd name="connsiteX5343" fmla="*/ 1455289 w 2676209"/>
                <a:gd name="connsiteY5343" fmla="*/ 1596008 h 2650669"/>
                <a:gd name="connsiteX5344" fmla="*/ 1454197 w 2676209"/>
                <a:gd name="connsiteY5344" fmla="*/ 1597165 h 2650669"/>
                <a:gd name="connsiteX5345" fmla="*/ 2064426 w 2676209"/>
                <a:gd name="connsiteY5345" fmla="*/ 448344 h 2650669"/>
                <a:gd name="connsiteX5346" fmla="*/ 2063202 w 2676209"/>
                <a:gd name="connsiteY5346" fmla="*/ 447088 h 2650669"/>
                <a:gd name="connsiteX5347" fmla="*/ 2062111 w 2676209"/>
                <a:gd name="connsiteY5347" fmla="*/ 449436 h 2650669"/>
                <a:gd name="connsiteX5348" fmla="*/ 2063202 w 2676209"/>
                <a:gd name="connsiteY5348" fmla="*/ 450593 h 2650669"/>
                <a:gd name="connsiteX5349" fmla="*/ 2064426 w 2676209"/>
                <a:gd name="connsiteY5349" fmla="*/ 448344 h 2650669"/>
                <a:gd name="connsiteX5350" fmla="*/ 2406664 w 2676209"/>
                <a:gd name="connsiteY5350" fmla="*/ 449436 h 2650669"/>
                <a:gd name="connsiteX5351" fmla="*/ 2405573 w 2676209"/>
                <a:gd name="connsiteY5351" fmla="*/ 447088 h 2650669"/>
                <a:gd name="connsiteX5352" fmla="*/ 2404316 w 2676209"/>
                <a:gd name="connsiteY5352" fmla="*/ 448344 h 2650669"/>
                <a:gd name="connsiteX5353" fmla="*/ 2405573 w 2676209"/>
                <a:gd name="connsiteY5353" fmla="*/ 450593 h 2650669"/>
                <a:gd name="connsiteX5354" fmla="*/ 2406664 w 2676209"/>
                <a:gd name="connsiteY5354" fmla="*/ 449436 h 2650669"/>
                <a:gd name="connsiteX5355" fmla="*/ 1186274 w 2676209"/>
                <a:gd name="connsiteY5355" fmla="*/ 454099 h 2650669"/>
                <a:gd name="connsiteX5356" fmla="*/ 1187531 w 2676209"/>
                <a:gd name="connsiteY5356" fmla="*/ 452842 h 2650669"/>
                <a:gd name="connsiteX5357" fmla="*/ 1186274 w 2676209"/>
                <a:gd name="connsiteY5357" fmla="*/ 450593 h 2650669"/>
                <a:gd name="connsiteX5358" fmla="*/ 1185182 w 2676209"/>
                <a:gd name="connsiteY5358" fmla="*/ 451751 h 2650669"/>
                <a:gd name="connsiteX5359" fmla="*/ 1186274 w 2676209"/>
                <a:gd name="connsiteY5359" fmla="*/ 454099 h 2650669"/>
                <a:gd name="connsiteX5360" fmla="*/ 1122311 w 2676209"/>
                <a:gd name="connsiteY5360" fmla="*/ 1789253 h 2650669"/>
                <a:gd name="connsiteX5361" fmla="*/ 1123402 w 2676209"/>
                <a:gd name="connsiteY5361" fmla="*/ 1791601 h 2650669"/>
                <a:gd name="connsiteX5362" fmla="*/ 1124626 w 2676209"/>
                <a:gd name="connsiteY5362" fmla="*/ 1790344 h 2650669"/>
                <a:gd name="connsiteX5363" fmla="*/ 1123402 w 2676209"/>
                <a:gd name="connsiteY5363" fmla="*/ 1788095 h 2650669"/>
                <a:gd name="connsiteX5364" fmla="*/ 1122311 w 2676209"/>
                <a:gd name="connsiteY5364" fmla="*/ 1789253 h 2650669"/>
                <a:gd name="connsiteX5365" fmla="*/ 1013335 w 2676209"/>
                <a:gd name="connsiteY5365" fmla="*/ 1789848 h 2650669"/>
                <a:gd name="connsiteX5366" fmla="*/ 1014493 w 2676209"/>
                <a:gd name="connsiteY5366" fmla="*/ 1790940 h 2650669"/>
                <a:gd name="connsiteX5367" fmla="*/ 1016841 w 2676209"/>
                <a:gd name="connsiteY5367" fmla="*/ 1789848 h 2650669"/>
                <a:gd name="connsiteX5368" fmla="*/ 1015584 w 2676209"/>
                <a:gd name="connsiteY5368" fmla="*/ 1788591 h 2650669"/>
                <a:gd name="connsiteX5369" fmla="*/ 1013335 w 2676209"/>
                <a:gd name="connsiteY5369" fmla="*/ 1789848 h 2650669"/>
                <a:gd name="connsiteX5370" fmla="*/ 1955980 w 2676209"/>
                <a:gd name="connsiteY5370" fmla="*/ 456447 h 2650669"/>
                <a:gd name="connsiteX5371" fmla="*/ 1954888 w 2676209"/>
                <a:gd name="connsiteY5371" fmla="*/ 454099 h 2650669"/>
                <a:gd name="connsiteX5372" fmla="*/ 1953632 w 2676209"/>
                <a:gd name="connsiteY5372" fmla="*/ 455323 h 2650669"/>
                <a:gd name="connsiteX5373" fmla="*/ 1954888 w 2676209"/>
                <a:gd name="connsiteY5373" fmla="*/ 457572 h 2650669"/>
                <a:gd name="connsiteX5374" fmla="*/ 1955980 w 2676209"/>
                <a:gd name="connsiteY5374" fmla="*/ 456447 h 2650669"/>
                <a:gd name="connsiteX5375" fmla="*/ 1309140 w 2676209"/>
                <a:gd name="connsiteY5375" fmla="*/ 1783961 h 2650669"/>
                <a:gd name="connsiteX5376" fmla="*/ 1310297 w 2676209"/>
                <a:gd name="connsiteY5376" fmla="*/ 1782870 h 2650669"/>
                <a:gd name="connsiteX5377" fmla="*/ 1308048 w 2676209"/>
                <a:gd name="connsiteY5377" fmla="*/ 1781613 h 2650669"/>
                <a:gd name="connsiteX5378" fmla="*/ 1306791 w 2676209"/>
                <a:gd name="connsiteY5378" fmla="*/ 1782870 h 2650669"/>
                <a:gd name="connsiteX5379" fmla="*/ 1309140 w 2676209"/>
                <a:gd name="connsiteY5379" fmla="*/ 1783961 h 2650669"/>
                <a:gd name="connsiteX5380" fmla="*/ 2384605 w 2676209"/>
                <a:gd name="connsiteY5380" fmla="*/ 454099 h 2650669"/>
                <a:gd name="connsiteX5381" fmla="*/ 2383513 w 2676209"/>
                <a:gd name="connsiteY5381" fmla="*/ 455224 h 2650669"/>
                <a:gd name="connsiteX5382" fmla="*/ 2384605 w 2676209"/>
                <a:gd name="connsiteY5382" fmla="*/ 457572 h 2650669"/>
                <a:gd name="connsiteX5383" fmla="*/ 2385862 w 2676209"/>
                <a:gd name="connsiteY5383" fmla="*/ 456348 h 2650669"/>
                <a:gd name="connsiteX5384" fmla="*/ 2384605 w 2676209"/>
                <a:gd name="connsiteY5384" fmla="*/ 454099 h 2650669"/>
                <a:gd name="connsiteX5385" fmla="*/ 2039224 w 2676209"/>
                <a:gd name="connsiteY5385" fmla="*/ 426649 h 2650669"/>
                <a:gd name="connsiteX5386" fmla="*/ 2036975 w 2676209"/>
                <a:gd name="connsiteY5386" fmla="*/ 427905 h 2650669"/>
                <a:gd name="connsiteX5387" fmla="*/ 2038133 w 2676209"/>
                <a:gd name="connsiteY5387" fmla="*/ 428997 h 2650669"/>
                <a:gd name="connsiteX5388" fmla="*/ 2040481 w 2676209"/>
                <a:gd name="connsiteY5388" fmla="*/ 427905 h 2650669"/>
                <a:gd name="connsiteX5389" fmla="*/ 2039224 w 2676209"/>
                <a:gd name="connsiteY5389" fmla="*/ 426649 h 2650669"/>
                <a:gd name="connsiteX5390" fmla="*/ 1461672 w 2676209"/>
                <a:gd name="connsiteY5390" fmla="*/ 1836316 h 2650669"/>
                <a:gd name="connsiteX5391" fmla="*/ 1464020 w 2676209"/>
                <a:gd name="connsiteY5391" fmla="*/ 1835224 h 2650669"/>
                <a:gd name="connsiteX5392" fmla="*/ 1462796 w 2676209"/>
                <a:gd name="connsiteY5392" fmla="*/ 1834000 h 2650669"/>
                <a:gd name="connsiteX5393" fmla="*/ 1460547 w 2676209"/>
                <a:gd name="connsiteY5393" fmla="*/ 1835224 h 2650669"/>
                <a:gd name="connsiteX5394" fmla="*/ 1461672 w 2676209"/>
                <a:gd name="connsiteY5394" fmla="*/ 1836316 h 2650669"/>
                <a:gd name="connsiteX5395" fmla="*/ 960948 w 2676209"/>
                <a:gd name="connsiteY5395" fmla="*/ 1835224 h 2650669"/>
                <a:gd name="connsiteX5396" fmla="*/ 962172 w 2676209"/>
                <a:gd name="connsiteY5396" fmla="*/ 1836481 h 2650669"/>
                <a:gd name="connsiteX5397" fmla="*/ 964421 w 2676209"/>
                <a:gd name="connsiteY5397" fmla="*/ 1835224 h 2650669"/>
                <a:gd name="connsiteX5398" fmla="*/ 963296 w 2676209"/>
                <a:gd name="connsiteY5398" fmla="*/ 1834133 h 2650669"/>
                <a:gd name="connsiteX5399" fmla="*/ 960948 w 2676209"/>
                <a:gd name="connsiteY5399" fmla="*/ 1835224 h 2650669"/>
                <a:gd name="connsiteX5400" fmla="*/ 969183 w 2676209"/>
                <a:gd name="connsiteY5400" fmla="*/ 1808534 h 2650669"/>
                <a:gd name="connsiteX5401" fmla="*/ 971432 w 2676209"/>
                <a:gd name="connsiteY5401" fmla="*/ 1807311 h 2650669"/>
                <a:gd name="connsiteX5402" fmla="*/ 970275 w 2676209"/>
                <a:gd name="connsiteY5402" fmla="*/ 1806219 h 2650669"/>
                <a:gd name="connsiteX5403" fmla="*/ 967926 w 2676209"/>
                <a:gd name="connsiteY5403" fmla="*/ 1807311 h 2650669"/>
                <a:gd name="connsiteX5404" fmla="*/ 969183 w 2676209"/>
                <a:gd name="connsiteY5404" fmla="*/ 1808534 h 2650669"/>
                <a:gd name="connsiteX5405" fmla="*/ 1988060 w 2676209"/>
                <a:gd name="connsiteY5405" fmla="*/ 431378 h 2650669"/>
                <a:gd name="connsiteX5406" fmla="*/ 1990309 w 2676209"/>
                <a:gd name="connsiteY5406" fmla="*/ 432635 h 2650669"/>
                <a:gd name="connsiteX5407" fmla="*/ 1991566 w 2676209"/>
                <a:gd name="connsiteY5407" fmla="*/ 431378 h 2650669"/>
                <a:gd name="connsiteX5408" fmla="*/ 1989218 w 2676209"/>
                <a:gd name="connsiteY5408" fmla="*/ 430287 h 2650669"/>
                <a:gd name="connsiteX5409" fmla="*/ 1988060 w 2676209"/>
                <a:gd name="connsiteY5409" fmla="*/ 431378 h 2650669"/>
                <a:gd name="connsiteX5410" fmla="*/ 2050965 w 2676209"/>
                <a:gd name="connsiteY5410" fmla="*/ 502948 h 2650669"/>
                <a:gd name="connsiteX5411" fmla="*/ 2049940 w 2676209"/>
                <a:gd name="connsiteY5411" fmla="*/ 500269 h 2650669"/>
                <a:gd name="connsiteX5412" fmla="*/ 2047889 w 2676209"/>
                <a:gd name="connsiteY5412" fmla="*/ 500930 h 2650669"/>
                <a:gd name="connsiteX5413" fmla="*/ 2049411 w 2676209"/>
                <a:gd name="connsiteY5413" fmla="*/ 502981 h 2650669"/>
                <a:gd name="connsiteX5414" fmla="*/ 2050932 w 2676209"/>
                <a:gd name="connsiteY5414" fmla="*/ 502981 h 2650669"/>
                <a:gd name="connsiteX5415" fmla="*/ 2050965 w 2676209"/>
                <a:gd name="connsiteY5415" fmla="*/ 502948 h 2650669"/>
                <a:gd name="connsiteX5416" fmla="*/ 2051031 w 2676209"/>
                <a:gd name="connsiteY5416" fmla="*/ 504502 h 2650669"/>
                <a:gd name="connsiteX5417" fmla="*/ 2053082 w 2676209"/>
                <a:gd name="connsiteY5417" fmla="*/ 506090 h 2650669"/>
                <a:gd name="connsiteX5418" fmla="*/ 2054173 w 2676209"/>
                <a:gd name="connsiteY5418" fmla="*/ 504998 h 2650669"/>
                <a:gd name="connsiteX5419" fmla="*/ 2052487 w 2676209"/>
                <a:gd name="connsiteY5419" fmla="*/ 503014 h 2650669"/>
                <a:gd name="connsiteX5420" fmla="*/ 2050965 w 2676209"/>
                <a:gd name="connsiteY5420" fmla="*/ 502948 h 2650669"/>
                <a:gd name="connsiteX5421" fmla="*/ 2050932 w 2676209"/>
                <a:gd name="connsiteY5421" fmla="*/ 502981 h 2650669"/>
                <a:gd name="connsiteX5422" fmla="*/ 2051031 w 2676209"/>
                <a:gd name="connsiteY5422" fmla="*/ 504502 h 2650669"/>
                <a:gd name="connsiteX5423" fmla="*/ 1004604 w 2676209"/>
                <a:gd name="connsiteY5423" fmla="*/ 1735708 h 2650669"/>
                <a:gd name="connsiteX5424" fmla="*/ 1005861 w 2676209"/>
                <a:gd name="connsiteY5424" fmla="*/ 1734484 h 2650669"/>
                <a:gd name="connsiteX5425" fmla="*/ 1004604 w 2676209"/>
                <a:gd name="connsiteY5425" fmla="*/ 1732235 h 2650669"/>
                <a:gd name="connsiteX5426" fmla="*/ 1003513 w 2676209"/>
                <a:gd name="connsiteY5426" fmla="*/ 1733360 h 2650669"/>
                <a:gd name="connsiteX5427" fmla="*/ 1004604 w 2676209"/>
                <a:gd name="connsiteY5427" fmla="*/ 1735708 h 2650669"/>
                <a:gd name="connsiteX5428" fmla="*/ 1197056 w 2676209"/>
                <a:gd name="connsiteY5428" fmla="*/ 489289 h 2650669"/>
                <a:gd name="connsiteX5429" fmla="*/ 1195071 w 2676209"/>
                <a:gd name="connsiteY5429" fmla="*/ 490975 h 2650669"/>
                <a:gd name="connsiteX5430" fmla="*/ 1196559 w 2676209"/>
                <a:gd name="connsiteY5430" fmla="*/ 492431 h 2650669"/>
                <a:gd name="connsiteX5431" fmla="*/ 1198114 w 2676209"/>
                <a:gd name="connsiteY5431" fmla="*/ 490380 h 2650669"/>
                <a:gd name="connsiteX5432" fmla="*/ 1197056 w 2676209"/>
                <a:gd name="connsiteY5432" fmla="*/ 489289 h 2650669"/>
                <a:gd name="connsiteX5433" fmla="*/ 1066418 w 2676209"/>
                <a:gd name="connsiteY5433" fmla="*/ 1698435 h 2650669"/>
                <a:gd name="connsiteX5434" fmla="*/ 1067509 w 2676209"/>
                <a:gd name="connsiteY5434" fmla="*/ 1700783 h 2650669"/>
                <a:gd name="connsiteX5435" fmla="*/ 1068600 w 2676209"/>
                <a:gd name="connsiteY5435" fmla="*/ 1699625 h 2650669"/>
                <a:gd name="connsiteX5436" fmla="*/ 1067509 w 2676209"/>
                <a:gd name="connsiteY5436" fmla="*/ 1697310 h 2650669"/>
                <a:gd name="connsiteX5437" fmla="*/ 1066418 w 2676209"/>
                <a:gd name="connsiteY5437" fmla="*/ 1698435 h 2650669"/>
                <a:gd name="connsiteX5438" fmla="*/ 1963620 w 2676209"/>
                <a:gd name="connsiteY5438" fmla="*/ 522196 h 2650669"/>
                <a:gd name="connsiteX5439" fmla="*/ 1961371 w 2676209"/>
                <a:gd name="connsiteY5439" fmla="*/ 520939 h 2650669"/>
                <a:gd name="connsiteX5440" fmla="*/ 1960114 w 2676209"/>
                <a:gd name="connsiteY5440" fmla="*/ 522196 h 2650669"/>
                <a:gd name="connsiteX5441" fmla="*/ 1962462 w 2676209"/>
                <a:gd name="connsiteY5441" fmla="*/ 523288 h 2650669"/>
                <a:gd name="connsiteX5442" fmla="*/ 1963620 w 2676209"/>
                <a:gd name="connsiteY5442" fmla="*/ 522196 h 2650669"/>
                <a:gd name="connsiteX5443" fmla="*/ 847409 w 2676209"/>
                <a:gd name="connsiteY5443" fmla="*/ 1714773 h 2650669"/>
                <a:gd name="connsiteX5444" fmla="*/ 846152 w 2676209"/>
                <a:gd name="connsiteY5444" fmla="*/ 1717022 h 2650669"/>
                <a:gd name="connsiteX5445" fmla="*/ 847409 w 2676209"/>
                <a:gd name="connsiteY5445" fmla="*/ 1718245 h 2650669"/>
                <a:gd name="connsiteX5446" fmla="*/ 848500 w 2676209"/>
                <a:gd name="connsiteY5446" fmla="*/ 1715897 h 2650669"/>
                <a:gd name="connsiteX5447" fmla="*/ 847409 w 2676209"/>
                <a:gd name="connsiteY5447" fmla="*/ 1714773 h 2650669"/>
                <a:gd name="connsiteX5448" fmla="*/ 1944404 w 2676209"/>
                <a:gd name="connsiteY5448" fmla="*/ 509959 h 2650669"/>
                <a:gd name="connsiteX5449" fmla="*/ 1945496 w 2676209"/>
                <a:gd name="connsiteY5449" fmla="*/ 508802 h 2650669"/>
                <a:gd name="connsiteX5450" fmla="*/ 1944404 w 2676209"/>
                <a:gd name="connsiteY5450" fmla="*/ 506454 h 2650669"/>
                <a:gd name="connsiteX5451" fmla="*/ 1943147 w 2676209"/>
                <a:gd name="connsiteY5451" fmla="*/ 507710 h 2650669"/>
                <a:gd name="connsiteX5452" fmla="*/ 1944404 w 2676209"/>
                <a:gd name="connsiteY5452" fmla="*/ 509959 h 2650669"/>
                <a:gd name="connsiteX5453" fmla="*/ 1988722 w 2676209"/>
                <a:gd name="connsiteY5453" fmla="*/ 511117 h 2650669"/>
                <a:gd name="connsiteX5454" fmla="*/ 1989813 w 2676209"/>
                <a:gd name="connsiteY5454" fmla="*/ 513432 h 2650669"/>
                <a:gd name="connsiteX5455" fmla="*/ 1990905 w 2676209"/>
                <a:gd name="connsiteY5455" fmla="*/ 512307 h 2650669"/>
                <a:gd name="connsiteX5456" fmla="*/ 1989813 w 2676209"/>
                <a:gd name="connsiteY5456" fmla="*/ 509959 h 2650669"/>
                <a:gd name="connsiteX5457" fmla="*/ 1988722 w 2676209"/>
                <a:gd name="connsiteY5457" fmla="*/ 511117 h 2650669"/>
                <a:gd name="connsiteX5458" fmla="*/ 810698 w 2676209"/>
                <a:gd name="connsiteY5458" fmla="*/ 1709514 h 2650669"/>
                <a:gd name="connsiteX5459" fmla="*/ 808449 w 2676209"/>
                <a:gd name="connsiteY5459" fmla="*/ 1708290 h 2650669"/>
                <a:gd name="connsiteX5460" fmla="*/ 807225 w 2676209"/>
                <a:gd name="connsiteY5460" fmla="*/ 1709514 h 2650669"/>
                <a:gd name="connsiteX5461" fmla="*/ 809573 w 2676209"/>
                <a:gd name="connsiteY5461" fmla="*/ 1710605 h 2650669"/>
                <a:gd name="connsiteX5462" fmla="*/ 810698 w 2676209"/>
                <a:gd name="connsiteY5462" fmla="*/ 1709514 h 2650669"/>
                <a:gd name="connsiteX5463" fmla="*/ 1210748 w 2676209"/>
                <a:gd name="connsiteY5463" fmla="*/ 1763654 h 2650669"/>
                <a:gd name="connsiteX5464" fmla="*/ 1211971 w 2676209"/>
                <a:gd name="connsiteY5464" fmla="*/ 1761405 h 2650669"/>
                <a:gd name="connsiteX5465" fmla="*/ 1210748 w 2676209"/>
                <a:gd name="connsiteY5465" fmla="*/ 1760149 h 2650669"/>
                <a:gd name="connsiteX5466" fmla="*/ 1209656 w 2676209"/>
                <a:gd name="connsiteY5466" fmla="*/ 1762497 h 2650669"/>
                <a:gd name="connsiteX5467" fmla="*/ 1210748 w 2676209"/>
                <a:gd name="connsiteY5467" fmla="*/ 1763654 h 2650669"/>
                <a:gd name="connsiteX5468" fmla="*/ 742601 w 2676209"/>
                <a:gd name="connsiteY5468" fmla="*/ 1760149 h 2650669"/>
                <a:gd name="connsiteX5469" fmla="*/ 743824 w 2676209"/>
                <a:gd name="connsiteY5469" fmla="*/ 1757900 h 2650669"/>
                <a:gd name="connsiteX5470" fmla="*/ 742601 w 2676209"/>
                <a:gd name="connsiteY5470" fmla="*/ 1756676 h 2650669"/>
                <a:gd name="connsiteX5471" fmla="*/ 741509 w 2676209"/>
                <a:gd name="connsiteY5471" fmla="*/ 1759024 h 2650669"/>
                <a:gd name="connsiteX5472" fmla="*/ 742601 w 2676209"/>
                <a:gd name="connsiteY5472" fmla="*/ 1760149 h 2650669"/>
                <a:gd name="connsiteX5473" fmla="*/ 2302485 w 2676209"/>
                <a:gd name="connsiteY5473" fmla="*/ 462797 h 2650669"/>
                <a:gd name="connsiteX5474" fmla="*/ 2301360 w 2676209"/>
                <a:gd name="connsiteY5474" fmla="*/ 461706 h 2650669"/>
                <a:gd name="connsiteX5475" fmla="*/ 2299012 w 2676209"/>
                <a:gd name="connsiteY5475" fmla="*/ 462797 h 2650669"/>
                <a:gd name="connsiteX5476" fmla="*/ 2300137 w 2676209"/>
                <a:gd name="connsiteY5476" fmla="*/ 463889 h 2650669"/>
                <a:gd name="connsiteX5477" fmla="*/ 2302485 w 2676209"/>
                <a:gd name="connsiteY5477" fmla="*/ 462797 h 2650669"/>
                <a:gd name="connsiteX5478" fmla="*/ 2183720 w 2676209"/>
                <a:gd name="connsiteY5478" fmla="*/ 483766 h 2650669"/>
                <a:gd name="connsiteX5479" fmla="*/ 2182463 w 2676209"/>
                <a:gd name="connsiteY5479" fmla="*/ 482542 h 2650669"/>
                <a:gd name="connsiteX5480" fmla="*/ 2180214 w 2676209"/>
                <a:gd name="connsiteY5480" fmla="*/ 483766 h 2650669"/>
                <a:gd name="connsiteX5481" fmla="*/ 2181372 w 2676209"/>
                <a:gd name="connsiteY5481" fmla="*/ 484857 h 2650669"/>
                <a:gd name="connsiteX5482" fmla="*/ 2183720 w 2676209"/>
                <a:gd name="connsiteY5482" fmla="*/ 483766 h 2650669"/>
                <a:gd name="connsiteX5483" fmla="*/ 1434916 w 2676209"/>
                <a:gd name="connsiteY5483" fmla="*/ 1736369 h 2650669"/>
                <a:gd name="connsiteX5484" fmla="*/ 1432568 w 2676209"/>
                <a:gd name="connsiteY5484" fmla="*/ 1737461 h 2650669"/>
                <a:gd name="connsiteX5485" fmla="*/ 1433725 w 2676209"/>
                <a:gd name="connsiteY5485" fmla="*/ 1738552 h 2650669"/>
                <a:gd name="connsiteX5486" fmla="*/ 1436074 w 2676209"/>
                <a:gd name="connsiteY5486" fmla="*/ 1737461 h 2650669"/>
                <a:gd name="connsiteX5487" fmla="*/ 1434916 w 2676209"/>
                <a:gd name="connsiteY5487" fmla="*/ 1736369 h 2650669"/>
                <a:gd name="connsiteX5488" fmla="*/ 897547 w 2676209"/>
                <a:gd name="connsiteY5488" fmla="*/ 1737957 h 2650669"/>
                <a:gd name="connsiteX5489" fmla="*/ 896290 w 2676209"/>
                <a:gd name="connsiteY5489" fmla="*/ 1735708 h 2650669"/>
                <a:gd name="connsiteX5490" fmla="*/ 895199 w 2676209"/>
                <a:gd name="connsiteY5490" fmla="*/ 1736865 h 2650669"/>
                <a:gd name="connsiteX5491" fmla="*/ 896290 w 2676209"/>
                <a:gd name="connsiteY5491" fmla="*/ 1739213 h 2650669"/>
                <a:gd name="connsiteX5492" fmla="*/ 897547 w 2676209"/>
                <a:gd name="connsiteY5492" fmla="*/ 1737957 h 2650669"/>
                <a:gd name="connsiteX5493" fmla="*/ 2037637 w 2676209"/>
                <a:gd name="connsiteY5493" fmla="*/ 486676 h 2650669"/>
                <a:gd name="connsiteX5494" fmla="*/ 2038728 w 2676209"/>
                <a:gd name="connsiteY5494" fmla="*/ 488991 h 2650669"/>
                <a:gd name="connsiteX5495" fmla="*/ 2039985 w 2676209"/>
                <a:gd name="connsiteY5495" fmla="*/ 487767 h 2650669"/>
                <a:gd name="connsiteX5496" fmla="*/ 2038728 w 2676209"/>
                <a:gd name="connsiteY5496" fmla="*/ 485518 h 2650669"/>
                <a:gd name="connsiteX5497" fmla="*/ 2037637 w 2676209"/>
                <a:gd name="connsiteY5497" fmla="*/ 486676 h 2650669"/>
                <a:gd name="connsiteX5498" fmla="*/ 926651 w 2676209"/>
                <a:gd name="connsiteY5498" fmla="*/ 1750822 h 2650669"/>
                <a:gd name="connsiteX5499" fmla="*/ 927743 w 2676209"/>
                <a:gd name="connsiteY5499" fmla="*/ 1753170 h 2650669"/>
                <a:gd name="connsiteX5500" fmla="*/ 929000 w 2676209"/>
                <a:gd name="connsiteY5500" fmla="*/ 1751947 h 2650669"/>
                <a:gd name="connsiteX5501" fmla="*/ 927743 w 2676209"/>
                <a:gd name="connsiteY5501" fmla="*/ 1749698 h 2650669"/>
                <a:gd name="connsiteX5502" fmla="*/ 926651 w 2676209"/>
                <a:gd name="connsiteY5502" fmla="*/ 1750822 h 2650669"/>
                <a:gd name="connsiteX5503" fmla="*/ 861365 w 2676209"/>
                <a:gd name="connsiteY5503" fmla="*/ 1746192 h 2650669"/>
                <a:gd name="connsiteX5504" fmla="*/ 860274 w 2676209"/>
                <a:gd name="connsiteY5504" fmla="*/ 1747349 h 2650669"/>
                <a:gd name="connsiteX5505" fmla="*/ 861365 w 2676209"/>
                <a:gd name="connsiteY5505" fmla="*/ 1749698 h 2650669"/>
                <a:gd name="connsiteX5506" fmla="*/ 862622 w 2676209"/>
                <a:gd name="connsiteY5506" fmla="*/ 1748441 h 2650669"/>
                <a:gd name="connsiteX5507" fmla="*/ 861365 w 2676209"/>
                <a:gd name="connsiteY5507" fmla="*/ 1746192 h 2650669"/>
                <a:gd name="connsiteX5508" fmla="*/ 2198834 w 2676209"/>
                <a:gd name="connsiteY5508" fmla="*/ 479201 h 2650669"/>
                <a:gd name="connsiteX5509" fmla="*/ 2197710 w 2676209"/>
                <a:gd name="connsiteY5509" fmla="*/ 480293 h 2650669"/>
                <a:gd name="connsiteX5510" fmla="*/ 2199959 w 2676209"/>
                <a:gd name="connsiteY5510" fmla="*/ 481517 h 2650669"/>
                <a:gd name="connsiteX5511" fmla="*/ 2201182 w 2676209"/>
                <a:gd name="connsiteY5511" fmla="*/ 480293 h 2650669"/>
                <a:gd name="connsiteX5512" fmla="*/ 2198834 w 2676209"/>
                <a:gd name="connsiteY5512" fmla="*/ 479201 h 26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</a:cxnLst>
              <a:rect l="l" t="t" r="r" b="b"/>
              <a:pathLst>
                <a:path w="2676209" h="2650669">
                  <a:moveTo>
                    <a:pt x="1208499" y="2000456"/>
                  </a:moveTo>
                  <a:cubicBezTo>
                    <a:pt x="1204067" y="1993544"/>
                    <a:pt x="1199602" y="1986698"/>
                    <a:pt x="1195071" y="1979951"/>
                  </a:cubicBezTo>
                  <a:cubicBezTo>
                    <a:pt x="1194906" y="1977405"/>
                    <a:pt x="1194972" y="1974825"/>
                    <a:pt x="1197320" y="1972444"/>
                  </a:cubicBezTo>
                  <a:cubicBezTo>
                    <a:pt x="1202711" y="1966920"/>
                    <a:pt x="1207540" y="1960802"/>
                    <a:pt x="1212401" y="1954750"/>
                  </a:cubicBezTo>
                  <a:cubicBezTo>
                    <a:pt x="1213493" y="1953394"/>
                    <a:pt x="1214121" y="1952435"/>
                    <a:pt x="1216106" y="1952137"/>
                  </a:cubicBezTo>
                  <a:cubicBezTo>
                    <a:pt x="1225564" y="1950748"/>
                    <a:pt x="1238165" y="1958785"/>
                    <a:pt x="1240414" y="1968012"/>
                  </a:cubicBezTo>
                  <a:cubicBezTo>
                    <a:pt x="1240546" y="1968574"/>
                    <a:pt x="1240613" y="1969269"/>
                    <a:pt x="1240414" y="1969732"/>
                  </a:cubicBezTo>
                  <a:cubicBezTo>
                    <a:pt x="1238364" y="1974593"/>
                    <a:pt x="1234097" y="1978728"/>
                    <a:pt x="1239356" y="1984747"/>
                  </a:cubicBezTo>
                  <a:cubicBezTo>
                    <a:pt x="1242795" y="1988682"/>
                    <a:pt x="1238297" y="1995859"/>
                    <a:pt x="1243755" y="2000291"/>
                  </a:cubicBezTo>
                  <a:cubicBezTo>
                    <a:pt x="1244879" y="2001217"/>
                    <a:pt x="1243920" y="2004723"/>
                    <a:pt x="1240513" y="2004624"/>
                  </a:cubicBezTo>
                  <a:cubicBezTo>
                    <a:pt x="1237041" y="2004524"/>
                    <a:pt x="1233568" y="2004624"/>
                    <a:pt x="1229632" y="2004624"/>
                  </a:cubicBezTo>
                  <a:cubicBezTo>
                    <a:pt x="1224771" y="2003598"/>
                    <a:pt x="1218421" y="2007203"/>
                    <a:pt x="1214187" y="2001118"/>
                  </a:cubicBezTo>
                  <a:cubicBezTo>
                    <a:pt x="1211872" y="2001449"/>
                    <a:pt x="1210020" y="2001118"/>
                    <a:pt x="1208499" y="2000456"/>
                  </a:cubicBezTo>
                  <a:close/>
                  <a:moveTo>
                    <a:pt x="1745107" y="1247155"/>
                  </a:moveTo>
                  <a:cubicBezTo>
                    <a:pt x="1742362" y="1246295"/>
                    <a:pt x="1740245" y="1245104"/>
                    <a:pt x="1738128" y="1243484"/>
                  </a:cubicBezTo>
                  <a:cubicBezTo>
                    <a:pt x="1734490" y="1249073"/>
                    <a:pt x="1725858" y="1245236"/>
                    <a:pt x="1722518" y="1251851"/>
                  </a:cubicBezTo>
                  <a:cubicBezTo>
                    <a:pt x="1721327" y="1254232"/>
                    <a:pt x="1718682" y="1255588"/>
                    <a:pt x="1718946" y="1259061"/>
                  </a:cubicBezTo>
                  <a:cubicBezTo>
                    <a:pt x="1719376" y="1264650"/>
                    <a:pt x="1726255" y="1271132"/>
                    <a:pt x="1732638" y="1271265"/>
                  </a:cubicBezTo>
                  <a:cubicBezTo>
                    <a:pt x="1740708" y="1271397"/>
                    <a:pt x="1746694" y="1265179"/>
                    <a:pt x="1747025" y="1256184"/>
                  </a:cubicBezTo>
                  <a:cubicBezTo>
                    <a:pt x="1746331" y="1253207"/>
                    <a:pt x="1748943" y="1248411"/>
                    <a:pt x="1745107" y="1247155"/>
                  </a:cubicBezTo>
                  <a:close/>
                  <a:moveTo>
                    <a:pt x="1196659" y="1715236"/>
                  </a:moveTo>
                  <a:cubicBezTo>
                    <a:pt x="1193484" y="1716228"/>
                    <a:pt x="1195534" y="1720296"/>
                    <a:pt x="1194410" y="1725422"/>
                  </a:cubicBezTo>
                  <a:cubicBezTo>
                    <a:pt x="1189746" y="1734848"/>
                    <a:pt x="1204497" y="1734253"/>
                    <a:pt x="1207209" y="1741826"/>
                  </a:cubicBezTo>
                  <a:cubicBezTo>
                    <a:pt x="1208532" y="1745530"/>
                    <a:pt x="1214783" y="1740173"/>
                    <a:pt x="1218751" y="1739511"/>
                  </a:cubicBezTo>
                  <a:cubicBezTo>
                    <a:pt x="1225895" y="1738287"/>
                    <a:pt x="1223745" y="1732235"/>
                    <a:pt x="1222555" y="1730615"/>
                  </a:cubicBezTo>
                  <a:cubicBezTo>
                    <a:pt x="1218487" y="1725091"/>
                    <a:pt x="1213394" y="1720230"/>
                    <a:pt x="1208069" y="1715831"/>
                  </a:cubicBezTo>
                  <a:cubicBezTo>
                    <a:pt x="1204927" y="1713218"/>
                    <a:pt x="1200164" y="1714111"/>
                    <a:pt x="1196659" y="1715236"/>
                  </a:cubicBezTo>
                  <a:close/>
                  <a:moveTo>
                    <a:pt x="1628227" y="1364266"/>
                  </a:moveTo>
                  <a:cubicBezTo>
                    <a:pt x="1628227" y="1363108"/>
                    <a:pt x="1628260" y="1361951"/>
                    <a:pt x="1628227" y="1360826"/>
                  </a:cubicBezTo>
                  <a:cubicBezTo>
                    <a:pt x="1628062" y="1356130"/>
                    <a:pt x="1623167" y="1353021"/>
                    <a:pt x="1619297" y="1355402"/>
                  </a:cubicBezTo>
                  <a:cubicBezTo>
                    <a:pt x="1617379" y="1356560"/>
                    <a:pt x="1614469" y="1358710"/>
                    <a:pt x="1614634" y="1360165"/>
                  </a:cubicBezTo>
                  <a:cubicBezTo>
                    <a:pt x="1615230" y="1366085"/>
                    <a:pt x="1612121" y="1369624"/>
                    <a:pt x="1608383" y="1373262"/>
                  </a:cubicBezTo>
                  <a:cubicBezTo>
                    <a:pt x="1605605" y="1375974"/>
                    <a:pt x="1607689" y="1378223"/>
                    <a:pt x="1609806" y="1380372"/>
                  </a:cubicBezTo>
                  <a:cubicBezTo>
                    <a:pt x="1611492" y="1382059"/>
                    <a:pt x="1614006" y="1384374"/>
                    <a:pt x="1615494" y="1382853"/>
                  </a:cubicBezTo>
                  <a:cubicBezTo>
                    <a:pt x="1620720" y="1377396"/>
                    <a:pt x="1629682" y="1374287"/>
                    <a:pt x="1628227" y="1364266"/>
                  </a:cubicBezTo>
                  <a:close/>
                  <a:moveTo>
                    <a:pt x="812847" y="1525595"/>
                  </a:moveTo>
                  <a:cubicBezTo>
                    <a:pt x="813707" y="1524934"/>
                    <a:pt x="814104" y="1523909"/>
                    <a:pt x="814303" y="1522487"/>
                  </a:cubicBezTo>
                  <a:cubicBezTo>
                    <a:pt x="815030" y="1517592"/>
                    <a:pt x="811822" y="1512003"/>
                    <a:pt x="816982" y="1507736"/>
                  </a:cubicBezTo>
                  <a:cubicBezTo>
                    <a:pt x="817709" y="1505024"/>
                    <a:pt x="814997" y="1503933"/>
                    <a:pt x="813608" y="1503106"/>
                  </a:cubicBezTo>
                  <a:cubicBezTo>
                    <a:pt x="808614" y="1500096"/>
                    <a:pt x="805472" y="1501551"/>
                    <a:pt x="803356" y="1505123"/>
                  </a:cubicBezTo>
                  <a:cubicBezTo>
                    <a:pt x="806365" y="1509720"/>
                    <a:pt x="808912" y="1514318"/>
                    <a:pt x="810764" y="1518981"/>
                  </a:cubicBezTo>
                  <a:cubicBezTo>
                    <a:pt x="811591" y="1521065"/>
                    <a:pt x="812252" y="1523313"/>
                    <a:pt x="812847" y="1525595"/>
                  </a:cubicBezTo>
                  <a:close/>
                  <a:moveTo>
                    <a:pt x="1007680" y="1083047"/>
                  </a:moveTo>
                  <a:cubicBezTo>
                    <a:pt x="1003215" y="1082385"/>
                    <a:pt x="1000735" y="1076333"/>
                    <a:pt x="995278" y="1079376"/>
                  </a:cubicBezTo>
                  <a:cubicBezTo>
                    <a:pt x="992533" y="1078648"/>
                    <a:pt x="989920" y="1079078"/>
                    <a:pt x="988002" y="1081757"/>
                  </a:cubicBezTo>
                  <a:cubicBezTo>
                    <a:pt x="987373" y="1082683"/>
                    <a:pt x="985918" y="1083278"/>
                    <a:pt x="985753" y="1084204"/>
                  </a:cubicBezTo>
                  <a:cubicBezTo>
                    <a:pt x="985389" y="1085825"/>
                    <a:pt x="1001330" y="1100112"/>
                    <a:pt x="1003149" y="1100145"/>
                  </a:cubicBezTo>
                  <a:cubicBezTo>
                    <a:pt x="1003678" y="1100145"/>
                    <a:pt x="1004505" y="1100245"/>
                    <a:pt x="1004737" y="1099947"/>
                  </a:cubicBezTo>
                  <a:cubicBezTo>
                    <a:pt x="1006721" y="1097434"/>
                    <a:pt x="1010690" y="1096078"/>
                    <a:pt x="1009830" y="1091811"/>
                  </a:cubicBezTo>
                  <a:cubicBezTo>
                    <a:pt x="1009234" y="1088735"/>
                    <a:pt x="1011715" y="1083642"/>
                    <a:pt x="1007680" y="1083047"/>
                  </a:cubicBezTo>
                  <a:close/>
                  <a:moveTo>
                    <a:pt x="1221033" y="1931169"/>
                  </a:moveTo>
                  <a:cubicBezTo>
                    <a:pt x="1219942" y="1933385"/>
                    <a:pt x="1219314" y="1935303"/>
                    <a:pt x="1219512" y="1937486"/>
                  </a:cubicBezTo>
                  <a:cubicBezTo>
                    <a:pt x="1219975" y="1942777"/>
                    <a:pt x="1223812" y="1945390"/>
                    <a:pt x="1230426" y="1945258"/>
                  </a:cubicBezTo>
                  <a:cubicBezTo>
                    <a:pt x="1236809" y="1945092"/>
                    <a:pt x="1240778" y="1941818"/>
                    <a:pt x="1240348" y="1936526"/>
                  </a:cubicBezTo>
                  <a:cubicBezTo>
                    <a:pt x="1240017" y="1931995"/>
                    <a:pt x="1238033" y="1928027"/>
                    <a:pt x="1234329" y="1925149"/>
                  </a:cubicBezTo>
                  <a:cubicBezTo>
                    <a:pt x="1231418" y="1930342"/>
                    <a:pt x="1223977" y="1925216"/>
                    <a:pt x="1221033" y="1931169"/>
                  </a:cubicBezTo>
                  <a:close/>
                  <a:moveTo>
                    <a:pt x="1249145" y="688355"/>
                  </a:moveTo>
                  <a:cubicBezTo>
                    <a:pt x="1245904" y="688123"/>
                    <a:pt x="1244118" y="686536"/>
                    <a:pt x="1242101" y="684617"/>
                  </a:cubicBezTo>
                  <a:cubicBezTo>
                    <a:pt x="1240282" y="686833"/>
                    <a:pt x="1237934" y="687627"/>
                    <a:pt x="1235122" y="688487"/>
                  </a:cubicBezTo>
                  <a:cubicBezTo>
                    <a:pt x="1232014" y="689413"/>
                    <a:pt x="1233899" y="693448"/>
                    <a:pt x="1233403" y="695994"/>
                  </a:cubicBezTo>
                  <a:cubicBezTo>
                    <a:pt x="1234428" y="699666"/>
                    <a:pt x="1230327" y="705718"/>
                    <a:pt x="1238694" y="705619"/>
                  </a:cubicBezTo>
                  <a:cubicBezTo>
                    <a:pt x="1248219" y="705486"/>
                    <a:pt x="1250898" y="703270"/>
                    <a:pt x="1250898" y="694175"/>
                  </a:cubicBezTo>
                  <a:cubicBezTo>
                    <a:pt x="1250898" y="691993"/>
                    <a:pt x="1251527" y="688520"/>
                    <a:pt x="1249145" y="688355"/>
                  </a:cubicBezTo>
                  <a:close/>
                  <a:moveTo>
                    <a:pt x="1214915" y="614933"/>
                  </a:moveTo>
                  <a:cubicBezTo>
                    <a:pt x="1211971" y="615958"/>
                    <a:pt x="1209458" y="618372"/>
                    <a:pt x="1208863" y="622308"/>
                  </a:cubicBezTo>
                  <a:cubicBezTo>
                    <a:pt x="1208135" y="627269"/>
                    <a:pt x="1211244" y="629882"/>
                    <a:pt x="1214452" y="631998"/>
                  </a:cubicBezTo>
                  <a:cubicBezTo>
                    <a:pt x="1216072" y="633057"/>
                    <a:pt x="1218950" y="632197"/>
                    <a:pt x="1221430" y="632197"/>
                  </a:cubicBezTo>
                  <a:cubicBezTo>
                    <a:pt x="1222720" y="630841"/>
                    <a:pt x="1226325" y="634611"/>
                    <a:pt x="1226325" y="630444"/>
                  </a:cubicBezTo>
                  <a:cubicBezTo>
                    <a:pt x="1226358" y="626574"/>
                    <a:pt x="1227681" y="622473"/>
                    <a:pt x="1225300" y="618802"/>
                  </a:cubicBezTo>
                  <a:cubicBezTo>
                    <a:pt x="1222786" y="615032"/>
                    <a:pt x="1218884" y="613544"/>
                    <a:pt x="1214915" y="614933"/>
                  </a:cubicBezTo>
                  <a:close/>
                  <a:moveTo>
                    <a:pt x="53394" y="1552848"/>
                  </a:moveTo>
                  <a:cubicBezTo>
                    <a:pt x="49558" y="1550036"/>
                    <a:pt x="46349" y="1549706"/>
                    <a:pt x="42711" y="1551855"/>
                  </a:cubicBezTo>
                  <a:cubicBezTo>
                    <a:pt x="38809" y="1554170"/>
                    <a:pt x="37982" y="1557974"/>
                    <a:pt x="38875" y="1563662"/>
                  </a:cubicBezTo>
                  <a:cubicBezTo>
                    <a:pt x="39239" y="1565382"/>
                    <a:pt x="37486" y="1568756"/>
                    <a:pt x="40396" y="1571865"/>
                  </a:cubicBezTo>
                  <a:cubicBezTo>
                    <a:pt x="42877" y="1574543"/>
                    <a:pt x="45060" y="1574279"/>
                    <a:pt x="47970" y="1571203"/>
                  </a:cubicBezTo>
                  <a:cubicBezTo>
                    <a:pt x="50980" y="1568061"/>
                    <a:pt x="43042" y="1567400"/>
                    <a:pt x="47011" y="1565085"/>
                  </a:cubicBezTo>
                  <a:cubicBezTo>
                    <a:pt x="49095" y="1563861"/>
                    <a:pt x="53129" y="1565184"/>
                    <a:pt x="52534" y="1560752"/>
                  </a:cubicBezTo>
                  <a:cubicBezTo>
                    <a:pt x="52170" y="1558073"/>
                    <a:pt x="58487" y="1556651"/>
                    <a:pt x="53394" y="1552848"/>
                  </a:cubicBezTo>
                  <a:close/>
                  <a:moveTo>
                    <a:pt x="1879714" y="1355799"/>
                  </a:moveTo>
                  <a:cubicBezTo>
                    <a:pt x="1879945" y="1354112"/>
                    <a:pt x="1879780" y="1352393"/>
                    <a:pt x="1879780" y="1348788"/>
                  </a:cubicBezTo>
                  <a:cubicBezTo>
                    <a:pt x="1879714" y="1347895"/>
                    <a:pt x="1879912" y="1344984"/>
                    <a:pt x="1879184" y="1342372"/>
                  </a:cubicBezTo>
                  <a:cubicBezTo>
                    <a:pt x="1878126" y="1338833"/>
                    <a:pt x="1868171" y="1335327"/>
                    <a:pt x="1864269" y="1337774"/>
                  </a:cubicBezTo>
                  <a:cubicBezTo>
                    <a:pt x="1858778" y="1341247"/>
                    <a:pt x="1865856" y="1344224"/>
                    <a:pt x="1865558" y="1347266"/>
                  </a:cubicBezTo>
                  <a:cubicBezTo>
                    <a:pt x="1864996" y="1353583"/>
                    <a:pt x="1876241" y="1350044"/>
                    <a:pt x="1873430" y="1357453"/>
                  </a:cubicBezTo>
                  <a:cubicBezTo>
                    <a:pt x="1874389" y="1357817"/>
                    <a:pt x="1875348" y="1358313"/>
                    <a:pt x="1876373" y="1358544"/>
                  </a:cubicBezTo>
                  <a:cubicBezTo>
                    <a:pt x="1878490" y="1358941"/>
                    <a:pt x="1879482" y="1357585"/>
                    <a:pt x="1879714" y="1355799"/>
                  </a:cubicBezTo>
                  <a:close/>
                  <a:moveTo>
                    <a:pt x="1219446" y="1568226"/>
                  </a:moveTo>
                  <a:cubicBezTo>
                    <a:pt x="1219545" y="1571600"/>
                    <a:pt x="1222588" y="1572724"/>
                    <a:pt x="1224473" y="1574576"/>
                  </a:cubicBezTo>
                  <a:cubicBezTo>
                    <a:pt x="1225399" y="1575469"/>
                    <a:pt x="1227648" y="1575040"/>
                    <a:pt x="1228078" y="1575073"/>
                  </a:cubicBezTo>
                  <a:cubicBezTo>
                    <a:pt x="1230459" y="1575073"/>
                    <a:pt x="1231617" y="1575205"/>
                    <a:pt x="1232708" y="1575040"/>
                  </a:cubicBezTo>
                  <a:cubicBezTo>
                    <a:pt x="1238000" y="1574246"/>
                    <a:pt x="1241274" y="1569616"/>
                    <a:pt x="1240447" y="1564390"/>
                  </a:cubicBezTo>
                  <a:cubicBezTo>
                    <a:pt x="1239554" y="1558867"/>
                    <a:pt x="1235255" y="1561546"/>
                    <a:pt x="1232444" y="1561215"/>
                  </a:cubicBezTo>
                  <a:cubicBezTo>
                    <a:pt x="1229765" y="1560884"/>
                    <a:pt x="1226490" y="1560653"/>
                    <a:pt x="1224308" y="1561876"/>
                  </a:cubicBezTo>
                  <a:cubicBezTo>
                    <a:pt x="1222224" y="1563034"/>
                    <a:pt x="1219347" y="1564754"/>
                    <a:pt x="1219446" y="1568226"/>
                  </a:cubicBezTo>
                  <a:close/>
                  <a:moveTo>
                    <a:pt x="1841316" y="859507"/>
                  </a:moveTo>
                  <a:cubicBezTo>
                    <a:pt x="1840225" y="864336"/>
                    <a:pt x="1843234" y="867279"/>
                    <a:pt x="1846508" y="869330"/>
                  </a:cubicBezTo>
                  <a:cubicBezTo>
                    <a:pt x="1849485" y="871182"/>
                    <a:pt x="1851502" y="868106"/>
                    <a:pt x="1853586" y="866188"/>
                  </a:cubicBezTo>
                  <a:cubicBezTo>
                    <a:pt x="1857059" y="863013"/>
                    <a:pt x="1860366" y="859871"/>
                    <a:pt x="1859076" y="854447"/>
                  </a:cubicBezTo>
                  <a:cubicBezTo>
                    <a:pt x="1858712" y="852826"/>
                    <a:pt x="1858547" y="851139"/>
                    <a:pt x="1857952" y="849651"/>
                  </a:cubicBezTo>
                  <a:cubicBezTo>
                    <a:pt x="1857422" y="848461"/>
                    <a:pt x="1855670" y="848758"/>
                    <a:pt x="1855670" y="850213"/>
                  </a:cubicBezTo>
                  <a:cubicBezTo>
                    <a:pt x="1855703" y="858482"/>
                    <a:pt x="1852131" y="852760"/>
                    <a:pt x="1849187" y="852429"/>
                  </a:cubicBezTo>
                  <a:cubicBezTo>
                    <a:pt x="1844722" y="851900"/>
                    <a:pt x="1842275" y="855174"/>
                    <a:pt x="1841316" y="859507"/>
                  </a:cubicBezTo>
                  <a:close/>
                  <a:moveTo>
                    <a:pt x="1785456" y="1379380"/>
                  </a:moveTo>
                  <a:cubicBezTo>
                    <a:pt x="1789193" y="1379380"/>
                    <a:pt x="1791707" y="1376271"/>
                    <a:pt x="1792269" y="1372931"/>
                  </a:cubicBezTo>
                  <a:cubicBezTo>
                    <a:pt x="1793096" y="1368168"/>
                    <a:pt x="1786250" y="1361951"/>
                    <a:pt x="1780759" y="1362050"/>
                  </a:cubicBezTo>
                  <a:cubicBezTo>
                    <a:pt x="1778510" y="1362348"/>
                    <a:pt x="1775104" y="1360959"/>
                    <a:pt x="1774906" y="1365688"/>
                  </a:cubicBezTo>
                  <a:cubicBezTo>
                    <a:pt x="1774674" y="1370583"/>
                    <a:pt x="1780826" y="1379380"/>
                    <a:pt x="1785456" y="1379380"/>
                  </a:cubicBezTo>
                  <a:close/>
                  <a:moveTo>
                    <a:pt x="779179" y="1830991"/>
                  </a:moveTo>
                  <a:cubicBezTo>
                    <a:pt x="780502" y="1827684"/>
                    <a:pt x="777261" y="1826328"/>
                    <a:pt x="775343" y="1824442"/>
                  </a:cubicBezTo>
                  <a:cubicBezTo>
                    <a:pt x="772135" y="1821267"/>
                    <a:pt x="771837" y="1827981"/>
                    <a:pt x="768728" y="1826559"/>
                  </a:cubicBezTo>
                  <a:cubicBezTo>
                    <a:pt x="766711" y="1825633"/>
                    <a:pt x="765884" y="1827981"/>
                    <a:pt x="764594" y="1828940"/>
                  </a:cubicBezTo>
                  <a:cubicBezTo>
                    <a:pt x="760725" y="1831884"/>
                    <a:pt x="760758" y="1835952"/>
                    <a:pt x="762808" y="1839424"/>
                  </a:cubicBezTo>
                  <a:cubicBezTo>
                    <a:pt x="763999" y="1841475"/>
                    <a:pt x="766810" y="1846601"/>
                    <a:pt x="769787" y="1840979"/>
                  </a:cubicBezTo>
                  <a:cubicBezTo>
                    <a:pt x="772102" y="1836646"/>
                    <a:pt x="781031" y="1839325"/>
                    <a:pt x="779179" y="1830991"/>
                  </a:cubicBezTo>
                  <a:close/>
                  <a:moveTo>
                    <a:pt x="2516863" y="1149788"/>
                  </a:moveTo>
                  <a:cubicBezTo>
                    <a:pt x="2512729" y="1152665"/>
                    <a:pt x="2510017" y="1157593"/>
                    <a:pt x="2503634" y="1156204"/>
                  </a:cubicBezTo>
                  <a:cubicBezTo>
                    <a:pt x="2502278" y="1155906"/>
                    <a:pt x="2501319" y="1158387"/>
                    <a:pt x="2501650" y="1160239"/>
                  </a:cubicBezTo>
                  <a:cubicBezTo>
                    <a:pt x="2502014" y="1162058"/>
                    <a:pt x="2502940" y="1163414"/>
                    <a:pt x="2505123" y="1162984"/>
                  </a:cubicBezTo>
                  <a:cubicBezTo>
                    <a:pt x="2507272" y="1162554"/>
                    <a:pt x="2509753" y="1164075"/>
                    <a:pt x="2511638" y="1161793"/>
                  </a:cubicBezTo>
                  <a:cubicBezTo>
                    <a:pt x="2513688" y="1159247"/>
                    <a:pt x="2515607" y="1159280"/>
                    <a:pt x="2518914" y="1160735"/>
                  </a:cubicBezTo>
                  <a:cubicBezTo>
                    <a:pt x="2525859" y="1163778"/>
                    <a:pt x="2526091" y="1163282"/>
                    <a:pt x="2526091" y="1156171"/>
                  </a:cubicBezTo>
                  <a:cubicBezTo>
                    <a:pt x="2526091" y="1149457"/>
                    <a:pt x="2521891" y="1146282"/>
                    <a:pt x="2516863" y="1149788"/>
                  </a:cubicBezTo>
                  <a:close/>
                  <a:moveTo>
                    <a:pt x="1620554" y="1479723"/>
                  </a:moveTo>
                  <a:cubicBezTo>
                    <a:pt x="1623762" y="1472017"/>
                    <a:pt x="1619132" y="1466957"/>
                    <a:pt x="1607987" y="1466792"/>
                  </a:cubicBezTo>
                  <a:cubicBezTo>
                    <a:pt x="1606168" y="1468412"/>
                    <a:pt x="1601339" y="1464113"/>
                    <a:pt x="1600314" y="1469768"/>
                  </a:cubicBezTo>
                  <a:cubicBezTo>
                    <a:pt x="1599288" y="1475325"/>
                    <a:pt x="1605275" y="1472778"/>
                    <a:pt x="1607127" y="1475259"/>
                  </a:cubicBezTo>
                  <a:cubicBezTo>
                    <a:pt x="1608813" y="1477574"/>
                    <a:pt x="1611095" y="1479459"/>
                    <a:pt x="1613212" y="1481443"/>
                  </a:cubicBezTo>
                  <a:cubicBezTo>
                    <a:pt x="1615362" y="1483461"/>
                    <a:pt x="1619397" y="1482468"/>
                    <a:pt x="1620554" y="1479723"/>
                  </a:cubicBezTo>
                  <a:close/>
                  <a:moveTo>
                    <a:pt x="1605241" y="743917"/>
                  </a:moveTo>
                  <a:cubicBezTo>
                    <a:pt x="1607391" y="744149"/>
                    <a:pt x="1613907" y="737898"/>
                    <a:pt x="1613741" y="735715"/>
                  </a:cubicBezTo>
                  <a:cubicBezTo>
                    <a:pt x="1613609" y="733731"/>
                    <a:pt x="1609872" y="730456"/>
                    <a:pt x="1606201" y="728373"/>
                  </a:cubicBezTo>
                  <a:cubicBezTo>
                    <a:pt x="1603059" y="730126"/>
                    <a:pt x="1599950" y="731879"/>
                    <a:pt x="1596841" y="733565"/>
                  </a:cubicBezTo>
                  <a:cubicBezTo>
                    <a:pt x="1597106" y="740511"/>
                    <a:pt x="1599487" y="743322"/>
                    <a:pt x="1605241" y="743917"/>
                  </a:cubicBezTo>
                  <a:close/>
                  <a:moveTo>
                    <a:pt x="1038471" y="1045608"/>
                  </a:moveTo>
                  <a:cubicBezTo>
                    <a:pt x="1037082" y="1046600"/>
                    <a:pt x="1032452" y="1047890"/>
                    <a:pt x="1036288" y="1051528"/>
                  </a:cubicBezTo>
                  <a:cubicBezTo>
                    <a:pt x="1039232" y="1054273"/>
                    <a:pt x="1042043" y="1057118"/>
                    <a:pt x="1044821" y="1060028"/>
                  </a:cubicBezTo>
                  <a:cubicBezTo>
                    <a:pt x="1046607" y="1061913"/>
                    <a:pt x="1048790" y="1062608"/>
                    <a:pt x="1050642" y="1060954"/>
                  </a:cubicBezTo>
                  <a:cubicBezTo>
                    <a:pt x="1052593" y="1059168"/>
                    <a:pt x="1055537" y="1057779"/>
                    <a:pt x="1055371" y="1055100"/>
                  </a:cubicBezTo>
                  <a:cubicBezTo>
                    <a:pt x="1054710" y="1049643"/>
                    <a:pt x="1042241" y="1042863"/>
                    <a:pt x="1038471" y="1045608"/>
                  </a:cubicBezTo>
                  <a:close/>
                  <a:moveTo>
                    <a:pt x="1388349" y="1278111"/>
                  </a:moveTo>
                  <a:cubicBezTo>
                    <a:pt x="1391690" y="1276027"/>
                    <a:pt x="1395162" y="1273679"/>
                    <a:pt x="1394170" y="1269049"/>
                  </a:cubicBezTo>
                  <a:cubicBezTo>
                    <a:pt x="1393707" y="1263426"/>
                    <a:pt x="1388945" y="1260020"/>
                    <a:pt x="1383421" y="1260748"/>
                  </a:cubicBezTo>
                  <a:cubicBezTo>
                    <a:pt x="1380114" y="1261178"/>
                    <a:pt x="1379155" y="1264286"/>
                    <a:pt x="1376840" y="1265841"/>
                  </a:cubicBezTo>
                  <a:cubicBezTo>
                    <a:pt x="1380743" y="1268454"/>
                    <a:pt x="1379717" y="1274109"/>
                    <a:pt x="1383785" y="1276788"/>
                  </a:cubicBezTo>
                  <a:cubicBezTo>
                    <a:pt x="1385340" y="1277813"/>
                    <a:pt x="1387093" y="1278905"/>
                    <a:pt x="1388349" y="1278111"/>
                  </a:cubicBezTo>
                  <a:close/>
                  <a:moveTo>
                    <a:pt x="356772" y="2278534"/>
                  </a:moveTo>
                  <a:cubicBezTo>
                    <a:pt x="355978" y="2275326"/>
                    <a:pt x="355813" y="2273010"/>
                    <a:pt x="352042" y="2273506"/>
                  </a:cubicBezTo>
                  <a:cubicBezTo>
                    <a:pt x="346420" y="2272977"/>
                    <a:pt x="341591" y="2276318"/>
                    <a:pt x="339508" y="2279757"/>
                  </a:cubicBezTo>
                  <a:cubicBezTo>
                    <a:pt x="337193" y="2283528"/>
                    <a:pt x="343609" y="2285710"/>
                    <a:pt x="345759" y="2288918"/>
                  </a:cubicBezTo>
                  <a:cubicBezTo>
                    <a:pt x="346089" y="2289381"/>
                    <a:pt x="346519" y="2289811"/>
                    <a:pt x="346982" y="2290142"/>
                  </a:cubicBezTo>
                  <a:cubicBezTo>
                    <a:pt x="349198" y="2291630"/>
                    <a:pt x="352969" y="2290936"/>
                    <a:pt x="352605" y="2289381"/>
                  </a:cubicBezTo>
                  <a:cubicBezTo>
                    <a:pt x="351546" y="2284553"/>
                    <a:pt x="357996" y="2283461"/>
                    <a:pt x="356772" y="2278534"/>
                  </a:cubicBezTo>
                  <a:close/>
                  <a:moveTo>
                    <a:pt x="321582" y="1267726"/>
                  </a:moveTo>
                  <a:cubicBezTo>
                    <a:pt x="318242" y="1267561"/>
                    <a:pt x="306799" y="1274605"/>
                    <a:pt x="307989" y="1276193"/>
                  </a:cubicBezTo>
                  <a:cubicBezTo>
                    <a:pt x="310602" y="1279665"/>
                    <a:pt x="314009" y="1282973"/>
                    <a:pt x="317812" y="1284990"/>
                  </a:cubicBezTo>
                  <a:cubicBezTo>
                    <a:pt x="320954" y="1286677"/>
                    <a:pt x="324956" y="1280393"/>
                    <a:pt x="325088" y="1273679"/>
                  </a:cubicBezTo>
                  <a:cubicBezTo>
                    <a:pt x="324691" y="1271430"/>
                    <a:pt x="326345" y="1267924"/>
                    <a:pt x="321582" y="1267726"/>
                  </a:cubicBezTo>
                  <a:close/>
                  <a:moveTo>
                    <a:pt x="1404290" y="2580721"/>
                  </a:moveTo>
                  <a:cubicBezTo>
                    <a:pt x="1404257" y="2579233"/>
                    <a:pt x="1403728" y="2577711"/>
                    <a:pt x="1403001" y="2576256"/>
                  </a:cubicBezTo>
                  <a:cubicBezTo>
                    <a:pt x="1403431" y="2577843"/>
                    <a:pt x="1403860" y="2579398"/>
                    <a:pt x="1404290" y="2580985"/>
                  </a:cubicBezTo>
                  <a:cubicBezTo>
                    <a:pt x="1404290" y="2580886"/>
                    <a:pt x="1404290" y="2580820"/>
                    <a:pt x="1404290" y="2580721"/>
                  </a:cubicBezTo>
                  <a:close/>
                  <a:moveTo>
                    <a:pt x="1162097" y="1243318"/>
                  </a:moveTo>
                  <a:cubicBezTo>
                    <a:pt x="1171490" y="1244211"/>
                    <a:pt x="1164380" y="1234951"/>
                    <a:pt x="1168910" y="1231941"/>
                  </a:cubicBezTo>
                  <a:cubicBezTo>
                    <a:pt x="1170465" y="1230883"/>
                    <a:pt x="1167025" y="1225591"/>
                    <a:pt x="1162296" y="1225856"/>
                  </a:cubicBezTo>
                  <a:cubicBezTo>
                    <a:pt x="1159253" y="1225525"/>
                    <a:pt x="1153730" y="1231147"/>
                    <a:pt x="1153102" y="1235315"/>
                  </a:cubicBezTo>
                  <a:cubicBezTo>
                    <a:pt x="1152506" y="1239019"/>
                    <a:pt x="1156905" y="1242855"/>
                    <a:pt x="1162097" y="1243318"/>
                  </a:cubicBezTo>
                  <a:close/>
                  <a:moveTo>
                    <a:pt x="1561916" y="1568028"/>
                  </a:moveTo>
                  <a:cubicBezTo>
                    <a:pt x="1564992" y="1568094"/>
                    <a:pt x="1569159" y="1569549"/>
                    <a:pt x="1568861" y="1563729"/>
                  </a:cubicBezTo>
                  <a:cubicBezTo>
                    <a:pt x="1568531" y="1557279"/>
                    <a:pt x="1565554" y="1554435"/>
                    <a:pt x="1558278" y="1554137"/>
                  </a:cubicBezTo>
                  <a:cubicBezTo>
                    <a:pt x="1555202" y="1554369"/>
                    <a:pt x="1551002" y="1552583"/>
                    <a:pt x="1551333" y="1558470"/>
                  </a:cubicBezTo>
                  <a:cubicBezTo>
                    <a:pt x="1551663" y="1564919"/>
                    <a:pt x="1554640" y="1567863"/>
                    <a:pt x="1561916" y="1568028"/>
                  </a:cubicBezTo>
                  <a:close/>
                  <a:moveTo>
                    <a:pt x="972193" y="1427071"/>
                  </a:moveTo>
                  <a:cubicBezTo>
                    <a:pt x="975368" y="1429783"/>
                    <a:pt x="974772" y="1432991"/>
                    <a:pt x="974938" y="1436266"/>
                  </a:cubicBezTo>
                  <a:cubicBezTo>
                    <a:pt x="975103" y="1438779"/>
                    <a:pt x="973714" y="1442351"/>
                    <a:pt x="978344" y="1442351"/>
                  </a:cubicBezTo>
                  <a:cubicBezTo>
                    <a:pt x="981089" y="1442384"/>
                    <a:pt x="983735" y="1442781"/>
                    <a:pt x="986017" y="1440168"/>
                  </a:cubicBezTo>
                  <a:cubicBezTo>
                    <a:pt x="989258" y="1436431"/>
                    <a:pt x="990184" y="1428791"/>
                    <a:pt x="987142" y="1428758"/>
                  </a:cubicBezTo>
                  <a:cubicBezTo>
                    <a:pt x="982379" y="1428725"/>
                    <a:pt x="978708" y="1427104"/>
                    <a:pt x="975235" y="1424922"/>
                  </a:cubicBezTo>
                  <a:cubicBezTo>
                    <a:pt x="973251" y="1424789"/>
                    <a:pt x="971002" y="1426079"/>
                    <a:pt x="972193" y="1427071"/>
                  </a:cubicBezTo>
                  <a:close/>
                  <a:moveTo>
                    <a:pt x="1268328" y="824350"/>
                  </a:moveTo>
                  <a:cubicBezTo>
                    <a:pt x="1271470" y="821407"/>
                    <a:pt x="1276993" y="822068"/>
                    <a:pt x="1278713" y="817703"/>
                  </a:cubicBezTo>
                  <a:cubicBezTo>
                    <a:pt x="1279837" y="814825"/>
                    <a:pt x="1271701" y="807880"/>
                    <a:pt x="1267170" y="807318"/>
                  </a:cubicBezTo>
                  <a:cubicBezTo>
                    <a:pt x="1264723" y="807020"/>
                    <a:pt x="1261382" y="812444"/>
                    <a:pt x="1261349" y="816016"/>
                  </a:cubicBezTo>
                  <a:cubicBezTo>
                    <a:pt x="1261316" y="820977"/>
                    <a:pt x="1264458" y="822862"/>
                    <a:pt x="1268328" y="824350"/>
                  </a:cubicBezTo>
                  <a:close/>
                  <a:moveTo>
                    <a:pt x="11259" y="973079"/>
                  </a:moveTo>
                  <a:cubicBezTo>
                    <a:pt x="14136" y="976023"/>
                    <a:pt x="15691" y="971360"/>
                    <a:pt x="15856" y="970665"/>
                  </a:cubicBezTo>
                  <a:cubicBezTo>
                    <a:pt x="16882" y="966630"/>
                    <a:pt x="13376" y="963323"/>
                    <a:pt x="13740" y="958825"/>
                  </a:cubicBezTo>
                  <a:cubicBezTo>
                    <a:pt x="13971" y="955948"/>
                    <a:pt x="8977" y="957370"/>
                    <a:pt x="6563" y="956973"/>
                  </a:cubicBezTo>
                  <a:cubicBezTo>
                    <a:pt x="4082" y="957006"/>
                    <a:pt x="907" y="956278"/>
                    <a:pt x="411" y="958891"/>
                  </a:cubicBezTo>
                  <a:cubicBezTo>
                    <a:pt x="-52" y="961405"/>
                    <a:pt x="-515" y="964249"/>
                    <a:pt x="1370" y="967126"/>
                  </a:cubicBezTo>
                  <a:cubicBezTo>
                    <a:pt x="3851" y="970897"/>
                    <a:pt x="8415" y="970202"/>
                    <a:pt x="11259" y="973079"/>
                  </a:cubicBezTo>
                  <a:close/>
                  <a:moveTo>
                    <a:pt x="1925189" y="1451115"/>
                  </a:moveTo>
                  <a:cubicBezTo>
                    <a:pt x="1925652" y="1446254"/>
                    <a:pt x="1922510" y="1443641"/>
                    <a:pt x="1918640" y="1442516"/>
                  </a:cubicBezTo>
                  <a:cubicBezTo>
                    <a:pt x="1915168" y="1441524"/>
                    <a:pt x="1907098" y="1451512"/>
                    <a:pt x="1908652" y="1455216"/>
                  </a:cubicBezTo>
                  <a:cubicBezTo>
                    <a:pt x="1909512" y="1457201"/>
                    <a:pt x="1911497" y="1459780"/>
                    <a:pt x="1914606" y="1459747"/>
                  </a:cubicBezTo>
                  <a:cubicBezTo>
                    <a:pt x="1915565" y="1459582"/>
                    <a:pt x="1916557" y="1459384"/>
                    <a:pt x="1917549" y="1459218"/>
                  </a:cubicBezTo>
                  <a:cubicBezTo>
                    <a:pt x="1921716" y="1457730"/>
                    <a:pt x="1925387" y="1454026"/>
                    <a:pt x="1925189" y="1451115"/>
                  </a:cubicBezTo>
                  <a:close/>
                  <a:moveTo>
                    <a:pt x="2569714" y="1348126"/>
                  </a:moveTo>
                  <a:cubicBezTo>
                    <a:pt x="2572624" y="1347994"/>
                    <a:pt x="2574840" y="1346836"/>
                    <a:pt x="2576329" y="1344951"/>
                  </a:cubicBezTo>
                  <a:cubicBezTo>
                    <a:pt x="2571434" y="1343992"/>
                    <a:pt x="2566473" y="1343066"/>
                    <a:pt x="2561380" y="1342173"/>
                  </a:cubicBezTo>
                  <a:cubicBezTo>
                    <a:pt x="2562603" y="1345613"/>
                    <a:pt x="2565150" y="1348325"/>
                    <a:pt x="2569714" y="1348126"/>
                  </a:cubicBezTo>
                  <a:close/>
                  <a:moveTo>
                    <a:pt x="1462333" y="855472"/>
                  </a:moveTo>
                  <a:cubicBezTo>
                    <a:pt x="1464781" y="855968"/>
                    <a:pt x="1467790" y="856696"/>
                    <a:pt x="1470370" y="854645"/>
                  </a:cubicBezTo>
                  <a:cubicBezTo>
                    <a:pt x="1473777" y="851999"/>
                    <a:pt x="1475596" y="848560"/>
                    <a:pt x="1474372" y="844492"/>
                  </a:cubicBezTo>
                  <a:cubicBezTo>
                    <a:pt x="1473446" y="841416"/>
                    <a:pt x="1471098" y="838869"/>
                    <a:pt x="1466534" y="837976"/>
                  </a:cubicBezTo>
                  <a:cubicBezTo>
                    <a:pt x="1465343" y="837646"/>
                    <a:pt x="1464715" y="839762"/>
                    <a:pt x="1463359" y="840589"/>
                  </a:cubicBezTo>
                  <a:cubicBezTo>
                    <a:pt x="1459754" y="842805"/>
                    <a:pt x="1460547" y="846344"/>
                    <a:pt x="1460547" y="849618"/>
                  </a:cubicBezTo>
                  <a:cubicBezTo>
                    <a:pt x="1460514" y="851801"/>
                    <a:pt x="1459853" y="854943"/>
                    <a:pt x="1462333" y="855472"/>
                  </a:cubicBezTo>
                  <a:close/>
                  <a:moveTo>
                    <a:pt x="975269" y="1334070"/>
                  </a:moveTo>
                  <a:cubicBezTo>
                    <a:pt x="969282" y="1334335"/>
                    <a:pt x="972160" y="1338866"/>
                    <a:pt x="971366" y="1341842"/>
                  </a:cubicBezTo>
                  <a:cubicBezTo>
                    <a:pt x="971697" y="1343827"/>
                    <a:pt x="970506" y="1347266"/>
                    <a:pt x="973053" y="1347696"/>
                  </a:cubicBezTo>
                  <a:cubicBezTo>
                    <a:pt x="976162" y="1348192"/>
                    <a:pt x="979303" y="1351533"/>
                    <a:pt x="979998" y="1351202"/>
                  </a:cubicBezTo>
                  <a:cubicBezTo>
                    <a:pt x="983206" y="1349681"/>
                    <a:pt x="985720" y="1346903"/>
                    <a:pt x="985422" y="1342636"/>
                  </a:cubicBezTo>
                  <a:cubicBezTo>
                    <a:pt x="985058" y="1337179"/>
                    <a:pt x="981089" y="1333806"/>
                    <a:pt x="975269" y="1334070"/>
                  </a:cubicBezTo>
                  <a:close/>
                  <a:moveTo>
                    <a:pt x="905088" y="1679186"/>
                  </a:moveTo>
                  <a:cubicBezTo>
                    <a:pt x="904989" y="1673299"/>
                    <a:pt x="901880" y="1669661"/>
                    <a:pt x="896522" y="1669330"/>
                  </a:cubicBezTo>
                  <a:cubicBezTo>
                    <a:pt x="892090" y="1669066"/>
                    <a:pt x="889246" y="1671381"/>
                    <a:pt x="888287" y="1675184"/>
                  </a:cubicBezTo>
                  <a:cubicBezTo>
                    <a:pt x="887592" y="1677863"/>
                    <a:pt x="894604" y="1683287"/>
                    <a:pt x="897977" y="1683320"/>
                  </a:cubicBezTo>
                  <a:cubicBezTo>
                    <a:pt x="900888" y="1682890"/>
                    <a:pt x="905187" y="1685106"/>
                    <a:pt x="905088" y="1679186"/>
                  </a:cubicBezTo>
                  <a:close/>
                  <a:moveTo>
                    <a:pt x="2480649" y="1522685"/>
                  </a:moveTo>
                  <a:cubicBezTo>
                    <a:pt x="2474398" y="1521957"/>
                    <a:pt x="2470264" y="1525827"/>
                    <a:pt x="2470164" y="1532475"/>
                  </a:cubicBezTo>
                  <a:cubicBezTo>
                    <a:pt x="2470065" y="1538329"/>
                    <a:pt x="2474332" y="1536245"/>
                    <a:pt x="2477308" y="1536675"/>
                  </a:cubicBezTo>
                  <a:cubicBezTo>
                    <a:pt x="2482071" y="1537303"/>
                    <a:pt x="2485279" y="1536278"/>
                    <a:pt x="2484022" y="1529928"/>
                  </a:cubicBezTo>
                  <a:cubicBezTo>
                    <a:pt x="2483327" y="1527745"/>
                    <a:pt x="2486337" y="1523313"/>
                    <a:pt x="2480649" y="1522685"/>
                  </a:cubicBezTo>
                  <a:close/>
                  <a:moveTo>
                    <a:pt x="2310257" y="1382787"/>
                  </a:moveTo>
                  <a:cubicBezTo>
                    <a:pt x="2315846" y="1381298"/>
                    <a:pt x="2312407" y="1376139"/>
                    <a:pt x="2312870" y="1372666"/>
                  </a:cubicBezTo>
                  <a:cubicBezTo>
                    <a:pt x="2313465" y="1368168"/>
                    <a:pt x="2309662" y="1369194"/>
                    <a:pt x="2307049" y="1369028"/>
                  </a:cubicBezTo>
                  <a:cubicBezTo>
                    <a:pt x="2305924" y="1368962"/>
                    <a:pt x="2304767" y="1369028"/>
                    <a:pt x="2303378" y="1369028"/>
                  </a:cubicBezTo>
                  <a:cubicBezTo>
                    <a:pt x="2300996" y="1369524"/>
                    <a:pt x="2297193" y="1367573"/>
                    <a:pt x="2296102" y="1370682"/>
                  </a:cubicBezTo>
                  <a:cubicBezTo>
                    <a:pt x="2295672" y="1371906"/>
                    <a:pt x="2299475" y="1374585"/>
                    <a:pt x="2301360" y="1376602"/>
                  </a:cubicBezTo>
                  <a:cubicBezTo>
                    <a:pt x="2301724" y="1377032"/>
                    <a:pt x="2302485" y="1377462"/>
                    <a:pt x="2302452" y="1377826"/>
                  </a:cubicBezTo>
                  <a:cubicBezTo>
                    <a:pt x="2301592" y="1384936"/>
                    <a:pt x="2307115" y="1383613"/>
                    <a:pt x="2310257" y="1382787"/>
                  </a:cubicBezTo>
                  <a:close/>
                  <a:moveTo>
                    <a:pt x="962932" y="178106"/>
                  </a:moveTo>
                  <a:cubicBezTo>
                    <a:pt x="965744" y="177113"/>
                    <a:pt x="971333" y="181248"/>
                    <a:pt x="971399" y="173971"/>
                  </a:cubicBezTo>
                  <a:cubicBezTo>
                    <a:pt x="971465" y="169143"/>
                    <a:pt x="967926" y="164248"/>
                    <a:pt x="964487" y="164248"/>
                  </a:cubicBezTo>
                  <a:cubicBezTo>
                    <a:pt x="961014" y="164215"/>
                    <a:pt x="957641" y="169044"/>
                    <a:pt x="957409" y="173905"/>
                  </a:cubicBezTo>
                  <a:cubicBezTo>
                    <a:pt x="957244" y="177907"/>
                    <a:pt x="959394" y="178635"/>
                    <a:pt x="962932" y="178106"/>
                  </a:cubicBezTo>
                  <a:close/>
                  <a:moveTo>
                    <a:pt x="1248782" y="1047526"/>
                  </a:moveTo>
                  <a:cubicBezTo>
                    <a:pt x="1252387" y="1045707"/>
                    <a:pt x="1254999" y="1041937"/>
                    <a:pt x="1257414" y="1039622"/>
                  </a:cubicBezTo>
                  <a:cubicBezTo>
                    <a:pt x="1256355" y="1035719"/>
                    <a:pt x="1249807" y="1032941"/>
                    <a:pt x="1246665" y="1033801"/>
                  </a:cubicBezTo>
                  <a:cubicBezTo>
                    <a:pt x="1242994" y="1034760"/>
                    <a:pt x="1238959" y="1040283"/>
                    <a:pt x="1240745" y="1042566"/>
                  </a:cubicBezTo>
                  <a:cubicBezTo>
                    <a:pt x="1242696" y="1045046"/>
                    <a:pt x="1244945" y="1049478"/>
                    <a:pt x="1248782" y="1047526"/>
                  </a:cubicBezTo>
                  <a:close/>
                  <a:moveTo>
                    <a:pt x="256396" y="2391213"/>
                  </a:moveTo>
                  <a:cubicBezTo>
                    <a:pt x="257917" y="2393131"/>
                    <a:pt x="259637" y="2389361"/>
                    <a:pt x="260993" y="2388038"/>
                  </a:cubicBezTo>
                  <a:cubicBezTo>
                    <a:pt x="263870" y="2385293"/>
                    <a:pt x="261952" y="2383011"/>
                    <a:pt x="259637" y="2380927"/>
                  </a:cubicBezTo>
                  <a:cubicBezTo>
                    <a:pt x="259504" y="2380795"/>
                    <a:pt x="259339" y="2380663"/>
                    <a:pt x="259207" y="2380497"/>
                  </a:cubicBezTo>
                  <a:cubicBezTo>
                    <a:pt x="257090" y="2383540"/>
                    <a:pt x="255040" y="2386550"/>
                    <a:pt x="253121" y="2389460"/>
                  </a:cubicBezTo>
                  <a:cubicBezTo>
                    <a:pt x="254345" y="2389725"/>
                    <a:pt x="255536" y="2390122"/>
                    <a:pt x="256396" y="2391213"/>
                  </a:cubicBezTo>
                  <a:close/>
                  <a:moveTo>
                    <a:pt x="1719376" y="1328547"/>
                  </a:moveTo>
                  <a:cubicBezTo>
                    <a:pt x="1720897" y="1326926"/>
                    <a:pt x="1723080" y="1325703"/>
                    <a:pt x="1722551" y="1322991"/>
                  </a:cubicBezTo>
                  <a:cubicBezTo>
                    <a:pt x="1722485" y="1320676"/>
                    <a:pt x="1722617" y="1318658"/>
                    <a:pt x="1720931" y="1316542"/>
                  </a:cubicBezTo>
                  <a:cubicBezTo>
                    <a:pt x="1717888" y="1312837"/>
                    <a:pt x="1713522" y="1311680"/>
                    <a:pt x="1710281" y="1313631"/>
                  </a:cubicBezTo>
                  <a:cubicBezTo>
                    <a:pt x="1705949" y="1316277"/>
                    <a:pt x="1710744" y="1318989"/>
                    <a:pt x="1711637" y="1321899"/>
                  </a:cubicBezTo>
                  <a:cubicBezTo>
                    <a:pt x="1712530" y="1324777"/>
                    <a:pt x="1713688" y="1326860"/>
                    <a:pt x="1715606" y="1329010"/>
                  </a:cubicBezTo>
                  <a:cubicBezTo>
                    <a:pt x="1717359" y="1330994"/>
                    <a:pt x="1718285" y="1329738"/>
                    <a:pt x="1719376" y="1328547"/>
                  </a:cubicBezTo>
                  <a:close/>
                  <a:moveTo>
                    <a:pt x="1105675" y="268229"/>
                  </a:moveTo>
                  <a:cubicBezTo>
                    <a:pt x="1107726" y="268527"/>
                    <a:pt x="1111628" y="265352"/>
                    <a:pt x="1111165" y="261152"/>
                  </a:cubicBezTo>
                  <a:cubicBezTo>
                    <a:pt x="1111430" y="256422"/>
                    <a:pt x="1107064" y="250403"/>
                    <a:pt x="1103823" y="251693"/>
                  </a:cubicBezTo>
                  <a:cubicBezTo>
                    <a:pt x="1099590" y="253380"/>
                    <a:pt x="1098201" y="258407"/>
                    <a:pt x="1097705" y="262078"/>
                  </a:cubicBezTo>
                  <a:cubicBezTo>
                    <a:pt x="1097473" y="263930"/>
                    <a:pt x="1102599" y="267766"/>
                    <a:pt x="1105675" y="268229"/>
                  </a:cubicBezTo>
                  <a:close/>
                  <a:moveTo>
                    <a:pt x="224910" y="2116212"/>
                  </a:moveTo>
                  <a:cubicBezTo>
                    <a:pt x="227291" y="2115021"/>
                    <a:pt x="229110" y="2112673"/>
                    <a:pt x="230632" y="2111317"/>
                  </a:cubicBezTo>
                  <a:cubicBezTo>
                    <a:pt x="231062" y="2108208"/>
                    <a:pt x="223852" y="2099113"/>
                    <a:pt x="221702" y="2099345"/>
                  </a:cubicBezTo>
                  <a:cubicBezTo>
                    <a:pt x="220809" y="2099444"/>
                    <a:pt x="220048" y="2100833"/>
                    <a:pt x="219255" y="2101693"/>
                  </a:cubicBezTo>
                  <a:cubicBezTo>
                    <a:pt x="215484" y="2105628"/>
                    <a:pt x="215683" y="2109564"/>
                    <a:pt x="219189" y="2113533"/>
                  </a:cubicBezTo>
                  <a:cubicBezTo>
                    <a:pt x="220743" y="2115286"/>
                    <a:pt x="222595" y="2117369"/>
                    <a:pt x="224910" y="2116212"/>
                  </a:cubicBezTo>
                  <a:close/>
                  <a:moveTo>
                    <a:pt x="1315258" y="1369227"/>
                  </a:moveTo>
                  <a:cubicBezTo>
                    <a:pt x="1312149" y="1368698"/>
                    <a:pt x="1308181" y="1367738"/>
                    <a:pt x="1305998" y="1371641"/>
                  </a:cubicBezTo>
                  <a:cubicBezTo>
                    <a:pt x="1305369" y="1372799"/>
                    <a:pt x="1302294" y="1373162"/>
                    <a:pt x="1304377" y="1375279"/>
                  </a:cubicBezTo>
                  <a:cubicBezTo>
                    <a:pt x="1307519" y="1378454"/>
                    <a:pt x="1306858" y="1384209"/>
                    <a:pt x="1311719" y="1386094"/>
                  </a:cubicBezTo>
                  <a:cubicBezTo>
                    <a:pt x="1312712" y="1386491"/>
                    <a:pt x="1313935" y="1386392"/>
                    <a:pt x="1315093" y="1386524"/>
                  </a:cubicBezTo>
                  <a:cubicBezTo>
                    <a:pt x="1315820" y="1385763"/>
                    <a:pt x="1316912" y="1385135"/>
                    <a:pt x="1317209" y="1384209"/>
                  </a:cubicBezTo>
                  <a:cubicBezTo>
                    <a:pt x="1317507" y="1383250"/>
                    <a:pt x="1317507" y="1381530"/>
                    <a:pt x="1316879" y="1381001"/>
                  </a:cubicBezTo>
                  <a:cubicBezTo>
                    <a:pt x="1314266" y="1378851"/>
                    <a:pt x="1313770" y="1377297"/>
                    <a:pt x="1316647" y="1374651"/>
                  </a:cubicBezTo>
                  <a:cubicBezTo>
                    <a:pt x="1318301" y="1373129"/>
                    <a:pt x="1317739" y="1369690"/>
                    <a:pt x="1315258" y="1369227"/>
                  </a:cubicBezTo>
                  <a:close/>
                  <a:moveTo>
                    <a:pt x="1796601" y="790550"/>
                  </a:moveTo>
                  <a:cubicBezTo>
                    <a:pt x="1795312" y="791906"/>
                    <a:pt x="1791541" y="793626"/>
                    <a:pt x="1793459" y="795147"/>
                  </a:cubicBezTo>
                  <a:cubicBezTo>
                    <a:pt x="1796370" y="797462"/>
                    <a:pt x="1794319" y="802324"/>
                    <a:pt x="1798420" y="803250"/>
                  </a:cubicBezTo>
                  <a:cubicBezTo>
                    <a:pt x="1800074" y="803614"/>
                    <a:pt x="1801893" y="803316"/>
                    <a:pt x="1803646" y="803316"/>
                  </a:cubicBezTo>
                  <a:cubicBezTo>
                    <a:pt x="1805862" y="803217"/>
                    <a:pt x="1808673" y="804044"/>
                    <a:pt x="1809797" y="801497"/>
                  </a:cubicBezTo>
                  <a:cubicBezTo>
                    <a:pt x="1810790" y="799215"/>
                    <a:pt x="1809500" y="797131"/>
                    <a:pt x="1807449" y="795577"/>
                  </a:cubicBezTo>
                  <a:cubicBezTo>
                    <a:pt x="1806093" y="794519"/>
                    <a:pt x="1804903" y="793163"/>
                    <a:pt x="1803745" y="791873"/>
                  </a:cubicBezTo>
                  <a:cubicBezTo>
                    <a:pt x="1801662" y="789591"/>
                    <a:pt x="1799346" y="787673"/>
                    <a:pt x="1796601" y="790550"/>
                  </a:cubicBezTo>
                  <a:close/>
                  <a:moveTo>
                    <a:pt x="2197644" y="1359371"/>
                  </a:moveTo>
                  <a:cubicBezTo>
                    <a:pt x="2197974" y="1357354"/>
                    <a:pt x="2197313" y="1355799"/>
                    <a:pt x="2195593" y="1355138"/>
                  </a:cubicBezTo>
                  <a:cubicBezTo>
                    <a:pt x="2194634" y="1354774"/>
                    <a:pt x="2192980" y="1354741"/>
                    <a:pt x="2192319" y="1355336"/>
                  </a:cubicBezTo>
                  <a:cubicBezTo>
                    <a:pt x="2188516" y="1358842"/>
                    <a:pt x="2184977" y="1362645"/>
                    <a:pt x="2181239" y="1366217"/>
                  </a:cubicBezTo>
                  <a:cubicBezTo>
                    <a:pt x="2180181" y="1367242"/>
                    <a:pt x="2180214" y="1367705"/>
                    <a:pt x="2181570" y="1368731"/>
                  </a:cubicBezTo>
                  <a:cubicBezTo>
                    <a:pt x="2182959" y="1369756"/>
                    <a:pt x="2184613" y="1372369"/>
                    <a:pt x="2185175" y="1372137"/>
                  </a:cubicBezTo>
                  <a:cubicBezTo>
                    <a:pt x="2188549" y="1370649"/>
                    <a:pt x="2191691" y="1368598"/>
                    <a:pt x="2194832" y="1366614"/>
                  </a:cubicBezTo>
                  <a:cubicBezTo>
                    <a:pt x="2197544" y="1364894"/>
                    <a:pt x="2198173" y="1362215"/>
                    <a:pt x="2197644" y="1359371"/>
                  </a:cubicBezTo>
                  <a:close/>
                  <a:moveTo>
                    <a:pt x="824721" y="1814620"/>
                  </a:moveTo>
                  <a:cubicBezTo>
                    <a:pt x="824125" y="1809493"/>
                    <a:pt x="820620" y="1805128"/>
                    <a:pt x="817048" y="1805558"/>
                  </a:cubicBezTo>
                  <a:cubicBezTo>
                    <a:pt x="813575" y="1805988"/>
                    <a:pt x="810301" y="1811478"/>
                    <a:pt x="810698" y="1815910"/>
                  </a:cubicBezTo>
                  <a:cubicBezTo>
                    <a:pt x="811194" y="1821598"/>
                    <a:pt x="815592" y="1818754"/>
                    <a:pt x="818172" y="1819481"/>
                  </a:cubicBezTo>
                  <a:cubicBezTo>
                    <a:pt x="821843" y="1819680"/>
                    <a:pt x="825382" y="1820110"/>
                    <a:pt x="824721" y="1814620"/>
                  </a:cubicBezTo>
                  <a:close/>
                  <a:moveTo>
                    <a:pt x="2324875" y="1441557"/>
                  </a:moveTo>
                  <a:cubicBezTo>
                    <a:pt x="2327918" y="1441491"/>
                    <a:pt x="2331324" y="1438647"/>
                    <a:pt x="2333772" y="1436199"/>
                  </a:cubicBezTo>
                  <a:cubicBezTo>
                    <a:pt x="2335062" y="1434943"/>
                    <a:pt x="2327091" y="1425351"/>
                    <a:pt x="2324842" y="1425285"/>
                  </a:cubicBezTo>
                  <a:cubicBezTo>
                    <a:pt x="2322725" y="1427766"/>
                    <a:pt x="2319881" y="1429419"/>
                    <a:pt x="2319749" y="1433653"/>
                  </a:cubicBezTo>
                  <a:cubicBezTo>
                    <a:pt x="2319617" y="1438085"/>
                    <a:pt x="2322924" y="1441557"/>
                    <a:pt x="2324875" y="1441557"/>
                  </a:cubicBezTo>
                  <a:close/>
                  <a:moveTo>
                    <a:pt x="262150" y="1271265"/>
                  </a:moveTo>
                  <a:cubicBezTo>
                    <a:pt x="264995" y="1271728"/>
                    <a:pt x="266053" y="1267660"/>
                    <a:pt x="267508" y="1268255"/>
                  </a:cubicBezTo>
                  <a:cubicBezTo>
                    <a:pt x="268864" y="1268784"/>
                    <a:pt x="269129" y="1271926"/>
                    <a:pt x="270088" y="1273811"/>
                  </a:cubicBezTo>
                  <a:cubicBezTo>
                    <a:pt x="270650" y="1274936"/>
                    <a:pt x="272304" y="1274671"/>
                    <a:pt x="272370" y="1273216"/>
                  </a:cubicBezTo>
                  <a:cubicBezTo>
                    <a:pt x="272568" y="1269016"/>
                    <a:pt x="277893" y="1265047"/>
                    <a:pt x="272800" y="1260516"/>
                  </a:cubicBezTo>
                  <a:cubicBezTo>
                    <a:pt x="271940" y="1259788"/>
                    <a:pt x="272072" y="1256613"/>
                    <a:pt x="270286" y="1258201"/>
                  </a:cubicBezTo>
                  <a:cubicBezTo>
                    <a:pt x="266648" y="1261442"/>
                    <a:pt x="260298" y="1261211"/>
                    <a:pt x="258810" y="1266866"/>
                  </a:cubicBezTo>
                  <a:cubicBezTo>
                    <a:pt x="258215" y="1269115"/>
                    <a:pt x="258909" y="1271496"/>
                    <a:pt x="262150" y="1271265"/>
                  </a:cubicBezTo>
                  <a:close/>
                  <a:moveTo>
                    <a:pt x="1078258" y="376907"/>
                  </a:moveTo>
                  <a:cubicBezTo>
                    <a:pt x="1075248" y="375055"/>
                    <a:pt x="1072801" y="373533"/>
                    <a:pt x="1069196" y="373699"/>
                  </a:cubicBezTo>
                  <a:cubicBezTo>
                    <a:pt x="1068435" y="373732"/>
                    <a:pt x="1067939" y="373864"/>
                    <a:pt x="1067476" y="374063"/>
                  </a:cubicBezTo>
                  <a:cubicBezTo>
                    <a:pt x="1070485" y="377568"/>
                    <a:pt x="1073462" y="380975"/>
                    <a:pt x="1076306" y="384249"/>
                  </a:cubicBezTo>
                  <a:cubicBezTo>
                    <a:pt x="1076835" y="384249"/>
                    <a:pt x="1077365" y="384249"/>
                    <a:pt x="1077894" y="384249"/>
                  </a:cubicBezTo>
                  <a:cubicBezTo>
                    <a:pt x="1080110" y="384315"/>
                    <a:pt x="1082689" y="384745"/>
                    <a:pt x="1083185" y="381669"/>
                  </a:cubicBezTo>
                  <a:cubicBezTo>
                    <a:pt x="1083781" y="377734"/>
                    <a:pt x="1080507" y="378263"/>
                    <a:pt x="1078258" y="376907"/>
                  </a:cubicBezTo>
                  <a:close/>
                  <a:moveTo>
                    <a:pt x="1710116" y="1047725"/>
                  </a:moveTo>
                  <a:cubicBezTo>
                    <a:pt x="1715242" y="1047295"/>
                    <a:pt x="1719442" y="1043657"/>
                    <a:pt x="1719045" y="1039986"/>
                  </a:cubicBezTo>
                  <a:cubicBezTo>
                    <a:pt x="1717491" y="1037175"/>
                    <a:pt x="1715738" y="1034165"/>
                    <a:pt x="1712133" y="1033867"/>
                  </a:cubicBezTo>
                  <a:cubicBezTo>
                    <a:pt x="1708065" y="1033537"/>
                    <a:pt x="1704096" y="1040184"/>
                    <a:pt x="1705056" y="1045013"/>
                  </a:cubicBezTo>
                  <a:cubicBezTo>
                    <a:pt x="1705684" y="1048089"/>
                    <a:pt x="1707900" y="1047923"/>
                    <a:pt x="1710116" y="1047725"/>
                  </a:cubicBezTo>
                  <a:close/>
                  <a:moveTo>
                    <a:pt x="958699" y="1843327"/>
                  </a:moveTo>
                  <a:cubicBezTo>
                    <a:pt x="958666" y="1843327"/>
                    <a:pt x="958666" y="1843294"/>
                    <a:pt x="958633" y="1843294"/>
                  </a:cubicBezTo>
                  <a:cubicBezTo>
                    <a:pt x="956847" y="1842037"/>
                    <a:pt x="955590" y="1839920"/>
                    <a:pt x="953010" y="1840483"/>
                  </a:cubicBezTo>
                  <a:cubicBezTo>
                    <a:pt x="950034" y="1841144"/>
                    <a:pt x="950332" y="1843492"/>
                    <a:pt x="950464" y="1845278"/>
                  </a:cubicBezTo>
                  <a:cubicBezTo>
                    <a:pt x="950464" y="1845675"/>
                    <a:pt x="950431" y="1846072"/>
                    <a:pt x="950398" y="1846436"/>
                  </a:cubicBezTo>
                  <a:cubicBezTo>
                    <a:pt x="953176" y="1845378"/>
                    <a:pt x="955954" y="1844319"/>
                    <a:pt x="958699" y="1843327"/>
                  </a:cubicBezTo>
                  <a:close/>
                  <a:moveTo>
                    <a:pt x="1541278" y="1159511"/>
                  </a:moveTo>
                  <a:cubicBezTo>
                    <a:pt x="1540419" y="1159511"/>
                    <a:pt x="1539823" y="1159412"/>
                    <a:pt x="1539261" y="1159511"/>
                  </a:cubicBezTo>
                  <a:cubicBezTo>
                    <a:pt x="1537674" y="1159842"/>
                    <a:pt x="1536119" y="1160239"/>
                    <a:pt x="1534565" y="1160603"/>
                  </a:cubicBezTo>
                  <a:cubicBezTo>
                    <a:pt x="1535325" y="1161793"/>
                    <a:pt x="1535954" y="1163182"/>
                    <a:pt x="1536913" y="1164208"/>
                  </a:cubicBezTo>
                  <a:cubicBezTo>
                    <a:pt x="1538897" y="1166225"/>
                    <a:pt x="1540882" y="1169400"/>
                    <a:pt x="1543164" y="1169665"/>
                  </a:cubicBezTo>
                  <a:cubicBezTo>
                    <a:pt x="1546802" y="1170128"/>
                    <a:pt x="1551068" y="1171583"/>
                    <a:pt x="1554574" y="1168540"/>
                  </a:cubicBezTo>
                  <a:cubicBezTo>
                    <a:pt x="1552325" y="1166093"/>
                    <a:pt x="1549481" y="1163976"/>
                    <a:pt x="1548025" y="1161132"/>
                  </a:cubicBezTo>
                  <a:cubicBezTo>
                    <a:pt x="1546041" y="1157262"/>
                    <a:pt x="1543064" y="1160934"/>
                    <a:pt x="1541278" y="1159511"/>
                  </a:cubicBezTo>
                  <a:close/>
                  <a:moveTo>
                    <a:pt x="1340261" y="1152831"/>
                  </a:moveTo>
                  <a:cubicBezTo>
                    <a:pt x="1339798" y="1152566"/>
                    <a:pt x="1339203" y="1152599"/>
                    <a:pt x="1338674" y="1152533"/>
                  </a:cubicBezTo>
                  <a:cubicBezTo>
                    <a:pt x="1335863" y="1152037"/>
                    <a:pt x="1334870" y="1154517"/>
                    <a:pt x="1333151" y="1155840"/>
                  </a:cubicBezTo>
                  <a:cubicBezTo>
                    <a:pt x="1330042" y="1158255"/>
                    <a:pt x="1333018" y="1159412"/>
                    <a:pt x="1334275" y="1160702"/>
                  </a:cubicBezTo>
                  <a:cubicBezTo>
                    <a:pt x="1336524" y="1163017"/>
                    <a:pt x="1339897" y="1165035"/>
                    <a:pt x="1335003" y="1168011"/>
                  </a:cubicBezTo>
                  <a:cubicBezTo>
                    <a:pt x="1336458" y="1169632"/>
                    <a:pt x="1337781" y="1171484"/>
                    <a:pt x="1339501" y="1172707"/>
                  </a:cubicBezTo>
                  <a:cubicBezTo>
                    <a:pt x="1339964" y="1173005"/>
                    <a:pt x="1341882" y="1171285"/>
                    <a:pt x="1343006" y="1170392"/>
                  </a:cubicBezTo>
                  <a:cubicBezTo>
                    <a:pt x="1343502" y="1170029"/>
                    <a:pt x="1340857" y="1153194"/>
                    <a:pt x="1340261" y="1152831"/>
                  </a:cubicBezTo>
                  <a:close/>
                  <a:moveTo>
                    <a:pt x="1327297" y="2369153"/>
                  </a:moveTo>
                  <a:cubicBezTo>
                    <a:pt x="1326635" y="2367367"/>
                    <a:pt x="1314068" y="2363035"/>
                    <a:pt x="1312348" y="2364424"/>
                  </a:cubicBezTo>
                  <a:cubicBezTo>
                    <a:pt x="1309867" y="2366375"/>
                    <a:pt x="1306031" y="2368128"/>
                    <a:pt x="1306924" y="2372097"/>
                  </a:cubicBezTo>
                  <a:cubicBezTo>
                    <a:pt x="1308048" y="2377091"/>
                    <a:pt x="1313968" y="2375503"/>
                    <a:pt x="1315093" y="2374478"/>
                  </a:cubicBezTo>
                  <a:cubicBezTo>
                    <a:pt x="1318433" y="2371435"/>
                    <a:pt x="1321807" y="2371039"/>
                    <a:pt x="1325808" y="2371204"/>
                  </a:cubicBezTo>
                  <a:cubicBezTo>
                    <a:pt x="1326305" y="2371204"/>
                    <a:pt x="1326834" y="2369815"/>
                    <a:pt x="1327297" y="2369153"/>
                  </a:cubicBezTo>
                  <a:close/>
                  <a:moveTo>
                    <a:pt x="1180982" y="502187"/>
                  </a:moveTo>
                  <a:cubicBezTo>
                    <a:pt x="1181114" y="503973"/>
                    <a:pt x="1181280" y="505858"/>
                    <a:pt x="1183033" y="506354"/>
                  </a:cubicBezTo>
                  <a:cubicBezTo>
                    <a:pt x="1184521" y="506784"/>
                    <a:pt x="1186340" y="506817"/>
                    <a:pt x="1187696" y="505131"/>
                  </a:cubicBezTo>
                  <a:cubicBezTo>
                    <a:pt x="1189416" y="502981"/>
                    <a:pt x="1191565" y="501493"/>
                    <a:pt x="1191764" y="498020"/>
                  </a:cubicBezTo>
                  <a:cubicBezTo>
                    <a:pt x="1191929" y="495473"/>
                    <a:pt x="1200396" y="491207"/>
                    <a:pt x="1190143" y="492497"/>
                  </a:cubicBezTo>
                  <a:cubicBezTo>
                    <a:pt x="1180519" y="492596"/>
                    <a:pt x="1180321" y="492827"/>
                    <a:pt x="1180982" y="502187"/>
                  </a:cubicBezTo>
                  <a:close/>
                  <a:moveTo>
                    <a:pt x="709197" y="1252314"/>
                  </a:moveTo>
                  <a:cubicBezTo>
                    <a:pt x="705427" y="1250197"/>
                    <a:pt x="707510" y="1244608"/>
                    <a:pt x="703541" y="1243384"/>
                  </a:cubicBezTo>
                  <a:cubicBezTo>
                    <a:pt x="699672" y="1242789"/>
                    <a:pt x="695935" y="1247022"/>
                    <a:pt x="695439" y="1252149"/>
                  </a:cubicBezTo>
                  <a:cubicBezTo>
                    <a:pt x="695240" y="1254365"/>
                    <a:pt x="695009" y="1256647"/>
                    <a:pt x="698084" y="1257308"/>
                  </a:cubicBezTo>
                  <a:cubicBezTo>
                    <a:pt x="701491" y="1258036"/>
                    <a:pt x="710024" y="1252777"/>
                    <a:pt x="709197" y="1252314"/>
                  </a:cubicBezTo>
                  <a:close/>
                  <a:moveTo>
                    <a:pt x="1338277" y="1472050"/>
                  </a:moveTo>
                  <a:cubicBezTo>
                    <a:pt x="1338244" y="1470364"/>
                    <a:pt x="1338112" y="1468644"/>
                    <a:pt x="1338277" y="1466957"/>
                  </a:cubicBezTo>
                  <a:cubicBezTo>
                    <a:pt x="1338508" y="1464874"/>
                    <a:pt x="1337450" y="1463518"/>
                    <a:pt x="1335730" y="1463451"/>
                  </a:cubicBezTo>
                  <a:cubicBezTo>
                    <a:pt x="1334308" y="1463385"/>
                    <a:pt x="1332489" y="1464080"/>
                    <a:pt x="1331398" y="1465072"/>
                  </a:cubicBezTo>
                  <a:cubicBezTo>
                    <a:pt x="1329016" y="1467189"/>
                    <a:pt x="1325048" y="1469934"/>
                    <a:pt x="1329149" y="1473043"/>
                  </a:cubicBezTo>
                  <a:cubicBezTo>
                    <a:pt x="1332059" y="1475292"/>
                    <a:pt x="1329413" y="1482270"/>
                    <a:pt x="1335730" y="1480682"/>
                  </a:cubicBezTo>
                  <a:cubicBezTo>
                    <a:pt x="1340824" y="1479426"/>
                    <a:pt x="1337119" y="1474862"/>
                    <a:pt x="1338277" y="1472050"/>
                  </a:cubicBezTo>
                  <a:close/>
                  <a:moveTo>
                    <a:pt x="424538" y="1264187"/>
                  </a:moveTo>
                  <a:cubicBezTo>
                    <a:pt x="425332" y="1263956"/>
                    <a:pt x="426324" y="1262567"/>
                    <a:pt x="426324" y="1261707"/>
                  </a:cubicBezTo>
                  <a:cubicBezTo>
                    <a:pt x="426357" y="1258135"/>
                    <a:pt x="419644" y="1251090"/>
                    <a:pt x="415774" y="1250297"/>
                  </a:cubicBezTo>
                  <a:cubicBezTo>
                    <a:pt x="413922" y="1249933"/>
                    <a:pt x="412930" y="1250726"/>
                    <a:pt x="412434" y="1253042"/>
                  </a:cubicBezTo>
                  <a:cubicBezTo>
                    <a:pt x="411342" y="1258003"/>
                    <a:pt x="419445" y="1265543"/>
                    <a:pt x="424538" y="1264187"/>
                  </a:cubicBezTo>
                  <a:close/>
                  <a:moveTo>
                    <a:pt x="1567009" y="1257341"/>
                  </a:moveTo>
                  <a:cubicBezTo>
                    <a:pt x="1570184" y="1257242"/>
                    <a:pt x="1572301" y="1257110"/>
                    <a:pt x="1572433" y="1253042"/>
                  </a:cubicBezTo>
                  <a:cubicBezTo>
                    <a:pt x="1572565" y="1247717"/>
                    <a:pt x="1570151" y="1244740"/>
                    <a:pt x="1565554" y="1243318"/>
                  </a:cubicBezTo>
                  <a:cubicBezTo>
                    <a:pt x="1561982" y="1243120"/>
                    <a:pt x="1561453" y="1245501"/>
                    <a:pt x="1561949" y="1247717"/>
                  </a:cubicBezTo>
                  <a:cubicBezTo>
                    <a:pt x="1562743" y="1251289"/>
                    <a:pt x="1558543" y="1257639"/>
                    <a:pt x="1567009" y="1257341"/>
                  </a:cubicBezTo>
                  <a:close/>
                  <a:moveTo>
                    <a:pt x="1400222" y="1931301"/>
                  </a:moveTo>
                  <a:cubicBezTo>
                    <a:pt x="1396155" y="1930805"/>
                    <a:pt x="1393145" y="1931599"/>
                    <a:pt x="1394203" y="1936593"/>
                  </a:cubicBezTo>
                  <a:cubicBezTo>
                    <a:pt x="1394799" y="1939503"/>
                    <a:pt x="1391888" y="1943803"/>
                    <a:pt x="1396816" y="1945159"/>
                  </a:cubicBezTo>
                  <a:cubicBezTo>
                    <a:pt x="1400322" y="1946118"/>
                    <a:pt x="1404092" y="1941554"/>
                    <a:pt x="1404654" y="1936361"/>
                  </a:cubicBezTo>
                  <a:cubicBezTo>
                    <a:pt x="1405018" y="1932922"/>
                    <a:pt x="1404026" y="1930838"/>
                    <a:pt x="1400222" y="1931301"/>
                  </a:cubicBezTo>
                  <a:close/>
                  <a:moveTo>
                    <a:pt x="1310297" y="1467090"/>
                  </a:moveTo>
                  <a:cubicBezTo>
                    <a:pt x="1310330" y="1461500"/>
                    <a:pt x="1309834" y="1460177"/>
                    <a:pt x="1307718" y="1459847"/>
                  </a:cubicBezTo>
                  <a:cubicBezTo>
                    <a:pt x="1304146" y="1459218"/>
                    <a:pt x="1300408" y="1463485"/>
                    <a:pt x="1299813" y="1468677"/>
                  </a:cubicBezTo>
                  <a:cubicBezTo>
                    <a:pt x="1299449" y="1472050"/>
                    <a:pt x="1300408" y="1473638"/>
                    <a:pt x="1304278" y="1473936"/>
                  </a:cubicBezTo>
                  <a:cubicBezTo>
                    <a:pt x="1310165" y="1474399"/>
                    <a:pt x="1310959" y="1471455"/>
                    <a:pt x="1310297" y="1467090"/>
                  </a:cubicBezTo>
                  <a:close/>
                  <a:moveTo>
                    <a:pt x="1537442" y="2481998"/>
                  </a:moveTo>
                  <a:cubicBezTo>
                    <a:pt x="1536450" y="2485339"/>
                    <a:pt x="1541080" y="2489340"/>
                    <a:pt x="1546107" y="2490068"/>
                  </a:cubicBezTo>
                  <a:cubicBezTo>
                    <a:pt x="1551266" y="2490796"/>
                    <a:pt x="1551333" y="2487786"/>
                    <a:pt x="1551465" y="2483983"/>
                  </a:cubicBezTo>
                  <a:cubicBezTo>
                    <a:pt x="1551663" y="2478096"/>
                    <a:pt x="1547628" y="2479716"/>
                    <a:pt x="1544288" y="2479551"/>
                  </a:cubicBezTo>
                  <a:cubicBezTo>
                    <a:pt x="1542039" y="2480047"/>
                    <a:pt x="1538566" y="2478029"/>
                    <a:pt x="1537442" y="2481998"/>
                  </a:cubicBezTo>
                  <a:close/>
                  <a:moveTo>
                    <a:pt x="1493951" y="1616645"/>
                  </a:moveTo>
                  <a:cubicBezTo>
                    <a:pt x="1494315" y="1616910"/>
                    <a:pt x="1497655" y="1613040"/>
                    <a:pt x="1498945" y="1611717"/>
                  </a:cubicBezTo>
                  <a:cubicBezTo>
                    <a:pt x="1498945" y="1607153"/>
                    <a:pt x="1494216" y="1602159"/>
                    <a:pt x="1491272" y="1603218"/>
                  </a:cubicBezTo>
                  <a:cubicBezTo>
                    <a:pt x="1488924" y="1604044"/>
                    <a:pt x="1487171" y="1606624"/>
                    <a:pt x="1485154" y="1608410"/>
                  </a:cubicBezTo>
                  <a:cubicBezTo>
                    <a:pt x="1488031" y="1611287"/>
                    <a:pt x="1490743" y="1614330"/>
                    <a:pt x="1493951" y="1616645"/>
                  </a:cubicBezTo>
                  <a:close/>
                  <a:moveTo>
                    <a:pt x="1100516" y="4208"/>
                  </a:moveTo>
                  <a:cubicBezTo>
                    <a:pt x="1100020" y="9037"/>
                    <a:pt x="1103195" y="11187"/>
                    <a:pt x="1106039" y="14163"/>
                  </a:cubicBezTo>
                  <a:cubicBezTo>
                    <a:pt x="1108156" y="11120"/>
                    <a:pt x="1111992" y="9500"/>
                    <a:pt x="1111331" y="4506"/>
                  </a:cubicBezTo>
                  <a:cubicBezTo>
                    <a:pt x="1110868" y="702"/>
                    <a:pt x="1109445" y="-91"/>
                    <a:pt x="1106072" y="8"/>
                  </a:cubicBezTo>
                  <a:cubicBezTo>
                    <a:pt x="1103062" y="140"/>
                    <a:pt x="1100979" y="140"/>
                    <a:pt x="1100516" y="4208"/>
                  </a:cubicBezTo>
                  <a:close/>
                  <a:moveTo>
                    <a:pt x="1604845" y="1528737"/>
                  </a:moveTo>
                  <a:cubicBezTo>
                    <a:pt x="1605142" y="1529862"/>
                    <a:pt x="1610864" y="1525132"/>
                    <a:pt x="1610665" y="1520601"/>
                  </a:cubicBezTo>
                  <a:cubicBezTo>
                    <a:pt x="1609607" y="1518088"/>
                    <a:pt x="1605043" y="1520535"/>
                    <a:pt x="1602959" y="1518981"/>
                  </a:cubicBezTo>
                  <a:cubicBezTo>
                    <a:pt x="1597899" y="1515144"/>
                    <a:pt x="1595386" y="1517460"/>
                    <a:pt x="1593434" y="1521759"/>
                  </a:cubicBezTo>
                  <a:cubicBezTo>
                    <a:pt x="1592971" y="1522784"/>
                    <a:pt x="1594460" y="1524703"/>
                    <a:pt x="1595055" y="1526191"/>
                  </a:cubicBezTo>
                  <a:cubicBezTo>
                    <a:pt x="1600115" y="1520205"/>
                    <a:pt x="1602959" y="1521627"/>
                    <a:pt x="1604845" y="1528737"/>
                  </a:cubicBezTo>
                  <a:close/>
                  <a:moveTo>
                    <a:pt x="1403629" y="1195164"/>
                  </a:moveTo>
                  <a:cubicBezTo>
                    <a:pt x="1401446" y="1197678"/>
                    <a:pt x="1399263" y="1200489"/>
                    <a:pt x="1398337" y="1203565"/>
                  </a:cubicBezTo>
                  <a:cubicBezTo>
                    <a:pt x="1398106" y="1204358"/>
                    <a:pt x="1401182" y="1208393"/>
                    <a:pt x="1403662" y="1208459"/>
                  </a:cubicBezTo>
                  <a:cubicBezTo>
                    <a:pt x="1406969" y="1208228"/>
                    <a:pt x="1411401" y="1204061"/>
                    <a:pt x="1411633" y="1201845"/>
                  </a:cubicBezTo>
                  <a:cubicBezTo>
                    <a:pt x="1411732" y="1200819"/>
                    <a:pt x="1404191" y="1194503"/>
                    <a:pt x="1403629" y="1195164"/>
                  </a:cubicBezTo>
                  <a:close/>
                  <a:moveTo>
                    <a:pt x="1467460" y="1333310"/>
                  </a:moveTo>
                  <a:cubicBezTo>
                    <a:pt x="1467294" y="1331557"/>
                    <a:pt x="1466236" y="1330201"/>
                    <a:pt x="1464086" y="1330631"/>
                  </a:cubicBezTo>
                  <a:cubicBezTo>
                    <a:pt x="1458828" y="1329638"/>
                    <a:pt x="1455553" y="1332384"/>
                    <a:pt x="1453701" y="1336782"/>
                  </a:cubicBezTo>
                  <a:cubicBezTo>
                    <a:pt x="1453271" y="1337807"/>
                    <a:pt x="1454330" y="1340486"/>
                    <a:pt x="1455355" y="1340949"/>
                  </a:cubicBezTo>
                  <a:cubicBezTo>
                    <a:pt x="1460151" y="1343165"/>
                    <a:pt x="1467956" y="1338105"/>
                    <a:pt x="1467460" y="1333310"/>
                  </a:cubicBezTo>
                  <a:close/>
                  <a:moveTo>
                    <a:pt x="1462366" y="1854572"/>
                  </a:moveTo>
                  <a:cubicBezTo>
                    <a:pt x="1459191" y="1853547"/>
                    <a:pt x="1452015" y="1859434"/>
                    <a:pt x="1450063" y="1864659"/>
                  </a:cubicBezTo>
                  <a:cubicBezTo>
                    <a:pt x="1449898" y="1865155"/>
                    <a:pt x="1449799" y="1865982"/>
                    <a:pt x="1450096" y="1866346"/>
                  </a:cubicBezTo>
                  <a:cubicBezTo>
                    <a:pt x="1450791" y="1867140"/>
                    <a:pt x="1451684" y="1867735"/>
                    <a:pt x="1452544" y="1868396"/>
                  </a:cubicBezTo>
                  <a:cubicBezTo>
                    <a:pt x="1453106" y="1868396"/>
                    <a:pt x="1453768" y="1868595"/>
                    <a:pt x="1454264" y="1868396"/>
                  </a:cubicBezTo>
                  <a:cubicBezTo>
                    <a:pt x="1458199" y="1866577"/>
                    <a:pt x="1461903" y="1862542"/>
                    <a:pt x="1463259" y="1859235"/>
                  </a:cubicBezTo>
                  <a:cubicBezTo>
                    <a:pt x="1463392" y="1858243"/>
                    <a:pt x="1463524" y="1857218"/>
                    <a:pt x="1463656" y="1856225"/>
                  </a:cubicBezTo>
                  <a:cubicBezTo>
                    <a:pt x="1463623" y="1856093"/>
                    <a:pt x="1463656" y="1855928"/>
                    <a:pt x="1463590" y="1855795"/>
                  </a:cubicBezTo>
                  <a:cubicBezTo>
                    <a:pt x="1463359" y="1855299"/>
                    <a:pt x="1462863" y="1854737"/>
                    <a:pt x="1462366" y="1854572"/>
                  </a:cubicBezTo>
                  <a:close/>
                  <a:moveTo>
                    <a:pt x="313744" y="2357313"/>
                  </a:moveTo>
                  <a:cubicBezTo>
                    <a:pt x="311264" y="2357313"/>
                    <a:pt x="308585" y="2356586"/>
                    <a:pt x="306700" y="2357512"/>
                  </a:cubicBezTo>
                  <a:cubicBezTo>
                    <a:pt x="304451" y="2358570"/>
                    <a:pt x="302764" y="2360984"/>
                    <a:pt x="301209" y="2363101"/>
                  </a:cubicBezTo>
                  <a:cubicBezTo>
                    <a:pt x="301077" y="2363299"/>
                    <a:pt x="303458" y="2365449"/>
                    <a:pt x="304748" y="2366640"/>
                  </a:cubicBezTo>
                  <a:cubicBezTo>
                    <a:pt x="306766" y="2368525"/>
                    <a:pt x="308783" y="2368426"/>
                    <a:pt x="310701" y="2366474"/>
                  </a:cubicBezTo>
                  <a:cubicBezTo>
                    <a:pt x="312322" y="2364821"/>
                    <a:pt x="313976" y="2363167"/>
                    <a:pt x="315629" y="2361547"/>
                  </a:cubicBezTo>
                  <a:cubicBezTo>
                    <a:pt x="316456" y="2360720"/>
                    <a:pt x="318110" y="2359496"/>
                    <a:pt x="317944" y="2359132"/>
                  </a:cubicBezTo>
                  <a:cubicBezTo>
                    <a:pt x="317151" y="2357412"/>
                    <a:pt x="315398" y="2357148"/>
                    <a:pt x="313744" y="2357313"/>
                  </a:cubicBezTo>
                  <a:close/>
                  <a:moveTo>
                    <a:pt x="1554772" y="1341545"/>
                  </a:moveTo>
                  <a:cubicBezTo>
                    <a:pt x="1552722" y="1344819"/>
                    <a:pt x="1550109" y="1347696"/>
                    <a:pt x="1547959" y="1350904"/>
                  </a:cubicBezTo>
                  <a:cubicBezTo>
                    <a:pt x="1547562" y="1351533"/>
                    <a:pt x="1548158" y="1353054"/>
                    <a:pt x="1548621" y="1354013"/>
                  </a:cubicBezTo>
                  <a:cubicBezTo>
                    <a:pt x="1549282" y="1355336"/>
                    <a:pt x="1549944" y="1354906"/>
                    <a:pt x="1551101" y="1353716"/>
                  </a:cubicBezTo>
                  <a:cubicBezTo>
                    <a:pt x="1553780" y="1350970"/>
                    <a:pt x="1556029" y="1347432"/>
                    <a:pt x="1560626" y="1347399"/>
                  </a:cubicBezTo>
                  <a:cubicBezTo>
                    <a:pt x="1561056" y="1347399"/>
                    <a:pt x="1561453" y="1345580"/>
                    <a:pt x="1561883" y="1344521"/>
                  </a:cubicBezTo>
                  <a:cubicBezTo>
                    <a:pt x="1562247" y="1341677"/>
                    <a:pt x="1559700" y="1340586"/>
                    <a:pt x="1558113" y="1339263"/>
                  </a:cubicBezTo>
                  <a:cubicBezTo>
                    <a:pt x="1554673" y="1336319"/>
                    <a:pt x="1555698" y="1340123"/>
                    <a:pt x="1554772" y="1341545"/>
                  </a:cubicBezTo>
                  <a:close/>
                  <a:moveTo>
                    <a:pt x="1177410" y="1355038"/>
                  </a:moveTo>
                  <a:cubicBezTo>
                    <a:pt x="1177774" y="1356990"/>
                    <a:pt x="1178435" y="1357982"/>
                    <a:pt x="1179461" y="1358313"/>
                  </a:cubicBezTo>
                  <a:cubicBezTo>
                    <a:pt x="1181908" y="1358842"/>
                    <a:pt x="1184356" y="1358247"/>
                    <a:pt x="1184289" y="1356857"/>
                  </a:cubicBezTo>
                  <a:cubicBezTo>
                    <a:pt x="1184157" y="1353517"/>
                    <a:pt x="1186241" y="1351930"/>
                    <a:pt x="1187861" y="1349714"/>
                  </a:cubicBezTo>
                  <a:cubicBezTo>
                    <a:pt x="1188457" y="1348887"/>
                    <a:pt x="1187729" y="1346208"/>
                    <a:pt x="1186770" y="1345348"/>
                  </a:cubicBezTo>
                  <a:cubicBezTo>
                    <a:pt x="1185844" y="1344587"/>
                    <a:pt x="1183363" y="1344488"/>
                    <a:pt x="1182338" y="1345216"/>
                  </a:cubicBezTo>
                  <a:cubicBezTo>
                    <a:pt x="1179064" y="1347498"/>
                    <a:pt x="1176616" y="1350375"/>
                    <a:pt x="1177410" y="1355038"/>
                  </a:cubicBezTo>
                  <a:close/>
                  <a:moveTo>
                    <a:pt x="1773715" y="664178"/>
                  </a:moveTo>
                  <a:cubicBezTo>
                    <a:pt x="1773913" y="663881"/>
                    <a:pt x="1771631" y="661268"/>
                    <a:pt x="1770176" y="660772"/>
                  </a:cubicBezTo>
                  <a:cubicBezTo>
                    <a:pt x="1768225" y="660077"/>
                    <a:pt x="1760916" y="665931"/>
                    <a:pt x="1761015" y="668875"/>
                  </a:cubicBezTo>
                  <a:cubicBezTo>
                    <a:pt x="1762305" y="670164"/>
                    <a:pt x="1764256" y="672116"/>
                    <a:pt x="1766240" y="674100"/>
                  </a:cubicBezTo>
                  <a:cubicBezTo>
                    <a:pt x="1768787" y="670826"/>
                    <a:pt x="1771433" y="667618"/>
                    <a:pt x="1773715" y="664178"/>
                  </a:cubicBezTo>
                  <a:close/>
                  <a:moveTo>
                    <a:pt x="219288" y="2063956"/>
                  </a:moveTo>
                  <a:cubicBezTo>
                    <a:pt x="222066" y="2064552"/>
                    <a:pt x="227027" y="2060219"/>
                    <a:pt x="227391" y="2055820"/>
                  </a:cubicBezTo>
                  <a:cubicBezTo>
                    <a:pt x="227325" y="2055258"/>
                    <a:pt x="226961" y="2054564"/>
                    <a:pt x="226498" y="2053902"/>
                  </a:cubicBezTo>
                  <a:cubicBezTo>
                    <a:pt x="223323" y="2054531"/>
                    <a:pt x="220148" y="2055159"/>
                    <a:pt x="217039" y="2055787"/>
                  </a:cubicBezTo>
                  <a:cubicBezTo>
                    <a:pt x="216807" y="2056680"/>
                    <a:pt x="216708" y="2057640"/>
                    <a:pt x="216741" y="2058731"/>
                  </a:cubicBezTo>
                  <a:cubicBezTo>
                    <a:pt x="216873" y="2060881"/>
                    <a:pt x="216344" y="2063295"/>
                    <a:pt x="219288" y="2063956"/>
                  </a:cubicBezTo>
                  <a:close/>
                  <a:moveTo>
                    <a:pt x="1578849" y="1514582"/>
                  </a:moveTo>
                  <a:cubicBezTo>
                    <a:pt x="1577526" y="1511573"/>
                    <a:pt x="1575674" y="1508993"/>
                    <a:pt x="1572301" y="1508828"/>
                  </a:cubicBezTo>
                  <a:cubicBezTo>
                    <a:pt x="1569853" y="1508695"/>
                    <a:pt x="1566414" y="1507240"/>
                    <a:pt x="1565389" y="1511209"/>
                  </a:cubicBezTo>
                  <a:cubicBezTo>
                    <a:pt x="1564661" y="1513954"/>
                    <a:pt x="1569093" y="1518948"/>
                    <a:pt x="1572202" y="1519179"/>
                  </a:cubicBezTo>
                  <a:cubicBezTo>
                    <a:pt x="1575608" y="1519444"/>
                    <a:pt x="1576435" y="1516004"/>
                    <a:pt x="1578849" y="1514582"/>
                  </a:cubicBezTo>
                  <a:close/>
                  <a:moveTo>
                    <a:pt x="1333713" y="2063063"/>
                  </a:moveTo>
                  <a:cubicBezTo>
                    <a:pt x="1334705" y="2062137"/>
                    <a:pt x="1334639" y="2060120"/>
                    <a:pt x="1334639" y="2060087"/>
                  </a:cubicBezTo>
                  <a:cubicBezTo>
                    <a:pt x="1334639" y="2057375"/>
                    <a:pt x="1335069" y="2056019"/>
                    <a:pt x="1334573" y="2055192"/>
                  </a:cubicBezTo>
                  <a:cubicBezTo>
                    <a:pt x="1333481" y="2053406"/>
                    <a:pt x="1323758" y="2052811"/>
                    <a:pt x="1321972" y="2054001"/>
                  </a:cubicBezTo>
                  <a:cubicBezTo>
                    <a:pt x="1320484" y="2054994"/>
                    <a:pt x="1320583" y="2055391"/>
                    <a:pt x="1321939" y="2056515"/>
                  </a:cubicBezTo>
                  <a:cubicBezTo>
                    <a:pt x="1324122" y="2058301"/>
                    <a:pt x="1326040" y="2060385"/>
                    <a:pt x="1327958" y="2062468"/>
                  </a:cubicBezTo>
                  <a:cubicBezTo>
                    <a:pt x="1329744" y="2064353"/>
                    <a:pt x="1331927" y="2064783"/>
                    <a:pt x="1333713" y="2063063"/>
                  </a:cubicBezTo>
                  <a:close/>
                  <a:moveTo>
                    <a:pt x="1454330" y="1523975"/>
                  </a:moveTo>
                  <a:cubicBezTo>
                    <a:pt x="1452180" y="1524471"/>
                    <a:pt x="1449600" y="1527150"/>
                    <a:pt x="1449997" y="1530689"/>
                  </a:cubicBezTo>
                  <a:cubicBezTo>
                    <a:pt x="1450229" y="1532838"/>
                    <a:pt x="1454627" y="1533632"/>
                    <a:pt x="1452478" y="1535716"/>
                  </a:cubicBezTo>
                  <a:cubicBezTo>
                    <a:pt x="1447583" y="1540445"/>
                    <a:pt x="1454098" y="1542826"/>
                    <a:pt x="1454892" y="1542860"/>
                  </a:cubicBezTo>
                  <a:cubicBezTo>
                    <a:pt x="1458034" y="1542992"/>
                    <a:pt x="1456810" y="1539916"/>
                    <a:pt x="1457009" y="1537965"/>
                  </a:cubicBezTo>
                  <a:cubicBezTo>
                    <a:pt x="1457108" y="1536807"/>
                    <a:pt x="1457042" y="1535617"/>
                    <a:pt x="1457042" y="1534459"/>
                  </a:cubicBezTo>
                  <a:cubicBezTo>
                    <a:pt x="1457042" y="1532739"/>
                    <a:pt x="1457439" y="1530854"/>
                    <a:pt x="1456943" y="1529267"/>
                  </a:cubicBezTo>
                  <a:cubicBezTo>
                    <a:pt x="1456347" y="1527348"/>
                    <a:pt x="1459291" y="1522850"/>
                    <a:pt x="1454330" y="1523975"/>
                  </a:cubicBezTo>
                  <a:close/>
                  <a:moveTo>
                    <a:pt x="1730952" y="1072133"/>
                  </a:moveTo>
                  <a:cubicBezTo>
                    <a:pt x="1733697" y="1072000"/>
                    <a:pt x="1737103" y="1064956"/>
                    <a:pt x="1736508" y="1061020"/>
                  </a:cubicBezTo>
                  <a:cubicBezTo>
                    <a:pt x="1736243" y="1059234"/>
                    <a:pt x="1735284" y="1057878"/>
                    <a:pt x="1733267" y="1058275"/>
                  </a:cubicBezTo>
                  <a:cubicBezTo>
                    <a:pt x="1729066" y="1059036"/>
                    <a:pt x="1725891" y="1061549"/>
                    <a:pt x="1726288" y="1065849"/>
                  </a:cubicBezTo>
                  <a:cubicBezTo>
                    <a:pt x="1726520" y="1068098"/>
                    <a:pt x="1729364" y="1070115"/>
                    <a:pt x="1730952" y="1072133"/>
                  </a:cubicBezTo>
                  <a:close/>
                  <a:moveTo>
                    <a:pt x="1167918" y="1206045"/>
                  </a:moveTo>
                  <a:cubicBezTo>
                    <a:pt x="1168811" y="1209749"/>
                    <a:pt x="1171523" y="1212230"/>
                    <a:pt x="1175955" y="1211932"/>
                  </a:cubicBezTo>
                  <a:cubicBezTo>
                    <a:pt x="1178138" y="1211767"/>
                    <a:pt x="1180519" y="1212362"/>
                    <a:pt x="1181081" y="1208691"/>
                  </a:cubicBezTo>
                  <a:cubicBezTo>
                    <a:pt x="1181280" y="1206243"/>
                    <a:pt x="1177113" y="1201580"/>
                    <a:pt x="1174004" y="1201415"/>
                  </a:cubicBezTo>
                  <a:cubicBezTo>
                    <a:pt x="1170597" y="1201249"/>
                    <a:pt x="1167720" y="1205185"/>
                    <a:pt x="1167918" y="1206045"/>
                  </a:cubicBezTo>
                  <a:close/>
                  <a:moveTo>
                    <a:pt x="1402075" y="1229262"/>
                  </a:moveTo>
                  <a:cubicBezTo>
                    <a:pt x="1398106" y="1229229"/>
                    <a:pt x="1397775" y="1231213"/>
                    <a:pt x="1397510" y="1234521"/>
                  </a:cubicBezTo>
                  <a:cubicBezTo>
                    <a:pt x="1397081" y="1239680"/>
                    <a:pt x="1399759" y="1240242"/>
                    <a:pt x="1404158" y="1239779"/>
                  </a:cubicBezTo>
                  <a:cubicBezTo>
                    <a:pt x="1407895" y="1240441"/>
                    <a:pt x="1407962" y="1237894"/>
                    <a:pt x="1408259" y="1234653"/>
                  </a:cubicBezTo>
                  <a:cubicBezTo>
                    <a:pt x="1408689" y="1229527"/>
                    <a:pt x="1405977" y="1229295"/>
                    <a:pt x="1402075" y="1229262"/>
                  </a:cubicBezTo>
                  <a:close/>
                  <a:moveTo>
                    <a:pt x="2096540" y="550242"/>
                  </a:moveTo>
                  <a:cubicBezTo>
                    <a:pt x="2095944" y="551069"/>
                    <a:pt x="2096672" y="553748"/>
                    <a:pt x="2097631" y="554575"/>
                  </a:cubicBezTo>
                  <a:cubicBezTo>
                    <a:pt x="2098524" y="555368"/>
                    <a:pt x="2101038" y="555435"/>
                    <a:pt x="2102063" y="554740"/>
                  </a:cubicBezTo>
                  <a:cubicBezTo>
                    <a:pt x="2105271" y="552425"/>
                    <a:pt x="2108214" y="549614"/>
                    <a:pt x="2106858" y="544950"/>
                  </a:cubicBezTo>
                  <a:cubicBezTo>
                    <a:pt x="2107255" y="542834"/>
                    <a:pt x="2105966" y="541544"/>
                    <a:pt x="2104279" y="541511"/>
                  </a:cubicBezTo>
                  <a:cubicBezTo>
                    <a:pt x="2102857" y="541478"/>
                    <a:pt x="2100079" y="542668"/>
                    <a:pt x="2100112" y="543065"/>
                  </a:cubicBezTo>
                  <a:cubicBezTo>
                    <a:pt x="2100508" y="546439"/>
                    <a:pt x="2098160" y="547993"/>
                    <a:pt x="2096540" y="550242"/>
                  </a:cubicBezTo>
                  <a:close/>
                  <a:moveTo>
                    <a:pt x="1367116" y="1449329"/>
                  </a:moveTo>
                  <a:cubicBezTo>
                    <a:pt x="1370126" y="1448767"/>
                    <a:pt x="1369597" y="1446353"/>
                    <a:pt x="1369729" y="1444170"/>
                  </a:cubicBezTo>
                  <a:cubicBezTo>
                    <a:pt x="1370027" y="1439738"/>
                    <a:pt x="1367315" y="1437622"/>
                    <a:pt x="1363677" y="1435604"/>
                  </a:cubicBezTo>
                  <a:cubicBezTo>
                    <a:pt x="1362122" y="1437985"/>
                    <a:pt x="1359907" y="1440036"/>
                    <a:pt x="1359410" y="1442483"/>
                  </a:cubicBezTo>
                  <a:cubicBezTo>
                    <a:pt x="1358815" y="1445394"/>
                    <a:pt x="1364272" y="1449859"/>
                    <a:pt x="1367116" y="1449329"/>
                  </a:cubicBezTo>
                  <a:close/>
                  <a:moveTo>
                    <a:pt x="226134" y="1174394"/>
                  </a:moveTo>
                  <a:cubicBezTo>
                    <a:pt x="224546" y="1174659"/>
                    <a:pt x="223290" y="1175386"/>
                    <a:pt x="222297" y="1176412"/>
                  </a:cubicBezTo>
                  <a:cubicBezTo>
                    <a:pt x="224513" y="1177900"/>
                    <a:pt x="226762" y="1179421"/>
                    <a:pt x="228912" y="1180876"/>
                  </a:cubicBezTo>
                  <a:cubicBezTo>
                    <a:pt x="229375" y="1181174"/>
                    <a:pt x="229739" y="1181538"/>
                    <a:pt x="230136" y="1181869"/>
                  </a:cubicBezTo>
                  <a:cubicBezTo>
                    <a:pt x="230500" y="1181075"/>
                    <a:pt x="230764" y="1180248"/>
                    <a:pt x="230830" y="1179421"/>
                  </a:cubicBezTo>
                  <a:cubicBezTo>
                    <a:pt x="230830" y="1177172"/>
                    <a:pt x="227258" y="1174229"/>
                    <a:pt x="226134" y="1174394"/>
                  </a:cubicBezTo>
                  <a:close/>
                  <a:moveTo>
                    <a:pt x="793268" y="1438018"/>
                  </a:moveTo>
                  <a:cubicBezTo>
                    <a:pt x="792574" y="1441756"/>
                    <a:pt x="796245" y="1449792"/>
                    <a:pt x="798395" y="1449131"/>
                  </a:cubicBezTo>
                  <a:cubicBezTo>
                    <a:pt x="800908" y="1448370"/>
                    <a:pt x="803058" y="1446320"/>
                    <a:pt x="803918" y="1445724"/>
                  </a:cubicBezTo>
                  <a:cubicBezTo>
                    <a:pt x="803455" y="1438680"/>
                    <a:pt x="800743" y="1436398"/>
                    <a:pt x="796675" y="1435406"/>
                  </a:cubicBezTo>
                  <a:cubicBezTo>
                    <a:pt x="794558" y="1434876"/>
                    <a:pt x="793599" y="1436332"/>
                    <a:pt x="793268" y="1438018"/>
                  </a:cubicBezTo>
                  <a:close/>
                  <a:moveTo>
                    <a:pt x="1879780" y="1465998"/>
                  </a:moveTo>
                  <a:cubicBezTo>
                    <a:pt x="1879945" y="1462393"/>
                    <a:pt x="1880110" y="1458854"/>
                    <a:pt x="1874620" y="1459847"/>
                  </a:cubicBezTo>
                  <a:cubicBezTo>
                    <a:pt x="1872504" y="1459714"/>
                    <a:pt x="1870023" y="1459350"/>
                    <a:pt x="1869329" y="1462261"/>
                  </a:cubicBezTo>
                  <a:cubicBezTo>
                    <a:pt x="1868932" y="1463915"/>
                    <a:pt x="1870189" y="1466197"/>
                    <a:pt x="1871941" y="1467916"/>
                  </a:cubicBezTo>
                  <a:cubicBezTo>
                    <a:pt x="1874554" y="1467387"/>
                    <a:pt x="1877167" y="1466858"/>
                    <a:pt x="1879780" y="1466362"/>
                  </a:cubicBezTo>
                  <a:cubicBezTo>
                    <a:pt x="1879780" y="1466230"/>
                    <a:pt x="1879780" y="1466130"/>
                    <a:pt x="1879780" y="1465998"/>
                  </a:cubicBezTo>
                  <a:close/>
                  <a:moveTo>
                    <a:pt x="2173236" y="1420787"/>
                  </a:moveTo>
                  <a:cubicBezTo>
                    <a:pt x="2172508" y="1416918"/>
                    <a:pt x="2170855" y="1418241"/>
                    <a:pt x="2169234" y="1420192"/>
                  </a:cubicBezTo>
                  <a:cubicBezTo>
                    <a:pt x="2167117" y="1422739"/>
                    <a:pt x="2166588" y="1419729"/>
                    <a:pt x="2165695" y="1419001"/>
                  </a:cubicBezTo>
                  <a:cubicBezTo>
                    <a:pt x="2161627" y="1415826"/>
                    <a:pt x="2159841" y="1419398"/>
                    <a:pt x="2157427" y="1421449"/>
                  </a:cubicBezTo>
                  <a:cubicBezTo>
                    <a:pt x="2156137" y="1422540"/>
                    <a:pt x="2156005" y="1423632"/>
                    <a:pt x="2156732" y="1424293"/>
                  </a:cubicBezTo>
                  <a:cubicBezTo>
                    <a:pt x="2162421" y="1423632"/>
                    <a:pt x="2167911" y="1423003"/>
                    <a:pt x="2173203" y="1422408"/>
                  </a:cubicBezTo>
                  <a:cubicBezTo>
                    <a:pt x="2173302" y="1421879"/>
                    <a:pt x="2173335" y="1421350"/>
                    <a:pt x="2173236" y="1420787"/>
                  </a:cubicBezTo>
                  <a:close/>
                  <a:moveTo>
                    <a:pt x="544229" y="2329433"/>
                  </a:moveTo>
                  <a:cubicBezTo>
                    <a:pt x="541220" y="2330028"/>
                    <a:pt x="541947" y="2332542"/>
                    <a:pt x="541650" y="2334691"/>
                  </a:cubicBezTo>
                  <a:cubicBezTo>
                    <a:pt x="540889" y="2339950"/>
                    <a:pt x="544031" y="2340181"/>
                    <a:pt x="547801" y="2339851"/>
                  </a:cubicBezTo>
                  <a:cubicBezTo>
                    <a:pt x="551571" y="2339652"/>
                    <a:pt x="552497" y="2338925"/>
                    <a:pt x="552167" y="2336411"/>
                  </a:cubicBezTo>
                  <a:cubicBezTo>
                    <a:pt x="551770" y="2333038"/>
                    <a:pt x="547173" y="2328837"/>
                    <a:pt x="544229" y="2329433"/>
                  </a:cubicBezTo>
                  <a:close/>
                  <a:moveTo>
                    <a:pt x="1579279" y="2426105"/>
                  </a:moveTo>
                  <a:cubicBezTo>
                    <a:pt x="1579478" y="2428387"/>
                    <a:pt x="1579345" y="2431033"/>
                    <a:pt x="1582587" y="2430570"/>
                  </a:cubicBezTo>
                  <a:cubicBezTo>
                    <a:pt x="1585762" y="2430140"/>
                    <a:pt x="1588010" y="2428585"/>
                    <a:pt x="1589102" y="2426072"/>
                  </a:cubicBezTo>
                  <a:cubicBezTo>
                    <a:pt x="1587316" y="2424087"/>
                    <a:pt x="1585530" y="2422070"/>
                    <a:pt x="1583777" y="2420086"/>
                  </a:cubicBezTo>
                  <a:cubicBezTo>
                    <a:pt x="1579643" y="2419854"/>
                    <a:pt x="1578982" y="2422401"/>
                    <a:pt x="1579279" y="2426105"/>
                  </a:cubicBezTo>
                  <a:close/>
                  <a:moveTo>
                    <a:pt x="2319154" y="1343463"/>
                  </a:moveTo>
                  <a:cubicBezTo>
                    <a:pt x="2318327" y="1339693"/>
                    <a:pt x="2315549" y="1337311"/>
                    <a:pt x="2311150" y="1337576"/>
                  </a:cubicBezTo>
                  <a:cubicBezTo>
                    <a:pt x="2308967" y="1337675"/>
                    <a:pt x="2306652" y="1337212"/>
                    <a:pt x="2305991" y="1340189"/>
                  </a:cubicBezTo>
                  <a:cubicBezTo>
                    <a:pt x="2305693" y="1341611"/>
                    <a:pt x="2312671" y="1347928"/>
                    <a:pt x="2315185" y="1348027"/>
                  </a:cubicBezTo>
                  <a:cubicBezTo>
                    <a:pt x="2316442" y="1346671"/>
                    <a:pt x="2319385" y="1344720"/>
                    <a:pt x="2319154" y="1343463"/>
                  </a:cubicBezTo>
                  <a:close/>
                  <a:moveTo>
                    <a:pt x="1352333" y="1479856"/>
                  </a:moveTo>
                  <a:cubicBezTo>
                    <a:pt x="1352333" y="1477607"/>
                    <a:pt x="1350249" y="1477342"/>
                    <a:pt x="1347835" y="1477276"/>
                  </a:cubicBezTo>
                  <a:cubicBezTo>
                    <a:pt x="1344131" y="1477111"/>
                    <a:pt x="1340956" y="1477210"/>
                    <a:pt x="1341683" y="1482468"/>
                  </a:cubicBezTo>
                  <a:cubicBezTo>
                    <a:pt x="1341981" y="1484618"/>
                    <a:pt x="1341253" y="1487132"/>
                    <a:pt x="1344263" y="1487727"/>
                  </a:cubicBezTo>
                  <a:cubicBezTo>
                    <a:pt x="1347207" y="1488322"/>
                    <a:pt x="1351804" y="1484122"/>
                    <a:pt x="1352333" y="1479856"/>
                  </a:cubicBezTo>
                  <a:close/>
                  <a:moveTo>
                    <a:pt x="96290" y="1543753"/>
                  </a:moveTo>
                  <a:cubicBezTo>
                    <a:pt x="95562" y="1543885"/>
                    <a:pt x="94570" y="1545406"/>
                    <a:pt x="94603" y="1546266"/>
                  </a:cubicBezTo>
                  <a:cubicBezTo>
                    <a:pt x="94669" y="1550731"/>
                    <a:pt x="97414" y="1553278"/>
                    <a:pt x="101515" y="1554038"/>
                  </a:cubicBezTo>
                  <a:cubicBezTo>
                    <a:pt x="104855" y="1554667"/>
                    <a:pt x="105649" y="1550797"/>
                    <a:pt x="107964" y="1549507"/>
                  </a:cubicBezTo>
                  <a:cubicBezTo>
                    <a:pt x="107898" y="1549011"/>
                    <a:pt x="107898" y="1548284"/>
                    <a:pt x="107832" y="1548284"/>
                  </a:cubicBezTo>
                  <a:cubicBezTo>
                    <a:pt x="103466" y="1548019"/>
                    <a:pt x="100986" y="1542893"/>
                    <a:pt x="96290" y="1543753"/>
                  </a:cubicBezTo>
                  <a:close/>
                  <a:moveTo>
                    <a:pt x="893446" y="1778736"/>
                  </a:moveTo>
                  <a:cubicBezTo>
                    <a:pt x="885509" y="1780092"/>
                    <a:pt x="896357" y="1784523"/>
                    <a:pt x="893248" y="1787665"/>
                  </a:cubicBezTo>
                  <a:cubicBezTo>
                    <a:pt x="892090" y="1788823"/>
                    <a:pt x="890833" y="1789815"/>
                    <a:pt x="890999" y="1791832"/>
                  </a:cubicBezTo>
                  <a:cubicBezTo>
                    <a:pt x="891164" y="1793883"/>
                    <a:pt x="892090" y="1794809"/>
                    <a:pt x="893909" y="1795074"/>
                  </a:cubicBezTo>
                  <a:cubicBezTo>
                    <a:pt x="895728" y="1795338"/>
                    <a:pt x="897283" y="1794743"/>
                    <a:pt x="897977" y="1793089"/>
                  </a:cubicBezTo>
                  <a:cubicBezTo>
                    <a:pt x="898374" y="1792130"/>
                    <a:pt x="898043" y="1790873"/>
                    <a:pt x="898043" y="1788426"/>
                  </a:cubicBezTo>
                  <a:cubicBezTo>
                    <a:pt x="899962" y="1784457"/>
                    <a:pt x="896555" y="1778206"/>
                    <a:pt x="893446" y="1778736"/>
                  </a:cubicBezTo>
                  <a:close/>
                  <a:moveTo>
                    <a:pt x="1547827" y="1157825"/>
                  </a:moveTo>
                  <a:cubicBezTo>
                    <a:pt x="1547695" y="1161198"/>
                    <a:pt x="1550109" y="1159115"/>
                    <a:pt x="1551266" y="1159379"/>
                  </a:cubicBezTo>
                  <a:cubicBezTo>
                    <a:pt x="1552126" y="1159611"/>
                    <a:pt x="1553879" y="1158982"/>
                    <a:pt x="1554078" y="1158387"/>
                  </a:cubicBezTo>
                  <a:cubicBezTo>
                    <a:pt x="1554673" y="1156336"/>
                    <a:pt x="1554805" y="1154120"/>
                    <a:pt x="1555004" y="1152632"/>
                  </a:cubicBezTo>
                  <a:cubicBezTo>
                    <a:pt x="1554838" y="1150317"/>
                    <a:pt x="1554971" y="1148564"/>
                    <a:pt x="1554475" y="1147043"/>
                  </a:cubicBezTo>
                  <a:cubicBezTo>
                    <a:pt x="1554210" y="1146315"/>
                    <a:pt x="1552788" y="1145819"/>
                    <a:pt x="1551796" y="1145588"/>
                  </a:cubicBezTo>
                  <a:cubicBezTo>
                    <a:pt x="1549977" y="1145125"/>
                    <a:pt x="1548158" y="1146051"/>
                    <a:pt x="1547992" y="1147704"/>
                  </a:cubicBezTo>
                  <a:cubicBezTo>
                    <a:pt x="1547595" y="1151045"/>
                    <a:pt x="1547992" y="1154451"/>
                    <a:pt x="1547827" y="1157825"/>
                  </a:cubicBezTo>
                  <a:close/>
                  <a:moveTo>
                    <a:pt x="1499044" y="1401010"/>
                  </a:moveTo>
                  <a:cubicBezTo>
                    <a:pt x="1498978" y="1401903"/>
                    <a:pt x="1500003" y="1402862"/>
                    <a:pt x="1500533" y="1403788"/>
                  </a:cubicBezTo>
                  <a:cubicBezTo>
                    <a:pt x="1503641" y="1399720"/>
                    <a:pt x="1510355" y="1400844"/>
                    <a:pt x="1512472" y="1395520"/>
                  </a:cubicBezTo>
                  <a:cubicBezTo>
                    <a:pt x="1512670" y="1395024"/>
                    <a:pt x="1511513" y="1393800"/>
                    <a:pt x="1510785" y="1393138"/>
                  </a:cubicBezTo>
                  <a:cubicBezTo>
                    <a:pt x="1509661" y="1392146"/>
                    <a:pt x="1508371" y="1391386"/>
                    <a:pt x="1507147" y="1390526"/>
                  </a:cubicBezTo>
                  <a:cubicBezTo>
                    <a:pt x="1504667" y="1394197"/>
                    <a:pt x="1499441" y="1395784"/>
                    <a:pt x="1499044" y="1401010"/>
                  </a:cubicBezTo>
                  <a:close/>
                  <a:moveTo>
                    <a:pt x="1142783" y="1572328"/>
                  </a:moveTo>
                  <a:cubicBezTo>
                    <a:pt x="1144040" y="1574610"/>
                    <a:pt x="1146123" y="1576495"/>
                    <a:pt x="1147909" y="1578512"/>
                  </a:cubicBezTo>
                  <a:cubicBezTo>
                    <a:pt x="1149100" y="1577322"/>
                    <a:pt x="1150191" y="1575999"/>
                    <a:pt x="1151481" y="1574973"/>
                  </a:cubicBezTo>
                  <a:cubicBezTo>
                    <a:pt x="1153664" y="1573287"/>
                    <a:pt x="1152969" y="1571005"/>
                    <a:pt x="1153102" y="1568888"/>
                  </a:cubicBezTo>
                  <a:cubicBezTo>
                    <a:pt x="1152903" y="1567863"/>
                    <a:pt x="1153035" y="1566573"/>
                    <a:pt x="1152473" y="1565812"/>
                  </a:cubicBezTo>
                  <a:cubicBezTo>
                    <a:pt x="1150423" y="1563166"/>
                    <a:pt x="1150191" y="1566738"/>
                    <a:pt x="1148934" y="1567003"/>
                  </a:cubicBezTo>
                  <a:cubicBezTo>
                    <a:pt x="1147413" y="1567334"/>
                    <a:pt x="1145528" y="1567300"/>
                    <a:pt x="1144470" y="1568193"/>
                  </a:cubicBezTo>
                  <a:cubicBezTo>
                    <a:pt x="1143411" y="1569086"/>
                    <a:pt x="1142320" y="1571435"/>
                    <a:pt x="1142783" y="1572328"/>
                  </a:cubicBezTo>
                  <a:close/>
                  <a:moveTo>
                    <a:pt x="1275405" y="729993"/>
                  </a:moveTo>
                  <a:cubicBezTo>
                    <a:pt x="1272032" y="730324"/>
                    <a:pt x="1267832" y="734987"/>
                    <a:pt x="1268427" y="737931"/>
                  </a:cubicBezTo>
                  <a:cubicBezTo>
                    <a:pt x="1269022" y="740907"/>
                    <a:pt x="1271470" y="740544"/>
                    <a:pt x="1273619" y="740411"/>
                  </a:cubicBezTo>
                  <a:cubicBezTo>
                    <a:pt x="1278977" y="741404"/>
                    <a:pt x="1279109" y="738096"/>
                    <a:pt x="1278878" y="734359"/>
                  </a:cubicBezTo>
                  <a:cubicBezTo>
                    <a:pt x="1278746" y="732011"/>
                    <a:pt x="1278746" y="729663"/>
                    <a:pt x="1275405" y="729993"/>
                  </a:cubicBezTo>
                  <a:close/>
                  <a:moveTo>
                    <a:pt x="139450" y="1118435"/>
                  </a:moveTo>
                  <a:cubicBezTo>
                    <a:pt x="139020" y="1118005"/>
                    <a:pt x="138689" y="1117773"/>
                    <a:pt x="138458" y="1117740"/>
                  </a:cubicBezTo>
                  <a:cubicBezTo>
                    <a:pt x="138788" y="1117972"/>
                    <a:pt x="139119" y="1118203"/>
                    <a:pt x="139450" y="1118435"/>
                  </a:cubicBezTo>
                  <a:close/>
                  <a:moveTo>
                    <a:pt x="1049153" y="1040581"/>
                  </a:moveTo>
                  <a:cubicBezTo>
                    <a:pt x="1051502" y="1039655"/>
                    <a:pt x="1053288" y="1037340"/>
                    <a:pt x="1055007" y="1035885"/>
                  </a:cubicBezTo>
                  <a:cubicBezTo>
                    <a:pt x="1054677" y="1033338"/>
                    <a:pt x="1048525" y="1029667"/>
                    <a:pt x="1046541" y="1030329"/>
                  </a:cubicBezTo>
                  <a:cubicBezTo>
                    <a:pt x="1042373" y="1031651"/>
                    <a:pt x="1045482" y="1034959"/>
                    <a:pt x="1044920" y="1037274"/>
                  </a:cubicBezTo>
                  <a:cubicBezTo>
                    <a:pt x="1044126" y="1040548"/>
                    <a:pt x="1047103" y="1041408"/>
                    <a:pt x="1049153" y="1040581"/>
                  </a:cubicBezTo>
                  <a:close/>
                  <a:moveTo>
                    <a:pt x="1551366" y="1397802"/>
                  </a:moveTo>
                  <a:cubicBezTo>
                    <a:pt x="1551630" y="1396214"/>
                    <a:pt x="1546868" y="1389500"/>
                    <a:pt x="1546140" y="1390162"/>
                  </a:cubicBezTo>
                  <a:cubicBezTo>
                    <a:pt x="1544123" y="1391948"/>
                    <a:pt x="1541708" y="1394031"/>
                    <a:pt x="1541080" y="1396413"/>
                  </a:cubicBezTo>
                  <a:cubicBezTo>
                    <a:pt x="1540055" y="1400315"/>
                    <a:pt x="1543197" y="1400745"/>
                    <a:pt x="1546239" y="1400415"/>
                  </a:cubicBezTo>
                  <a:cubicBezTo>
                    <a:pt x="1548488" y="1400613"/>
                    <a:pt x="1550803" y="1400878"/>
                    <a:pt x="1551366" y="1397802"/>
                  </a:cubicBezTo>
                  <a:close/>
                  <a:moveTo>
                    <a:pt x="828028" y="1360264"/>
                  </a:moveTo>
                  <a:cubicBezTo>
                    <a:pt x="826870" y="1357717"/>
                    <a:pt x="825316" y="1355336"/>
                    <a:pt x="825184" y="1355105"/>
                  </a:cubicBezTo>
                  <a:cubicBezTo>
                    <a:pt x="819264" y="1355005"/>
                    <a:pt x="817378" y="1355733"/>
                    <a:pt x="817742" y="1358743"/>
                  </a:cubicBezTo>
                  <a:cubicBezTo>
                    <a:pt x="818040" y="1361190"/>
                    <a:pt x="816155" y="1364597"/>
                    <a:pt x="820355" y="1365523"/>
                  </a:cubicBezTo>
                  <a:cubicBezTo>
                    <a:pt x="821942" y="1365886"/>
                    <a:pt x="828524" y="1361355"/>
                    <a:pt x="828028" y="1360264"/>
                  </a:cubicBezTo>
                  <a:close/>
                  <a:moveTo>
                    <a:pt x="1097208" y="397478"/>
                  </a:moveTo>
                  <a:cubicBezTo>
                    <a:pt x="1097010" y="399926"/>
                    <a:pt x="1097638" y="401910"/>
                    <a:pt x="1098862" y="401844"/>
                  </a:cubicBezTo>
                  <a:cubicBezTo>
                    <a:pt x="1104088" y="401712"/>
                    <a:pt x="1106932" y="398239"/>
                    <a:pt x="1106800" y="396982"/>
                  </a:cubicBezTo>
                  <a:cubicBezTo>
                    <a:pt x="1106535" y="394039"/>
                    <a:pt x="1104021" y="391227"/>
                    <a:pt x="1100383" y="391294"/>
                  </a:cubicBezTo>
                  <a:cubicBezTo>
                    <a:pt x="1095885" y="391360"/>
                    <a:pt x="1097440" y="395031"/>
                    <a:pt x="1097208" y="397478"/>
                  </a:cubicBezTo>
                  <a:close/>
                  <a:moveTo>
                    <a:pt x="1304906" y="1847626"/>
                  </a:moveTo>
                  <a:cubicBezTo>
                    <a:pt x="1307387" y="1845146"/>
                    <a:pt x="1309636" y="1842732"/>
                    <a:pt x="1312083" y="1840483"/>
                  </a:cubicBezTo>
                  <a:cubicBezTo>
                    <a:pt x="1315159" y="1837705"/>
                    <a:pt x="1311521" y="1837010"/>
                    <a:pt x="1310562" y="1835555"/>
                  </a:cubicBezTo>
                  <a:cubicBezTo>
                    <a:pt x="1308478" y="1832347"/>
                    <a:pt x="1307288" y="1835191"/>
                    <a:pt x="1305634" y="1836316"/>
                  </a:cubicBezTo>
                  <a:cubicBezTo>
                    <a:pt x="1302657" y="1838366"/>
                    <a:pt x="1303220" y="1841310"/>
                    <a:pt x="1303385" y="1844121"/>
                  </a:cubicBezTo>
                  <a:cubicBezTo>
                    <a:pt x="1303451" y="1845113"/>
                    <a:pt x="1304212" y="1846072"/>
                    <a:pt x="1304906" y="1847626"/>
                  </a:cubicBezTo>
                  <a:close/>
                  <a:moveTo>
                    <a:pt x="1187233" y="1822822"/>
                  </a:moveTo>
                  <a:cubicBezTo>
                    <a:pt x="1190243" y="1823417"/>
                    <a:pt x="1191433" y="1822028"/>
                    <a:pt x="1191433" y="1820374"/>
                  </a:cubicBezTo>
                  <a:cubicBezTo>
                    <a:pt x="1191400" y="1815910"/>
                    <a:pt x="1188556" y="1813528"/>
                    <a:pt x="1184455" y="1812569"/>
                  </a:cubicBezTo>
                  <a:cubicBezTo>
                    <a:pt x="1182338" y="1812040"/>
                    <a:pt x="1181147" y="1813495"/>
                    <a:pt x="1181114" y="1815182"/>
                  </a:cubicBezTo>
                  <a:cubicBezTo>
                    <a:pt x="1180982" y="1819812"/>
                    <a:pt x="1184124" y="1821830"/>
                    <a:pt x="1187233" y="1822822"/>
                  </a:cubicBezTo>
                  <a:close/>
                  <a:moveTo>
                    <a:pt x="469484" y="2202664"/>
                  </a:moveTo>
                  <a:cubicBezTo>
                    <a:pt x="472527" y="2202896"/>
                    <a:pt x="474644" y="2199952"/>
                    <a:pt x="475338" y="2196777"/>
                  </a:cubicBezTo>
                  <a:cubicBezTo>
                    <a:pt x="475537" y="2193404"/>
                    <a:pt x="473321" y="2193073"/>
                    <a:pt x="470973" y="2193239"/>
                  </a:cubicBezTo>
                  <a:cubicBezTo>
                    <a:pt x="468525" y="2193404"/>
                    <a:pt x="465053" y="2191982"/>
                    <a:pt x="464821" y="2196513"/>
                  </a:cubicBezTo>
                  <a:cubicBezTo>
                    <a:pt x="464656" y="2199919"/>
                    <a:pt x="467798" y="2202499"/>
                    <a:pt x="469484" y="2202664"/>
                  </a:cubicBezTo>
                  <a:close/>
                  <a:moveTo>
                    <a:pt x="801867" y="1337510"/>
                  </a:moveTo>
                  <a:cubicBezTo>
                    <a:pt x="803885" y="1335724"/>
                    <a:pt x="806034" y="1333673"/>
                    <a:pt x="807060" y="1331259"/>
                  </a:cubicBezTo>
                  <a:cubicBezTo>
                    <a:pt x="807920" y="1329175"/>
                    <a:pt x="806795" y="1326794"/>
                    <a:pt x="803653" y="1327158"/>
                  </a:cubicBezTo>
                  <a:cubicBezTo>
                    <a:pt x="801206" y="1327456"/>
                    <a:pt x="797898" y="1325670"/>
                    <a:pt x="796741" y="1329638"/>
                  </a:cubicBezTo>
                  <a:cubicBezTo>
                    <a:pt x="796443" y="1331160"/>
                    <a:pt x="801173" y="1338138"/>
                    <a:pt x="801867" y="1337510"/>
                  </a:cubicBezTo>
                  <a:close/>
                  <a:moveTo>
                    <a:pt x="2204655" y="1323818"/>
                  </a:moveTo>
                  <a:cubicBezTo>
                    <a:pt x="2205019" y="1320808"/>
                    <a:pt x="2203101" y="1320080"/>
                    <a:pt x="2197181" y="1320180"/>
                  </a:cubicBezTo>
                  <a:cubicBezTo>
                    <a:pt x="2197048" y="1320411"/>
                    <a:pt x="2195494" y="1322792"/>
                    <a:pt x="2194369" y="1325339"/>
                  </a:cubicBezTo>
                  <a:cubicBezTo>
                    <a:pt x="2193873" y="1326463"/>
                    <a:pt x="2200422" y="1330961"/>
                    <a:pt x="2202042" y="1330598"/>
                  </a:cubicBezTo>
                  <a:cubicBezTo>
                    <a:pt x="2206243" y="1329672"/>
                    <a:pt x="2204357" y="1326265"/>
                    <a:pt x="2204655" y="1323818"/>
                  </a:cubicBezTo>
                  <a:close/>
                  <a:moveTo>
                    <a:pt x="1423870" y="2605360"/>
                  </a:moveTo>
                  <a:cubicBezTo>
                    <a:pt x="1425986" y="2604963"/>
                    <a:pt x="1428698" y="2605724"/>
                    <a:pt x="1428963" y="2602648"/>
                  </a:cubicBezTo>
                  <a:cubicBezTo>
                    <a:pt x="1429095" y="2601259"/>
                    <a:pt x="1428301" y="2599076"/>
                    <a:pt x="1427243" y="2598448"/>
                  </a:cubicBezTo>
                  <a:cubicBezTo>
                    <a:pt x="1425953" y="2597720"/>
                    <a:pt x="1423936" y="2598283"/>
                    <a:pt x="1422216" y="2598283"/>
                  </a:cubicBezTo>
                  <a:cubicBezTo>
                    <a:pt x="1420529" y="2598283"/>
                    <a:pt x="1418776" y="2598084"/>
                    <a:pt x="1417123" y="2598382"/>
                  </a:cubicBezTo>
                  <a:cubicBezTo>
                    <a:pt x="1416494" y="2598481"/>
                    <a:pt x="1415601" y="2600366"/>
                    <a:pt x="1415668" y="2600432"/>
                  </a:cubicBezTo>
                  <a:cubicBezTo>
                    <a:pt x="1418082" y="2602516"/>
                    <a:pt x="1419504" y="2606154"/>
                    <a:pt x="1423870" y="2605360"/>
                  </a:cubicBezTo>
                  <a:close/>
                  <a:moveTo>
                    <a:pt x="1942850" y="1260218"/>
                  </a:moveTo>
                  <a:cubicBezTo>
                    <a:pt x="1941825" y="1264121"/>
                    <a:pt x="1944966" y="1264551"/>
                    <a:pt x="1947712" y="1264286"/>
                  </a:cubicBezTo>
                  <a:cubicBezTo>
                    <a:pt x="1951614" y="1264286"/>
                    <a:pt x="1952838" y="1263625"/>
                    <a:pt x="1953135" y="1261607"/>
                  </a:cubicBezTo>
                  <a:cubicBezTo>
                    <a:pt x="1953367" y="1260020"/>
                    <a:pt x="1948638" y="1253306"/>
                    <a:pt x="1947910" y="1253968"/>
                  </a:cubicBezTo>
                  <a:cubicBezTo>
                    <a:pt x="1945926" y="1255787"/>
                    <a:pt x="1943478" y="1257837"/>
                    <a:pt x="1942850" y="1260218"/>
                  </a:cubicBezTo>
                  <a:close/>
                  <a:moveTo>
                    <a:pt x="1128595" y="881765"/>
                  </a:moveTo>
                  <a:cubicBezTo>
                    <a:pt x="1128495" y="884775"/>
                    <a:pt x="1128760" y="887950"/>
                    <a:pt x="1132696" y="886924"/>
                  </a:cubicBezTo>
                  <a:cubicBezTo>
                    <a:pt x="1135110" y="886296"/>
                    <a:pt x="1137028" y="883816"/>
                    <a:pt x="1139013" y="882261"/>
                  </a:cubicBezTo>
                  <a:cubicBezTo>
                    <a:pt x="1139046" y="880641"/>
                    <a:pt x="1132894" y="876374"/>
                    <a:pt x="1131274" y="876639"/>
                  </a:cubicBezTo>
                  <a:cubicBezTo>
                    <a:pt x="1128198" y="877201"/>
                    <a:pt x="1128661" y="879549"/>
                    <a:pt x="1128595" y="881765"/>
                  </a:cubicBezTo>
                  <a:close/>
                  <a:moveTo>
                    <a:pt x="1606465" y="1424922"/>
                  </a:moveTo>
                  <a:cubicBezTo>
                    <a:pt x="1603952" y="1425153"/>
                    <a:pt x="1600512" y="1423665"/>
                    <a:pt x="1600247" y="1428262"/>
                  </a:cubicBezTo>
                  <a:cubicBezTo>
                    <a:pt x="1599950" y="1434314"/>
                    <a:pt x="1607358" y="1430279"/>
                    <a:pt x="1608681" y="1434711"/>
                  </a:cubicBezTo>
                  <a:cubicBezTo>
                    <a:pt x="1608913" y="1435439"/>
                    <a:pt x="1610864" y="1433554"/>
                    <a:pt x="1610765" y="1431867"/>
                  </a:cubicBezTo>
                  <a:cubicBezTo>
                    <a:pt x="1610467" y="1428824"/>
                    <a:pt x="1612352" y="1424392"/>
                    <a:pt x="1606465" y="1424922"/>
                  </a:cubicBezTo>
                  <a:close/>
                  <a:moveTo>
                    <a:pt x="1370556" y="1206144"/>
                  </a:moveTo>
                  <a:cubicBezTo>
                    <a:pt x="1370887" y="1209088"/>
                    <a:pt x="1373334" y="1211734"/>
                    <a:pt x="1377005" y="1211866"/>
                  </a:cubicBezTo>
                  <a:cubicBezTo>
                    <a:pt x="1380213" y="1211998"/>
                    <a:pt x="1380180" y="1209584"/>
                    <a:pt x="1380180" y="1207136"/>
                  </a:cubicBezTo>
                  <a:cubicBezTo>
                    <a:pt x="1379916" y="1204788"/>
                    <a:pt x="1381139" y="1201415"/>
                    <a:pt x="1376608" y="1201382"/>
                  </a:cubicBezTo>
                  <a:cubicBezTo>
                    <a:pt x="1373202" y="1201382"/>
                    <a:pt x="1370424" y="1204954"/>
                    <a:pt x="1370556" y="1206144"/>
                  </a:cubicBezTo>
                  <a:close/>
                  <a:moveTo>
                    <a:pt x="2457068" y="1159511"/>
                  </a:moveTo>
                  <a:cubicBezTo>
                    <a:pt x="2455447" y="1159214"/>
                    <a:pt x="2448766" y="1163976"/>
                    <a:pt x="2449428" y="1164737"/>
                  </a:cubicBezTo>
                  <a:cubicBezTo>
                    <a:pt x="2451214" y="1166721"/>
                    <a:pt x="2453297" y="1169136"/>
                    <a:pt x="2455679" y="1169764"/>
                  </a:cubicBezTo>
                  <a:cubicBezTo>
                    <a:pt x="2459581" y="1170822"/>
                    <a:pt x="2460011" y="1167680"/>
                    <a:pt x="2459680" y="1164605"/>
                  </a:cubicBezTo>
                  <a:cubicBezTo>
                    <a:pt x="2459879" y="1162389"/>
                    <a:pt x="2460110" y="1160074"/>
                    <a:pt x="2457068" y="1159511"/>
                  </a:cubicBezTo>
                  <a:close/>
                  <a:moveTo>
                    <a:pt x="946892" y="1452835"/>
                  </a:moveTo>
                  <a:cubicBezTo>
                    <a:pt x="941270" y="1453430"/>
                    <a:pt x="943948" y="1457796"/>
                    <a:pt x="943585" y="1460574"/>
                  </a:cubicBezTo>
                  <a:cubicBezTo>
                    <a:pt x="943353" y="1462261"/>
                    <a:pt x="944709" y="1463551"/>
                    <a:pt x="946793" y="1463319"/>
                  </a:cubicBezTo>
                  <a:cubicBezTo>
                    <a:pt x="950332" y="1462922"/>
                    <a:pt x="952018" y="1460409"/>
                    <a:pt x="953672" y="1457234"/>
                  </a:cubicBezTo>
                  <a:cubicBezTo>
                    <a:pt x="950861" y="1456473"/>
                    <a:pt x="950464" y="1452471"/>
                    <a:pt x="946892" y="1452835"/>
                  </a:cubicBezTo>
                  <a:close/>
                  <a:moveTo>
                    <a:pt x="1170663" y="987433"/>
                  </a:moveTo>
                  <a:cubicBezTo>
                    <a:pt x="1170564" y="991931"/>
                    <a:pt x="1173508" y="994246"/>
                    <a:pt x="1177509" y="995337"/>
                  </a:cubicBezTo>
                  <a:cubicBezTo>
                    <a:pt x="1179527" y="995900"/>
                    <a:pt x="1180850" y="994511"/>
                    <a:pt x="1180949" y="992824"/>
                  </a:cubicBezTo>
                  <a:cubicBezTo>
                    <a:pt x="1181214" y="988161"/>
                    <a:pt x="1177939" y="986242"/>
                    <a:pt x="1174831" y="985052"/>
                  </a:cubicBezTo>
                  <a:cubicBezTo>
                    <a:pt x="1172019" y="984489"/>
                    <a:pt x="1170696" y="985779"/>
                    <a:pt x="1170663" y="987433"/>
                  </a:cubicBezTo>
                  <a:close/>
                  <a:moveTo>
                    <a:pt x="1372540" y="1764746"/>
                  </a:moveTo>
                  <a:cubicBezTo>
                    <a:pt x="1370358" y="1763257"/>
                    <a:pt x="1369432" y="1759983"/>
                    <a:pt x="1366025" y="1760149"/>
                  </a:cubicBezTo>
                  <a:cubicBezTo>
                    <a:pt x="1361494" y="1760380"/>
                    <a:pt x="1362916" y="1763820"/>
                    <a:pt x="1362751" y="1766300"/>
                  </a:cubicBezTo>
                  <a:cubicBezTo>
                    <a:pt x="1362585" y="1768648"/>
                    <a:pt x="1362916" y="1770831"/>
                    <a:pt x="1367943" y="1770567"/>
                  </a:cubicBezTo>
                  <a:cubicBezTo>
                    <a:pt x="1368869" y="1769376"/>
                    <a:pt x="1370721" y="1767061"/>
                    <a:pt x="1372540" y="1764746"/>
                  </a:cubicBezTo>
                  <a:close/>
                  <a:moveTo>
                    <a:pt x="1682500" y="1487694"/>
                  </a:moveTo>
                  <a:cubicBezTo>
                    <a:pt x="1685113" y="1488686"/>
                    <a:pt x="1683790" y="1485544"/>
                    <a:pt x="1685212" y="1484817"/>
                  </a:cubicBezTo>
                  <a:cubicBezTo>
                    <a:pt x="1689114" y="1482799"/>
                    <a:pt x="1687560" y="1478930"/>
                    <a:pt x="1687461" y="1475854"/>
                  </a:cubicBezTo>
                  <a:cubicBezTo>
                    <a:pt x="1687428" y="1474299"/>
                    <a:pt x="1685410" y="1473406"/>
                    <a:pt x="1683624" y="1473836"/>
                  </a:cubicBezTo>
                  <a:cubicBezTo>
                    <a:pt x="1682665" y="1474101"/>
                    <a:pt x="1681243" y="1474630"/>
                    <a:pt x="1681012" y="1475325"/>
                  </a:cubicBezTo>
                  <a:cubicBezTo>
                    <a:pt x="1680515" y="1476846"/>
                    <a:pt x="1680681" y="1478566"/>
                    <a:pt x="1680648" y="1478996"/>
                  </a:cubicBezTo>
                  <a:cubicBezTo>
                    <a:pt x="1680648" y="1481873"/>
                    <a:pt x="1680416" y="1483593"/>
                    <a:pt x="1680714" y="1485213"/>
                  </a:cubicBezTo>
                  <a:cubicBezTo>
                    <a:pt x="1680879" y="1486140"/>
                    <a:pt x="1681673" y="1487363"/>
                    <a:pt x="1682500" y="1487694"/>
                  </a:cubicBezTo>
                  <a:close/>
                  <a:moveTo>
                    <a:pt x="1979428" y="55802"/>
                  </a:moveTo>
                  <a:cubicBezTo>
                    <a:pt x="1983430" y="55736"/>
                    <a:pt x="1979792" y="52395"/>
                    <a:pt x="1981082" y="51139"/>
                  </a:cubicBezTo>
                  <a:cubicBezTo>
                    <a:pt x="1981082" y="49287"/>
                    <a:pt x="1981049" y="47633"/>
                    <a:pt x="1981115" y="45946"/>
                  </a:cubicBezTo>
                  <a:cubicBezTo>
                    <a:pt x="1981181" y="43300"/>
                    <a:pt x="1980123" y="41911"/>
                    <a:pt x="1977312" y="41977"/>
                  </a:cubicBezTo>
                  <a:cubicBezTo>
                    <a:pt x="1974104" y="42077"/>
                    <a:pt x="1974104" y="44260"/>
                    <a:pt x="1974104" y="46508"/>
                  </a:cubicBezTo>
                  <a:cubicBezTo>
                    <a:pt x="1974137" y="48658"/>
                    <a:pt x="1973707" y="50874"/>
                    <a:pt x="1975824" y="52495"/>
                  </a:cubicBezTo>
                  <a:cubicBezTo>
                    <a:pt x="1977146" y="53520"/>
                    <a:pt x="1978238" y="55802"/>
                    <a:pt x="1979428" y="55802"/>
                  </a:cubicBezTo>
                  <a:close/>
                  <a:moveTo>
                    <a:pt x="544328" y="2524894"/>
                  </a:moveTo>
                  <a:cubicBezTo>
                    <a:pt x="546743" y="2525092"/>
                    <a:pt x="548926" y="2524662"/>
                    <a:pt x="548859" y="2523802"/>
                  </a:cubicBezTo>
                  <a:cubicBezTo>
                    <a:pt x="548562" y="2516857"/>
                    <a:pt x="545089" y="2518147"/>
                    <a:pt x="542542" y="2517981"/>
                  </a:cubicBezTo>
                  <a:cubicBezTo>
                    <a:pt x="540161" y="2517849"/>
                    <a:pt x="538078" y="2518213"/>
                    <a:pt x="538177" y="2521487"/>
                  </a:cubicBezTo>
                  <a:cubicBezTo>
                    <a:pt x="538342" y="2526184"/>
                    <a:pt x="541848" y="2524728"/>
                    <a:pt x="544328" y="2524894"/>
                  </a:cubicBezTo>
                  <a:close/>
                  <a:moveTo>
                    <a:pt x="1006291" y="1273911"/>
                  </a:moveTo>
                  <a:cubicBezTo>
                    <a:pt x="1006225" y="1272985"/>
                    <a:pt x="1005200" y="1272125"/>
                    <a:pt x="1004604" y="1271265"/>
                  </a:cubicBezTo>
                  <a:cubicBezTo>
                    <a:pt x="1003810" y="1272059"/>
                    <a:pt x="1003149" y="1273018"/>
                    <a:pt x="1002190" y="1273613"/>
                  </a:cubicBezTo>
                  <a:cubicBezTo>
                    <a:pt x="998618" y="1275796"/>
                    <a:pt x="999279" y="1279301"/>
                    <a:pt x="999445" y="1282576"/>
                  </a:cubicBezTo>
                  <a:cubicBezTo>
                    <a:pt x="999511" y="1283469"/>
                    <a:pt x="1000536" y="1284329"/>
                    <a:pt x="1001132" y="1285222"/>
                  </a:cubicBezTo>
                  <a:cubicBezTo>
                    <a:pt x="1001925" y="1284428"/>
                    <a:pt x="1002587" y="1283436"/>
                    <a:pt x="1003513" y="1282873"/>
                  </a:cubicBezTo>
                  <a:cubicBezTo>
                    <a:pt x="1007118" y="1280657"/>
                    <a:pt x="1006423" y="1277152"/>
                    <a:pt x="1006291" y="1273911"/>
                  </a:cubicBezTo>
                  <a:close/>
                  <a:moveTo>
                    <a:pt x="1766240" y="894068"/>
                  </a:moveTo>
                  <a:cubicBezTo>
                    <a:pt x="1768556" y="894233"/>
                    <a:pt x="1771036" y="894564"/>
                    <a:pt x="1771433" y="891389"/>
                  </a:cubicBezTo>
                  <a:cubicBezTo>
                    <a:pt x="1771929" y="887321"/>
                    <a:pt x="1769349" y="886891"/>
                    <a:pt x="1766174" y="887057"/>
                  </a:cubicBezTo>
                  <a:cubicBezTo>
                    <a:pt x="1763925" y="887189"/>
                    <a:pt x="1761412" y="886627"/>
                    <a:pt x="1761015" y="889835"/>
                  </a:cubicBezTo>
                  <a:cubicBezTo>
                    <a:pt x="1760552" y="893837"/>
                    <a:pt x="1763032" y="894498"/>
                    <a:pt x="1766240" y="894068"/>
                  </a:cubicBezTo>
                  <a:close/>
                  <a:moveTo>
                    <a:pt x="1140732" y="77134"/>
                  </a:moveTo>
                  <a:cubicBezTo>
                    <a:pt x="1137822" y="77365"/>
                    <a:pt x="1133622" y="74620"/>
                    <a:pt x="1132166" y="79648"/>
                  </a:cubicBezTo>
                  <a:cubicBezTo>
                    <a:pt x="1131670" y="81367"/>
                    <a:pt x="1132663" y="83947"/>
                    <a:pt x="1133952" y="83715"/>
                  </a:cubicBezTo>
                  <a:cubicBezTo>
                    <a:pt x="1136863" y="83153"/>
                    <a:pt x="1141162" y="86626"/>
                    <a:pt x="1142551" y="81268"/>
                  </a:cubicBezTo>
                  <a:cubicBezTo>
                    <a:pt x="1142981" y="79350"/>
                    <a:pt x="1142121" y="77002"/>
                    <a:pt x="1140732" y="77134"/>
                  </a:cubicBezTo>
                  <a:close/>
                  <a:moveTo>
                    <a:pt x="1041249" y="1015479"/>
                  </a:moveTo>
                  <a:cubicBezTo>
                    <a:pt x="1040984" y="1013792"/>
                    <a:pt x="1040025" y="1012535"/>
                    <a:pt x="1037909" y="1012833"/>
                  </a:cubicBezTo>
                  <a:cubicBezTo>
                    <a:pt x="1034436" y="1013329"/>
                    <a:pt x="1032749" y="1015776"/>
                    <a:pt x="1031261" y="1018522"/>
                  </a:cubicBezTo>
                  <a:cubicBezTo>
                    <a:pt x="1032915" y="1020175"/>
                    <a:pt x="1034469" y="1021730"/>
                    <a:pt x="1036057" y="1023317"/>
                  </a:cubicBezTo>
                  <a:cubicBezTo>
                    <a:pt x="1037909" y="1020770"/>
                    <a:pt x="1041844" y="1019547"/>
                    <a:pt x="1041249" y="1015479"/>
                  </a:cubicBezTo>
                  <a:close/>
                  <a:moveTo>
                    <a:pt x="1925255" y="510025"/>
                  </a:moveTo>
                  <a:cubicBezTo>
                    <a:pt x="1924527" y="512076"/>
                    <a:pt x="1926115" y="513068"/>
                    <a:pt x="1927868" y="513399"/>
                  </a:cubicBezTo>
                  <a:cubicBezTo>
                    <a:pt x="1929621" y="513763"/>
                    <a:pt x="1931506" y="513267"/>
                    <a:pt x="1932068" y="511580"/>
                  </a:cubicBezTo>
                  <a:cubicBezTo>
                    <a:pt x="1932564" y="510058"/>
                    <a:pt x="1932167" y="508206"/>
                    <a:pt x="1932167" y="506520"/>
                  </a:cubicBezTo>
                  <a:cubicBezTo>
                    <a:pt x="1932167" y="505362"/>
                    <a:pt x="1932300" y="504205"/>
                    <a:pt x="1932134" y="503113"/>
                  </a:cubicBezTo>
                  <a:cubicBezTo>
                    <a:pt x="1931969" y="502088"/>
                    <a:pt x="1931671" y="500467"/>
                    <a:pt x="1931043" y="500269"/>
                  </a:cubicBezTo>
                  <a:cubicBezTo>
                    <a:pt x="1928860" y="499607"/>
                    <a:pt x="1929058" y="501360"/>
                    <a:pt x="1928562" y="502882"/>
                  </a:cubicBezTo>
                  <a:cubicBezTo>
                    <a:pt x="1927802" y="505362"/>
                    <a:pt x="1926148" y="507578"/>
                    <a:pt x="1925255" y="510025"/>
                  </a:cubicBezTo>
                  <a:close/>
                  <a:moveTo>
                    <a:pt x="859679" y="1768880"/>
                  </a:moveTo>
                  <a:cubicBezTo>
                    <a:pt x="859745" y="1769343"/>
                    <a:pt x="860638" y="1770104"/>
                    <a:pt x="860770" y="1770004"/>
                  </a:cubicBezTo>
                  <a:cubicBezTo>
                    <a:pt x="864144" y="1768318"/>
                    <a:pt x="867418" y="1766499"/>
                    <a:pt x="870593" y="1764779"/>
                  </a:cubicBezTo>
                  <a:cubicBezTo>
                    <a:pt x="869700" y="1762629"/>
                    <a:pt x="869567" y="1761207"/>
                    <a:pt x="868873" y="1760777"/>
                  </a:cubicBezTo>
                  <a:cubicBezTo>
                    <a:pt x="865797" y="1758925"/>
                    <a:pt x="863978" y="1761174"/>
                    <a:pt x="861895" y="1763026"/>
                  </a:cubicBezTo>
                  <a:cubicBezTo>
                    <a:pt x="860009" y="1764713"/>
                    <a:pt x="859183" y="1766499"/>
                    <a:pt x="859679" y="1768880"/>
                  </a:cubicBezTo>
                  <a:close/>
                  <a:moveTo>
                    <a:pt x="1504138" y="1026856"/>
                  </a:moveTo>
                  <a:cubicBezTo>
                    <a:pt x="1507346" y="1027021"/>
                    <a:pt x="1509925" y="1026591"/>
                    <a:pt x="1509396" y="1022523"/>
                  </a:cubicBezTo>
                  <a:cubicBezTo>
                    <a:pt x="1508999" y="1019348"/>
                    <a:pt x="1506552" y="1019679"/>
                    <a:pt x="1504204" y="1019844"/>
                  </a:cubicBezTo>
                  <a:cubicBezTo>
                    <a:pt x="1501029" y="1019414"/>
                    <a:pt x="1498515" y="1020076"/>
                    <a:pt x="1499011" y="1024078"/>
                  </a:cubicBezTo>
                  <a:cubicBezTo>
                    <a:pt x="1499375" y="1027286"/>
                    <a:pt x="1501889" y="1026724"/>
                    <a:pt x="1504138" y="1026856"/>
                  </a:cubicBezTo>
                  <a:close/>
                  <a:moveTo>
                    <a:pt x="1683327" y="1459780"/>
                  </a:moveTo>
                  <a:cubicBezTo>
                    <a:pt x="1687362" y="1460276"/>
                    <a:pt x="1688023" y="1457763"/>
                    <a:pt x="1687593" y="1454588"/>
                  </a:cubicBezTo>
                  <a:cubicBezTo>
                    <a:pt x="1687758" y="1452240"/>
                    <a:pt x="1688056" y="1449792"/>
                    <a:pt x="1684914" y="1449395"/>
                  </a:cubicBezTo>
                  <a:cubicBezTo>
                    <a:pt x="1680846" y="1448866"/>
                    <a:pt x="1680416" y="1451446"/>
                    <a:pt x="1680582" y="1454654"/>
                  </a:cubicBezTo>
                  <a:cubicBezTo>
                    <a:pt x="1680714" y="1456903"/>
                    <a:pt x="1680152" y="1459417"/>
                    <a:pt x="1683327" y="1459780"/>
                  </a:cubicBezTo>
                  <a:close/>
                  <a:moveTo>
                    <a:pt x="1418611" y="1541900"/>
                  </a:moveTo>
                  <a:cubicBezTo>
                    <a:pt x="1420165" y="1543455"/>
                    <a:pt x="1421951" y="1546498"/>
                    <a:pt x="1423274" y="1546299"/>
                  </a:cubicBezTo>
                  <a:cubicBezTo>
                    <a:pt x="1426317" y="1545902"/>
                    <a:pt x="1428566" y="1543455"/>
                    <a:pt x="1429492" y="1537766"/>
                  </a:cubicBezTo>
                  <a:cubicBezTo>
                    <a:pt x="1429459" y="1537932"/>
                    <a:pt x="1428136" y="1536940"/>
                    <a:pt x="1426449" y="1536708"/>
                  </a:cubicBezTo>
                  <a:cubicBezTo>
                    <a:pt x="1422381" y="1536113"/>
                    <a:pt x="1421158" y="1540048"/>
                    <a:pt x="1418611" y="1541900"/>
                  </a:cubicBezTo>
                  <a:close/>
                  <a:moveTo>
                    <a:pt x="1070122" y="1543719"/>
                  </a:moveTo>
                  <a:cubicBezTo>
                    <a:pt x="1069130" y="1543521"/>
                    <a:pt x="1067906" y="1543786"/>
                    <a:pt x="1066980" y="1544216"/>
                  </a:cubicBezTo>
                  <a:cubicBezTo>
                    <a:pt x="1064995" y="1545208"/>
                    <a:pt x="1065227" y="1547655"/>
                    <a:pt x="1065888" y="1548713"/>
                  </a:cubicBezTo>
                  <a:cubicBezTo>
                    <a:pt x="1067377" y="1550995"/>
                    <a:pt x="1070089" y="1552484"/>
                    <a:pt x="1069361" y="1555890"/>
                  </a:cubicBezTo>
                  <a:cubicBezTo>
                    <a:pt x="1069328" y="1556056"/>
                    <a:pt x="1070816" y="1556717"/>
                    <a:pt x="1071676" y="1556882"/>
                  </a:cubicBezTo>
                  <a:cubicBezTo>
                    <a:pt x="1071941" y="1556916"/>
                    <a:pt x="1072668" y="1556122"/>
                    <a:pt x="1072701" y="1555692"/>
                  </a:cubicBezTo>
                  <a:cubicBezTo>
                    <a:pt x="1072801" y="1554005"/>
                    <a:pt x="1072734" y="1552285"/>
                    <a:pt x="1072734" y="1550599"/>
                  </a:cubicBezTo>
                  <a:cubicBezTo>
                    <a:pt x="1072734" y="1549441"/>
                    <a:pt x="1072602" y="1548284"/>
                    <a:pt x="1072768" y="1547192"/>
                  </a:cubicBezTo>
                  <a:cubicBezTo>
                    <a:pt x="1073065" y="1545075"/>
                    <a:pt x="1071875" y="1544050"/>
                    <a:pt x="1070122" y="1543719"/>
                  </a:cubicBezTo>
                  <a:close/>
                  <a:moveTo>
                    <a:pt x="1443184" y="1444203"/>
                  </a:moveTo>
                  <a:cubicBezTo>
                    <a:pt x="1443184" y="1444567"/>
                    <a:pt x="1443879" y="1445063"/>
                    <a:pt x="1444342" y="1445361"/>
                  </a:cubicBezTo>
                  <a:cubicBezTo>
                    <a:pt x="1446855" y="1446981"/>
                    <a:pt x="1455752" y="1442417"/>
                    <a:pt x="1457042" y="1438878"/>
                  </a:cubicBezTo>
                  <a:cubicBezTo>
                    <a:pt x="1456645" y="1437919"/>
                    <a:pt x="1456446" y="1436266"/>
                    <a:pt x="1455851" y="1436133"/>
                  </a:cubicBezTo>
                  <a:cubicBezTo>
                    <a:pt x="1453966" y="1435670"/>
                    <a:pt x="1443283" y="1442649"/>
                    <a:pt x="1443184" y="1444203"/>
                  </a:cubicBezTo>
                  <a:close/>
                  <a:moveTo>
                    <a:pt x="1300276" y="739088"/>
                  </a:moveTo>
                  <a:cubicBezTo>
                    <a:pt x="1302724" y="740941"/>
                    <a:pt x="1306626" y="734789"/>
                    <a:pt x="1308577" y="740444"/>
                  </a:cubicBezTo>
                  <a:cubicBezTo>
                    <a:pt x="1309140" y="739551"/>
                    <a:pt x="1310033" y="738758"/>
                    <a:pt x="1310231" y="737799"/>
                  </a:cubicBezTo>
                  <a:cubicBezTo>
                    <a:pt x="1310430" y="736839"/>
                    <a:pt x="1310231" y="735517"/>
                    <a:pt x="1309702" y="734690"/>
                  </a:cubicBezTo>
                  <a:cubicBezTo>
                    <a:pt x="1308147" y="732275"/>
                    <a:pt x="1305601" y="733962"/>
                    <a:pt x="1303716" y="733466"/>
                  </a:cubicBezTo>
                  <a:cubicBezTo>
                    <a:pt x="1302426" y="733466"/>
                    <a:pt x="1301301" y="733532"/>
                    <a:pt x="1300177" y="733433"/>
                  </a:cubicBezTo>
                  <a:cubicBezTo>
                    <a:pt x="1298457" y="733301"/>
                    <a:pt x="1296572" y="733863"/>
                    <a:pt x="1296870" y="735517"/>
                  </a:cubicBezTo>
                  <a:cubicBezTo>
                    <a:pt x="1297101" y="736873"/>
                    <a:pt x="1298920" y="738063"/>
                    <a:pt x="1300276" y="739088"/>
                  </a:cubicBezTo>
                  <a:close/>
                  <a:moveTo>
                    <a:pt x="1744313" y="1044219"/>
                  </a:moveTo>
                  <a:cubicBezTo>
                    <a:pt x="1747455" y="1043822"/>
                    <a:pt x="1747157" y="1041375"/>
                    <a:pt x="1746959" y="1039027"/>
                  </a:cubicBezTo>
                  <a:cubicBezTo>
                    <a:pt x="1747422" y="1035852"/>
                    <a:pt x="1746760" y="1033338"/>
                    <a:pt x="1742726" y="1033834"/>
                  </a:cubicBezTo>
                  <a:cubicBezTo>
                    <a:pt x="1739551" y="1034198"/>
                    <a:pt x="1740113" y="1036712"/>
                    <a:pt x="1739981" y="1038961"/>
                  </a:cubicBezTo>
                  <a:cubicBezTo>
                    <a:pt x="1739815" y="1042169"/>
                    <a:pt x="1740245" y="1044748"/>
                    <a:pt x="1744313" y="1044219"/>
                  </a:cubicBezTo>
                  <a:close/>
                  <a:moveTo>
                    <a:pt x="1048327" y="317045"/>
                  </a:moveTo>
                  <a:cubicBezTo>
                    <a:pt x="1048128" y="319426"/>
                    <a:pt x="1048558" y="321609"/>
                    <a:pt x="1049418" y="321543"/>
                  </a:cubicBezTo>
                  <a:cubicBezTo>
                    <a:pt x="1056363" y="321245"/>
                    <a:pt x="1055074" y="317806"/>
                    <a:pt x="1055239" y="315259"/>
                  </a:cubicBezTo>
                  <a:cubicBezTo>
                    <a:pt x="1055371" y="312845"/>
                    <a:pt x="1055007" y="310761"/>
                    <a:pt x="1051733" y="310893"/>
                  </a:cubicBezTo>
                  <a:cubicBezTo>
                    <a:pt x="1047037" y="311026"/>
                    <a:pt x="1048492" y="314531"/>
                    <a:pt x="1048327" y="317045"/>
                  </a:cubicBezTo>
                  <a:close/>
                  <a:moveTo>
                    <a:pt x="1069229" y="310993"/>
                  </a:moveTo>
                  <a:cubicBezTo>
                    <a:pt x="1069659" y="308975"/>
                    <a:pt x="1068435" y="307785"/>
                    <a:pt x="1066781" y="307454"/>
                  </a:cubicBezTo>
                  <a:cubicBezTo>
                    <a:pt x="1062680" y="306693"/>
                    <a:pt x="1061424" y="310662"/>
                    <a:pt x="1058877" y="312514"/>
                  </a:cubicBezTo>
                  <a:cubicBezTo>
                    <a:pt x="1060365" y="314101"/>
                    <a:pt x="1061820" y="315689"/>
                    <a:pt x="1063408" y="317376"/>
                  </a:cubicBezTo>
                  <a:cubicBezTo>
                    <a:pt x="1066384" y="316152"/>
                    <a:pt x="1068534" y="314234"/>
                    <a:pt x="1069229" y="310993"/>
                  </a:cubicBezTo>
                  <a:close/>
                  <a:moveTo>
                    <a:pt x="1206316" y="283013"/>
                  </a:moveTo>
                  <a:cubicBezTo>
                    <a:pt x="1204431" y="282616"/>
                    <a:pt x="1202083" y="283443"/>
                    <a:pt x="1202215" y="284832"/>
                  </a:cubicBezTo>
                  <a:cubicBezTo>
                    <a:pt x="1202446" y="287742"/>
                    <a:pt x="1199701" y="291943"/>
                    <a:pt x="1204728" y="293398"/>
                  </a:cubicBezTo>
                  <a:cubicBezTo>
                    <a:pt x="1206415" y="293894"/>
                    <a:pt x="1209028" y="292902"/>
                    <a:pt x="1208763" y="291612"/>
                  </a:cubicBezTo>
                  <a:cubicBezTo>
                    <a:pt x="1208234" y="288701"/>
                    <a:pt x="1211707" y="284402"/>
                    <a:pt x="1206316" y="283013"/>
                  </a:cubicBezTo>
                  <a:close/>
                  <a:moveTo>
                    <a:pt x="283218" y="2054266"/>
                  </a:moveTo>
                  <a:cubicBezTo>
                    <a:pt x="283416" y="2056019"/>
                    <a:pt x="284408" y="2057243"/>
                    <a:pt x="286492" y="2057011"/>
                  </a:cubicBezTo>
                  <a:cubicBezTo>
                    <a:pt x="290031" y="2056614"/>
                    <a:pt x="291651" y="2054001"/>
                    <a:pt x="293239" y="2051323"/>
                  </a:cubicBezTo>
                  <a:cubicBezTo>
                    <a:pt x="291585" y="2049702"/>
                    <a:pt x="290031" y="2048148"/>
                    <a:pt x="288443" y="2046560"/>
                  </a:cubicBezTo>
                  <a:cubicBezTo>
                    <a:pt x="286525" y="2049007"/>
                    <a:pt x="282722" y="2050264"/>
                    <a:pt x="283218" y="2054266"/>
                  </a:cubicBezTo>
                  <a:close/>
                  <a:moveTo>
                    <a:pt x="632501" y="1309695"/>
                  </a:moveTo>
                  <a:cubicBezTo>
                    <a:pt x="635775" y="1309795"/>
                    <a:pt x="636139" y="1307711"/>
                    <a:pt x="636007" y="1305330"/>
                  </a:cubicBezTo>
                  <a:cubicBezTo>
                    <a:pt x="635841" y="1302783"/>
                    <a:pt x="637131" y="1299311"/>
                    <a:pt x="631674" y="1299079"/>
                  </a:cubicBezTo>
                  <a:cubicBezTo>
                    <a:pt x="629491" y="1299079"/>
                    <a:pt x="628863" y="1301063"/>
                    <a:pt x="629061" y="1303544"/>
                  </a:cubicBezTo>
                  <a:cubicBezTo>
                    <a:pt x="629293" y="1306057"/>
                    <a:pt x="627804" y="1309530"/>
                    <a:pt x="632501" y="1309695"/>
                  </a:cubicBezTo>
                  <a:close/>
                  <a:moveTo>
                    <a:pt x="1019487" y="1044351"/>
                  </a:moveTo>
                  <a:cubicBezTo>
                    <a:pt x="1018594" y="1044351"/>
                    <a:pt x="1017172" y="1045244"/>
                    <a:pt x="1016907" y="1046038"/>
                  </a:cubicBezTo>
                  <a:cubicBezTo>
                    <a:pt x="1014824" y="1052520"/>
                    <a:pt x="1022034" y="1050007"/>
                    <a:pt x="1023753" y="1052884"/>
                  </a:cubicBezTo>
                  <a:cubicBezTo>
                    <a:pt x="1024018" y="1053347"/>
                    <a:pt x="1024481" y="1053976"/>
                    <a:pt x="1024944" y="1054042"/>
                  </a:cubicBezTo>
                  <a:cubicBezTo>
                    <a:pt x="1027160" y="1054439"/>
                    <a:pt x="1027425" y="1053017"/>
                    <a:pt x="1027292" y="1050966"/>
                  </a:cubicBezTo>
                  <a:cubicBezTo>
                    <a:pt x="1026135" y="1047361"/>
                    <a:pt x="1024117" y="1044285"/>
                    <a:pt x="1019487" y="1044351"/>
                  </a:cubicBezTo>
                  <a:close/>
                  <a:moveTo>
                    <a:pt x="1133721" y="398074"/>
                  </a:moveTo>
                  <a:cubicBezTo>
                    <a:pt x="1135308" y="396618"/>
                    <a:pt x="1136896" y="395130"/>
                    <a:pt x="1138616" y="393576"/>
                  </a:cubicBezTo>
                  <a:cubicBezTo>
                    <a:pt x="1137392" y="390599"/>
                    <a:pt x="1135474" y="388416"/>
                    <a:pt x="1132200" y="387755"/>
                  </a:cubicBezTo>
                  <a:cubicBezTo>
                    <a:pt x="1130215" y="387325"/>
                    <a:pt x="1128991" y="388549"/>
                    <a:pt x="1128694" y="390202"/>
                  </a:cubicBezTo>
                  <a:cubicBezTo>
                    <a:pt x="1127900" y="394303"/>
                    <a:pt x="1131869" y="395560"/>
                    <a:pt x="1133721" y="398074"/>
                  </a:cubicBezTo>
                  <a:close/>
                  <a:moveTo>
                    <a:pt x="1273553" y="1899882"/>
                  </a:moveTo>
                  <a:cubicBezTo>
                    <a:pt x="1276761" y="1900047"/>
                    <a:pt x="1279341" y="1899617"/>
                    <a:pt x="1278812" y="1895582"/>
                  </a:cubicBezTo>
                  <a:cubicBezTo>
                    <a:pt x="1278448" y="1892407"/>
                    <a:pt x="1275968" y="1892705"/>
                    <a:pt x="1273222" y="1892936"/>
                  </a:cubicBezTo>
                  <a:cubicBezTo>
                    <a:pt x="1270246" y="1892209"/>
                    <a:pt x="1267997" y="1893234"/>
                    <a:pt x="1268427" y="1897137"/>
                  </a:cubicBezTo>
                  <a:cubicBezTo>
                    <a:pt x="1268758" y="1900312"/>
                    <a:pt x="1271304" y="1899749"/>
                    <a:pt x="1273553" y="1899882"/>
                  </a:cubicBezTo>
                  <a:close/>
                  <a:moveTo>
                    <a:pt x="780436" y="1937419"/>
                  </a:moveTo>
                  <a:cubicBezTo>
                    <a:pt x="783479" y="1937089"/>
                    <a:pt x="785695" y="1934575"/>
                    <a:pt x="786720" y="1928920"/>
                  </a:cubicBezTo>
                  <a:cubicBezTo>
                    <a:pt x="786687" y="1929052"/>
                    <a:pt x="785331" y="1928093"/>
                    <a:pt x="783644" y="1927828"/>
                  </a:cubicBezTo>
                  <a:cubicBezTo>
                    <a:pt x="779576" y="1927200"/>
                    <a:pt x="778352" y="1931136"/>
                    <a:pt x="775806" y="1932988"/>
                  </a:cubicBezTo>
                  <a:cubicBezTo>
                    <a:pt x="777360" y="1934575"/>
                    <a:pt x="779080" y="1937585"/>
                    <a:pt x="780436" y="1937419"/>
                  </a:cubicBezTo>
                  <a:close/>
                  <a:moveTo>
                    <a:pt x="1443019" y="1951376"/>
                  </a:moveTo>
                  <a:cubicBezTo>
                    <a:pt x="1442787" y="1949690"/>
                    <a:pt x="1441795" y="1948433"/>
                    <a:pt x="1439678" y="1948730"/>
                  </a:cubicBezTo>
                  <a:cubicBezTo>
                    <a:pt x="1436206" y="1949226"/>
                    <a:pt x="1434519" y="1951674"/>
                    <a:pt x="1433031" y="1954419"/>
                  </a:cubicBezTo>
                  <a:cubicBezTo>
                    <a:pt x="1434684" y="1956073"/>
                    <a:pt x="1436239" y="1957627"/>
                    <a:pt x="1437826" y="1959215"/>
                  </a:cubicBezTo>
                  <a:cubicBezTo>
                    <a:pt x="1439678" y="1956668"/>
                    <a:pt x="1443614" y="1955444"/>
                    <a:pt x="1443019" y="1951376"/>
                  </a:cubicBezTo>
                  <a:close/>
                  <a:moveTo>
                    <a:pt x="1709785" y="924694"/>
                  </a:moveTo>
                  <a:cubicBezTo>
                    <a:pt x="1711769" y="925950"/>
                    <a:pt x="1712662" y="922379"/>
                    <a:pt x="1715275" y="921089"/>
                  </a:cubicBezTo>
                  <a:cubicBezTo>
                    <a:pt x="1714316" y="918112"/>
                    <a:pt x="1712067" y="916194"/>
                    <a:pt x="1709355" y="915202"/>
                  </a:cubicBezTo>
                  <a:cubicBezTo>
                    <a:pt x="1708264" y="914838"/>
                    <a:pt x="1705618" y="915863"/>
                    <a:pt x="1705287" y="916822"/>
                  </a:cubicBezTo>
                  <a:cubicBezTo>
                    <a:pt x="1703766" y="920890"/>
                    <a:pt x="1707271" y="923040"/>
                    <a:pt x="1709785" y="924694"/>
                  </a:cubicBezTo>
                  <a:close/>
                  <a:moveTo>
                    <a:pt x="1061357" y="1093134"/>
                  </a:moveTo>
                  <a:cubicBezTo>
                    <a:pt x="1064797" y="1093729"/>
                    <a:pt x="1066054" y="1090753"/>
                    <a:pt x="1068071" y="1089099"/>
                  </a:cubicBezTo>
                  <a:cubicBezTo>
                    <a:pt x="1070651" y="1086949"/>
                    <a:pt x="1067476" y="1086486"/>
                    <a:pt x="1066781" y="1085626"/>
                  </a:cubicBezTo>
                  <a:cubicBezTo>
                    <a:pt x="1065723" y="1084337"/>
                    <a:pt x="1064632" y="1081592"/>
                    <a:pt x="1062118" y="1084469"/>
                  </a:cubicBezTo>
                  <a:cubicBezTo>
                    <a:pt x="1060299" y="1086519"/>
                    <a:pt x="1057819" y="1088206"/>
                    <a:pt x="1058877" y="1091381"/>
                  </a:cubicBezTo>
                  <a:cubicBezTo>
                    <a:pt x="1059141" y="1092175"/>
                    <a:pt x="1060531" y="1092572"/>
                    <a:pt x="1061357" y="1093134"/>
                  </a:cubicBezTo>
                  <a:close/>
                  <a:moveTo>
                    <a:pt x="428176" y="2214339"/>
                  </a:moveTo>
                  <a:cubicBezTo>
                    <a:pt x="427217" y="2214670"/>
                    <a:pt x="426291" y="2217183"/>
                    <a:pt x="426523" y="2218506"/>
                  </a:cubicBezTo>
                  <a:cubicBezTo>
                    <a:pt x="427283" y="2222673"/>
                    <a:pt x="430855" y="2220722"/>
                    <a:pt x="433303" y="2221119"/>
                  </a:cubicBezTo>
                  <a:cubicBezTo>
                    <a:pt x="434989" y="2221351"/>
                    <a:pt x="436345" y="2220921"/>
                    <a:pt x="436345" y="2218837"/>
                  </a:cubicBezTo>
                  <a:cubicBezTo>
                    <a:pt x="433898" y="2216753"/>
                    <a:pt x="432211" y="2212983"/>
                    <a:pt x="428176" y="2214339"/>
                  </a:cubicBezTo>
                  <a:close/>
                  <a:moveTo>
                    <a:pt x="1542535" y="1264187"/>
                  </a:moveTo>
                  <a:cubicBezTo>
                    <a:pt x="1543461" y="1263030"/>
                    <a:pt x="1544255" y="1261376"/>
                    <a:pt x="1544288" y="1259921"/>
                  </a:cubicBezTo>
                  <a:cubicBezTo>
                    <a:pt x="1544321" y="1257440"/>
                    <a:pt x="1545578" y="1254034"/>
                    <a:pt x="1541014" y="1253736"/>
                  </a:cubicBezTo>
                  <a:cubicBezTo>
                    <a:pt x="1538963" y="1253637"/>
                    <a:pt x="1538037" y="1254629"/>
                    <a:pt x="1537409" y="1256283"/>
                  </a:cubicBezTo>
                  <a:cubicBezTo>
                    <a:pt x="1537277" y="1257903"/>
                    <a:pt x="1542039" y="1264782"/>
                    <a:pt x="1542535" y="1264187"/>
                  </a:cubicBezTo>
                  <a:close/>
                  <a:moveTo>
                    <a:pt x="1999008" y="572897"/>
                  </a:moveTo>
                  <a:cubicBezTo>
                    <a:pt x="2000760" y="573228"/>
                    <a:pt x="2001786" y="571872"/>
                    <a:pt x="2001984" y="570152"/>
                  </a:cubicBezTo>
                  <a:cubicBezTo>
                    <a:pt x="2002513" y="566117"/>
                    <a:pt x="1998809" y="564794"/>
                    <a:pt x="1996693" y="562479"/>
                  </a:cubicBezTo>
                  <a:cubicBezTo>
                    <a:pt x="1996130" y="563934"/>
                    <a:pt x="1995204" y="565389"/>
                    <a:pt x="1995171" y="566878"/>
                  </a:cubicBezTo>
                  <a:cubicBezTo>
                    <a:pt x="1995039" y="569424"/>
                    <a:pt x="1994179" y="572765"/>
                    <a:pt x="1999008" y="572897"/>
                  </a:cubicBezTo>
                  <a:close/>
                  <a:moveTo>
                    <a:pt x="1296440" y="1282576"/>
                  </a:moveTo>
                  <a:cubicBezTo>
                    <a:pt x="1296307" y="1283336"/>
                    <a:pt x="1297300" y="1284659"/>
                    <a:pt x="1298126" y="1285122"/>
                  </a:cubicBezTo>
                  <a:cubicBezTo>
                    <a:pt x="1298986" y="1285651"/>
                    <a:pt x="1303616" y="1278805"/>
                    <a:pt x="1303253" y="1277251"/>
                  </a:cubicBezTo>
                  <a:cubicBezTo>
                    <a:pt x="1302856" y="1275531"/>
                    <a:pt x="1301731" y="1274341"/>
                    <a:pt x="1301533" y="1274374"/>
                  </a:cubicBezTo>
                  <a:cubicBezTo>
                    <a:pt x="1294257" y="1275498"/>
                    <a:pt x="1296969" y="1279798"/>
                    <a:pt x="1296440" y="1282576"/>
                  </a:cubicBezTo>
                  <a:close/>
                  <a:moveTo>
                    <a:pt x="1114671" y="1264584"/>
                  </a:moveTo>
                  <a:cubicBezTo>
                    <a:pt x="1115134" y="1258697"/>
                    <a:pt x="1108982" y="1262302"/>
                    <a:pt x="1107593" y="1259061"/>
                  </a:cubicBezTo>
                  <a:cubicBezTo>
                    <a:pt x="1106800" y="1257176"/>
                    <a:pt x="1104881" y="1257374"/>
                    <a:pt x="1104319" y="1259193"/>
                  </a:cubicBezTo>
                  <a:cubicBezTo>
                    <a:pt x="1103856" y="1260549"/>
                    <a:pt x="1103360" y="1262864"/>
                    <a:pt x="1105410" y="1263625"/>
                  </a:cubicBezTo>
                  <a:cubicBezTo>
                    <a:pt x="1107891" y="1264551"/>
                    <a:pt x="1110768" y="1264551"/>
                    <a:pt x="1112455" y="1267131"/>
                  </a:cubicBezTo>
                  <a:cubicBezTo>
                    <a:pt x="1112488" y="1267197"/>
                    <a:pt x="1114009" y="1266436"/>
                    <a:pt x="1114605" y="1265841"/>
                  </a:cubicBezTo>
                  <a:cubicBezTo>
                    <a:pt x="1114902" y="1265576"/>
                    <a:pt x="1114671" y="1264782"/>
                    <a:pt x="1114671" y="1264584"/>
                  </a:cubicBezTo>
                  <a:close/>
                  <a:moveTo>
                    <a:pt x="1447318" y="2322421"/>
                  </a:moveTo>
                  <a:cubicBezTo>
                    <a:pt x="1445565" y="2322091"/>
                    <a:pt x="1443283" y="2322719"/>
                    <a:pt x="1443250" y="2324240"/>
                  </a:cubicBezTo>
                  <a:cubicBezTo>
                    <a:pt x="1443151" y="2326886"/>
                    <a:pt x="1441828" y="2329863"/>
                    <a:pt x="1444209" y="2332211"/>
                  </a:cubicBezTo>
                  <a:cubicBezTo>
                    <a:pt x="1444408" y="2332442"/>
                    <a:pt x="1445202" y="2332442"/>
                    <a:pt x="1445334" y="2332277"/>
                  </a:cubicBezTo>
                  <a:cubicBezTo>
                    <a:pt x="1446921" y="2330094"/>
                    <a:pt x="1450163" y="2329135"/>
                    <a:pt x="1450096" y="2325332"/>
                  </a:cubicBezTo>
                  <a:cubicBezTo>
                    <a:pt x="1450361" y="2323645"/>
                    <a:pt x="1449071" y="2322752"/>
                    <a:pt x="1447318" y="2322421"/>
                  </a:cubicBezTo>
                  <a:close/>
                  <a:moveTo>
                    <a:pt x="1554706" y="1075705"/>
                  </a:moveTo>
                  <a:cubicBezTo>
                    <a:pt x="1552259" y="1076101"/>
                    <a:pt x="1548654" y="1074117"/>
                    <a:pt x="1547992" y="1078384"/>
                  </a:cubicBezTo>
                  <a:cubicBezTo>
                    <a:pt x="1547794" y="1079706"/>
                    <a:pt x="1548654" y="1081790"/>
                    <a:pt x="1549745" y="1082551"/>
                  </a:cubicBezTo>
                  <a:cubicBezTo>
                    <a:pt x="1551266" y="1083642"/>
                    <a:pt x="1557451" y="1079872"/>
                    <a:pt x="1557881" y="1077854"/>
                  </a:cubicBezTo>
                  <a:cubicBezTo>
                    <a:pt x="1557683" y="1075936"/>
                    <a:pt x="1556393" y="1075440"/>
                    <a:pt x="1554706" y="1075705"/>
                  </a:cubicBezTo>
                  <a:close/>
                  <a:moveTo>
                    <a:pt x="1450130" y="2380894"/>
                  </a:moveTo>
                  <a:cubicBezTo>
                    <a:pt x="1450163" y="2385326"/>
                    <a:pt x="1453007" y="2387641"/>
                    <a:pt x="1456943" y="2388666"/>
                  </a:cubicBezTo>
                  <a:cubicBezTo>
                    <a:pt x="1457769" y="2388865"/>
                    <a:pt x="1458861" y="2388038"/>
                    <a:pt x="1460878" y="2387343"/>
                  </a:cubicBezTo>
                  <a:cubicBezTo>
                    <a:pt x="1457670" y="2384135"/>
                    <a:pt x="1454727" y="2381192"/>
                    <a:pt x="1451816" y="2378281"/>
                  </a:cubicBezTo>
                  <a:cubicBezTo>
                    <a:pt x="1451221" y="2379141"/>
                    <a:pt x="1450130" y="2380001"/>
                    <a:pt x="1450130" y="2380894"/>
                  </a:cubicBezTo>
                  <a:close/>
                  <a:moveTo>
                    <a:pt x="2443045" y="1217852"/>
                  </a:moveTo>
                  <a:cubicBezTo>
                    <a:pt x="2444764" y="1219869"/>
                    <a:pt x="2447245" y="1218646"/>
                    <a:pt x="2449362" y="1218844"/>
                  </a:cubicBezTo>
                  <a:cubicBezTo>
                    <a:pt x="2452636" y="1219142"/>
                    <a:pt x="2452669" y="1216728"/>
                    <a:pt x="2452768" y="1214512"/>
                  </a:cubicBezTo>
                  <a:cubicBezTo>
                    <a:pt x="2452140" y="1212759"/>
                    <a:pt x="2451280" y="1211535"/>
                    <a:pt x="2449196" y="1211866"/>
                  </a:cubicBezTo>
                  <a:cubicBezTo>
                    <a:pt x="2446583" y="1212296"/>
                    <a:pt x="2442019" y="1216661"/>
                    <a:pt x="2443045" y="1217852"/>
                  </a:cubicBezTo>
                  <a:close/>
                  <a:moveTo>
                    <a:pt x="562089" y="2387575"/>
                  </a:moveTo>
                  <a:cubicBezTo>
                    <a:pt x="562155" y="2385458"/>
                    <a:pt x="560799" y="2385028"/>
                    <a:pt x="559112" y="2385260"/>
                  </a:cubicBezTo>
                  <a:cubicBezTo>
                    <a:pt x="556632" y="2385657"/>
                    <a:pt x="553093" y="2383705"/>
                    <a:pt x="552299" y="2387840"/>
                  </a:cubicBezTo>
                  <a:cubicBezTo>
                    <a:pt x="552067" y="2389129"/>
                    <a:pt x="552960" y="2391676"/>
                    <a:pt x="553920" y="2392007"/>
                  </a:cubicBezTo>
                  <a:cubicBezTo>
                    <a:pt x="557954" y="2393429"/>
                    <a:pt x="559674" y="2389659"/>
                    <a:pt x="562089" y="2387575"/>
                  </a:cubicBezTo>
                  <a:close/>
                  <a:moveTo>
                    <a:pt x="609780" y="2273209"/>
                  </a:moveTo>
                  <a:cubicBezTo>
                    <a:pt x="613881" y="2274929"/>
                    <a:pt x="615468" y="2270927"/>
                    <a:pt x="618015" y="2268843"/>
                  </a:cubicBezTo>
                  <a:cubicBezTo>
                    <a:pt x="617618" y="2268083"/>
                    <a:pt x="617056" y="2266594"/>
                    <a:pt x="616824" y="2266627"/>
                  </a:cubicBezTo>
                  <a:cubicBezTo>
                    <a:pt x="613881" y="2267223"/>
                    <a:pt x="609780" y="2264478"/>
                    <a:pt x="608225" y="2269009"/>
                  </a:cubicBezTo>
                  <a:cubicBezTo>
                    <a:pt x="607828" y="2270166"/>
                    <a:pt x="608788" y="2272812"/>
                    <a:pt x="609780" y="2273209"/>
                  </a:cubicBezTo>
                  <a:close/>
                  <a:moveTo>
                    <a:pt x="1428268" y="2317791"/>
                  </a:moveTo>
                  <a:cubicBezTo>
                    <a:pt x="1428202" y="2316137"/>
                    <a:pt x="1426350" y="2314517"/>
                    <a:pt x="1424498" y="2311640"/>
                  </a:cubicBezTo>
                  <a:cubicBezTo>
                    <a:pt x="1422414" y="2314980"/>
                    <a:pt x="1420728" y="2317460"/>
                    <a:pt x="1419306" y="2320073"/>
                  </a:cubicBezTo>
                  <a:cubicBezTo>
                    <a:pt x="1419074" y="2320536"/>
                    <a:pt x="1419769" y="2321859"/>
                    <a:pt x="1420397" y="2322355"/>
                  </a:cubicBezTo>
                  <a:cubicBezTo>
                    <a:pt x="1421753" y="2323380"/>
                    <a:pt x="1428334" y="2319908"/>
                    <a:pt x="1428268" y="2317791"/>
                  </a:cubicBezTo>
                  <a:close/>
                  <a:moveTo>
                    <a:pt x="1360204" y="976817"/>
                  </a:moveTo>
                  <a:cubicBezTo>
                    <a:pt x="1360403" y="979032"/>
                    <a:pt x="1364107" y="977643"/>
                    <a:pt x="1366224" y="977875"/>
                  </a:cubicBezTo>
                  <a:cubicBezTo>
                    <a:pt x="1369498" y="978239"/>
                    <a:pt x="1369663" y="975924"/>
                    <a:pt x="1369729" y="973675"/>
                  </a:cubicBezTo>
                  <a:cubicBezTo>
                    <a:pt x="1369167" y="971889"/>
                    <a:pt x="1368406" y="970533"/>
                    <a:pt x="1366257" y="970930"/>
                  </a:cubicBezTo>
                  <a:cubicBezTo>
                    <a:pt x="1362850" y="971525"/>
                    <a:pt x="1359907" y="973708"/>
                    <a:pt x="1360204" y="976817"/>
                  </a:cubicBezTo>
                  <a:close/>
                  <a:moveTo>
                    <a:pt x="647284" y="1934840"/>
                  </a:moveTo>
                  <a:cubicBezTo>
                    <a:pt x="642886" y="1934972"/>
                    <a:pt x="640604" y="1937750"/>
                    <a:pt x="639545" y="1941752"/>
                  </a:cubicBezTo>
                  <a:cubicBezTo>
                    <a:pt x="639413" y="1942248"/>
                    <a:pt x="639281" y="1943075"/>
                    <a:pt x="639578" y="1943340"/>
                  </a:cubicBezTo>
                  <a:cubicBezTo>
                    <a:pt x="640174" y="1943935"/>
                    <a:pt x="641530" y="1944795"/>
                    <a:pt x="641728" y="1944629"/>
                  </a:cubicBezTo>
                  <a:cubicBezTo>
                    <a:pt x="644639" y="1942083"/>
                    <a:pt x="647384" y="1939371"/>
                    <a:pt x="650228" y="1936626"/>
                  </a:cubicBezTo>
                  <a:cubicBezTo>
                    <a:pt x="649070" y="1935898"/>
                    <a:pt x="648144" y="1934840"/>
                    <a:pt x="647284" y="1934840"/>
                  </a:cubicBezTo>
                  <a:close/>
                  <a:moveTo>
                    <a:pt x="1899293" y="1347762"/>
                  </a:moveTo>
                  <a:cubicBezTo>
                    <a:pt x="1897242" y="1349813"/>
                    <a:pt x="1894563" y="1351334"/>
                    <a:pt x="1894299" y="1353153"/>
                  </a:cubicBezTo>
                  <a:cubicBezTo>
                    <a:pt x="1894100" y="1354575"/>
                    <a:pt x="1896845" y="1357618"/>
                    <a:pt x="1898499" y="1357750"/>
                  </a:cubicBezTo>
                  <a:cubicBezTo>
                    <a:pt x="1901046" y="1358015"/>
                    <a:pt x="1903526" y="1355237"/>
                    <a:pt x="1903526" y="1352922"/>
                  </a:cubicBezTo>
                  <a:cubicBezTo>
                    <a:pt x="1903526" y="1351202"/>
                    <a:pt x="1900814" y="1349482"/>
                    <a:pt x="1899293" y="1347762"/>
                  </a:cubicBezTo>
                  <a:close/>
                  <a:moveTo>
                    <a:pt x="1935640" y="1339395"/>
                  </a:moveTo>
                  <a:cubicBezTo>
                    <a:pt x="1932134" y="1335955"/>
                    <a:pt x="1930910" y="1343000"/>
                    <a:pt x="1927570" y="1341181"/>
                  </a:cubicBezTo>
                  <a:cubicBezTo>
                    <a:pt x="1926710" y="1340685"/>
                    <a:pt x="1925255" y="1340850"/>
                    <a:pt x="1924230" y="1341181"/>
                  </a:cubicBezTo>
                  <a:cubicBezTo>
                    <a:pt x="1923337" y="1341445"/>
                    <a:pt x="1922609" y="1342338"/>
                    <a:pt x="1921815" y="1342967"/>
                  </a:cubicBezTo>
                  <a:cubicBezTo>
                    <a:pt x="1922708" y="1343496"/>
                    <a:pt x="1923568" y="1344290"/>
                    <a:pt x="1924560" y="1344521"/>
                  </a:cubicBezTo>
                  <a:cubicBezTo>
                    <a:pt x="1925619" y="1344786"/>
                    <a:pt x="1926809" y="1344587"/>
                    <a:pt x="1927967" y="1344587"/>
                  </a:cubicBezTo>
                  <a:cubicBezTo>
                    <a:pt x="1930679" y="1343761"/>
                    <a:pt x="1935144" y="1346704"/>
                    <a:pt x="1935673" y="1341049"/>
                  </a:cubicBezTo>
                  <a:cubicBezTo>
                    <a:pt x="1935706" y="1340486"/>
                    <a:pt x="1935905" y="1339660"/>
                    <a:pt x="1935640" y="1339395"/>
                  </a:cubicBezTo>
                  <a:close/>
                  <a:moveTo>
                    <a:pt x="669179" y="1864857"/>
                  </a:moveTo>
                  <a:cubicBezTo>
                    <a:pt x="671130" y="1862377"/>
                    <a:pt x="675000" y="1861153"/>
                    <a:pt x="674503" y="1857118"/>
                  </a:cubicBezTo>
                  <a:cubicBezTo>
                    <a:pt x="674272" y="1856523"/>
                    <a:pt x="674007" y="1856027"/>
                    <a:pt x="673710" y="1855630"/>
                  </a:cubicBezTo>
                  <a:cubicBezTo>
                    <a:pt x="671990" y="1858276"/>
                    <a:pt x="670270" y="1860922"/>
                    <a:pt x="668583" y="1863568"/>
                  </a:cubicBezTo>
                  <a:cubicBezTo>
                    <a:pt x="668782" y="1863998"/>
                    <a:pt x="669013" y="1864428"/>
                    <a:pt x="669179" y="1864857"/>
                  </a:cubicBezTo>
                  <a:close/>
                  <a:moveTo>
                    <a:pt x="1358385" y="1895053"/>
                  </a:moveTo>
                  <a:cubicBezTo>
                    <a:pt x="1358319" y="1891051"/>
                    <a:pt x="1354383" y="1893267"/>
                    <a:pt x="1352101" y="1892936"/>
                  </a:cubicBezTo>
                  <a:cubicBezTo>
                    <a:pt x="1348860" y="1892473"/>
                    <a:pt x="1348530" y="1895020"/>
                    <a:pt x="1348827" y="1897269"/>
                  </a:cubicBezTo>
                  <a:cubicBezTo>
                    <a:pt x="1349026" y="1898989"/>
                    <a:pt x="1350183" y="1900245"/>
                    <a:pt x="1351705" y="1899948"/>
                  </a:cubicBezTo>
                  <a:cubicBezTo>
                    <a:pt x="1355640" y="1899849"/>
                    <a:pt x="1358451" y="1896508"/>
                    <a:pt x="1358385" y="1895053"/>
                  </a:cubicBezTo>
                  <a:close/>
                  <a:moveTo>
                    <a:pt x="1211608" y="262078"/>
                  </a:moveTo>
                  <a:cubicBezTo>
                    <a:pt x="1209888" y="262309"/>
                    <a:pt x="1208863" y="263368"/>
                    <a:pt x="1208929" y="265484"/>
                  </a:cubicBezTo>
                  <a:cubicBezTo>
                    <a:pt x="1208995" y="268924"/>
                    <a:pt x="1211905" y="271140"/>
                    <a:pt x="1213824" y="271669"/>
                  </a:cubicBezTo>
                  <a:cubicBezTo>
                    <a:pt x="1216866" y="272496"/>
                    <a:pt x="1215643" y="268957"/>
                    <a:pt x="1215609" y="269023"/>
                  </a:cubicBezTo>
                  <a:cubicBezTo>
                    <a:pt x="1216502" y="263764"/>
                    <a:pt x="1215477" y="261549"/>
                    <a:pt x="1211608" y="262078"/>
                  </a:cubicBezTo>
                  <a:close/>
                  <a:moveTo>
                    <a:pt x="1794187" y="1302684"/>
                  </a:moveTo>
                  <a:cubicBezTo>
                    <a:pt x="1792335" y="1305231"/>
                    <a:pt x="1788399" y="1306454"/>
                    <a:pt x="1788995" y="1310522"/>
                  </a:cubicBezTo>
                  <a:cubicBezTo>
                    <a:pt x="1789127" y="1311448"/>
                    <a:pt x="1790086" y="1312275"/>
                    <a:pt x="1790648" y="1313135"/>
                  </a:cubicBezTo>
                  <a:cubicBezTo>
                    <a:pt x="1793459" y="1311283"/>
                    <a:pt x="1796238" y="1309431"/>
                    <a:pt x="1799049" y="1307546"/>
                  </a:cubicBezTo>
                  <a:cubicBezTo>
                    <a:pt x="1797329" y="1305826"/>
                    <a:pt x="1795741" y="1304238"/>
                    <a:pt x="1794187" y="1302684"/>
                  </a:cubicBezTo>
                  <a:close/>
                  <a:moveTo>
                    <a:pt x="1345355" y="1400944"/>
                  </a:moveTo>
                  <a:cubicBezTo>
                    <a:pt x="1344991" y="1399158"/>
                    <a:pt x="1345189" y="1396578"/>
                    <a:pt x="1341816" y="1397008"/>
                  </a:cubicBezTo>
                  <a:cubicBezTo>
                    <a:pt x="1339699" y="1397273"/>
                    <a:pt x="1335995" y="1395850"/>
                    <a:pt x="1335763" y="1398066"/>
                  </a:cubicBezTo>
                  <a:cubicBezTo>
                    <a:pt x="1335433" y="1401208"/>
                    <a:pt x="1338376" y="1403325"/>
                    <a:pt x="1341783" y="1403953"/>
                  </a:cubicBezTo>
                  <a:cubicBezTo>
                    <a:pt x="1343866" y="1404350"/>
                    <a:pt x="1344693" y="1403027"/>
                    <a:pt x="1345355" y="1400944"/>
                  </a:cubicBezTo>
                  <a:close/>
                  <a:moveTo>
                    <a:pt x="2416189" y="1330796"/>
                  </a:moveTo>
                  <a:cubicBezTo>
                    <a:pt x="2419034" y="1330697"/>
                    <a:pt x="2417777" y="1328382"/>
                    <a:pt x="2417711" y="1327323"/>
                  </a:cubicBezTo>
                  <a:cubicBezTo>
                    <a:pt x="2417579" y="1325868"/>
                    <a:pt x="2418075" y="1324082"/>
                    <a:pt x="2417810" y="1322627"/>
                  </a:cubicBezTo>
                  <a:cubicBezTo>
                    <a:pt x="2416917" y="1322528"/>
                    <a:pt x="2415958" y="1322429"/>
                    <a:pt x="2415065" y="1322329"/>
                  </a:cubicBezTo>
                  <a:cubicBezTo>
                    <a:pt x="2413742" y="1322197"/>
                    <a:pt x="2412452" y="1321932"/>
                    <a:pt x="2411229" y="1321602"/>
                  </a:cubicBezTo>
                  <a:cubicBezTo>
                    <a:pt x="2411030" y="1321966"/>
                    <a:pt x="2410898" y="1322429"/>
                    <a:pt x="2410832" y="1322925"/>
                  </a:cubicBezTo>
                  <a:cubicBezTo>
                    <a:pt x="2410336" y="1327026"/>
                    <a:pt x="2414337" y="1328084"/>
                    <a:pt x="2416189" y="1330796"/>
                  </a:cubicBezTo>
                  <a:close/>
                  <a:moveTo>
                    <a:pt x="1663185" y="1194932"/>
                  </a:moveTo>
                  <a:cubicBezTo>
                    <a:pt x="1663218" y="1192584"/>
                    <a:pt x="1662557" y="1190600"/>
                    <a:pt x="1659514" y="1190964"/>
                  </a:cubicBezTo>
                  <a:cubicBezTo>
                    <a:pt x="1657397" y="1191228"/>
                    <a:pt x="1653627" y="1189773"/>
                    <a:pt x="1653561" y="1192154"/>
                  </a:cubicBezTo>
                  <a:cubicBezTo>
                    <a:pt x="1653462" y="1195065"/>
                    <a:pt x="1656339" y="1197545"/>
                    <a:pt x="1659911" y="1197909"/>
                  </a:cubicBezTo>
                  <a:cubicBezTo>
                    <a:pt x="1661962" y="1198107"/>
                    <a:pt x="1662821" y="1196884"/>
                    <a:pt x="1663185" y="1194932"/>
                  </a:cubicBezTo>
                  <a:close/>
                  <a:moveTo>
                    <a:pt x="1188390" y="2551121"/>
                  </a:moveTo>
                  <a:cubicBezTo>
                    <a:pt x="1188390" y="2552774"/>
                    <a:pt x="1191400" y="2555817"/>
                    <a:pt x="1192955" y="2555718"/>
                  </a:cubicBezTo>
                  <a:cubicBezTo>
                    <a:pt x="1195104" y="2555585"/>
                    <a:pt x="1197982" y="2553336"/>
                    <a:pt x="1197684" y="2550525"/>
                  </a:cubicBezTo>
                  <a:cubicBezTo>
                    <a:pt x="1197485" y="2548574"/>
                    <a:pt x="1195402" y="2546854"/>
                    <a:pt x="1194178" y="2545002"/>
                  </a:cubicBezTo>
                  <a:cubicBezTo>
                    <a:pt x="1191301" y="2547846"/>
                    <a:pt x="1188390" y="2549500"/>
                    <a:pt x="1188390" y="2551121"/>
                  </a:cubicBezTo>
                  <a:close/>
                  <a:moveTo>
                    <a:pt x="1542668" y="2430570"/>
                  </a:moveTo>
                  <a:cubicBezTo>
                    <a:pt x="1543527" y="2431066"/>
                    <a:pt x="1548191" y="2424220"/>
                    <a:pt x="1547827" y="2422665"/>
                  </a:cubicBezTo>
                  <a:cubicBezTo>
                    <a:pt x="1547430" y="2420979"/>
                    <a:pt x="1546306" y="2419788"/>
                    <a:pt x="1546107" y="2419821"/>
                  </a:cubicBezTo>
                  <a:cubicBezTo>
                    <a:pt x="1538831" y="2420912"/>
                    <a:pt x="1541543" y="2425212"/>
                    <a:pt x="1540981" y="2428023"/>
                  </a:cubicBezTo>
                  <a:cubicBezTo>
                    <a:pt x="1540849" y="2428751"/>
                    <a:pt x="1541874" y="2430074"/>
                    <a:pt x="1542668" y="2430570"/>
                  </a:cubicBezTo>
                  <a:close/>
                  <a:moveTo>
                    <a:pt x="1599123" y="2504918"/>
                  </a:moveTo>
                  <a:cubicBezTo>
                    <a:pt x="1596080" y="2504719"/>
                    <a:pt x="1593798" y="2507630"/>
                    <a:pt x="1593302" y="2511102"/>
                  </a:cubicBezTo>
                  <a:cubicBezTo>
                    <a:pt x="1592971" y="2513219"/>
                    <a:pt x="1594261" y="2514013"/>
                    <a:pt x="1596146" y="2514476"/>
                  </a:cubicBezTo>
                  <a:cubicBezTo>
                    <a:pt x="1598428" y="2514443"/>
                    <a:pt x="1600611" y="2514079"/>
                    <a:pt x="1600247" y="2510904"/>
                  </a:cubicBezTo>
                  <a:cubicBezTo>
                    <a:pt x="1599983" y="2508820"/>
                    <a:pt x="1601405" y="2505083"/>
                    <a:pt x="1599123" y="2504918"/>
                  </a:cubicBezTo>
                  <a:close/>
                  <a:moveTo>
                    <a:pt x="336498" y="1186499"/>
                  </a:moveTo>
                  <a:cubicBezTo>
                    <a:pt x="336928" y="1188549"/>
                    <a:pt x="338383" y="1190435"/>
                    <a:pt x="339508" y="1192617"/>
                  </a:cubicBezTo>
                  <a:cubicBezTo>
                    <a:pt x="340434" y="1191592"/>
                    <a:pt x="341294" y="1190699"/>
                    <a:pt x="342088" y="1189938"/>
                  </a:cubicBezTo>
                  <a:cubicBezTo>
                    <a:pt x="340169" y="1188450"/>
                    <a:pt x="338317" y="1186863"/>
                    <a:pt x="336465" y="1185308"/>
                  </a:cubicBezTo>
                  <a:cubicBezTo>
                    <a:pt x="336399" y="1185672"/>
                    <a:pt x="336399" y="1186069"/>
                    <a:pt x="336498" y="1186499"/>
                  </a:cubicBezTo>
                  <a:close/>
                  <a:moveTo>
                    <a:pt x="2515541" y="1176279"/>
                  </a:moveTo>
                  <a:cubicBezTo>
                    <a:pt x="2516433" y="1175386"/>
                    <a:pt x="2517360" y="1174493"/>
                    <a:pt x="2518252" y="1173634"/>
                  </a:cubicBezTo>
                  <a:cubicBezTo>
                    <a:pt x="2516301" y="1173964"/>
                    <a:pt x="2515673" y="1174990"/>
                    <a:pt x="2515541" y="1176279"/>
                  </a:cubicBezTo>
                  <a:close/>
                  <a:moveTo>
                    <a:pt x="1839497" y="883683"/>
                  </a:moveTo>
                  <a:cubicBezTo>
                    <a:pt x="1842440" y="883617"/>
                    <a:pt x="1845086" y="883716"/>
                    <a:pt x="1844822" y="879648"/>
                  </a:cubicBezTo>
                  <a:cubicBezTo>
                    <a:pt x="1844722" y="877763"/>
                    <a:pt x="1843730" y="876738"/>
                    <a:pt x="1840787" y="876606"/>
                  </a:cubicBezTo>
                  <a:cubicBezTo>
                    <a:pt x="1839299" y="876573"/>
                    <a:pt x="1837446" y="877432"/>
                    <a:pt x="1837943" y="880310"/>
                  </a:cubicBezTo>
                  <a:cubicBezTo>
                    <a:pt x="1838108" y="881401"/>
                    <a:pt x="1836157" y="883716"/>
                    <a:pt x="1839497" y="883683"/>
                  </a:cubicBezTo>
                  <a:close/>
                  <a:moveTo>
                    <a:pt x="498985" y="2042955"/>
                  </a:moveTo>
                  <a:cubicBezTo>
                    <a:pt x="501367" y="2043220"/>
                    <a:pt x="503483" y="2042657"/>
                    <a:pt x="503285" y="2039350"/>
                  </a:cubicBezTo>
                  <a:cubicBezTo>
                    <a:pt x="503682" y="2037333"/>
                    <a:pt x="502326" y="2036307"/>
                    <a:pt x="500573" y="2036109"/>
                  </a:cubicBezTo>
                  <a:cubicBezTo>
                    <a:pt x="498192" y="2035844"/>
                    <a:pt x="496240" y="2036341"/>
                    <a:pt x="496207" y="2039582"/>
                  </a:cubicBezTo>
                  <a:cubicBezTo>
                    <a:pt x="496174" y="2041731"/>
                    <a:pt x="497233" y="2042757"/>
                    <a:pt x="498985" y="2042955"/>
                  </a:cubicBezTo>
                  <a:close/>
                  <a:moveTo>
                    <a:pt x="1045582" y="1075738"/>
                  </a:moveTo>
                  <a:cubicBezTo>
                    <a:pt x="1043200" y="1075473"/>
                    <a:pt x="1041249" y="1076002"/>
                    <a:pt x="1041216" y="1079210"/>
                  </a:cubicBezTo>
                  <a:cubicBezTo>
                    <a:pt x="1041216" y="1081393"/>
                    <a:pt x="1042241" y="1082418"/>
                    <a:pt x="1043994" y="1082617"/>
                  </a:cubicBezTo>
                  <a:cubicBezTo>
                    <a:pt x="1046375" y="1082881"/>
                    <a:pt x="1048492" y="1082319"/>
                    <a:pt x="1048294" y="1079012"/>
                  </a:cubicBezTo>
                  <a:cubicBezTo>
                    <a:pt x="1048690" y="1076961"/>
                    <a:pt x="1047334" y="1075936"/>
                    <a:pt x="1045582" y="1075738"/>
                  </a:cubicBezTo>
                  <a:close/>
                  <a:moveTo>
                    <a:pt x="1010657" y="1313234"/>
                  </a:moveTo>
                  <a:cubicBezTo>
                    <a:pt x="1008275" y="1312970"/>
                    <a:pt x="1006324" y="1313466"/>
                    <a:pt x="1006291" y="1316707"/>
                  </a:cubicBezTo>
                  <a:cubicBezTo>
                    <a:pt x="1006258" y="1318857"/>
                    <a:pt x="1007283" y="1319882"/>
                    <a:pt x="1009036" y="1320080"/>
                  </a:cubicBezTo>
                  <a:cubicBezTo>
                    <a:pt x="1011450" y="1320345"/>
                    <a:pt x="1013567" y="1319783"/>
                    <a:pt x="1013369" y="1316475"/>
                  </a:cubicBezTo>
                  <a:cubicBezTo>
                    <a:pt x="1013765" y="1314425"/>
                    <a:pt x="1012409" y="1313400"/>
                    <a:pt x="1010657" y="1313234"/>
                  </a:cubicBezTo>
                  <a:close/>
                  <a:moveTo>
                    <a:pt x="1675918" y="1418505"/>
                  </a:moveTo>
                  <a:cubicBezTo>
                    <a:pt x="1675819" y="1418373"/>
                    <a:pt x="1674959" y="1418373"/>
                    <a:pt x="1674794" y="1418572"/>
                  </a:cubicBezTo>
                  <a:cubicBezTo>
                    <a:pt x="1673306" y="1420754"/>
                    <a:pt x="1669899" y="1421614"/>
                    <a:pt x="1670197" y="1424988"/>
                  </a:cubicBezTo>
                  <a:cubicBezTo>
                    <a:pt x="1670296" y="1425947"/>
                    <a:pt x="1670891" y="1426906"/>
                    <a:pt x="1671387" y="1427799"/>
                  </a:cubicBezTo>
                  <a:cubicBezTo>
                    <a:pt x="1671453" y="1427964"/>
                    <a:pt x="1672346" y="1427964"/>
                    <a:pt x="1672479" y="1427766"/>
                  </a:cubicBezTo>
                  <a:cubicBezTo>
                    <a:pt x="1674033" y="1425616"/>
                    <a:pt x="1677241" y="1424657"/>
                    <a:pt x="1677208" y="1421482"/>
                  </a:cubicBezTo>
                  <a:cubicBezTo>
                    <a:pt x="1676745" y="1420391"/>
                    <a:pt x="1676414" y="1419398"/>
                    <a:pt x="1675918" y="1418505"/>
                  </a:cubicBezTo>
                  <a:close/>
                  <a:moveTo>
                    <a:pt x="1635933" y="1403986"/>
                  </a:moveTo>
                  <a:cubicBezTo>
                    <a:pt x="1637752" y="1403457"/>
                    <a:pt x="1638810" y="1402663"/>
                    <a:pt x="1638777" y="1400514"/>
                  </a:cubicBezTo>
                  <a:cubicBezTo>
                    <a:pt x="1638744" y="1397273"/>
                    <a:pt x="1636793" y="1396776"/>
                    <a:pt x="1634412" y="1397041"/>
                  </a:cubicBezTo>
                  <a:cubicBezTo>
                    <a:pt x="1632659" y="1397240"/>
                    <a:pt x="1631634" y="1398265"/>
                    <a:pt x="1631634" y="1400415"/>
                  </a:cubicBezTo>
                  <a:cubicBezTo>
                    <a:pt x="1631667" y="1403656"/>
                    <a:pt x="1633651" y="1403920"/>
                    <a:pt x="1635933" y="1403986"/>
                  </a:cubicBezTo>
                  <a:close/>
                  <a:moveTo>
                    <a:pt x="1048294" y="1671182"/>
                  </a:moveTo>
                  <a:cubicBezTo>
                    <a:pt x="1047599" y="1668239"/>
                    <a:pt x="1049980" y="1664469"/>
                    <a:pt x="1046111" y="1662451"/>
                  </a:cubicBezTo>
                  <a:cubicBezTo>
                    <a:pt x="1045284" y="1662021"/>
                    <a:pt x="1043961" y="1662385"/>
                    <a:pt x="1042903" y="1662584"/>
                  </a:cubicBezTo>
                  <a:cubicBezTo>
                    <a:pt x="1042440" y="1662650"/>
                    <a:pt x="1041712" y="1663510"/>
                    <a:pt x="1041778" y="1663675"/>
                  </a:cubicBezTo>
                  <a:cubicBezTo>
                    <a:pt x="1043333" y="1666751"/>
                    <a:pt x="1044986" y="1669793"/>
                    <a:pt x="1046607" y="1672869"/>
                  </a:cubicBezTo>
                  <a:cubicBezTo>
                    <a:pt x="1048294" y="1673398"/>
                    <a:pt x="1048724" y="1672869"/>
                    <a:pt x="1048294" y="1671182"/>
                  </a:cubicBezTo>
                  <a:close/>
                  <a:moveTo>
                    <a:pt x="1694605" y="1323156"/>
                  </a:moveTo>
                  <a:cubicBezTo>
                    <a:pt x="1694472" y="1325703"/>
                    <a:pt x="1695431" y="1327290"/>
                    <a:pt x="1698375" y="1327158"/>
                  </a:cubicBezTo>
                  <a:cubicBezTo>
                    <a:pt x="1699268" y="1326298"/>
                    <a:pt x="1701814" y="1328845"/>
                    <a:pt x="1701649" y="1325471"/>
                  </a:cubicBezTo>
                  <a:cubicBezTo>
                    <a:pt x="1701517" y="1323322"/>
                    <a:pt x="1702046" y="1320808"/>
                    <a:pt x="1699268" y="1320213"/>
                  </a:cubicBezTo>
                  <a:cubicBezTo>
                    <a:pt x="1697118" y="1319783"/>
                    <a:pt x="1694770" y="1320047"/>
                    <a:pt x="1694605" y="1323156"/>
                  </a:cubicBezTo>
                  <a:close/>
                  <a:moveTo>
                    <a:pt x="1572400" y="1422210"/>
                  </a:moveTo>
                  <a:cubicBezTo>
                    <a:pt x="1572599" y="1423962"/>
                    <a:pt x="1573624" y="1424988"/>
                    <a:pt x="1575774" y="1424988"/>
                  </a:cubicBezTo>
                  <a:cubicBezTo>
                    <a:pt x="1579015" y="1424955"/>
                    <a:pt x="1579312" y="1423003"/>
                    <a:pt x="1579345" y="1420688"/>
                  </a:cubicBezTo>
                  <a:cubicBezTo>
                    <a:pt x="1578816" y="1418902"/>
                    <a:pt x="1578022" y="1417844"/>
                    <a:pt x="1575873" y="1417844"/>
                  </a:cubicBezTo>
                  <a:cubicBezTo>
                    <a:pt x="1572632" y="1417877"/>
                    <a:pt x="1572135" y="1419828"/>
                    <a:pt x="1572400" y="1422210"/>
                  </a:cubicBezTo>
                  <a:close/>
                  <a:moveTo>
                    <a:pt x="1387952" y="2140752"/>
                  </a:moveTo>
                  <a:cubicBezTo>
                    <a:pt x="1389705" y="2140553"/>
                    <a:pt x="1391061" y="2139528"/>
                    <a:pt x="1390664" y="2137478"/>
                  </a:cubicBezTo>
                  <a:cubicBezTo>
                    <a:pt x="1390863" y="2134170"/>
                    <a:pt x="1388746" y="2133608"/>
                    <a:pt x="1386365" y="2133873"/>
                  </a:cubicBezTo>
                  <a:cubicBezTo>
                    <a:pt x="1384612" y="2134071"/>
                    <a:pt x="1383587" y="2135096"/>
                    <a:pt x="1383587" y="2137279"/>
                  </a:cubicBezTo>
                  <a:cubicBezTo>
                    <a:pt x="1383620" y="2140487"/>
                    <a:pt x="1385571" y="2141016"/>
                    <a:pt x="1387952" y="2140752"/>
                  </a:cubicBezTo>
                  <a:close/>
                  <a:moveTo>
                    <a:pt x="1247359" y="2025526"/>
                  </a:moveTo>
                  <a:cubicBezTo>
                    <a:pt x="1247359" y="2028767"/>
                    <a:pt x="1249344" y="2029031"/>
                    <a:pt x="1251626" y="2029065"/>
                  </a:cubicBezTo>
                  <a:cubicBezTo>
                    <a:pt x="1253445" y="2028535"/>
                    <a:pt x="1254503" y="2027775"/>
                    <a:pt x="1254470" y="2025592"/>
                  </a:cubicBezTo>
                  <a:cubicBezTo>
                    <a:pt x="1254437" y="2022384"/>
                    <a:pt x="1252486" y="2021855"/>
                    <a:pt x="1250105" y="2022119"/>
                  </a:cubicBezTo>
                  <a:cubicBezTo>
                    <a:pt x="1248352" y="2022318"/>
                    <a:pt x="1247326" y="2023376"/>
                    <a:pt x="1247359" y="2025526"/>
                  </a:cubicBezTo>
                  <a:close/>
                  <a:moveTo>
                    <a:pt x="1873860" y="751656"/>
                  </a:moveTo>
                  <a:cubicBezTo>
                    <a:pt x="1873794" y="751623"/>
                    <a:pt x="1872768" y="753508"/>
                    <a:pt x="1872868" y="754401"/>
                  </a:cubicBezTo>
                  <a:cubicBezTo>
                    <a:pt x="1873231" y="757808"/>
                    <a:pt x="1875546" y="759726"/>
                    <a:pt x="1878688" y="760652"/>
                  </a:cubicBezTo>
                  <a:cubicBezTo>
                    <a:pt x="1878755" y="760685"/>
                    <a:pt x="1879383" y="758866"/>
                    <a:pt x="1879813" y="757841"/>
                  </a:cubicBezTo>
                  <a:cubicBezTo>
                    <a:pt x="1879085" y="754633"/>
                    <a:pt x="1877035" y="752582"/>
                    <a:pt x="1873860" y="751656"/>
                  </a:cubicBezTo>
                  <a:close/>
                  <a:moveTo>
                    <a:pt x="1918210" y="532647"/>
                  </a:moveTo>
                  <a:cubicBezTo>
                    <a:pt x="1919566" y="533375"/>
                    <a:pt x="1920922" y="534069"/>
                    <a:pt x="1921683" y="534466"/>
                  </a:cubicBezTo>
                  <a:cubicBezTo>
                    <a:pt x="1924594" y="534268"/>
                    <a:pt x="1927636" y="535194"/>
                    <a:pt x="1928232" y="532747"/>
                  </a:cubicBezTo>
                  <a:cubicBezTo>
                    <a:pt x="1928496" y="531589"/>
                    <a:pt x="1925255" y="528182"/>
                    <a:pt x="1924164" y="528414"/>
                  </a:cubicBezTo>
                  <a:cubicBezTo>
                    <a:pt x="1921981" y="528877"/>
                    <a:pt x="1920162" y="531126"/>
                    <a:pt x="1918210" y="532647"/>
                  </a:cubicBezTo>
                  <a:close/>
                  <a:moveTo>
                    <a:pt x="377442" y="2075267"/>
                  </a:moveTo>
                  <a:cubicBezTo>
                    <a:pt x="377707" y="2072853"/>
                    <a:pt x="377178" y="2070902"/>
                    <a:pt x="373970" y="2070902"/>
                  </a:cubicBezTo>
                  <a:cubicBezTo>
                    <a:pt x="371787" y="2070869"/>
                    <a:pt x="370762" y="2071894"/>
                    <a:pt x="370563" y="2073647"/>
                  </a:cubicBezTo>
                  <a:cubicBezTo>
                    <a:pt x="370299" y="2076061"/>
                    <a:pt x="370861" y="2078145"/>
                    <a:pt x="374168" y="2077946"/>
                  </a:cubicBezTo>
                  <a:cubicBezTo>
                    <a:pt x="376219" y="2078376"/>
                    <a:pt x="377244" y="2076987"/>
                    <a:pt x="377442" y="2075267"/>
                  </a:cubicBezTo>
                  <a:close/>
                  <a:moveTo>
                    <a:pt x="1353821" y="827658"/>
                  </a:moveTo>
                  <a:cubicBezTo>
                    <a:pt x="1354450" y="827426"/>
                    <a:pt x="1354714" y="826202"/>
                    <a:pt x="1355144" y="825442"/>
                  </a:cubicBezTo>
                  <a:cubicBezTo>
                    <a:pt x="1351076" y="824185"/>
                    <a:pt x="1353656" y="819059"/>
                    <a:pt x="1350448" y="817306"/>
                  </a:cubicBezTo>
                  <a:cubicBezTo>
                    <a:pt x="1349852" y="818199"/>
                    <a:pt x="1348794" y="819125"/>
                    <a:pt x="1348827" y="820018"/>
                  </a:cubicBezTo>
                  <a:cubicBezTo>
                    <a:pt x="1348893" y="822664"/>
                    <a:pt x="1347637" y="825773"/>
                    <a:pt x="1350547" y="827658"/>
                  </a:cubicBezTo>
                  <a:cubicBezTo>
                    <a:pt x="1351308" y="828187"/>
                    <a:pt x="1352829" y="828022"/>
                    <a:pt x="1353821" y="827658"/>
                  </a:cubicBezTo>
                  <a:close/>
                  <a:moveTo>
                    <a:pt x="1672876" y="1296929"/>
                  </a:moveTo>
                  <a:cubicBezTo>
                    <a:pt x="1672942" y="1295408"/>
                    <a:pt x="1669965" y="1292564"/>
                    <a:pt x="1668411" y="1292564"/>
                  </a:cubicBezTo>
                  <a:cubicBezTo>
                    <a:pt x="1666823" y="1292564"/>
                    <a:pt x="1664674" y="1295110"/>
                    <a:pt x="1663847" y="1296995"/>
                  </a:cubicBezTo>
                  <a:cubicBezTo>
                    <a:pt x="1663119" y="1298649"/>
                    <a:pt x="1665037" y="1299377"/>
                    <a:pt x="1667055" y="1299145"/>
                  </a:cubicBezTo>
                  <a:cubicBezTo>
                    <a:pt x="1668808" y="1298285"/>
                    <a:pt x="1672710" y="1301196"/>
                    <a:pt x="1672876" y="1296929"/>
                  </a:cubicBezTo>
                  <a:close/>
                  <a:moveTo>
                    <a:pt x="2207367" y="1414371"/>
                  </a:moveTo>
                  <a:cubicBezTo>
                    <a:pt x="2209781" y="1414636"/>
                    <a:pt x="2211898" y="1414074"/>
                    <a:pt x="2211667" y="1410766"/>
                  </a:cubicBezTo>
                  <a:cubicBezTo>
                    <a:pt x="2212096" y="1408716"/>
                    <a:pt x="2210707" y="1407691"/>
                    <a:pt x="2208988" y="1407492"/>
                  </a:cubicBezTo>
                  <a:cubicBezTo>
                    <a:pt x="2206573" y="1407261"/>
                    <a:pt x="2204622" y="1407757"/>
                    <a:pt x="2204622" y="1410965"/>
                  </a:cubicBezTo>
                  <a:cubicBezTo>
                    <a:pt x="2204589" y="1413148"/>
                    <a:pt x="2205614" y="1414173"/>
                    <a:pt x="2207367" y="1414371"/>
                  </a:cubicBezTo>
                  <a:close/>
                  <a:moveTo>
                    <a:pt x="1413882" y="1146051"/>
                  </a:moveTo>
                  <a:cubicBezTo>
                    <a:pt x="1415006" y="1146878"/>
                    <a:pt x="1416064" y="1147870"/>
                    <a:pt x="1417255" y="1148895"/>
                  </a:cubicBezTo>
                  <a:cubicBezTo>
                    <a:pt x="1417817" y="1147506"/>
                    <a:pt x="1418479" y="1146580"/>
                    <a:pt x="1418545" y="1145621"/>
                  </a:cubicBezTo>
                  <a:cubicBezTo>
                    <a:pt x="1418876" y="1142247"/>
                    <a:pt x="1415469" y="1141354"/>
                    <a:pt x="1413882" y="1139238"/>
                  </a:cubicBezTo>
                  <a:cubicBezTo>
                    <a:pt x="1413782" y="1139105"/>
                    <a:pt x="1411864" y="1139767"/>
                    <a:pt x="1411699" y="1140329"/>
                  </a:cubicBezTo>
                  <a:cubicBezTo>
                    <a:pt x="1411103" y="1142611"/>
                    <a:pt x="1411831" y="1144595"/>
                    <a:pt x="1413882" y="1146051"/>
                  </a:cubicBezTo>
                  <a:close/>
                  <a:moveTo>
                    <a:pt x="1259200" y="1669793"/>
                  </a:moveTo>
                  <a:cubicBezTo>
                    <a:pt x="1257612" y="1671381"/>
                    <a:pt x="1254867" y="1672902"/>
                    <a:pt x="1254801" y="1674556"/>
                  </a:cubicBezTo>
                  <a:cubicBezTo>
                    <a:pt x="1254735" y="1676044"/>
                    <a:pt x="1257347" y="1678723"/>
                    <a:pt x="1259100" y="1679054"/>
                  </a:cubicBezTo>
                  <a:cubicBezTo>
                    <a:pt x="1262540" y="1679682"/>
                    <a:pt x="1261250" y="1676408"/>
                    <a:pt x="1261316" y="1674688"/>
                  </a:cubicBezTo>
                  <a:cubicBezTo>
                    <a:pt x="1261382" y="1672836"/>
                    <a:pt x="1262375" y="1670323"/>
                    <a:pt x="1259200" y="1669793"/>
                  </a:cubicBezTo>
                  <a:close/>
                  <a:moveTo>
                    <a:pt x="1162759" y="523883"/>
                  </a:moveTo>
                  <a:cubicBezTo>
                    <a:pt x="1165173" y="524148"/>
                    <a:pt x="1167290" y="523585"/>
                    <a:pt x="1167091" y="520278"/>
                  </a:cubicBezTo>
                  <a:cubicBezTo>
                    <a:pt x="1167488" y="518227"/>
                    <a:pt x="1166132" y="517202"/>
                    <a:pt x="1164380" y="517004"/>
                  </a:cubicBezTo>
                  <a:cubicBezTo>
                    <a:pt x="1161998" y="516739"/>
                    <a:pt x="1160047" y="517268"/>
                    <a:pt x="1160014" y="520476"/>
                  </a:cubicBezTo>
                  <a:cubicBezTo>
                    <a:pt x="1159981" y="522626"/>
                    <a:pt x="1161006" y="523651"/>
                    <a:pt x="1162759" y="523883"/>
                  </a:cubicBezTo>
                  <a:close/>
                  <a:moveTo>
                    <a:pt x="2096440" y="1354245"/>
                  </a:moveTo>
                  <a:cubicBezTo>
                    <a:pt x="2096209" y="1356593"/>
                    <a:pt x="2096606" y="1358875"/>
                    <a:pt x="2099847" y="1358511"/>
                  </a:cubicBezTo>
                  <a:cubicBezTo>
                    <a:pt x="2101964" y="1358280"/>
                    <a:pt x="2104378" y="1359569"/>
                    <a:pt x="2106164" y="1357453"/>
                  </a:cubicBezTo>
                  <a:cubicBezTo>
                    <a:pt x="2106362" y="1357221"/>
                    <a:pt x="2106296" y="1356692"/>
                    <a:pt x="2106329" y="1356262"/>
                  </a:cubicBezTo>
                  <a:cubicBezTo>
                    <a:pt x="2103650" y="1354609"/>
                    <a:pt x="2099847" y="1354939"/>
                    <a:pt x="2098127" y="1351566"/>
                  </a:cubicBezTo>
                  <a:cubicBezTo>
                    <a:pt x="2097532" y="1352459"/>
                    <a:pt x="2096540" y="1353319"/>
                    <a:pt x="2096440" y="1354245"/>
                  </a:cubicBezTo>
                  <a:close/>
                  <a:moveTo>
                    <a:pt x="1306891" y="698574"/>
                  </a:moveTo>
                  <a:cubicBezTo>
                    <a:pt x="1305204" y="698376"/>
                    <a:pt x="1303451" y="698343"/>
                    <a:pt x="1301797" y="698640"/>
                  </a:cubicBezTo>
                  <a:cubicBezTo>
                    <a:pt x="1301202" y="698739"/>
                    <a:pt x="1300706" y="700029"/>
                    <a:pt x="1300441" y="700856"/>
                  </a:cubicBezTo>
                  <a:cubicBezTo>
                    <a:pt x="1300342" y="701088"/>
                    <a:pt x="1301136" y="701948"/>
                    <a:pt x="1301566" y="701981"/>
                  </a:cubicBezTo>
                  <a:cubicBezTo>
                    <a:pt x="1303286" y="702113"/>
                    <a:pt x="1305006" y="702014"/>
                    <a:pt x="1306957" y="702014"/>
                  </a:cubicBezTo>
                  <a:cubicBezTo>
                    <a:pt x="1308809" y="701055"/>
                    <a:pt x="1313075" y="704064"/>
                    <a:pt x="1312976" y="699765"/>
                  </a:cubicBezTo>
                  <a:cubicBezTo>
                    <a:pt x="1312877" y="697383"/>
                    <a:pt x="1309040" y="698872"/>
                    <a:pt x="1306891" y="698574"/>
                  </a:cubicBezTo>
                  <a:close/>
                  <a:moveTo>
                    <a:pt x="1595849" y="1369061"/>
                  </a:moveTo>
                  <a:cubicBezTo>
                    <a:pt x="1592839" y="1369690"/>
                    <a:pt x="1592740" y="1372203"/>
                    <a:pt x="1593401" y="1374221"/>
                  </a:cubicBezTo>
                  <a:cubicBezTo>
                    <a:pt x="1594096" y="1376238"/>
                    <a:pt x="1595650" y="1375577"/>
                    <a:pt x="1596907" y="1374221"/>
                  </a:cubicBezTo>
                  <a:cubicBezTo>
                    <a:pt x="1597635" y="1373460"/>
                    <a:pt x="1598660" y="1372666"/>
                    <a:pt x="1599586" y="1372600"/>
                  </a:cubicBezTo>
                  <a:cubicBezTo>
                    <a:pt x="1601306" y="1372501"/>
                    <a:pt x="1602728" y="1372236"/>
                    <a:pt x="1603654" y="1370649"/>
                  </a:cubicBezTo>
                  <a:cubicBezTo>
                    <a:pt x="1602232" y="1369987"/>
                    <a:pt x="1600843" y="1369326"/>
                    <a:pt x="1600247" y="1369028"/>
                  </a:cubicBezTo>
                  <a:cubicBezTo>
                    <a:pt x="1598098" y="1369028"/>
                    <a:pt x="1596940" y="1368863"/>
                    <a:pt x="1595849" y="1369061"/>
                  </a:cubicBezTo>
                  <a:close/>
                  <a:moveTo>
                    <a:pt x="1371978" y="1827287"/>
                  </a:moveTo>
                  <a:cubicBezTo>
                    <a:pt x="1367745" y="1827452"/>
                    <a:pt x="1370325" y="1831255"/>
                    <a:pt x="1369729" y="1833438"/>
                  </a:cubicBezTo>
                  <a:cubicBezTo>
                    <a:pt x="1369299" y="1835059"/>
                    <a:pt x="1369928" y="1836382"/>
                    <a:pt x="1371945" y="1836481"/>
                  </a:cubicBezTo>
                  <a:cubicBezTo>
                    <a:pt x="1373533" y="1834893"/>
                    <a:pt x="1375087" y="1833306"/>
                    <a:pt x="1376675" y="1831751"/>
                  </a:cubicBezTo>
                  <a:cubicBezTo>
                    <a:pt x="1375120" y="1830164"/>
                    <a:pt x="1373466" y="1827220"/>
                    <a:pt x="1371978" y="1827287"/>
                  </a:cubicBezTo>
                  <a:close/>
                  <a:moveTo>
                    <a:pt x="2012964" y="443615"/>
                  </a:moveTo>
                  <a:cubicBezTo>
                    <a:pt x="2014883" y="444177"/>
                    <a:pt x="2015743" y="442590"/>
                    <a:pt x="2015941" y="440903"/>
                  </a:cubicBezTo>
                  <a:cubicBezTo>
                    <a:pt x="2016239" y="438555"/>
                    <a:pt x="2015709" y="436570"/>
                    <a:pt x="2012468" y="436537"/>
                  </a:cubicBezTo>
                  <a:cubicBezTo>
                    <a:pt x="2010319" y="436537"/>
                    <a:pt x="2009293" y="437563"/>
                    <a:pt x="2009095" y="439316"/>
                  </a:cubicBezTo>
                  <a:cubicBezTo>
                    <a:pt x="2008830" y="441730"/>
                    <a:pt x="2009393" y="443813"/>
                    <a:pt x="2012964" y="443615"/>
                  </a:cubicBezTo>
                  <a:close/>
                  <a:moveTo>
                    <a:pt x="1080540" y="1358511"/>
                  </a:moveTo>
                  <a:cubicBezTo>
                    <a:pt x="1082259" y="1358313"/>
                    <a:pt x="1083649" y="1357287"/>
                    <a:pt x="1083219" y="1355237"/>
                  </a:cubicBezTo>
                  <a:cubicBezTo>
                    <a:pt x="1083417" y="1351930"/>
                    <a:pt x="1081333" y="1351367"/>
                    <a:pt x="1078919" y="1351632"/>
                  </a:cubicBezTo>
                  <a:cubicBezTo>
                    <a:pt x="1077166" y="1351830"/>
                    <a:pt x="1076141" y="1352856"/>
                    <a:pt x="1076174" y="1355038"/>
                  </a:cubicBezTo>
                  <a:cubicBezTo>
                    <a:pt x="1076174" y="1358247"/>
                    <a:pt x="1078125" y="1358743"/>
                    <a:pt x="1080540" y="1358511"/>
                  </a:cubicBezTo>
                  <a:close/>
                  <a:moveTo>
                    <a:pt x="2345149" y="1365556"/>
                  </a:moveTo>
                  <a:cubicBezTo>
                    <a:pt x="2346968" y="1365026"/>
                    <a:pt x="2347993" y="1364266"/>
                    <a:pt x="2347993" y="1362083"/>
                  </a:cubicBezTo>
                  <a:cubicBezTo>
                    <a:pt x="2347960" y="1358875"/>
                    <a:pt x="2346009" y="1358346"/>
                    <a:pt x="2343627" y="1358610"/>
                  </a:cubicBezTo>
                  <a:cubicBezTo>
                    <a:pt x="2341875" y="1358809"/>
                    <a:pt x="2340849" y="1359834"/>
                    <a:pt x="2340849" y="1362017"/>
                  </a:cubicBezTo>
                  <a:cubicBezTo>
                    <a:pt x="2340882" y="1365258"/>
                    <a:pt x="2342834" y="1365523"/>
                    <a:pt x="2345149" y="1365556"/>
                  </a:cubicBezTo>
                  <a:close/>
                  <a:moveTo>
                    <a:pt x="1227251" y="1854506"/>
                  </a:moveTo>
                  <a:cubicBezTo>
                    <a:pt x="1224870" y="1854241"/>
                    <a:pt x="1222919" y="1854770"/>
                    <a:pt x="1222885" y="1857978"/>
                  </a:cubicBezTo>
                  <a:cubicBezTo>
                    <a:pt x="1222885" y="1860128"/>
                    <a:pt x="1223911" y="1861186"/>
                    <a:pt x="1225664" y="1861352"/>
                  </a:cubicBezTo>
                  <a:cubicBezTo>
                    <a:pt x="1228045" y="1861649"/>
                    <a:pt x="1230162" y="1861087"/>
                    <a:pt x="1229963" y="1857780"/>
                  </a:cubicBezTo>
                  <a:cubicBezTo>
                    <a:pt x="1230360" y="1855729"/>
                    <a:pt x="1229004" y="1854704"/>
                    <a:pt x="1227251" y="1854506"/>
                  </a:cubicBezTo>
                  <a:close/>
                  <a:moveTo>
                    <a:pt x="1187233" y="1885826"/>
                  </a:moveTo>
                  <a:cubicBezTo>
                    <a:pt x="1189614" y="1886090"/>
                    <a:pt x="1191565" y="1885561"/>
                    <a:pt x="1191599" y="1882353"/>
                  </a:cubicBezTo>
                  <a:cubicBezTo>
                    <a:pt x="1191599" y="1880170"/>
                    <a:pt x="1190540" y="1879410"/>
                    <a:pt x="1188754" y="1878880"/>
                  </a:cubicBezTo>
                  <a:cubicBezTo>
                    <a:pt x="1186439" y="1878913"/>
                    <a:pt x="1184488" y="1879178"/>
                    <a:pt x="1184455" y="1882419"/>
                  </a:cubicBezTo>
                  <a:cubicBezTo>
                    <a:pt x="1184455" y="1884569"/>
                    <a:pt x="1185480" y="1885627"/>
                    <a:pt x="1187233" y="1885826"/>
                  </a:cubicBezTo>
                  <a:close/>
                  <a:moveTo>
                    <a:pt x="1748613" y="1030097"/>
                  </a:moveTo>
                  <a:cubicBezTo>
                    <a:pt x="1750465" y="1029006"/>
                    <a:pt x="1753375" y="1026823"/>
                    <a:pt x="1753110" y="1025698"/>
                  </a:cubicBezTo>
                  <a:cubicBezTo>
                    <a:pt x="1752647" y="1023549"/>
                    <a:pt x="1750233" y="1021829"/>
                    <a:pt x="1748646" y="1019911"/>
                  </a:cubicBezTo>
                  <a:cubicBezTo>
                    <a:pt x="1747984" y="1021300"/>
                    <a:pt x="1747290" y="1022689"/>
                    <a:pt x="1747058" y="1023218"/>
                  </a:cubicBezTo>
                  <a:cubicBezTo>
                    <a:pt x="1746893" y="1027914"/>
                    <a:pt x="1747852" y="1030560"/>
                    <a:pt x="1748613" y="1030097"/>
                  </a:cubicBezTo>
                  <a:close/>
                  <a:moveTo>
                    <a:pt x="1408292" y="799810"/>
                  </a:moveTo>
                  <a:cubicBezTo>
                    <a:pt x="1404985" y="799612"/>
                    <a:pt x="1404423" y="801695"/>
                    <a:pt x="1404687" y="804110"/>
                  </a:cubicBezTo>
                  <a:cubicBezTo>
                    <a:pt x="1404886" y="805863"/>
                    <a:pt x="1405911" y="806888"/>
                    <a:pt x="1408094" y="806855"/>
                  </a:cubicBezTo>
                  <a:cubicBezTo>
                    <a:pt x="1411302" y="806822"/>
                    <a:pt x="1411831" y="804870"/>
                    <a:pt x="1411566" y="802489"/>
                  </a:cubicBezTo>
                  <a:cubicBezTo>
                    <a:pt x="1411368" y="800769"/>
                    <a:pt x="1410343" y="799380"/>
                    <a:pt x="1408292" y="799810"/>
                  </a:cubicBezTo>
                  <a:close/>
                  <a:moveTo>
                    <a:pt x="1677109" y="712432"/>
                  </a:moveTo>
                  <a:cubicBezTo>
                    <a:pt x="1674926" y="712432"/>
                    <a:pt x="1673901" y="713457"/>
                    <a:pt x="1673702" y="715210"/>
                  </a:cubicBezTo>
                  <a:cubicBezTo>
                    <a:pt x="1673438" y="717591"/>
                    <a:pt x="1673967" y="719542"/>
                    <a:pt x="1677175" y="719575"/>
                  </a:cubicBezTo>
                  <a:cubicBezTo>
                    <a:pt x="1679325" y="719575"/>
                    <a:pt x="1680119" y="718517"/>
                    <a:pt x="1680648" y="716731"/>
                  </a:cubicBezTo>
                  <a:cubicBezTo>
                    <a:pt x="1680615" y="714416"/>
                    <a:pt x="1680350" y="712465"/>
                    <a:pt x="1677109" y="712432"/>
                  </a:cubicBezTo>
                  <a:close/>
                  <a:moveTo>
                    <a:pt x="1261449" y="764092"/>
                  </a:moveTo>
                  <a:cubicBezTo>
                    <a:pt x="1261184" y="766473"/>
                    <a:pt x="1261746" y="768589"/>
                    <a:pt x="1265053" y="768391"/>
                  </a:cubicBezTo>
                  <a:cubicBezTo>
                    <a:pt x="1267104" y="768788"/>
                    <a:pt x="1268129" y="767432"/>
                    <a:pt x="1268328" y="765679"/>
                  </a:cubicBezTo>
                  <a:cubicBezTo>
                    <a:pt x="1268592" y="763298"/>
                    <a:pt x="1268063" y="761347"/>
                    <a:pt x="1264855" y="761313"/>
                  </a:cubicBezTo>
                  <a:cubicBezTo>
                    <a:pt x="1262672" y="761313"/>
                    <a:pt x="1261647" y="762339"/>
                    <a:pt x="1261449" y="764092"/>
                  </a:cubicBezTo>
                  <a:close/>
                  <a:moveTo>
                    <a:pt x="1128595" y="708926"/>
                  </a:moveTo>
                  <a:cubicBezTo>
                    <a:pt x="1126445" y="708926"/>
                    <a:pt x="1125387" y="709951"/>
                    <a:pt x="1125188" y="711704"/>
                  </a:cubicBezTo>
                  <a:cubicBezTo>
                    <a:pt x="1124924" y="714085"/>
                    <a:pt x="1125486" y="716202"/>
                    <a:pt x="1128793" y="716004"/>
                  </a:cubicBezTo>
                  <a:cubicBezTo>
                    <a:pt x="1130844" y="716400"/>
                    <a:pt x="1131869" y="715044"/>
                    <a:pt x="1132067" y="713292"/>
                  </a:cubicBezTo>
                  <a:cubicBezTo>
                    <a:pt x="1132332" y="710910"/>
                    <a:pt x="1131803" y="708959"/>
                    <a:pt x="1128595" y="708926"/>
                  </a:cubicBezTo>
                  <a:close/>
                  <a:moveTo>
                    <a:pt x="1621315" y="1343794"/>
                  </a:moveTo>
                  <a:cubicBezTo>
                    <a:pt x="1621050" y="1346175"/>
                    <a:pt x="1621546" y="1348126"/>
                    <a:pt x="1624788" y="1348159"/>
                  </a:cubicBezTo>
                  <a:cubicBezTo>
                    <a:pt x="1626937" y="1348159"/>
                    <a:pt x="1627731" y="1347101"/>
                    <a:pt x="1628260" y="1345315"/>
                  </a:cubicBezTo>
                  <a:cubicBezTo>
                    <a:pt x="1628194" y="1343000"/>
                    <a:pt x="1627930" y="1341049"/>
                    <a:pt x="1624688" y="1341016"/>
                  </a:cubicBezTo>
                  <a:cubicBezTo>
                    <a:pt x="1622539" y="1341016"/>
                    <a:pt x="1621480" y="1342041"/>
                    <a:pt x="1621315" y="1343794"/>
                  </a:cubicBezTo>
                  <a:close/>
                  <a:moveTo>
                    <a:pt x="1373202" y="1969500"/>
                  </a:moveTo>
                  <a:cubicBezTo>
                    <a:pt x="1373599" y="1967483"/>
                    <a:pt x="1372243" y="1966457"/>
                    <a:pt x="1370490" y="1966259"/>
                  </a:cubicBezTo>
                  <a:cubicBezTo>
                    <a:pt x="1368109" y="1965994"/>
                    <a:pt x="1366157" y="1966524"/>
                    <a:pt x="1366124" y="1969732"/>
                  </a:cubicBezTo>
                  <a:cubicBezTo>
                    <a:pt x="1366124" y="1971881"/>
                    <a:pt x="1367150" y="1972907"/>
                    <a:pt x="1368902" y="1973105"/>
                  </a:cubicBezTo>
                  <a:cubicBezTo>
                    <a:pt x="1371284" y="1973403"/>
                    <a:pt x="1373400" y="1972841"/>
                    <a:pt x="1373202" y="1969500"/>
                  </a:cubicBezTo>
                  <a:close/>
                  <a:moveTo>
                    <a:pt x="946991" y="1348259"/>
                  </a:moveTo>
                  <a:cubicBezTo>
                    <a:pt x="947190" y="1344951"/>
                    <a:pt x="945073" y="1344389"/>
                    <a:pt x="942659" y="1344654"/>
                  </a:cubicBezTo>
                  <a:cubicBezTo>
                    <a:pt x="940906" y="1344852"/>
                    <a:pt x="939881" y="1345877"/>
                    <a:pt x="939914" y="1348027"/>
                  </a:cubicBezTo>
                  <a:cubicBezTo>
                    <a:pt x="939947" y="1351268"/>
                    <a:pt x="941898" y="1351764"/>
                    <a:pt x="944279" y="1351500"/>
                  </a:cubicBezTo>
                  <a:cubicBezTo>
                    <a:pt x="946032" y="1351301"/>
                    <a:pt x="947388" y="1350309"/>
                    <a:pt x="946991" y="1348259"/>
                  </a:cubicBezTo>
                  <a:close/>
                  <a:moveTo>
                    <a:pt x="2439572" y="1204821"/>
                  </a:moveTo>
                  <a:cubicBezTo>
                    <a:pt x="2441292" y="1204656"/>
                    <a:pt x="2442681" y="1203631"/>
                    <a:pt x="2442251" y="1201580"/>
                  </a:cubicBezTo>
                  <a:cubicBezTo>
                    <a:pt x="2442449" y="1198273"/>
                    <a:pt x="2440366" y="1197711"/>
                    <a:pt x="2437951" y="1197975"/>
                  </a:cubicBezTo>
                  <a:cubicBezTo>
                    <a:pt x="2436199" y="1198174"/>
                    <a:pt x="2435173" y="1199199"/>
                    <a:pt x="2435206" y="1201382"/>
                  </a:cubicBezTo>
                  <a:cubicBezTo>
                    <a:pt x="2435206" y="1204590"/>
                    <a:pt x="2437158" y="1205119"/>
                    <a:pt x="2439572" y="1204821"/>
                  </a:cubicBezTo>
                  <a:close/>
                  <a:moveTo>
                    <a:pt x="1057984" y="1555262"/>
                  </a:moveTo>
                  <a:cubicBezTo>
                    <a:pt x="1057587" y="1554567"/>
                    <a:pt x="1056099" y="1554071"/>
                    <a:pt x="1055206" y="1554204"/>
                  </a:cubicBezTo>
                  <a:cubicBezTo>
                    <a:pt x="1051832" y="1554667"/>
                    <a:pt x="1049848" y="1556849"/>
                    <a:pt x="1049087" y="1560057"/>
                  </a:cubicBezTo>
                  <a:cubicBezTo>
                    <a:pt x="1049054" y="1560157"/>
                    <a:pt x="1050873" y="1560752"/>
                    <a:pt x="1051832" y="1561116"/>
                  </a:cubicBezTo>
                  <a:cubicBezTo>
                    <a:pt x="1054677" y="1560388"/>
                    <a:pt x="1058811" y="1556585"/>
                    <a:pt x="1057984" y="1555262"/>
                  </a:cubicBezTo>
                  <a:close/>
                  <a:moveTo>
                    <a:pt x="1817636" y="924429"/>
                  </a:moveTo>
                  <a:cubicBezTo>
                    <a:pt x="1817603" y="924528"/>
                    <a:pt x="1819422" y="925157"/>
                    <a:pt x="1820447" y="925554"/>
                  </a:cubicBezTo>
                  <a:cubicBezTo>
                    <a:pt x="1823655" y="924826"/>
                    <a:pt x="1825706" y="922775"/>
                    <a:pt x="1826632" y="919633"/>
                  </a:cubicBezTo>
                  <a:cubicBezTo>
                    <a:pt x="1826665" y="919534"/>
                    <a:pt x="1824780" y="918509"/>
                    <a:pt x="1823887" y="918608"/>
                  </a:cubicBezTo>
                  <a:cubicBezTo>
                    <a:pt x="1820447" y="919005"/>
                    <a:pt x="1818562" y="921320"/>
                    <a:pt x="1817636" y="924429"/>
                  </a:cubicBezTo>
                  <a:close/>
                  <a:moveTo>
                    <a:pt x="1835495" y="618703"/>
                  </a:moveTo>
                  <a:cubicBezTo>
                    <a:pt x="1835065" y="619861"/>
                    <a:pt x="1834305" y="620886"/>
                    <a:pt x="1834437" y="621779"/>
                  </a:cubicBezTo>
                  <a:cubicBezTo>
                    <a:pt x="1834900" y="625119"/>
                    <a:pt x="1837083" y="627104"/>
                    <a:pt x="1840291" y="627897"/>
                  </a:cubicBezTo>
                  <a:cubicBezTo>
                    <a:pt x="1840423" y="627930"/>
                    <a:pt x="1841415" y="626012"/>
                    <a:pt x="1841283" y="625152"/>
                  </a:cubicBezTo>
                  <a:cubicBezTo>
                    <a:pt x="1840721" y="621845"/>
                    <a:pt x="1838505" y="619927"/>
                    <a:pt x="1835495" y="618703"/>
                  </a:cubicBezTo>
                  <a:close/>
                  <a:moveTo>
                    <a:pt x="231922" y="1432528"/>
                  </a:moveTo>
                  <a:cubicBezTo>
                    <a:pt x="230433" y="1434711"/>
                    <a:pt x="226994" y="1435571"/>
                    <a:pt x="227325" y="1438944"/>
                  </a:cubicBezTo>
                  <a:cubicBezTo>
                    <a:pt x="227391" y="1439937"/>
                    <a:pt x="228019" y="1440863"/>
                    <a:pt x="228482" y="1441789"/>
                  </a:cubicBezTo>
                  <a:cubicBezTo>
                    <a:pt x="228581" y="1441921"/>
                    <a:pt x="229441" y="1441921"/>
                    <a:pt x="229607" y="1441723"/>
                  </a:cubicBezTo>
                  <a:cubicBezTo>
                    <a:pt x="231161" y="1439573"/>
                    <a:pt x="234369" y="1438614"/>
                    <a:pt x="234336" y="1435439"/>
                  </a:cubicBezTo>
                  <a:cubicBezTo>
                    <a:pt x="233873" y="1434347"/>
                    <a:pt x="233509" y="1433388"/>
                    <a:pt x="233046" y="1432462"/>
                  </a:cubicBezTo>
                  <a:cubicBezTo>
                    <a:pt x="232947" y="1432330"/>
                    <a:pt x="232054" y="1432330"/>
                    <a:pt x="231922" y="1432528"/>
                  </a:cubicBezTo>
                  <a:close/>
                  <a:moveTo>
                    <a:pt x="1551300" y="1212693"/>
                  </a:moveTo>
                  <a:cubicBezTo>
                    <a:pt x="1551564" y="1210311"/>
                    <a:pt x="1551035" y="1208360"/>
                    <a:pt x="1547827" y="1208327"/>
                  </a:cubicBezTo>
                  <a:cubicBezTo>
                    <a:pt x="1545677" y="1208294"/>
                    <a:pt x="1544619" y="1209319"/>
                    <a:pt x="1544453" y="1211072"/>
                  </a:cubicBezTo>
                  <a:cubicBezTo>
                    <a:pt x="1544156" y="1213486"/>
                    <a:pt x="1544718" y="1215603"/>
                    <a:pt x="1548058" y="1215405"/>
                  </a:cubicBezTo>
                  <a:cubicBezTo>
                    <a:pt x="1550076" y="1215801"/>
                    <a:pt x="1551101" y="1214412"/>
                    <a:pt x="1551300" y="1212693"/>
                  </a:cubicBezTo>
                  <a:close/>
                  <a:moveTo>
                    <a:pt x="350356" y="2360885"/>
                  </a:moveTo>
                  <a:cubicBezTo>
                    <a:pt x="347975" y="2360621"/>
                    <a:pt x="346023" y="2361117"/>
                    <a:pt x="345990" y="2364358"/>
                  </a:cubicBezTo>
                  <a:cubicBezTo>
                    <a:pt x="345957" y="2366508"/>
                    <a:pt x="346982" y="2367533"/>
                    <a:pt x="348735" y="2367731"/>
                  </a:cubicBezTo>
                  <a:cubicBezTo>
                    <a:pt x="351150" y="2367996"/>
                    <a:pt x="353266" y="2367434"/>
                    <a:pt x="353068" y="2364126"/>
                  </a:cubicBezTo>
                  <a:cubicBezTo>
                    <a:pt x="353465" y="2362076"/>
                    <a:pt x="352076" y="2361084"/>
                    <a:pt x="350356" y="2360885"/>
                  </a:cubicBezTo>
                  <a:close/>
                  <a:moveTo>
                    <a:pt x="1531224" y="1449296"/>
                  </a:moveTo>
                  <a:cubicBezTo>
                    <a:pt x="1532944" y="1449098"/>
                    <a:pt x="1534333" y="1448073"/>
                    <a:pt x="1533903" y="1446022"/>
                  </a:cubicBezTo>
                  <a:cubicBezTo>
                    <a:pt x="1534102" y="1442715"/>
                    <a:pt x="1532018" y="1442153"/>
                    <a:pt x="1529604" y="1442417"/>
                  </a:cubicBezTo>
                  <a:cubicBezTo>
                    <a:pt x="1527851" y="1442649"/>
                    <a:pt x="1526826" y="1443674"/>
                    <a:pt x="1526826" y="1445824"/>
                  </a:cubicBezTo>
                  <a:cubicBezTo>
                    <a:pt x="1526859" y="1449032"/>
                    <a:pt x="1528810" y="1449561"/>
                    <a:pt x="1531224" y="1449296"/>
                  </a:cubicBezTo>
                  <a:close/>
                  <a:moveTo>
                    <a:pt x="1509462" y="1435571"/>
                  </a:moveTo>
                  <a:cubicBezTo>
                    <a:pt x="1509661" y="1432231"/>
                    <a:pt x="1507544" y="1431668"/>
                    <a:pt x="1505163" y="1431966"/>
                  </a:cubicBezTo>
                  <a:cubicBezTo>
                    <a:pt x="1503410" y="1432165"/>
                    <a:pt x="1502352" y="1433190"/>
                    <a:pt x="1502385" y="1435340"/>
                  </a:cubicBezTo>
                  <a:cubicBezTo>
                    <a:pt x="1502418" y="1438581"/>
                    <a:pt x="1504369" y="1439077"/>
                    <a:pt x="1506750" y="1438812"/>
                  </a:cubicBezTo>
                  <a:cubicBezTo>
                    <a:pt x="1508503" y="1438614"/>
                    <a:pt x="1509859" y="1437588"/>
                    <a:pt x="1509462" y="1435571"/>
                  </a:cubicBezTo>
                  <a:close/>
                  <a:moveTo>
                    <a:pt x="1565356" y="2408973"/>
                  </a:moveTo>
                  <a:cubicBezTo>
                    <a:pt x="1564826" y="2407187"/>
                    <a:pt x="1564066" y="2406129"/>
                    <a:pt x="1561883" y="2406129"/>
                  </a:cubicBezTo>
                  <a:cubicBezTo>
                    <a:pt x="1558675" y="2406162"/>
                    <a:pt x="1558146" y="2408113"/>
                    <a:pt x="1558410" y="2410495"/>
                  </a:cubicBezTo>
                  <a:cubicBezTo>
                    <a:pt x="1558609" y="2412247"/>
                    <a:pt x="1559634" y="2413273"/>
                    <a:pt x="1561817" y="2413273"/>
                  </a:cubicBezTo>
                  <a:cubicBezTo>
                    <a:pt x="1565058" y="2413240"/>
                    <a:pt x="1565322" y="2411288"/>
                    <a:pt x="1565356" y="2408973"/>
                  </a:cubicBezTo>
                  <a:close/>
                  <a:moveTo>
                    <a:pt x="1123931" y="35793"/>
                  </a:moveTo>
                  <a:cubicBezTo>
                    <a:pt x="1120492" y="35198"/>
                    <a:pt x="1121749" y="38472"/>
                    <a:pt x="1121715" y="40192"/>
                  </a:cubicBezTo>
                  <a:cubicBezTo>
                    <a:pt x="1121682" y="42011"/>
                    <a:pt x="1120690" y="45186"/>
                    <a:pt x="1123832" y="44789"/>
                  </a:cubicBezTo>
                  <a:cubicBezTo>
                    <a:pt x="1125552" y="44590"/>
                    <a:pt x="1127007" y="41878"/>
                    <a:pt x="1128793" y="40092"/>
                  </a:cubicBezTo>
                  <a:cubicBezTo>
                    <a:pt x="1127172" y="38604"/>
                    <a:pt x="1125750" y="36124"/>
                    <a:pt x="1123931" y="35793"/>
                  </a:cubicBezTo>
                  <a:close/>
                  <a:moveTo>
                    <a:pt x="1456976" y="2566036"/>
                  </a:moveTo>
                  <a:cubicBezTo>
                    <a:pt x="1456777" y="2564317"/>
                    <a:pt x="1455752" y="2562928"/>
                    <a:pt x="1453701" y="2563358"/>
                  </a:cubicBezTo>
                  <a:cubicBezTo>
                    <a:pt x="1450394" y="2563126"/>
                    <a:pt x="1449832" y="2565243"/>
                    <a:pt x="1450096" y="2567657"/>
                  </a:cubicBezTo>
                  <a:cubicBezTo>
                    <a:pt x="1450295" y="2569410"/>
                    <a:pt x="1451353" y="2570435"/>
                    <a:pt x="1453503" y="2570402"/>
                  </a:cubicBezTo>
                  <a:cubicBezTo>
                    <a:pt x="1456711" y="2570369"/>
                    <a:pt x="1457240" y="2568418"/>
                    <a:pt x="1456976" y="2566036"/>
                  </a:cubicBezTo>
                  <a:close/>
                  <a:moveTo>
                    <a:pt x="1380908" y="1578545"/>
                  </a:moveTo>
                  <a:cubicBezTo>
                    <a:pt x="1378593" y="1578578"/>
                    <a:pt x="1376641" y="1578843"/>
                    <a:pt x="1376608" y="1582084"/>
                  </a:cubicBezTo>
                  <a:cubicBezTo>
                    <a:pt x="1376608" y="1584267"/>
                    <a:pt x="1377634" y="1585292"/>
                    <a:pt x="1379387" y="1585491"/>
                  </a:cubicBezTo>
                  <a:cubicBezTo>
                    <a:pt x="1381768" y="1585755"/>
                    <a:pt x="1383719" y="1585226"/>
                    <a:pt x="1383752" y="1582018"/>
                  </a:cubicBezTo>
                  <a:cubicBezTo>
                    <a:pt x="1383752" y="1579868"/>
                    <a:pt x="1382694" y="1579074"/>
                    <a:pt x="1380908" y="1578545"/>
                  </a:cubicBezTo>
                  <a:close/>
                  <a:moveTo>
                    <a:pt x="2380074" y="1452868"/>
                  </a:moveTo>
                  <a:cubicBezTo>
                    <a:pt x="2381893" y="1452339"/>
                    <a:pt x="2382951" y="1451545"/>
                    <a:pt x="2382918" y="1449395"/>
                  </a:cubicBezTo>
                  <a:cubicBezTo>
                    <a:pt x="2382885" y="1446187"/>
                    <a:pt x="2380934" y="1445658"/>
                    <a:pt x="2378552" y="1445923"/>
                  </a:cubicBezTo>
                  <a:cubicBezTo>
                    <a:pt x="2376800" y="1446121"/>
                    <a:pt x="2375774" y="1447147"/>
                    <a:pt x="2375807" y="1449329"/>
                  </a:cubicBezTo>
                  <a:cubicBezTo>
                    <a:pt x="2375807" y="1452537"/>
                    <a:pt x="2377792" y="1452835"/>
                    <a:pt x="2380074" y="1452868"/>
                  </a:cubicBezTo>
                  <a:close/>
                  <a:moveTo>
                    <a:pt x="821116" y="1425715"/>
                  </a:moveTo>
                  <a:cubicBezTo>
                    <a:pt x="821380" y="1423334"/>
                    <a:pt x="820884" y="1421383"/>
                    <a:pt x="817643" y="1421350"/>
                  </a:cubicBezTo>
                  <a:cubicBezTo>
                    <a:pt x="815493" y="1421317"/>
                    <a:pt x="814468" y="1422375"/>
                    <a:pt x="814270" y="1424095"/>
                  </a:cubicBezTo>
                  <a:cubicBezTo>
                    <a:pt x="814005" y="1426509"/>
                    <a:pt x="814567" y="1428626"/>
                    <a:pt x="817875" y="1428427"/>
                  </a:cubicBezTo>
                  <a:cubicBezTo>
                    <a:pt x="819925" y="1428824"/>
                    <a:pt x="820950" y="1427468"/>
                    <a:pt x="821116" y="1425715"/>
                  </a:cubicBezTo>
                  <a:close/>
                  <a:moveTo>
                    <a:pt x="1237107" y="1271265"/>
                  </a:moveTo>
                  <a:cubicBezTo>
                    <a:pt x="1239157" y="1271662"/>
                    <a:pt x="1240183" y="1270306"/>
                    <a:pt x="1240381" y="1268553"/>
                  </a:cubicBezTo>
                  <a:cubicBezTo>
                    <a:pt x="1240646" y="1266172"/>
                    <a:pt x="1240116" y="1264220"/>
                    <a:pt x="1236908" y="1264187"/>
                  </a:cubicBezTo>
                  <a:cubicBezTo>
                    <a:pt x="1234726" y="1264187"/>
                    <a:pt x="1233700" y="1265212"/>
                    <a:pt x="1233502" y="1266965"/>
                  </a:cubicBezTo>
                  <a:cubicBezTo>
                    <a:pt x="1233237" y="1269347"/>
                    <a:pt x="1233800" y="1271463"/>
                    <a:pt x="1237107" y="1271265"/>
                  </a:cubicBezTo>
                  <a:close/>
                  <a:moveTo>
                    <a:pt x="1066980" y="1668570"/>
                  </a:moveTo>
                  <a:cubicBezTo>
                    <a:pt x="1070386" y="1669198"/>
                    <a:pt x="1069130" y="1665924"/>
                    <a:pt x="1069163" y="1664204"/>
                  </a:cubicBezTo>
                  <a:cubicBezTo>
                    <a:pt x="1069229" y="1662385"/>
                    <a:pt x="1070221" y="1659838"/>
                    <a:pt x="1067046" y="1659342"/>
                  </a:cubicBezTo>
                  <a:cubicBezTo>
                    <a:pt x="1065458" y="1660930"/>
                    <a:pt x="1062713" y="1662451"/>
                    <a:pt x="1062647" y="1664105"/>
                  </a:cubicBezTo>
                  <a:cubicBezTo>
                    <a:pt x="1062581" y="1665593"/>
                    <a:pt x="1065194" y="1668239"/>
                    <a:pt x="1066980" y="1668570"/>
                  </a:cubicBezTo>
                  <a:close/>
                  <a:moveTo>
                    <a:pt x="1809831" y="649593"/>
                  </a:moveTo>
                  <a:cubicBezTo>
                    <a:pt x="1809864" y="652834"/>
                    <a:pt x="1811815" y="653330"/>
                    <a:pt x="1814196" y="653066"/>
                  </a:cubicBezTo>
                  <a:cubicBezTo>
                    <a:pt x="1815949" y="652900"/>
                    <a:pt x="1817305" y="651875"/>
                    <a:pt x="1816908" y="649825"/>
                  </a:cubicBezTo>
                  <a:cubicBezTo>
                    <a:pt x="1817107" y="646517"/>
                    <a:pt x="1814990" y="645955"/>
                    <a:pt x="1812576" y="646220"/>
                  </a:cubicBezTo>
                  <a:cubicBezTo>
                    <a:pt x="1810823" y="646418"/>
                    <a:pt x="1809797" y="647443"/>
                    <a:pt x="1809831" y="649593"/>
                  </a:cubicBezTo>
                  <a:close/>
                  <a:moveTo>
                    <a:pt x="139979" y="1533103"/>
                  </a:moveTo>
                  <a:cubicBezTo>
                    <a:pt x="136738" y="1533136"/>
                    <a:pt x="136242" y="1535087"/>
                    <a:pt x="136506" y="1537469"/>
                  </a:cubicBezTo>
                  <a:cubicBezTo>
                    <a:pt x="136572" y="1538031"/>
                    <a:pt x="136738" y="1538461"/>
                    <a:pt x="137002" y="1538891"/>
                  </a:cubicBezTo>
                  <a:cubicBezTo>
                    <a:pt x="138921" y="1537436"/>
                    <a:pt x="140839" y="1535947"/>
                    <a:pt x="142790" y="1534459"/>
                  </a:cubicBezTo>
                  <a:cubicBezTo>
                    <a:pt x="142228" y="1533599"/>
                    <a:pt x="141434" y="1533070"/>
                    <a:pt x="139979" y="1533103"/>
                  </a:cubicBezTo>
                  <a:close/>
                  <a:moveTo>
                    <a:pt x="1491173" y="1540081"/>
                  </a:moveTo>
                  <a:cubicBezTo>
                    <a:pt x="1493554" y="1540346"/>
                    <a:pt x="1495506" y="1539850"/>
                    <a:pt x="1495539" y="1536609"/>
                  </a:cubicBezTo>
                  <a:cubicBezTo>
                    <a:pt x="1495572" y="1534459"/>
                    <a:pt x="1494513" y="1533665"/>
                    <a:pt x="1492694" y="1533136"/>
                  </a:cubicBezTo>
                  <a:cubicBezTo>
                    <a:pt x="1490412" y="1533202"/>
                    <a:pt x="1488428" y="1533467"/>
                    <a:pt x="1488395" y="1536708"/>
                  </a:cubicBezTo>
                  <a:cubicBezTo>
                    <a:pt x="1488395" y="1538858"/>
                    <a:pt x="1489420" y="1539883"/>
                    <a:pt x="1491173" y="1540081"/>
                  </a:cubicBezTo>
                  <a:close/>
                  <a:moveTo>
                    <a:pt x="1079779" y="1275564"/>
                  </a:moveTo>
                  <a:cubicBezTo>
                    <a:pt x="1079977" y="1277284"/>
                    <a:pt x="1081003" y="1278342"/>
                    <a:pt x="1083185" y="1278309"/>
                  </a:cubicBezTo>
                  <a:cubicBezTo>
                    <a:pt x="1086427" y="1278309"/>
                    <a:pt x="1086691" y="1276325"/>
                    <a:pt x="1086724" y="1274043"/>
                  </a:cubicBezTo>
                  <a:cubicBezTo>
                    <a:pt x="1086195" y="1272224"/>
                    <a:pt x="1085434" y="1271166"/>
                    <a:pt x="1083252" y="1271199"/>
                  </a:cubicBezTo>
                  <a:cubicBezTo>
                    <a:pt x="1080044" y="1271199"/>
                    <a:pt x="1079514" y="1273150"/>
                    <a:pt x="1079779" y="1275564"/>
                  </a:cubicBezTo>
                  <a:close/>
                  <a:moveTo>
                    <a:pt x="1505295" y="2382912"/>
                  </a:moveTo>
                  <a:cubicBezTo>
                    <a:pt x="1503145" y="2381423"/>
                    <a:pt x="1502285" y="2378017"/>
                    <a:pt x="1498879" y="2378315"/>
                  </a:cubicBezTo>
                  <a:cubicBezTo>
                    <a:pt x="1497920" y="2378414"/>
                    <a:pt x="1496961" y="2379009"/>
                    <a:pt x="1496068" y="2379505"/>
                  </a:cubicBezTo>
                  <a:cubicBezTo>
                    <a:pt x="1495902" y="2379571"/>
                    <a:pt x="1495902" y="2380464"/>
                    <a:pt x="1496101" y="2380597"/>
                  </a:cubicBezTo>
                  <a:cubicBezTo>
                    <a:pt x="1498251" y="2382151"/>
                    <a:pt x="1499210" y="2385359"/>
                    <a:pt x="1502385" y="2385326"/>
                  </a:cubicBezTo>
                  <a:cubicBezTo>
                    <a:pt x="1503476" y="2384863"/>
                    <a:pt x="1504468" y="2384499"/>
                    <a:pt x="1505361" y="2384036"/>
                  </a:cubicBezTo>
                  <a:cubicBezTo>
                    <a:pt x="1505527" y="2383937"/>
                    <a:pt x="1505494" y="2383077"/>
                    <a:pt x="1505295" y="2382912"/>
                  </a:cubicBezTo>
                  <a:close/>
                  <a:moveTo>
                    <a:pt x="1227185" y="2455110"/>
                  </a:moveTo>
                  <a:cubicBezTo>
                    <a:pt x="1228971" y="2454581"/>
                    <a:pt x="1230029" y="2453820"/>
                    <a:pt x="1230029" y="2451637"/>
                  </a:cubicBezTo>
                  <a:cubicBezTo>
                    <a:pt x="1229996" y="2449091"/>
                    <a:pt x="1228739" y="2448264"/>
                    <a:pt x="1227053" y="2448165"/>
                  </a:cubicBezTo>
                  <a:cubicBezTo>
                    <a:pt x="1225796" y="2449917"/>
                    <a:pt x="1224506" y="2451703"/>
                    <a:pt x="1223249" y="2453489"/>
                  </a:cubicBezTo>
                  <a:cubicBezTo>
                    <a:pt x="1223911" y="2454911"/>
                    <a:pt x="1225465" y="2455077"/>
                    <a:pt x="1227185" y="2455110"/>
                  </a:cubicBezTo>
                  <a:close/>
                  <a:moveTo>
                    <a:pt x="1267567" y="2395810"/>
                  </a:moveTo>
                  <a:cubicBezTo>
                    <a:pt x="1265814" y="2395976"/>
                    <a:pt x="1264789" y="2397034"/>
                    <a:pt x="1264822" y="2399184"/>
                  </a:cubicBezTo>
                  <a:cubicBezTo>
                    <a:pt x="1264855" y="2402425"/>
                    <a:pt x="1266806" y="2402921"/>
                    <a:pt x="1269188" y="2402656"/>
                  </a:cubicBezTo>
                  <a:cubicBezTo>
                    <a:pt x="1270940" y="2402458"/>
                    <a:pt x="1272296" y="2401433"/>
                    <a:pt x="1271900" y="2399382"/>
                  </a:cubicBezTo>
                  <a:cubicBezTo>
                    <a:pt x="1272098" y="2396075"/>
                    <a:pt x="1269981" y="2395512"/>
                    <a:pt x="1267567" y="2395810"/>
                  </a:cubicBezTo>
                  <a:close/>
                  <a:moveTo>
                    <a:pt x="1109412" y="1543719"/>
                  </a:moveTo>
                  <a:cubicBezTo>
                    <a:pt x="1107858" y="1543587"/>
                    <a:pt x="1105212" y="1542860"/>
                    <a:pt x="1104947" y="1544811"/>
                  </a:cubicBezTo>
                  <a:cubicBezTo>
                    <a:pt x="1104451" y="1548449"/>
                    <a:pt x="1107726" y="1546663"/>
                    <a:pt x="1110008" y="1547357"/>
                  </a:cubicBezTo>
                  <a:cubicBezTo>
                    <a:pt x="1111033" y="1546994"/>
                    <a:pt x="1113778" y="1546597"/>
                    <a:pt x="1113844" y="1545968"/>
                  </a:cubicBezTo>
                  <a:cubicBezTo>
                    <a:pt x="1114208" y="1542330"/>
                    <a:pt x="1111165" y="1543852"/>
                    <a:pt x="1109412" y="1543719"/>
                  </a:cubicBezTo>
                  <a:close/>
                  <a:moveTo>
                    <a:pt x="1076207" y="1540181"/>
                  </a:moveTo>
                  <a:cubicBezTo>
                    <a:pt x="1076075" y="1543356"/>
                    <a:pt x="1078158" y="1543786"/>
                    <a:pt x="1080474" y="1543554"/>
                  </a:cubicBezTo>
                  <a:cubicBezTo>
                    <a:pt x="1081400" y="1543488"/>
                    <a:pt x="1082259" y="1542529"/>
                    <a:pt x="1083483" y="1541768"/>
                  </a:cubicBezTo>
                  <a:cubicBezTo>
                    <a:pt x="1081796" y="1540214"/>
                    <a:pt x="1080374" y="1538196"/>
                    <a:pt x="1078489" y="1537369"/>
                  </a:cubicBezTo>
                  <a:cubicBezTo>
                    <a:pt x="1076670" y="1536609"/>
                    <a:pt x="1076240" y="1538494"/>
                    <a:pt x="1076207" y="1540181"/>
                  </a:cubicBezTo>
                  <a:close/>
                  <a:moveTo>
                    <a:pt x="770547" y="1470298"/>
                  </a:moveTo>
                  <a:cubicBezTo>
                    <a:pt x="770481" y="1470364"/>
                    <a:pt x="770448" y="1470430"/>
                    <a:pt x="770382" y="1470496"/>
                  </a:cubicBezTo>
                  <a:cubicBezTo>
                    <a:pt x="770580" y="1470661"/>
                    <a:pt x="770779" y="1470827"/>
                    <a:pt x="770977" y="1470959"/>
                  </a:cubicBezTo>
                  <a:cubicBezTo>
                    <a:pt x="770845" y="1470761"/>
                    <a:pt x="770679" y="1470529"/>
                    <a:pt x="770547" y="1470298"/>
                  </a:cubicBezTo>
                  <a:close/>
                  <a:moveTo>
                    <a:pt x="2380901" y="1389897"/>
                  </a:moveTo>
                  <a:cubicBezTo>
                    <a:pt x="2381529" y="1389798"/>
                    <a:pt x="2381926" y="1388508"/>
                    <a:pt x="2382422" y="1387814"/>
                  </a:cubicBezTo>
                  <a:cubicBezTo>
                    <a:pt x="2380768" y="1386160"/>
                    <a:pt x="2379214" y="1384573"/>
                    <a:pt x="2377626" y="1382985"/>
                  </a:cubicBezTo>
                  <a:cubicBezTo>
                    <a:pt x="2377031" y="1384440"/>
                    <a:pt x="2375907" y="1385895"/>
                    <a:pt x="2375973" y="1387285"/>
                  </a:cubicBezTo>
                  <a:cubicBezTo>
                    <a:pt x="2376171" y="1390360"/>
                    <a:pt x="2378718" y="1390261"/>
                    <a:pt x="2380901" y="1389897"/>
                  </a:cubicBezTo>
                  <a:close/>
                  <a:moveTo>
                    <a:pt x="1409714" y="1547225"/>
                  </a:moveTo>
                  <a:cubicBezTo>
                    <a:pt x="1407532" y="1546861"/>
                    <a:pt x="1404985" y="1546729"/>
                    <a:pt x="1404753" y="1549772"/>
                  </a:cubicBezTo>
                  <a:cubicBezTo>
                    <a:pt x="1404654" y="1551161"/>
                    <a:pt x="1405779" y="1552649"/>
                    <a:pt x="1406341" y="1554071"/>
                  </a:cubicBezTo>
                  <a:cubicBezTo>
                    <a:pt x="1407895" y="1552484"/>
                    <a:pt x="1409417" y="1550863"/>
                    <a:pt x="1411070" y="1549176"/>
                  </a:cubicBezTo>
                  <a:cubicBezTo>
                    <a:pt x="1410707" y="1548614"/>
                    <a:pt x="1410310" y="1547324"/>
                    <a:pt x="1409714" y="1547225"/>
                  </a:cubicBezTo>
                  <a:close/>
                  <a:moveTo>
                    <a:pt x="877174" y="1453596"/>
                  </a:moveTo>
                  <a:cubicBezTo>
                    <a:pt x="877240" y="1454555"/>
                    <a:pt x="878200" y="1455382"/>
                    <a:pt x="878960" y="1456605"/>
                  </a:cubicBezTo>
                  <a:cubicBezTo>
                    <a:pt x="880515" y="1454919"/>
                    <a:pt x="882565" y="1453497"/>
                    <a:pt x="883359" y="1451578"/>
                  </a:cubicBezTo>
                  <a:cubicBezTo>
                    <a:pt x="884120" y="1449792"/>
                    <a:pt x="882234" y="1449362"/>
                    <a:pt x="880581" y="1449329"/>
                  </a:cubicBezTo>
                  <a:cubicBezTo>
                    <a:pt x="877373" y="1449197"/>
                    <a:pt x="876943" y="1451281"/>
                    <a:pt x="877174" y="1453596"/>
                  </a:cubicBezTo>
                  <a:close/>
                  <a:moveTo>
                    <a:pt x="993922" y="1574973"/>
                  </a:moveTo>
                  <a:cubicBezTo>
                    <a:pt x="994550" y="1574874"/>
                    <a:pt x="994947" y="1573617"/>
                    <a:pt x="995443" y="1572890"/>
                  </a:cubicBezTo>
                  <a:cubicBezTo>
                    <a:pt x="993789" y="1571236"/>
                    <a:pt x="992202" y="1569682"/>
                    <a:pt x="990647" y="1568094"/>
                  </a:cubicBezTo>
                  <a:cubicBezTo>
                    <a:pt x="990052" y="1569516"/>
                    <a:pt x="988928" y="1571005"/>
                    <a:pt x="988994" y="1572394"/>
                  </a:cubicBezTo>
                  <a:cubicBezTo>
                    <a:pt x="989192" y="1575469"/>
                    <a:pt x="991739" y="1575337"/>
                    <a:pt x="993922" y="1574973"/>
                  </a:cubicBezTo>
                  <a:close/>
                  <a:moveTo>
                    <a:pt x="1182669" y="1477177"/>
                  </a:moveTo>
                  <a:cubicBezTo>
                    <a:pt x="1183231" y="1477078"/>
                    <a:pt x="1183595" y="1475788"/>
                    <a:pt x="1183793" y="1475457"/>
                  </a:cubicBezTo>
                  <a:cubicBezTo>
                    <a:pt x="1182173" y="1473638"/>
                    <a:pt x="1180718" y="1472017"/>
                    <a:pt x="1179229" y="1470364"/>
                  </a:cubicBezTo>
                  <a:cubicBezTo>
                    <a:pt x="1178667" y="1471819"/>
                    <a:pt x="1177543" y="1473307"/>
                    <a:pt x="1177675" y="1474696"/>
                  </a:cubicBezTo>
                  <a:cubicBezTo>
                    <a:pt x="1177939" y="1477706"/>
                    <a:pt x="1180519" y="1477541"/>
                    <a:pt x="1182669" y="1477177"/>
                  </a:cubicBezTo>
                  <a:close/>
                  <a:moveTo>
                    <a:pt x="2106892" y="440771"/>
                  </a:moveTo>
                  <a:cubicBezTo>
                    <a:pt x="2106858" y="438389"/>
                    <a:pt x="2106395" y="436306"/>
                    <a:pt x="2103287" y="436670"/>
                  </a:cubicBezTo>
                  <a:cubicBezTo>
                    <a:pt x="2102294" y="436769"/>
                    <a:pt x="2101368" y="437430"/>
                    <a:pt x="2100442" y="437794"/>
                  </a:cubicBezTo>
                  <a:cubicBezTo>
                    <a:pt x="2102030" y="439712"/>
                    <a:pt x="2103650" y="441598"/>
                    <a:pt x="2105238" y="443483"/>
                  </a:cubicBezTo>
                  <a:cubicBezTo>
                    <a:pt x="2105767" y="442590"/>
                    <a:pt x="2106329" y="441697"/>
                    <a:pt x="2106892" y="440771"/>
                  </a:cubicBezTo>
                  <a:close/>
                  <a:moveTo>
                    <a:pt x="1059968" y="1837705"/>
                  </a:moveTo>
                  <a:cubicBezTo>
                    <a:pt x="1059704" y="1837738"/>
                    <a:pt x="1059571" y="1837903"/>
                    <a:pt x="1059373" y="1838002"/>
                  </a:cubicBezTo>
                  <a:cubicBezTo>
                    <a:pt x="1060332" y="1838432"/>
                    <a:pt x="1061291" y="1838961"/>
                    <a:pt x="1062250" y="1839424"/>
                  </a:cubicBezTo>
                  <a:cubicBezTo>
                    <a:pt x="1062217" y="1838366"/>
                    <a:pt x="1061853" y="1837506"/>
                    <a:pt x="1059968" y="1837705"/>
                  </a:cubicBezTo>
                  <a:close/>
                  <a:moveTo>
                    <a:pt x="965082" y="1442351"/>
                  </a:moveTo>
                  <a:cubicBezTo>
                    <a:pt x="962701" y="1442351"/>
                    <a:pt x="960617" y="1442847"/>
                    <a:pt x="960981" y="1445923"/>
                  </a:cubicBezTo>
                  <a:cubicBezTo>
                    <a:pt x="961113" y="1446915"/>
                    <a:pt x="961709" y="1447841"/>
                    <a:pt x="962139" y="1448800"/>
                  </a:cubicBezTo>
                  <a:cubicBezTo>
                    <a:pt x="964024" y="1447180"/>
                    <a:pt x="965909" y="1445592"/>
                    <a:pt x="967794" y="1443972"/>
                  </a:cubicBezTo>
                  <a:cubicBezTo>
                    <a:pt x="966901" y="1443442"/>
                    <a:pt x="966008" y="1442913"/>
                    <a:pt x="965082" y="1442351"/>
                  </a:cubicBezTo>
                  <a:close/>
                  <a:moveTo>
                    <a:pt x="2323486" y="1371674"/>
                  </a:moveTo>
                  <a:cubicBezTo>
                    <a:pt x="2322891" y="1370781"/>
                    <a:pt x="2322295" y="1369921"/>
                    <a:pt x="2321700" y="1369028"/>
                  </a:cubicBezTo>
                  <a:cubicBezTo>
                    <a:pt x="2320212" y="1371013"/>
                    <a:pt x="2318691" y="1372997"/>
                    <a:pt x="2317169" y="1374948"/>
                  </a:cubicBezTo>
                  <a:cubicBezTo>
                    <a:pt x="2318128" y="1375312"/>
                    <a:pt x="2319087" y="1375874"/>
                    <a:pt x="2320080" y="1375974"/>
                  </a:cubicBezTo>
                  <a:cubicBezTo>
                    <a:pt x="2323354" y="1376271"/>
                    <a:pt x="2323420" y="1373956"/>
                    <a:pt x="2323486" y="1371674"/>
                  </a:cubicBezTo>
                  <a:close/>
                  <a:moveTo>
                    <a:pt x="1644598" y="1473010"/>
                  </a:moveTo>
                  <a:cubicBezTo>
                    <a:pt x="1644995" y="1473010"/>
                    <a:pt x="1645326" y="1471224"/>
                    <a:pt x="1645723" y="1470165"/>
                  </a:cubicBezTo>
                  <a:cubicBezTo>
                    <a:pt x="1645888" y="1467023"/>
                    <a:pt x="1643705" y="1466660"/>
                    <a:pt x="1641390" y="1466891"/>
                  </a:cubicBezTo>
                  <a:cubicBezTo>
                    <a:pt x="1640464" y="1466990"/>
                    <a:pt x="1639637" y="1467949"/>
                    <a:pt x="1638744" y="1468512"/>
                  </a:cubicBezTo>
                  <a:cubicBezTo>
                    <a:pt x="1640795" y="1469934"/>
                    <a:pt x="1641556" y="1473109"/>
                    <a:pt x="1644598" y="1473010"/>
                  </a:cubicBezTo>
                  <a:close/>
                  <a:moveTo>
                    <a:pt x="1769614" y="1480682"/>
                  </a:moveTo>
                  <a:cubicBezTo>
                    <a:pt x="1770176" y="1480583"/>
                    <a:pt x="1770540" y="1479293"/>
                    <a:pt x="1770771" y="1478897"/>
                  </a:cubicBezTo>
                  <a:cubicBezTo>
                    <a:pt x="1769151" y="1477111"/>
                    <a:pt x="1767663" y="1475490"/>
                    <a:pt x="1766174" y="1473869"/>
                  </a:cubicBezTo>
                  <a:cubicBezTo>
                    <a:pt x="1765612" y="1475325"/>
                    <a:pt x="1764488" y="1476813"/>
                    <a:pt x="1764587" y="1478202"/>
                  </a:cubicBezTo>
                  <a:cubicBezTo>
                    <a:pt x="1764851" y="1481212"/>
                    <a:pt x="1767464" y="1481046"/>
                    <a:pt x="1769614" y="1480682"/>
                  </a:cubicBezTo>
                  <a:close/>
                  <a:moveTo>
                    <a:pt x="1476819" y="1380273"/>
                  </a:moveTo>
                  <a:cubicBezTo>
                    <a:pt x="1473214" y="1379777"/>
                    <a:pt x="1474703" y="1383018"/>
                    <a:pt x="1474570" y="1384738"/>
                  </a:cubicBezTo>
                  <a:cubicBezTo>
                    <a:pt x="1474438" y="1386325"/>
                    <a:pt x="1473710" y="1388938"/>
                    <a:pt x="1475662" y="1389236"/>
                  </a:cubicBezTo>
                  <a:cubicBezTo>
                    <a:pt x="1479300" y="1389732"/>
                    <a:pt x="1477514" y="1386458"/>
                    <a:pt x="1478010" y="1384804"/>
                  </a:cubicBezTo>
                  <a:cubicBezTo>
                    <a:pt x="1477778" y="1383150"/>
                    <a:pt x="1478804" y="1380538"/>
                    <a:pt x="1476819" y="1380273"/>
                  </a:cubicBezTo>
                  <a:close/>
                  <a:moveTo>
                    <a:pt x="1167191" y="1637878"/>
                  </a:moveTo>
                  <a:cubicBezTo>
                    <a:pt x="1170432" y="1638209"/>
                    <a:pt x="1170498" y="1635861"/>
                    <a:pt x="1170597" y="1633612"/>
                  </a:cubicBezTo>
                  <a:cubicBezTo>
                    <a:pt x="1169969" y="1632686"/>
                    <a:pt x="1169407" y="1631826"/>
                    <a:pt x="1168811" y="1630933"/>
                  </a:cubicBezTo>
                  <a:cubicBezTo>
                    <a:pt x="1167290" y="1632917"/>
                    <a:pt x="1165769" y="1634901"/>
                    <a:pt x="1164247" y="1636886"/>
                  </a:cubicBezTo>
                  <a:cubicBezTo>
                    <a:pt x="1165239" y="1637217"/>
                    <a:pt x="1166199" y="1637812"/>
                    <a:pt x="1167191" y="1637878"/>
                  </a:cubicBezTo>
                  <a:close/>
                  <a:moveTo>
                    <a:pt x="931149" y="1641318"/>
                  </a:moveTo>
                  <a:cubicBezTo>
                    <a:pt x="931712" y="1641218"/>
                    <a:pt x="932075" y="1639929"/>
                    <a:pt x="932307" y="1639532"/>
                  </a:cubicBezTo>
                  <a:cubicBezTo>
                    <a:pt x="930686" y="1637746"/>
                    <a:pt x="929198" y="1636125"/>
                    <a:pt x="927677" y="1634505"/>
                  </a:cubicBezTo>
                  <a:cubicBezTo>
                    <a:pt x="927114" y="1635927"/>
                    <a:pt x="925990" y="1637448"/>
                    <a:pt x="926122" y="1638837"/>
                  </a:cubicBezTo>
                  <a:cubicBezTo>
                    <a:pt x="926387" y="1641847"/>
                    <a:pt x="928966" y="1641681"/>
                    <a:pt x="931149" y="1641318"/>
                  </a:cubicBezTo>
                  <a:close/>
                  <a:moveTo>
                    <a:pt x="1313836" y="1637878"/>
                  </a:moveTo>
                  <a:cubicBezTo>
                    <a:pt x="1313505" y="1640954"/>
                    <a:pt x="1315556" y="1641615"/>
                    <a:pt x="1317970" y="1641351"/>
                  </a:cubicBezTo>
                  <a:cubicBezTo>
                    <a:pt x="1318896" y="1641251"/>
                    <a:pt x="1319756" y="1640359"/>
                    <a:pt x="1321013" y="1639598"/>
                  </a:cubicBezTo>
                  <a:cubicBezTo>
                    <a:pt x="1318929" y="1638010"/>
                    <a:pt x="1316945" y="1636489"/>
                    <a:pt x="1314994" y="1635001"/>
                  </a:cubicBezTo>
                  <a:cubicBezTo>
                    <a:pt x="1314597" y="1635960"/>
                    <a:pt x="1313968" y="1636886"/>
                    <a:pt x="1313836" y="1637878"/>
                  </a:cubicBezTo>
                  <a:close/>
                  <a:moveTo>
                    <a:pt x="1865823" y="1414603"/>
                  </a:moveTo>
                  <a:cubicBezTo>
                    <a:pt x="1865459" y="1413578"/>
                    <a:pt x="1865095" y="1412618"/>
                    <a:pt x="1864732" y="1411626"/>
                  </a:cubicBezTo>
                  <a:cubicBezTo>
                    <a:pt x="1862780" y="1413148"/>
                    <a:pt x="1860796" y="1414669"/>
                    <a:pt x="1858812" y="1416190"/>
                  </a:cubicBezTo>
                  <a:cubicBezTo>
                    <a:pt x="1859671" y="1416753"/>
                    <a:pt x="1860531" y="1417745"/>
                    <a:pt x="1861457" y="1417844"/>
                  </a:cubicBezTo>
                  <a:cubicBezTo>
                    <a:pt x="1863739" y="1418075"/>
                    <a:pt x="1865955" y="1417745"/>
                    <a:pt x="1865823" y="1414603"/>
                  </a:cubicBezTo>
                  <a:close/>
                  <a:moveTo>
                    <a:pt x="2299111" y="1413578"/>
                  </a:moveTo>
                  <a:cubicBezTo>
                    <a:pt x="2299012" y="1414967"/>
                    <a:pt x="2300137" y="1416455"/>
                    <a:pt x="2300732" y="1417877"/>
                  </a:cubicBezTo>
                  <a:cubicBezTo>
                    <a:pt x="2302253" y="1416290"/>
                    <a:pt x="2303808" y="1414669"/>
                    <a:pt x="2305428" y="1412982"/>
                  </a:cubicBezTo>
                  <a:cubicBezTo>
                    <a:pt x="2305064" y="1412420"/>
                    <a:pt x="2304668" y="1411130"/>
                    <a:pt x="2304105" y="1411031"/>
                  </a:cubicBezTo>
                  <a:cubicBezTo>
                    <a:pt x="2301923" y="1410667"/>
                    <a:pt x="2299343" y="1410535"/>
                    <a:pt x="2299111" y="1413578"/>
                  </a:cubicBezTo>
                  <a:close/>
                  <a:moveTo>
                    <a:pt x="1259497" y="1452934"/>
                  </a:moveTo>
                  <a:cubicBezTo>
                    <a:pt x="1257314" y="1452570"/>
                    <a:pt x="1254735" y="1452438"/>
                    <a:pt x="1254536" y="1455481"/>
                  </a:cubicBezTo>
                  <a:cubicBezTo>
                    <a:pt x="1254404" y="1456870"/>
                    <a:pt x="1255562" y="1458358"/>
                    <a:pt x="1256124" y="1459780"/>
                  </a:cubicBezTo>
                  <a:cubicBezTo>
                    <a:pt x="1257645" y="1458193"/>
                    <a:pt x="1259200" y="1456572"/>
                    <a:pt x="1260820" y="1454886"/>
                  </a:cubicBezTo>
                  <a:cubicBezTo>
                    <a:pt x="1260456" y="1454323"/>
                    <a:pt x="1260093" y="1453034"/>
                    <a:pt x="1259497" y="1452934"/>
                  </a:cubicBezTo>
                  <a:close/>
                  <a:moveTo>
                    <a:pt x="2486966" y="1413181"/>
                  </a:moveTo>
                  <a:cubicBezTo>
                    <a:pt x="2487726" y="1411395"/>
                    <a:pt x="2485841" y="1410965"/>
                    <a:pt x="2484154" y="1410899"/>
                  </a:cubicBezTo>
                  <a:cubicBezTo>
                    <a:pt x="2480946" y="1410799"/>
                    <a:pt x="2480516" y="1412850"/>
                    <a:pt x="2480748" y="1415198"/>
                  </a:cubicBezTo>
                  <a:cubicBezTo>
                    <a:pt x="2480814" y="1415595"/>
                    <a:pt x="2481045" y="1415959"/>
                    <a:pt x="2481310" y="1416356"/>
                  </a:cubicBezTo>
                  <a:cubicBezTo>
                    <a:pt x="2482401" y="1416290"/>
                    <a:pt x="2483526" y="1416223"/>
                    <a:pt x="2484650" y="1416157"/>
                  </a:cubicBezTo>
                  <a:cubicBezTo>
                    <a:pt x="2485610" y="1415231"/>
                    <a:pt x="2486469" y="1414305"/>
                    <a:pt x="2486966" y="1413181"/>
                  </a:cubicBezTo>
                  <a:close/>
                  <a:moveTo>
                    <a:pt x="1621249" y="1407426"/>
                  </a:moveTo>
                  <a:cubicBezTo>
                    <a:pt x="1620852" y="1406434"/>
                    <a:pt x="1620455" y="1405475"/>
                    <a:pt x="1620058" y="1404516"/>
                  </a:cubicBezTo>
                  <a:cubicBezTo>
                    <a:pt x="1618173" y="1406103"/>
                    <a:pt x="1616255" y="1407724"/>
                    <a:pt x="1614370" y="1409311"/>
                  </a:cubicBezTo>
                  <a:cubicBezTo>
                    <a:pt x="1615263" y="1409873"/>
                    <a:pt x="1616122" y="1410766"/>
                    <a:pt x="1617082" y="1410866"/>
                  </a:cubicBezTo>
                  <a:cubicBezTo>
                    <a:pt x="1619496" y="1411130"/>
                    <a:pt x="1621447" y="1410436"/>
                    <a:pt x="1621249" y="1407426"/>
                  </a:cubicBezTo>
                  <a:close/>
                  <a:moveTo>
                    <a:pt x="943552" y="1673531"/>
                  </a:moveTo>
                  <a:cubicBezTo>
                    <a:pt x="943717" y="1674655"/>
                    <a:pt x="943618" y="1677136"/>
                    <a:pt x="946297" y="1675350"/>
                  </a:cubicBezTo>
                  <a:cubicBezTo>
                    <a:pt x="948050" y="1674192"/>
                    <a:pt x="950100" y="1673531"/>
                    <a:pt x="953407" y="1671976"/>
                  </a:cubicBezTo>
                  <a:cubicBezTo>
                    <a:pt x="948942" y="1670157"/>
                    <a:pt x="948016" y="1669529"/>
                    <a:pt x="947024" y="1669397"/>
                  </a:cubicBezTo>
                  <a:cubicBezTo>
                    <a:pt x="943948" y="1669066"/>
                    <a:pt x="943221" y="1671116"/>
                    <a:pt x="943552" y="1673531"/>
                  </a:cubicBezTo>
                  <a:close/>
                  <a:moveTo>
                    <a:pt x="1174169" y="1104544"/>
                  </a:moveTo>
                  <a:cubicBezTo>
                    <a:pt x="1174434" y="1107554"/>
                    <a:pt x="1177013" y="1107388"/>
                    <a:pt x="1179196" y="1107025"/>
                  </a:cubicBezTo>
                  <a:cubicBezTo>
                    <a:pt x="1179758" y="1106925"/>
                    <a:pt x="1180122" y="1105636"/>
                    <a:pt x="1180321" y="1105272"/>
                  </a:cubicBezTo>
                  <a:cubicBezTo>
                    <a:pt x="1178700" y="1103486"/>
                    <a:pt x="1177212" y="1101832"/>
                    <a:pt x="1175724" y="1100212"/>
                  </a:cubicBezTo>
                  <a:cubicBezTo>
                    <a:pt x="1175161" y="1101634"/>
                    <a:pt x="1174037" y="1103155"/>
                    <a:pt x="1174169" y="1104544"/>
                  </a:cubicBezTo>
                  <a:close/>
                  <a:moveTo>
                    <a:pt x="1675422" y="1459780"/>
                  </a:moveTo>
                  <a:cubicBezTo>
                    <a:pt x="1675984" y="1458920"/>
                    <a:pt x="1676580" y="1458028"/>
                    <a:pt x="1677175" y="1457101"/>
                  </a:cubicBezTo>
                  <a:cubicBezTo>
                    <a:pt x="1677076" y="1454853"/>
                    <a:pt x="1676977" y="1452537"/>
                    <a:pt x="1673735" y="1452868"/>
                  </a:cubicBezTo>
                  <a:cubicBezTo>
                    <a:pt x="1672710" y="1453000"/>
                    <a:pt x="1670957" y="1453530"/>
                    <a:pt x="1670924" y="1453926"/>
                  </a:cubicBezTo>
                  <a:cubicBezTo>
                    <a:pt x="1670825" y="1457002"/>
                    <a:pt x="1674033" y="1457730"/>
                    <a:pt x="1675422" y="1459780"/>
                  </a:cubicBezTo>
                  <a:close/>
                  <a:moveTo>
                    <a:pt x="2661657" y="1645981"/>
                  </a:moveTo>
                  <a:cubicBezTo>
                    <a:pt x="2660698" y="1645617"/>
                    <a:pt x="2659738" y="1645055"/>
                    <a:pt x="2658746" y="1644956"/>
                  </a:cubicBezTo>
                  <a:cubicBezTo>
                    <a:pt x="2655505" y="1644658"/>
                    <a:pt x="2655406" y="1646973"/>
                    <a:pt x="2655340" y="1649222"/>
                  </a:cubicBezTo>
                  <a:cubicBezTo>
                    <a:pt x="2655935" y="1650148"/>
                    <a:pt x="2656530" y="1651008"/>
                    <a:pt x="2657126" y="1651901"/>
                  </a:cubicBezTo>
                  <a:cubicBezTo>
                    <a:pt x="2658614" y="1649917"/>
                    <a:pt x="2660135" y="1647932"/>
                    <a:pt x="2661657" y="1645981"/>
                  </a:cubicBezTo>
                  <a:close/>
                  <a:moveTo>
                    <a:pt x="906642" y="1578678"/>
                  </a:moveTo>
                  <a:cubicBezTo>
                    <a:pt x="904459" y="1578314"/>
                    <a:pt x="901880" y="1578148"/>
                    <a:pt x="901648" y="1581191"/>
                  </a:cubicBezTo>
                  <a:cubicBezTo>
                    <a:pt x="901549" y="1582580"/>
                    <a:pt x="902673" y="1584068"/>
                    <a:pt x="903269" y="1585524"/>
                  </a:cubicBezTo>
                  <a:cubicBezTo>
                    <a:pt x="904790" y="1583903"/>
                    <a:pt x="906345" y="1582316"/>
                    <a:pt x="907965" y="1580596"/>
                  </a:cubicBezTo>
                  <a:cubicBezTo>
                    <a:pt x="907601" y="1580034"/>
                    <a:pt x="907204" y="1578777"/>
                    <a:pt x="906642" y="1578678"/>
                  </a:cubicBezTo>
                  <a:close/>
                  <a:moveTo>
                    <a:pt x="1292967" y="768325"/>
                  </a:moveTo>
                  <a:cubicBezTo>
                    <a:pt x="1296208" y="768656"/>
                    <a:pt x="1296274" y="766307"/>
                    <a:pt x="1296340" y="764058"/>
                  </a:cubicBezTo>
                  <a:cubicBezTo>
                    <a:pt x="1295745" y="763132"/>
                    <a:pt x="1295150" y="762273"/>
                    <a:pt x="1294588" y="761380"/>
                  </a:cubicBezTo>
                  <a:cubicBezTo>
                    <a:pt x="1293066" y="763364"/>
                    <a:pt x="1291545" y="765348"/>
                    <a:pt x="1290024" y="767333"/>
                  </a:cubicBezTo>
                  <a:cubicBezTo>
                    <a:pt x="1291016" y="767663"/>
                    <a:pt x="1291942" y="768259"/>
                    <a:pt x="1292967" y="768325"/>
                  </a:cubicBezTo>
                  <a:close/>
                  <a:moveTo>
                    <a:pt x="1027325" y="1589691"/>
                  </a:moveTo>
                  <a:cubicBezTo>
                    <a:pt x="1027325" y="1587310"/>
                    <a:pt x="1026829" y="1585226"/>
                    <a:pt x="1023753" y="1585590"/>
                  </a:cubicBezTo>
                  <a:cubicBezTo>
                    <a:pt x="1022761" y="1585722"/>
                    <a:pt x="1021835" y="1586350"/>
                    <a:pt x="1020876" y="1586747"/>
                  </a:cubicBezTo>
                  <a:cubicBezTo>
                    <a:pt x="1022497" y="1588632"/>
                    <a:pt x="1024084" y="1590518"/>
                    <a:pt x="1025705" y="1592403"/>
                  </a:cubicBezTo>
                  <a:cubicBezTo>
                    <a:pt x="1026234" y="1591510"/>
                    <a:pt x="1026763" y="1590617"/>
                    <a:pt x="1027325" y="1589691"/>
                  </a:cubicBezTo>
                  <a:close/>
                  <a:moveTo>
                    <a:pt x="1407399" y="1435373"/>
                  </a:moveTo>
                  <a:cubicBezTo>
                    <a:pt x="1406473" y="1435935"/>
                    <a:pt x="1405580" y="1436497"/>
                    <a:pt x="1404687" y="1437059"/>
                  </a:cubicBezTo>
                  <a:cubicBezTo>
                    <a:pt x="1406672" y="1438581"/>
                    <a:pt x="1407499" y="1441590"/>
                    <a:pt x="1410508" y="1441623"/>
                  </a:cubicBezTo>
                  <a:cubicBezTo>
                    <a:pt x="1410872" y="1441623"/>
                    <a:pt x="1411467" y="1439837"/>
                    <a:pt x="1411566" y="1438845"/>
                  </a:cubicBezTo>
                  <a:cubicBezTo>
                    <a:pt x="1411930" y="1435637"/>
                    <a:pt x="1409681" y="1435439"/>
                    <a:pt x="1407399" y="1435373"/>
                  </a:cubicBezTo>
                  <a:close/>
                  <a:moveTo>
                    <a:pt x="1806325" y="600811"/>
                  </a:moveTo>
                  <a:cubicBezTo>
                    <a:pt x="1805333" y="600910"/>
                    <a:pt x="1804407" y="601538"/>
                    <a:pt x="1803481" y="601935"/>
                  </a:cubicBezTo>
                  <a:cubicBezTo>
                    <a:pt x="1805068" y="603820"/>
                    <a:pt x="1806656" y="605738"/>
                    <a:pt x="1808276" y="607624"/>
                  </a:cubicBezTo>
                  <a:cubicBezTo>
                    <a:pt x="1808805" y="606698"/>
                    <a:pt x="1809368" y="605805"/>
                    <a:pt x="1809930" y="604879"/>
                  </a:cubicBezTo>
                  <a:cubicBezTo>
                    <a:pt x="1809897" y="602530"/>
                    <a:pt x="1809434" y="600447"/>
                    <a:pt x="1806325" y="600811"/>
                  </a:cubicBezTo>
                  <a:close/>
                  <a:moveTo>
                    <a:pt x="1708660" y="1019150"/>
                  </a:moveTo>
                  <a:cubicBezTo>
                    <a:pt x="1708363" y="1021597"/>
                    <a:pt x="1709090" y="1023516"/>
                    <a:pt x="1712100" y="1023350"/>
                  </a:cubicBezTo>
                  <a:cubicBezTo>
                    <a:pt x="1713092" y="1022920"/>
                    <a:pt x="1714051" y="1022523"/>
                    <a:pt x="1715010" y="1022126"/>
                  </a:cubicBezTo>
                  <a:cubicBezTo>
                    <a:pt x="1713390" y="1020241"/>
                    <a:pt x="1711802" y="1018356"/>
                    <a:pt x="1710182" y="1016471"/>
                  </a:cubicBezTo>
                  <a:cubicBezTo>
                    <a:pt x="1709653" y="1017331"/>
                    <a:pt x="1708760" y="1018191"/>
                    <a:pt x="1708660" y="1019150"/>
                  </a:cubicBezTo>
                  <a:close/>
                  <a:moveTo>
                    <a:pt x="1749373" y="722221"/>
                  </a:moveTo>
                  <a:cubicBezTo>
                    <a:pt x="1749770" y="722221"/>
                    <a:pt x="1750365" y="720435"/>
                    <a:pt x="1750465" y="719476"/>
                  </a:cubicBezTo>
                  <a:cubicBezTo>
                    <a:pt x="1750828" y="716268"/>
                    <a:pt x="1748580" y="716037"/>
                    <a:pt x="1746264" y="715970"/>
                  </a:cubicBezTo>
                  <a:cubicBezTo>
                    <a:pt x="1745338" y="716566"/>
                    <a:pt x="1744478" y="717128"/>
                    <a:pt x="1743585" y="717690"/>
                  </a:cubicBezTo>
                  <a:cubicBezTo>
                    <a:pt x="1745570" y="719179"/>
                    <a:pt x="1746397" y="722221"/>
                    <a:pt x="1749373" y="722221"/>
                  </a:cubicBezTo>
                  <a:close/>
                  <a:moveTo>
                    <a:pt x="1069295" y="1610031"/>
                  </a:moveTo>
                  <a:cubicBezTo>
                    <a:pt x="1066219" y="1609700"/>
                    <a:pt x="1065525" y="1611750"/>
                    <a:pt x="1065822" y="1614165"/>
                  </a:cubicBezTo>
                  <a:cubicBezTo>
                    <a:pt x="1065988" y="1615289"/>
                    <a:pt x="1065921" y="1617770"/>
                    <a:pt x="1068567" y="1615984"/>
                  </a:cubicBezTo>
                  <a:cubicBezTo>
                    <a:pt x="1070320" y="1614826"/>
                    <a:pt x="1072371" y="1614165"/>
                    <a:pt x="1075711" y="1612610"/>
                  </a:cubicBezTo>
                  <a:cubicBezTo>
                    <a:pt x="1071213" y="1610791"/>
                    <a:pt x="1070287" y="1610163"/>
                    <a:pt x="1069295" y="1610031"/>
                  </a:cubicBezTo>
                  <a:close/>
                  <a:moveTo>
                    <a:pt x="1988127" y="494183"/>
                  </a:moveTo>
                  <a:cubicBezTo>
                    <a:pt x="1990111" y="495672"/>
                    <a:pt x="1990938" y="498714"/>
                    <a:pt x="1993947" y="498714"/>
                  </a:cubicBezTo>
                  <a:cubicBezTo>
                    <a:pt x="1994311" y="498714"/>
                    <a:pt x="1994907" y="496962"/>
                    <a:pt x="1995006" y="495969"/>
                  </a:cubicBezTo>
                  <a:cubicBezTo>
                    <a:pt x="1995370" y="492761"/>
                    <a:pt x="1993121" y="492530"/>
                    <a:pt x="1990839" y="492464"/>
                  </a:cubicBezTo>
                  <a:cubicBezTo>
                    <a:pt x="1989913" y="493059"/>
                    <a:pt x="1989020" y="493621"/>
                    <a:pt x="1988127" y="494183"/>
                  </a:cubicBezTo>
                  <a:close/>
                  <a:moveTo>
                    <a:pt x="1559998" y="1522586"/>
                  </a:moveTo>
                  <a:cubicBezTo>
                    <a:pt x="1560560" y="1522487"/>
                    <a:pt x="1560924" y="1521197"/>
                    <a:pt x="1561155" y="1520800"/>
                  </a:cubicBezTo>
                  <a:cubicBezTo>
                    <a:pt x="1559535" y="1519014"/>
                    <a:pt x="1558046" y="1517393"/>
                    <a:pt x="1556558" y="1515773"/>
                  </a:cubicBezTo>
                  <a:cubicBezTo>
                    <a:pt x="1555996" y="1517228"/>
                    <a:pt x="1554871" y="1518716"/>
                    <a:pt x="1554971" y="1520105"/>
                  </a:cubicBezTo>
                  <a:cubicBezTo>
                    <a:pt x="1555235" y="1523115"/>
                    <a:pt x="1557815" y="1522950"/>
                    <a:pt x="1559998" y="1522586"/>
                  </a:cubicBezTo>
                  <a:close/>
                  <a:moveTo>
                    <a:pt x="847177" y="1753071"/>
                  </a:moveTo>
                  <a:cubicBezTo>
                    <a:pt x="847806" y="1752972"/>
                    <a:pt x="848202" y="1751715"/>
                    <a:pt x="848698" y="1750987"/>
                  </a:cubicBezTo>
                  <a:cubicBezTo>
                    <a:pt x="847078" y="1749334"/>
                    <a:pt x="845490" y="1747779"/>
                    <a:pt x="843903" y="1746192"/>
                  </a:cubicBezTo>
                  <a:cubicBezTo>
                    <a:pt x="843308" y="1747614"/>
                    <a:pt x="842183" y="1749102"/>
                    <a:pt x="842249" y="1750491"/>
                  </a:cubicBezTo>
                  <a:cubicBezTo>
                    <a:pt x="842448" y="1753567"/>
                    <a:pt x="845027" y="1753435"/>
                    <a:pt x="847177" y="1753071"/>
                  </a:cubicBezTo>
                  <a:close/>
                  <a:moveTo>
                    <a:pt x="1377501" y="1603085"/>
                  </a:moveTo>
                  <a:cubicBezTo>
                    <a:pt x="1375186" y="1602887"/>
                    <a:pt x="1373037" y="1603185"/>
                    <a:pt x="1373136" y="1606426"/>
                  </a:cubicBezTo>
                  <a:cubicBezTo>
                    <a:pt x="1373202" y="1608112"/>
                    <a:pt x="1373665" y="1610031"/>
                    <a:pt x="1375385" y="1609303"/>
                  </a:cubicBezTo>
                  <a:cubicBezTo>
                    <a:pt x="1377303" y="1608476"/>
                    <a:pt x="1378659" y="1606393"/>
                    <a:pt x="1380313" y="1604838"/>
                  </a:cubicBezTo>
                  <a:cubicBezTo>
                    <a:pt x="1379254" y="1604144"/>
                    <a:pt x="1378427" y="1603185"/>
                    <a:pt x="1377501" y="1603085"/>
                  </a:cubicBezTo>
                  <a:close/>
                  <a:moveTo>
                    <a:pt x="1684120" y="1487760"/>
                  </a:moveTo>
                  <a:cubicBezTo>
                    <a:pt x="1683062" y="1493482"/>
                    <a:pt x="1685410" y="1495797"/>
                    <a:pt x="1691099" y="1494738"/>
                  </a:cubicBezTo>
                  <a:cubicBezTo>
                    <a:pt x="1690272" y="1490935"/>
                    <a:pt x="1687924" y="1488620"/>
                    <a:pt x="1684120" y="1487760"/>
                  </a:cubicBezTo>
                  <a:close/>
                  <a:moveTo>
                    <a:pt x="1761643" y="1281650"/>
                  </a:moveTo>
                  <a:cubicBezTo>
                    <a:pt x="1762602" y="1281550"/>
                    <a:pt x="1763462" y="1280657"/>
                    <a:pt x="1764719" y="1279897"/>
                  </a:cubicBezTo>
                  <a:cubicBezTo>
                    <a:pt x="1762602" y="1278309"/>
                    <a:pt x="1760651" y="1276821"/>
                    <a:pt x="1758667" y="1275300"/>
                  </a:cubicBezTo>
                  <a:cubicBezTo>
                    <a:pt x="1758270" y="1276259"/>
                    <a:pt x="1757641" y="1277185"/>
                    <a:pt x="1757542" y="1278177"/>
                  </a:cubicBezTo>
                  <a:cubicBezTo>
                    <a:pt x="1757178" y="1281253"/>
                    <a:pt x="1759229" y="1281914"/>
                    <a:pt x="1761643" y="1281650"/>
                  </a:cubicBezTo>
                  <a:close/>
                  <a:moveTo>
                    <a:pt x="1863508" y="1278938"/>
                  </a:moveTo>
                  <a:cubicBezTo>
                    <a:pt x="1861490" y="1279169"/>
                    <a:pt x="1862284" y="1281815"/>
                    <a:pt x="1862350" y="1283369"/>
                  </a:cubicBezTo>
                  <a:cubicBezTo>
                    <a:pt x="1862450" y="1285188"/>
                    <a:pt x="1861127" y="1288330"/>
                    <a:pt x="1864566" y="1288000"/>
                  </a:cubicBezTo>
                  <a:cubicBezTo>
                    <a:pt x="1866584" y="1287801"/>
                    <a:pt x="1865558" y="1285155"/>
                    <a:pt x="1865856" y="1283138"/>
                  </a:cubicBezTo>
                  <a:cubicBezTo>
                    <a:pt x="1865128" y="1281914"/>
                    <a:pt x="1867113" y="1278574"/>
                    <a:pt x="1863508" y="1278938"/>
                  </a:cubicBezTo>
                  <a:close/>
                  <a:moveTo>
                    <a:pt x="988895" y="230658"/>
                  </a:moveTo>
                  <a:cubicBezTo>
                    <a:pt x="988531" y="229633"/>
                    <a:pt x="988134" y="227847"/>
                    <a:pt x="987770" y="227847"/>
                  </a:cubicBezTo>
                  <a:cubicBezTo>
                    <a:pt x="984760" y="227880"/>
                    <a:pt x="983934" y="230890"/>
                    <a:pt x="981949" y="232378"/>
                  </a:cubicBezTo>
                  <a:cubicBezTo>
                    <a:pt x="982842" y="232940"/>
                    <a:pt x="983702" y="233900"/>
                    <a:pt x="984628" y="233999"/>
                  </a:cubicBezTo>
                  <a:cubicBezTo>
                    <a:pt x="986976" y="234263"/>
                    <a:pt x="989093" y="233767"/>
                    <a:pt x="988895" y="230658"/>
                  </a:cubicBezTo>
                  <a:close/>
                  <a:moveTo>
                    <a:pt x="1324254" y="869726"/>
                  </a:moveTo>
                  <a:cubicBezTo>
                    <a:pt x="1324122" y="868734"/>
                    <a:pt x="1323593" y="866948"/>
                    <a:pt x="1323196" y="866948"/>
                  </a:cubicBezTo>
                  <a:cubicBezTo>
                    <a:pt x="1320120" y="866849"/>
                    <a:pt x="1319392" y="870024"/>
                    <a:pt x="1317342" y="871413"/>
                  </a:cubicBezTo>
                  <a:cubicBezTo>
                    <a:pt x="1318202" y="872008"/>
                    <a:pt x="1319095" y="872571"/>
                    <a:pt x="1320219" y="873298"/>
                  </a:cubicBezTo>
                  <a:cubicBezTo>
                    <a:pt x="1322104" y="872901"/>
                    <a:pt x="1324651" y="873067"/>
                    <a:pt x="1324254" y="869726"/>
                  </a:cubicBezTo>
                  <a:close/>
                  <a:moveTo>
                    <a:pt x="576575" y="2189733"/>
                  </a:moveTo>
                  <a:cubicBezTo>
                    <a:pt x="575582" y="2189865"/>
                    <a:pt x="574656" y="2190493"/>
                    <a:pt x="573697" y="2190890"/>
                  </a:cubicBezTo>
                  <a:cubicBezTo>
                    <a:pt x="575318" y="2192776"/>
                    <a:pt x="576905" y="2194661"/>
                    <a:pt x="578493" y="2196546"/>
                  </a:cubicBezTo>
                  <a:cubicBezTo>
                    <a:pt x="579055" y="2195653"/>
                    <a:pt x="579584" y="2194760"/>
                    <a:pt x="580146" y="2193834"/>
                  </a:cubicBezTo>
                  <a:cubicBezTo>
                    <a:pt x="580146" y="2191453"/>
                    <a:pt x="579650" y="2189369"/>
                    <a:pt x="576575" y="2189733"/>
                  </a:cubicBezTo>
                  <a:close/>
                  <a:moveTo>
                    <a:pt x="1392318" y="2336147"/>
                  </a:moveTo>
                  <a:cubicBezTo>
                    <a:pt x="1390731" y="2338230"/>
                    <a:pt x="1389242" y="2340181"/>
                    <a:pt x="1387721" y="2342166"/>
                  </a:cubicBezTo>
                  <a:cubicBezTo>
                    <a:pt x="1388680" y="2342563"/>
                    <a:pt x="1389606" y="2343191"/>
                    <a:pt x="1390598" y="2343290"/>
                  </a:cubicBezTo>
                  <a:cubicBezTo>
                    <a:pt x="1393674" y="2343654"/>
                    <a:pt x="1394335" y="2341604"/>
                    <a:pt x="1394071" y="2339189"/>
                  </a:cubicBezTo>
                  <a:cubicBezTo>
                    <a:pt x="1393972" y="2338230"/>
                    <a:pt x="1393079" y="2337403"/>
                    <a:pt x="1392318" y="2336147"/>
                  </a:cubicBezTo>
                  <a:close/>
                  <a:moveTo>
                    <a:pt x="915671" y="1201382"/>
                  </a:moveTo>
                  <a:cubicBezTo>
                    <a:pt x="914679" y="1201745"/>
                    <a:pt x="913687" y="1202109"/>
                    <a:pt x="912728" y="1202473"/>
                  </a:cubicBezTo>
                  <a:cubicBezTo>
                    <a:pt x="914249" y="1204457"/>
                    <a:pt x="915737" y="1206409"/>
                    <a:pt x="917259" y="1208393"/>
                  </a:cubicBezTo>
                  <a:cubicBezTo>
                    <a:pt x="917854" y="1207500"/>
                    <a:pt x="918846" y="1206673"/>
                    <a:pt x="918945" y="1205747"/>
                  </a:cubicBezTo>
                  <a:cubicBezTo>
                    <a:pt x="919177" y="1203465"/>
                    <a:pt x="918846" y="1201249"/>
                    <a:pt x="915671" y="1201382"/>
                  </a:cubicBezTo>
                  <a:close/>
                  <a:moveTo>
                    <a:pt x="428143" y="1239812"/>
                  </a:moveTo>
                  <a:cubicBezTo>
                    <a:pt x="428871" y="1238423"/>
                    <a:pt x="429598" y="1237034"/>
                    <a:pt x="429797" y="1236637"/>
                  </a:cubicBezTo>
                  <a:cubicBezTo>
                    <a:pt x="429830" y="1235943"/>
                    <a:pt x="429863" y="1235315"/>
                    <a:pt x="429896" y="1234719"/>
                  </a:cubicBezTo>
                  <a:cubicBezTo>
                    <a:pt x="428739" y="1234388"/>
                    <a:pt x="427614" y="1234091"/>
                    <a:pt x="426490" y="1233760"/>
                  </a:cubicBezTo>
                  <a:cubicBezTo>
                    <a:pt x="426225" y="1235910"/>
                    <a:pt x="425927" y="1238291"/>
                    <a:pt x="428143" y="1239812"/>
                  </a:cubicBezTo>
                  <a:close/>
                  <a:moveTo>
                    <a:pt x="1594824" y="1278144"/>
                  </a:moveTo>
                  <a:cubicBezTo>
                    <a:pt x="1595452" y="1278045"/>
                    <a:pt x="1595849" y="1276788"/>
                    <a:pt x="1596345" y="1276060"/>
                  </a:cubicBezTo>
                  <a:cubicBezTo>
                    <a:pt x="1594691" y="1274407"/>
                    <a:pt x="1593137" y="1272819"/>
                    <a:pt x="1591549" y="1271265"/>
                  </a:cubicBezTo>
                  <a:cubicBezTo>
                    <a:pt x="1590954" y="1272687"/>
                    <a:pt x="1589830" y="1274142"/>
                    <a:pt x="1589896" y="1275564"/>
                  </a:cubicBezTo>
                  <a:cubicBezTo>
                    <a:pt x="1590094" y="1278607"/>
                    <a:pt x="1592674" y="1278508"/>
                    <a:pt x="1594824" y="1278144"/>
                  </a:cubicBezTo>
                  <a:close/>
                  <a:moveTo>
                    <a:pt x="279580" y="1232040"/>
                  </a:moveTo>
                  <a:cubicBezTo>
                    <a:pt x="279514" y="1231114"/>
                    <a:pt x="278521" y="1230254"/>
                    <a:pt x="277959" y="1229361"/>
                  </a:cubicBezTo>
                  <a:cubicBezTo>
                    <a:pt x="276570" y="1231445"/>
                    <a:pt x="273362" y="1232173"/>
                    <a:pt x="273494" y="1235248"/>
                  </a:cubicBezTo>
                  <a:cubicBezTo>
                    <a:pt x="273494" y="1235645"/>
                    <a:pt x="275280" y="1235976"/>
                    <a:pt x="276305" y="1236340"/>
                  </a:cubicBezTo>
                  <a:cubicBezTo>
                    <a:pt x="279447" y="1236538"/>
                    <a:pt x="279811" y="1234355"/>
                    <a:pt x="279580" y="1232040"/>
                  </a:cubicBezTo>
                  <a:close/>
                  <a:moveTo>
                    <a:pt x="2276853" y="1306719"/>
                  </a:moveTo>
                  <a:cubicBezTo>
                    <a:pt x="2274968" y="1308340"/>
                    <a:pt x="2273083" y="1309927"/>
                    <a:pt x="2271198" y="1311548"/>
                  </a:cubicBezTo>
                  <a:cubicBezTo>
                    <a:pt x="2272091" y="1312077"/>
                    <a:pt x="2272951" y="1312970"/>
                    <a:pt x="2273877" y="1313102"/>
                  </a:cubicBezTo>
                  <a:cubicBezTo>
                    <a:pt x="2276324" y="1313367"/>
                    <a:pt x="2278242" y="1312639"/>
                    <a:pt x="2278077" y="1309629"/>
                  </a:cubicBezTo>
                  <a:cubicBezTo>
                    <a:pt x="2277647" y="1308637"/>
                    <a:pt x="2277250" y="1307678"/>
                    <a:pt x="2276853" y="1306719"/>
                  </a:cubicBezTo>
                  <a:close/>
                  <a:moveTo>
                    <a:pt x="1949795" y="230559"/>
                  </a:moveTo>
                  <a:cubicBezTo>
                    <a:pt x="1948803" y="230923"/>
                    <a:pt x="1947811" y="231287"/>
                    <a:pt x="1946852" y="231651"/>
                  </a:cubicBezTo>
                  <a:cubicBezTo>
                    <a:pt x="1948373" y="233602"/>
                    <a:pt x="1949861" y="235586"/>
                    <a:pt x="1951383" y="237571"/>
                  </a:cubicBezTo>
                  <a:cubicBezTo>
                    <a:pt x="1951978" y="236711"/>
                    <a:pt x="1952970" y="235851"/>
                    <a:pt x="1953069" y="234925"/>
                  </a:cubicBezTo>
                  <a:cubicBezTo>
                    <a:pt x="1953301" y="232643"/>
                    <a:pt x="1952970" y="230427"/>
                    <a:pt x="1949795" y="230559"/>
                  </a:cubicBezTo>
                  <a:close/>
                  <a:moveTo>
                    <a:pt x="1269155" y="240977"/>
                  </a:moveTo>
                  <a:cubicBezTo>
                    <a:pt x="1270081" y="240878"/>
                    <a:pt x="1270907" y="239952"/>
                    <a:pt x="1272131" y="239191"/>
                  </a:cubicBezTo>
                  <a:cubicBezTo>
                    <a:pt x="1270444" y="237637"/>
                    <a:pt x="1269055" y="235619"/>
                    <a:pt x="1267137" y="234793"/>
                  </a:cubicBezTo>
                  <a:cubicBezTo>
                    <a:pt x="1265351" y="234032"/>
                    <a:pt x="1264921" y="235917"/>
                    <a:pt x="1264855" y="237604"/>
                  </a:cubicBezTo>
                  <a:cubicBezTo>
                    <a:pt x="1264723" y="240779"/>
                    <a:pt x="1266806" y="241209"/>
                    <a:pt x="1269155" y="240977"/>
                  </a:cubicBezTo>
                  <a:close/>
                  <a:moveTo>
                    <a:pt x="1577559" y="1246791"/>
                  </a:moveTo>
                  <a:cubicBezTo>
                    <a:pt x="1576997" y="1248246"/>
                    <a:pt x="1575840" y="1249701"/>
                    <a:pt x="1575939" y="1251090"/>
                  </a:cubicBezTo>
                  <a:cubicBezTo>
                    <a:pt x="1576104" y="1254166"/>
                    <a:pt x="1578684" y="1254067"/>
                    <a:pt x="1580867" y="1253703"/>
                  </a:cubicBezTo>
                  <a:cubicBezTo>
                    <a:pt x="1581462" y="1253604"/>
                    <a:pt x="1581892" y="1252314"/>
                    <a:pt x="1582388" y="1251619"/>
                  </a:cubicBezTo>
                  <a:cubicBezTo>
                    <a:pt x="1580734" y="1249966"/>
                    <a:pt x="1579147" y="1248378"/>
                    <a:pt x="1577559" y="1246791"/>
                  </a:cubicBezTo>
                  <a:close/>
                  <a:moveTo>
                    <a:pt x="1432502" y="2573147"/>
                  </a:moveTo>
                  <a:cubicBezTo>
                    <a:pt x="1432402" y="2572221"/>
                    <a:pt x="1431509" y="2571361"/>
                    <a:pt x="1430749" y="2570104"/>
                  </a:cubicBezTo>
                  <a:cubicBezTo>
                    <a:pt x="1429161" y="2572188"/>
                    <a:pt x="1427673" y="2574172"/>
                    <a:pt x="1426152" y="2576124"/>
                  </a:cubicBezTo>
                  <a:cubicBezTo>
                    <a:pt x="1427111" y="2576521"/>
                    <a:pt x="1428037" y="2577182"/>
                    <a:pt x="1429029" y="2577281"/>
                  </a:cubicBezTo>
                  <a:cubicBezTo>
                    <a:pt x="1432105" y="2577645"/>
                    <a:pt x="1432766" y="2575595"/>
                    <a:pt x="1432502" y="2573147"/>
                  </a:cubicBezTo>
                  <a:close/>
                  <a:moveTo>
                    <a:pt x="1179858" y="1062277"/>
                  </a:moveTo>
                  <a:cubicBezTo>
                    <a:pt x="1177972" y="1063898"/>
                    <a:pt x="1176087" y="1065485"/>
                    <a:pt x="1174169" y="1067106"/>
                  </a:cubicBezTo>
                  <a:cubicBezTo>
                    <a:pt x="1175095" y="1067635"/>
                    <a:pt x="1175922" y="1068528"/>
                    <a:pt x="1176881" y="1068627"/>
                  </a:cubicBezTo>
                  <a:cubicBezTo>
                    <a:pt x="1179295" y="1068925"/>
                    <a:pt x="1181247" y="1068197"/>
                    <a:pt x="1181048" y="1065187"/>
                  </a:cubicBezTo>
                  <a:cubicBezTo>
                    <a:pt x="1180651" y="1064195"/>
                    <a:pt x="1180255" y="1063236"/>
                    <a:pt x="1179858" y="1062277"/>
                  </a:cubicBezTo>
                  <a:close/>
                  <a:moveTo>
                    <a:pt x="1093041" y="1238820"/>
                  </a:moveTo>
                  <a:cubicBezTo>
                    <a:pt x="1094761" y="1237663"/>
                    <a:pt x="1096845" y="1237001"/>
                    <a:pt x="1100152" y="1235480"/>
                  </a:cubicBezTo>
                  <a:cubicBezTo>
                    <a:pt x="1095687" y="1233628"/>
                    <a:pt x="1094761" y="1232999"/>
                    <a:pt x="1093769" y="1232867"/>
                  </a:cubicBezTo>
                  <a:cubicBezTo>
                    <a:pt x="1090693" y="1232536"/>
                    <a:pt x="1089965" y="1234587"/>
                    <a:pt x="1090296" y="1237001"/>
                  </a:cubicBezTo>
                  <a:cubicBezTo>
                    <a:pt x="1090428" y="1238126"/>
                    <a:pt x="1090362" y="1240606"/>
                    <a:pt x="1093041" y="1238820"/>
                  </a:cubicBezTo>
                  <a:close/>
                  <a:moveTo>
                    <a:pt x="1121682" y="1238986"/>
                  </a:moveTo>
                  <a:cubicBezTo>
                    <a:pt x="1121054" y="1238093"/>
                    <a:pt x="1120492" y="1237200"/>
                    <a:pt x="1119896" y="1236340"/>
                  </a:cubicBezTo>
                  <a:cubicBezTo>
                    <a:pt x="1118375" y="1238324"/>
                    <a:pt x="1116854" y="1240275"/>
                    <a:pt x="1115365" y="1242260"/>
                  </a:cubicBezTo>
                  <a:cubicBezTo>
                    <a:pt x="1116325" y="1242624"/>
                    <a:pt x="1117284" y="1243186"/>
                    <a:pt x="1118276" y="1243285"/>
                  </a:cubicBezTo>
                  <a:cubicBezTo>
                    <a:pt x="1121517" y="1243583"/>
                    <a:pt x="1121583" y="1241235"/>
                    <a:pt x="1121682" y="1238986"/>
                  </a:cubicBezTo>
                  <a:close/>
                  <a:moveTo>
                    <a:pt x="1974170" y="171888"/>
                  </a:moveTo>
                  <a:cubicBezTo>
                    <a:pt x="1974335" y="173012"/>
                    <a:pt x="1974269" y="175493"/>
                    <a:pt x="1976948" y="173707"/>
                  </a:cubicBezTo>
                  <a:cubicBezTo>
                    <a:pt x="1978668" y="172549"/>
                    <a:pt x="1980718" y="171888"/>
                    <a:pt x="1984059" y="170367"/>
                  </a:cubicBezTo>
                  <a:cubicBezTo>
                    <a:pt x="1979561" y="168514"/>
                    <a:pt x="1978635" y="167886"/>
                    <a:pt x="1977643" y="167754"/>
                  </a:cubicBezTo>
                  <a:cubicBezTo>
                    <a:pt x="1974600" y="167423"/>
                    <a:pt x="1973872" y="169474"/>
                    <a:pt x="1974170" y="171888"/>
                  </a:cubicBezTo>
                  <a:close/>
                  <a:moveTo>
                    <a:pt x="1337152" y="2237788"/>
                  </a:moveTo>
                  <a:cubicBezTo>
                    <a:pt x="1337549" y="2237788"/>
                    <a:pt x="1337913" y="2236002"/>
                    <a:pt x="1338277" y="2234977"/>
                  </a:cubicBezTo>
                  <a:cubicBezTo>
                    <a:pt x="1338442" y="2231802"/>
                    <a:pt x="1336259" y="2231438"/>
                    <a:pt x="1333944" y="2231669"/>
                  </a:cubicBezTo>
                  <a:cubicBezTo>
                    <a:pt x="1333018" y="2231768"/>
                    <a:pt x="1332191" y="2232728"/>
                    <a:pt x="1331299" y="2233323"/>
                  </a:cubicBezTo>
                  <a:cubicBezTo>
                    <a:pt x="1333349" y="2234712"/>
                    <a:pt x="1334110" y="2237887"/>
                    <a:pt x="1337152" y="2237788"/>
                  </a:cubicBezTo>
                  <a:close/>
                  <a:moveTo>
                    <a:pt x="522368" y="2238482"/>
                  </a:moveTo>
                  <a:cubicBezTo>
                    <a:pt x="522930" y="2238383"/>
                    <a:pt x="523294" y="2237093"/>
                    <a:pt x="523559" y="2236696"/>
                  </a:cubicBezTo>
                  <a:cubicBezTo>
                    <a:pt x="521905" y="2234910"/>
                    <a:pt x="520417" y="2233290"/>
                    <a:pt x="518928" y="2231669"/>
                  </a:cubicBezTo>
                  <a:cubicBezTo>
                    <a:pt x="518366" y="2233091"/>
                    <a:pt x="517242" y="2234613"/>
                    <a:pt x="517374" y="2236002"/>
                  </a:cubicBezTo>
                  <a:cubicBezTo>
                    <a:pt x="517639" y="2239011"/>
                    <a:pt x="520218" y="2238846"/>
                    <a:pt x="522368" y="2238482"/>
                  </a:cubicBezTo>
                  <a:close/>
                  <a:moveTo>
                    <a:pt x="1051799" y="1253968"/>
                  </a:moveTo>
                  <a:cubicBezTo>
                    <a:pt x="1051435" y="1252942"/>
                    <a:pt x="1051072" y="1251950"/>
                    <a:pt x="1050708" y="1250991"/>
                  </a:cubicBezTo>
                  <a:cubicBezTo>
                    <a:pt x="1048724" y="1252512"/>
                    <a:pt x="1046772" y="1254034"/>
                    <a:pt x="1044788" y="1255522"/>
                  </a:cubicBezTo>
                  <a:cubicBezTo>
                    <a:pt x="1045648" y="1256117"/>
                    <a:pt x="1046508" y="1257110"/>
                    <a:pt x="1047434" y="1257209"/>
                  </a:cubicBezTo>
                  <a:cubicBezTo>
                    <a:pt x="1049716" y="1257440"/>
                    <a:pt x="1051932" y="1257110"/>
                    <a:pt x="1051799" y="1253968"/>
                  </a:cubicBezTo>
                  <a:close/>
                  <a:moveTo>
                    <a:pt x="1125155" y="865328"/>
                  </a:moveTo>
                  <a:cubicBezTo>
                    <a:pt x="1125155" y="864832"/>
                    <a:pt x="1125221" y="862814"/>
                    <a:pt x="1125122" y="862814"/>
                  </a:cubicBezTo>
                  <a:cubicBezTo>
                    <a:pt x="1121848" y="862450"/>
                    <a:pt x="1120525" y="865394"/>
                    <a:pt x="1119003" y="867312"/>
                  </a:cubicBezTo>
                  <a:cubicBezTo>
                    <a:pt x="1117681" y="869032"/>
                    <a:pt x="1119830" y="869528"/>
                    <a:pt x="1121319" y="869627"/>
                  </a:cubicBezTo>
                  <a:cubicBezTo>
                    <a:pt x="1123931" y="869826"/>
                    <a:pt x="1125254" y="868602"/>
                    <a:pt x="1125155" y="865328"/>
                  </a:cubicBezTo>
                  <a:close/>
                  <a:moveTo>
                    <a:pt x="985389" y="1353980"/>
                  </a:moveTo>
                  <a:cubicBezTo>
                    <a:pt x="984727" y="1352459"/>
                    <a:pt x="982214" y="1351070"/>
                    <a:pt x="982181" y="1351599"/>
                  </a:cubicBezTo>
                  <a:cubicBezTo>
                    <a:pt x="981982" y="1354278"/>
                    <a:pt x="979039" y="1354906"/>
                    <a:pt x="978741" y="1356725"/>
                  </a:cubicBezTo>
                  <a:cubicBezTo>
                    <a:pt x="978510" y="1358015"/>
                    <a:pt x="980692" y="1358710"/>
                    <a:pt x="982412" y="1358577"/>
                  </a:cubicBezTo>
                  <a:cubicBezTo>
                    <a:pt x="985422" y="1358313"/>
                    <a:pt x="985455" y="1356196"/>
                    <a:pt x="985389" y="1353980"/>
                  </a:cubicBezTo>
                  <a:close/>
                  <a:moveTo>
                    <a:pt x="1514688" y="1351566"/>
                  </a:moveTo>
                  <a:cubicBezTo>
                    <a:pt x="1513166" y="1353550"/>
                    <a:pt x="1511645" y="1355535"/>
                    <a:pt x="1510124" y="1357486"/>
                  </a:cubicBezTo>
                  <a:cubicBezTo>
                    <a:pt x="1511116" y="1357850"/>
                    <a:pt x="1512075" y="1358412"/>
                    <a:pt x="1513067" y="1358511"/>
                  </a:cubicBezTo>
                  <a:cubicBezTo>
                    <a:pt x="1516308" y="1358809"/>
                    <a:pt x="1516375" y="1356494"/>
                    <a:pt x="1516474" y="1354212"/>
                  </a:cubicBezTo>
                  <a:cubicBezTo>
                    <a:pt x="1515845" y="1353319"/>
                    <a:pt x="1515283" y="1352459"/>
                    <a:pt x="1514688" y="1351566"/>
                  </a:cubicBezTo>
                  <a:close/>
                  <a:moveTo>
                    <a:pt x="1611658" y="1225790"/>
                  </a:moveTo>
                  <a:cubicBezTo>
                    <a:pt x="1613807" y="1226021"/>
                    <a:pt x="1616189" y="1226352"/>
                    <a:pt x="1617743" y="1224103"/>
                  </a:cubicBezTo>
                  <a:cubicBezTo>
                    <a:pt x="1616354" y="1223408"/>
                    <a:pt x="1614965" y="1222681"/>
                    <a:pt x="1614337" y="1222350"/>
                  </a:cubicBezTo>
                  <a:cubicBezTo>
                    <a:pt x="1611162" y="1222383"/>
                    <a:pt x="1608813" y="1221854"/>
                    <a:pt x="1607259" y="1224103"/>
                  </a:cubicBezTo>
                  <a:cubicBezTo>
                    <a:pt x="1608714" y="1224698"/>
                    <a:pt x="1610136" y="1225591"/>
                    <a:pt x="1611658" y="1225790"/>
                  </a:cubicBezTo>
                  <a:close/>
                  <a:moveTo>
                    <a:pt x="1450030" y="904552"/>
                  </a:moveTo>
                  <a:cubicBezTo>
                    <a:pt x="1446822" y="904420"/>
                    <a:pt x="1446392" y="906504"/>
                    <a:pt x="1446624" y="908819"/>
                  </a:cubicBezTo>
                  <a:cubicBezTo>
                    <a:pt x="1446723" y="909745"/>
                    <a:pt x="1447682" y="910605"/>
                    <a:pt x="1448443" y="911828"/>
                  </a:cubicBezTo>
                  <a:cubicBezTo>
                    <a:pt x="1449997" y="910142"/>
                    <a:pt x="1452015" y="908719"/>
                    <a:pt x="1452841" y="906834"/>
                  </a:cubicBezTo>
                  <a:cubicBezTo>
                    <a:pt x="1453602" y="905015"/>
                    <a:pt x="1451717" y="904585"/>
                    <a:pt x="1450030" y="904552"/>
                  </a:cubicBezTo>
                  <a:close/>
                  <a:moveTo>
                    <a:pt x="1052626" y="1080335"/>
                  </a:moveTo>
                  <a:cubicBezTo>
                    <a:pt x="1051303" y="1082055"/>
                    <a:pt x="1053453" y="1082551"/>
                    <a:pt x="1054941" y="1082683"/>
                  </a:cubicBezTo>
                  <a:cubicBezTo>
                    <a:pt x="1057554" y="1082848"/>
                    <a:pt x="1058877" y="1081625"/>
                    <a:pt x="1058745" y="1078350"/>
                  </a:cubicBezTo>
                  <a:cubicBezTo>
                    <a:pt x="1058745" y="1077854"/>
                    <a:pt x="1058844" y="1075837"/>
                    <a:pt x="1058745" y="1075837"/>
                  </a:cubicBezTo>
                  <a:cubicBezTo>
                    <a:pt x="1055470" y="1075506"/>
                    <a:pt x="1054147" y="1078417"/>
                    <a:pt x="1052626" y="1080335"/>
                  </a:cubicBezTo>
                  <a:close/>
                  <a:moveTo>
                    <a:pt x="1125089" y="398239"/>
                  </a:moveTo>
                  <a:cubicBezTo>
                    <a:pt x="1124097" y="398371"/>
                    <a:pt x="1123171" y="399000"/>
                    <a:pt x="1122212" y="399396"/>
                  </a:cubicBezTo>
                  <a:cubicBezTo>
                    <a:pt x="1123799" y="401282"/>
                    <a:pt x="1125420" y="403167"/>
                    <a:pt x="1127007" y="405052"/>
                  </a:cubicBezTo>
                  <a:cubicBezTo>
                    <a:pt x="1127569" y="404159"/>
                    <a:pt x="1128099" y="403266"/>
                    <a:pt x="1128661" y="402340"/>
                  </a:cubicBezTo>
                  <a:cubicBezTo>
                    <a:pt x="1128661" y="399959"/>
                    <a:pt x="1128165" y="397908"/>
                    <a:pt x="1125089" y="398239"/>
                  </a:cubicBezTo>
                  <a:close/>
                  <a:moveTo>
                    <a:pt x="1195104" y="941032"/>
                  </a:moveTo>
                  <a:cubicBezTo>
                    <a:pt x="1195203" y="941660"/>
                    <a:pt x="1196493" y="942057"/>
                    <a:pt x="1197188" y="942553"/>
                  </a:cubicBezTo>
                  <a:cubicBezTo>
                    <a:pt x="1198841" y="940899"/>
                    <a:pt x="1200429" y="939312"/>
                    <a:pt x="1202016" y="937757"/>
                  </a:cubicBezTo>
                  <a:cubicBezTo>
                    <a:pt x="1200561" y="937162"/>
                    <a:pt x="1199106" y="936038"/>
                    <a:pt x="1197717" y="936104"/>
                  </a:cubicBezTo>
                  <a:cubicBezTo>
                    <a:pt x="1194641" y="936302"/>
                    <a:pt x="1194740" y="938882"/>
                    <a:pt x="1195104" y="941032"/>
                  </a:cubicBezTo>
                  <a:close/>
                  <a:moveTo>
                    <a:pt x="2174426" y="377800"/>
                  </a:moveTo>
                  <a:cubicBezTo>
                    <a:pt x="2174030" y="378759"/>
                    <a:pt x="2173401" y="379685"/>
                    <a:pt x="2173269" y="380677"/>
                  </a:cubicBezTo>
                  <a:cubicBezTo>
                    <a:pt x="2173269" y="380810"/>
                    <a:pt x="2173302" y="380876"/>
                    <a:pt x="2173302" y="380975"/>
                  </a:cubicBezTo>
                  <a:cubicBezTo>
                    <a:pt x="2173963" y="380148"/>
                    <a:pt x="2174625" y="379321"/>
                    <a:pt x="2175319" y="378494"/>
                  </a:cubicBezTo>
                  <a:cubicBezTo>
                    <a:pt x="2175022" y="378263"/>
                    <a:pt x="2174724" y="378031"/>
                    <a:pt x="2174426" y="377800"/>
                  </a:cubicBezTo>
                  <a:close/>
                  <a:moveTo>
                    <a:pt x="1457108" y="1904115"/>
                  </a:moveTo>
                  <a:cubicBezTo>
                    <a:pt x="1457141" y="1904380"/>
                    <a:pt x="1457372" y="1904677"/>
                    <a:pt x="1457505" y="1904975"/>
                  </a:cubicBezTo>
                  <a:cubicBezTo>
                    <a:pt x="1457670" y="1903520"/>
                    <a:pt x="1457835" y="1902065"/>
                    <a:pt x="1458001" y="1900609"/>
                  </a:cubicBezTo>
                  <a:cubicBezTo>
                    <a:pt x="1457174" y="1901403"/>
                    <a:pt x="1456976" y="1902660"/>
                    <a:pt x="1457108" y="1904115"/>
                  </a:cubicBezTo>
                  <a:close/>
                  <a:moveTo>
                    <a:pt x="726064" y="1899915"/>
                  </a:moveTo>
                  <a:cubicBezTo>
                    <a:pt x="725138" y="1900014"/>
                    <a:pt x="724278" y="1900973"/>
                    <a:pt x="723385" y="1901568"/>
                  </a:cubicBezTo>
                  <a:cubicBezTo>
                    <a:pt x="725469" y="1902957"/>
                    <a:pt x="726196" y="1906132"/>
                    <a:pt x="729272" y="1906033"/>
                  </a:cubicBezTo>
                  <a:cubicBezTo>
                    <a:pt x="729669" y="1906033"/>
                    <a:pt x="730000" y="1904247"/>
                    <a:pt x="730397" y="1903189"/>
                  </a:cubicBezTo>
                  <a:cubicBezTo>
                    <a:pt x="730562" y="1900080"/>
                    <a:pt x="728379" y="1899683"/>
                    <a:pt x="726064" y="1899915"/>
                  </a:cubicBezTo>
                  <a:close/>
                  <a:moveTo>
                    <a:pt x="1358121" y="90099"/>
                  </a:moveTo>
                  <a:cubicBezTo>
                    <a:pt x="1358518" y="90099"/>
                    <a:pt x="1358848" y="88313"/>
                    <a:pt x="1359344" y="87023"/>
                  </a:cubicBezTo>
                  <a:cubicBezTo>
                    <a:pt x="1359278" y="84311"/>
                    <a:pt x="1357294" y="83682"/>
                    <a:pt x="1354913" y="83980"/>
                  </a:cubicBezTo>
                  <a:cubicBezTo>
                    <a:pt x="1353987" y="84112"/>
                    <a:pt x="1353160" y="85071"/>
                    <a:pt x="1352267" y="85634"/>
                  </a:cubicBezTo>
                  <a:cubicBezTo>
                    <a:pt x="1354317" y="87023"/>
                    <a:pt x="1355078" y="90231"/>
                    <a:pt x="1358121" y="90099"/>
                  </a:cubicBezTo>
                  <a:close/>
                  <a:moveTo>
                    <a:pt x="1195005" y="858052"/>
                  </a:moveTo>
                  <a:cubicBezTo>
                    <a:pt x="1194410" y="857291"/>
                    <a:pt x="1193781" y="856563"/>
                    <a:pt x="1193153" y="855803"/>
                  </a:cubicBezTo>
                  <a:cubicBezTo>
                    <a:pt x="1191433" y="857456"/>
                    <a:pt x="1189713" y="859143"/>
                    <a:pt x="1188027" y="860797"/>
                  </a:cubicBezTo>
                  <a:cubicBezTo>
                    <a:pt x="1189383" y="861425"/>
                    <a:pt x="1190706" y="862517"/>
                    <a:pt x="1192095" y="862550"/>
                  </a:cubicBezTo>
                  <a:cubicBezTo>
                    <a:pt x="1195071" y="862649"/>
                    <a:pt x="1195071" y="860268"/>
                    <a:pt x="1195005" y="858052"/>
                  </a:cubicBezTo>
                  <a:close/>
                  <a:moveTo>
                    <a:pt x="1152242" y="1899749"/>
                  </a:moveTo>
                  <a:cubicBezTo>
                    <a:pt x="1154524" y="1900014"/>
                    <a:pt x="1156740" y="1899683"/>
                    <a:pt x="1156607" y="1896508"/>
                  </a:cubicBezTo>
                  <a:cubicBezTo>
                    <a:pt x="1156244" y="1895483"/>
                    <a:pt x="1155880" y="1894524"/>
                    <a:pt x="1155516" y="1893532"/>
                  </a:cubicBezTo>
                  <a:cubicBezTo>
                    <a:pt x="1153532" y="1895053"/>
                    <a:pt x="1151580" y="1896574"/>
                    <a:pt x="1149596" y="1898096"/>
                  </a:cubicBezTo>
                  <a:cubicBezTo>
                    <a:pt x="1150456" y="1898691"/>
                    <a:pt x="1151316" y="1899683"/>
                    <a:pt x="1152242" y="1899749"/>
                  </a:cubicBezTo>
                  <a:close/>
                  <a:moveTo>
                    <a:pt x="1705089" y="1329539"/>
                  </a:moveTo>
                  <a:cubicBezTo>
                    <a:pt x="1704427" y="1328018"/>
                    <a:pt x="1701914" y="1326629"/>
                    <a:pt x="1701881" y="1327158"/>
                  </a:cubicBezTo>
                  <a:cubicBezTo>
                    <a:pt x="1701682" y="1329804"/>
                    <a:pt x="1698739" y="1330465"/>
                    <a:pt x="1698441" y="1332284"/>
                  </a:cubicBezTo>
                  <a:cubicBezTo>
                    <a:pt x="1698209" y="1333541"/>
                    <a:pt x="1700392" y="1334269"/>
                    <a:pt x="1702112" y="1334136"/>
                  </a:cubicBezTo>
                  <a:cubicBezTo>
                    <a:pt x="1705122" y="1333872"/>
                    <a:pt x="1705155" y="1331755"/>
                    <a:pt x="1705089" y="1329539"/>
                  </a:cubicBezTo>
                  <a:close/>
                  <a:moveTo>
                    <a:pt x="2319914" y="1330697"/>
                  </a:moveTo>
                  <a:cubicBezTo>
                    <a:pt x="2320278" y="1327621"/>
                    <a:pt x="2318227" y="1326893"/>
                    <a:pt x="2315813" y="1327224"/>
                  </a:cubicBezTo>
                  <a:cubicBezTo>
                    <a:pt x="2314689" y="1327356"/>
                    <a:pt x="2312208" y="1327290"/>
                    <a:pt x="2313994" y="1329969"/>
                  </a:cubicBezTo>
                  <a:cubicBezTo>
                    <a:pt x="2315119" y="1331689"/>
                    <a:pt x="2315780" y="1333740"/>
                    <a:pt x="2317335" y="1337080"/>
                  </a:cubicBezTo>
                  <a:cubicBezTo>
                    <a:pt x="2319187" y="1332615"/>
                    <a:pt x="2319815" y="1331656"/>
                    <a:pt x="2319914" y="1330697"/>
                  </a:cubicBezTo>
                  <a:close/>
                  <a:moveTo>
                    <a:pt x="1365331" y="897508"/>
                  </a:moveTo>
                  <a:cubicBezTo>
                    <a:pt x="1367646" y="897739"/>
                    <a:pt x="1369862" y="897408"/>
                    <a:pt x="1369729" y="894267"/>
                  </a:cubicBezTo>
                  <a:cubicBezTo>
                    <a:pt x="1369332" y="893241"/>
                    <a:pt x="1369002" y="892249"/>
                    <a:pt x="1368638" y="891290"/>
                  </a:cubicBezTo>
                  <a:cubicBezTo>
                    <a:pt x="1366653" y="892811"/>
                    <a:pt x="1364669" y="894333"/>
                    <a:pt x="1362718" y="895854"/>
                  </a:cubicBezTo>
                  <a:cubicBezTo>
                    <a:pt x="1363578" y="896416"/>
                    <a:pt x="1364438" y="897408"/>
                    <a:pt x="1365331" y="897508"/>
                  </a:cubicBezTo>
                  <a:close/>
                  <a:moveTo>
                    <a:pt x="2356460" y="1334004"/>
                  </a:moveTo>
                  <a:cubicBezTo>
                    <a:pt x="2357055" y="1333905"/>
                    <a:pt x="2357485" y="1332648"/>
                    <a:pt x="2357981" y="1331920"/>
                  </a:cubicBezTo>
                  <a:cubicBezTo>
                    <a:pt x="2356327" y="1330300"/>
                    <a:pt x="2354740" y="1328712"/>
                    <a:pt x="2353152" y="1327125"/>
                  </a:cubicBezTo>
                  <a:cubicBezTo>
                    <a:pt x="2352590" y="1328580"/>
                    <a:pt x="2351433" y="1330035"/>
                    <a:pt x="2351532" y="1331424"/>
                  </a:cubicBezTo>
                  <a:cubicBezTo>
                    <a:pt x="2351697" y="1334500"/>
                    <a:pt x="2354277" y="1334368"/>
                    <a:pt x="2356460" y="1334004"/>
                  </a:cubicBezTo>
                  <a:close/>
                  <a:moveTo>
                    <a:pt x="673776" y="1335393"/>
                  </a:moveTo>
                  <a:cubicBezTo>
                    <a:pt x="672949" y="1333508"/>
                    <a:pt x="670865" y="1332119"/>
                    <a:pt x="669278" y="1330498"/>
                  </a:cubicBezTo>
                  <a:cubicBezTo>
                    <a:pt x="668616" y="1331524"/>
                    <a:pt x="667624" y="1332384"/>
                    <a:pt x="667558" y="1333310"/>
                  </a:cubicBezTo>
                  <a:cubicBezTo>
                    <a:pt x="667327" y="1335592"/>
                    <a:pt x="667624" y="1337741"/>
                    <a:pt x="670898" y="1337642"/>
                  </a:cubicBezTo>
                  <a:cubicBezTo>
                    <a:pt x="672585" y="1337576"/>
                    <a:pt x="674503" y="1337113"/>
                    <a:pt x="673776" y="1335393"/>
                  </a:cubicBezTo>
                  <a:close/>
                  <a:moveTo>
                    <a:pt x="1058778" y="303187"/>
                  </a:moveTo>
                  <a:cubicBezTo>
                    <a:pt x="1058215" y="302261"/>
                    <a:pt x="1057653" y="301368"/>
                    <a:pt x="1057091" y="300508"/>
                  </a:cubicBezTo>
                  <a:cubicBezTo>
                    <a:pt x="1055570" y="302460"/>
                    <a:pt x="1052560" y="303320"/>
                    <a:pt x="1052527" y="306296"/>
                  </a:cubicBezTo>
                  <a:cubicBezTo>
                    <a:pt x="1052527" y="306660"/>
                    <a:pt x="1054313" y="307255"/>
                    <a:pt x="1055305" y="307388"/>
                  </a:cubicBezTo>
                  <a:cubicBezTo>
                    <a:pt x="1058480" y="307718"/>
                    <a:pt x="1058712" y="305469"/>
                    <a:pt x="1058778" y="303187"/>
                  </a:cubicBezTo>
                  <a:close/>
                  <a:moveTo>
                    <a:pt x="1515614" y="2465660"/>
                  </a:moveTo>
                  <a:cubicBezTo>
                    <a:pt x="1514985" y="2465726"/>
                    <a:pt x="1514423" y="2466156"/>
                    <a:pt x="1513828" y="2466619"/>
                  </a:cubicBezTo>
                  <a:cubicBezTo>
                    <a:pt x="1515548" y="2468240"/>
                    <a:pt x="1517301" y="2469893"/>
                    <a:pt x="1519087" y="2471514"/>
                  </a:cubicBezTo>
                  <a:cubicBezTo>
                    <a:pt x="1519384" y="2471018"/>
                    <a:pt x="1519649" y="2469761"/>
                    <a:pt x="1519946" y="2468934"/>
                  </a:cubicBezTo>
                  <a:cubicBezTo>
                    <a:pt x="1520112" y="2465792"/>
                    <a:pt x="1517929" y="2465429"/>
                    <a:pt x="1515614" y="2465660"/>
                  </a:cubicBezTo>
                  <a:close/>
                  <a:moveTo>
                    <a:pt x="1468320" y="2635589"/>
                  </a:moveTo>
                  <a:cubicBezTo>
                    <a:pt x="1468320" y="2635986"/>
                    <a:pt x="1470106" y="2636349"/>
                    <a:pt x="1471131" y="2636713"/>
                  </a:cubicBezTo>
                  <a:cubicBezTo>
                    <a:pt x="1474273" y="2636912"/>
                    <a:pt x="1474670" y="2634696"/>
                    <a:pt x="1474438" y="2632381"/>
                  </a:cubicBezTo>
                  <a:cubicBezTo>
                    <a:pt x="1474339" y="2631455"/>
                    <a:pt x="1473380" y="2630628"/>
                    <a:pt x="1472784" y="2629735"/>
                  </a:cubicBezTo>
                  <a:cubicBezTo>
                    <a:pt x="1471395" y="2631818"/>
                    <a:pt x="1468187" y="2632546"/>
                    <a:pt x="1468320" y="2635589"/>
                  </a:cubicBezTo>
                  <a:close/>
                  <a:moveTo>
                    <a:pt x="1692918" y="1072166"/>
                  </a:moveTo>
                  <a:cubicBezTo>
                    <a:pt x="1691264" y="1072397"/>
                    <a:pt x="1688651" y="1071405"/>
                    <a:pt x="1688387" y="1073356"/>
                  </a:cubicBezTo>
                  <a:cubicBezTo>
                    <a:pt x="1687891" y="1076961"/>
                    <a:pt x="1691099" y="1075473"/>
                    <a:pt x="1692852" y="1075605"/>
                  </a:cubicBezTo>
                  <a:cubicBezTo>
                    <a:pt x="1694439" y="1075738"/>
                    <a:pt x="1697052" y="1076465"/>
                    <a:pt x="1697316" y="1074514"/>
                  </a:cubicBezTo>
                  <a:cubicBezTo>
                    <a:pt x="1697846" y="1070876"/>
                    <a:pt x="1694571" y="1072662"/>
                    <a:pt x="1692918" y="1072166"/>
                  </a:cubicBezTo>
                  <a:close/>
                  <a:moveTo>
                    <a:pt x="1720831" y="1341049"/>
                  </a:moveTo>
                  <a:cubicBezTo>
                    <a:pt x="1721427" y="1340189"/>
                    <a:pt x="1721989" y="1339296"/>
                    <a:pt x="1722584" y="1338370"/>
                  </a:cubicBezTo>
                  <a:cubicBezTo>
                    <a:pt x="1722485" y="1336121"/>
                    <a:pt x="1722386" y="1333806"/>
                    <a:pt x="1719145" y="1334136"/>
                  </a:cubicBezTo>
                  <a:cubicBezTo>
                    <a:pt x="1718152" y="1334269"/>
                    <a:pt x="1716366" y="1334798"/>
                    <a:pt x="1716366" y="1335195"/>
                  </a:cubicBezTo>
                  <a:cubicBezTo>
                    <a:pt x="1716234" y="1338270"/>
                    <a:pt x="1719442" y="1338998"/>
                    <a:pt x="1720831" y="1341049"/>
                  </a:cubicBezTo>
                  <a:close/>
                  <a:moveTo>
                    <a:pt x="706584" y="2001052"/>
                  </a:moveTo>
                  <a:cubicBezTo>
                    <a:pt x="707510" y="2000953"/>
                    <a:pt x="708370" y="2000060"/>
                    <a:pt x="709627" y="1999299"/>
                  </a:cubicBezTo>
                  <a:cubicBezTo>
                    <a:pt x="707543" y="1997711"/>
                    <a:pt x="705559" y="1996190"/>
                    <a:pt x="703608" y="1994702"/>
                  </a:cubicBezTo>
                  <a:cubicBezTo>
                    <a:pt x="703211" y="1995661"/>
                    <a:pt x="702549" y="1996587"/>
                    <a:pt x="702450" y="1997546"/>
                  </a:cubicBezTo>
                  <a:cubicBezTo>
                    <a:pt x="702086" y="2000622"/>
                    <a:pt x="704137" y="2001316"/>
                    <a:pt x="706584" y="2001052"/>
                  </a:cubicBezTo>
                  <a:close/>
                  <a:moveTo>
                    <a:pt x="872908" y="1217654"/>
                  </a:moveTo>
                  <a:cubicBezTo>
                    <a:pt x="873272" y="1215603"/>
                    <a:pt x="871717" y="1215140"/>
                    <a:pt x="870064" y="1215405"/>
                  </a:cubicBezTo>
                  <a:cubicBezTo>
                    <a:pt x="869038" y="1215603"/>
                    <a:pt x="867385" y="1216033"/>
                    <a:pt x="867285" y="1216595"/>
                  </a:cubicBezTo>
                  <a:cubicBezTo>
                    <a:pt x="866955" y="1218646"/>
                    <a:pt x="868476" y="1219010"/>
                    <a:pt x="870163" y="1218877"/>
                  </a:cubicBezTo>
                  <a:cubicBezTo>
                    <a:pt x="871122" y="1218480"/>
                    <a:pt x="872809" y="1218216"/>
                    <a:pt x="872908" y="1217654"/>
                  </a:cubicBezTo>
                  <a:close/>
                  <a:moveTo>
                    <a:pt x="1478638" y="1447080"/>
                  </a:moveTo>
                  <a:cubicBezTo>
                    <a:pt x="1478440" y="1447576"/>
                    <a:pt x="1479399" y="1449197"/>
                    <a:pt x="1479862" y="1449230"/>
                  </a:cubicBezTo>
                  <a:cubicBezTo>
                    <a:pt x="1481416" y="1449329"/>
                    <a:pt x="1483302" y="1450090"/>
                    <a:pt x="1484492" y="1448040"/>
                  </a:cubicBezTo>
                  <a:cubicBezTo>
                    <a:pt x="1484062" y="1447345"/>
                    <a:pt x="1483632" y="1446022"/>
                    <a:pt x="1483103" y="1445989"/>
                  </a:cubicBezTo>
                  <a:cubicBezTo>
                    <a:pt x="1481549" y="1445857"/>
                    <a:pt x="1479564" y="1445096"/>
                    <a:pt x="1478638" y="1447080"/>
                  </a:cubicBezTo>
                  <a:close/>
                  <a:moveTo>
                    <a:pt x="1267534" y="1183853"/>
                  </a:moveTo>
                  <a:cubicBezTo>
                    <a:pt x="1269022" y="1183787"/>
                    <a:pt x="1270510" y="1183059"/>
                    <a:pt x="1272363" y="1182530"/>
                  </a:cubicBezTo>
                  <a:cubicBezTo>
                    <a:pt x="1271007" y="1181637"/>
                    <a:pt x="1270047" y="1180480"/>
                    <a:pt x="1269254" y="1180579"/>
                  </a:cubicBezTo>
                  <a:cubicBezTo>
                    <a:pt x="1267732" y="1180744"/>
                    <a:pt x="1266343" y="1181637"/>
                    <a:pt x="1264888" y="1182199"/>
                  </a:cubicBezTo>
                  <a:cubicBezTo>
                    <a:pt x="1265781" y="1182795"/>
                    <a:pt x="1266674" y="1183853"/>
                    <a:pt x="1267534" y="1183853"/>
                  </a:cubicBezTo>
                  <a:close/>
                  <a:moveTo>
                    <a:pt x="945205" y="1159511"/>
                  </a:moveTo>
                  <a:cubicBezTo>
                    <a:pt x="944643" y="1160371"/>
                    <a:pt x="943485" y="1161330"/>
                    <a:pt x="943585" y="1162157"/>
                  </a:cubicBezTo>
                  <a:cubicBezTo>
                    <a:pt x="943750" y="1163645"/>
                    <a:pt x="944643" y="1165035"/>
                    <a:pt x="945205" y="1166490"/>
                  </a:cubicBezTo>
                  <a:cubicBezTo>
                    <a:pt x="945801" y="1165597"/>
                    <a:pt x="946396" y="1164737"/>
                    <a:pt x="946793" y="1164075"/>
                  </a:cubicBezTo>
                  <a:cubicBezTo>
                    <a:pt x="947289" y="1162025"/>
                    <a:pt x="946594" y="1160636"/>
                    <a:pt x="945205" y="1159511"/>
                  </a:cubicBezTo>
                  <a:close/>
                  <a:moveTo>
                    <a:pt x="1586258" y="1463352"/>
                  </a:moveTo>
                  <a:cubicBezTo>
                    <a:pt x="1585265" y="1463551"/>
                    <a:pt x="1583579" y="1463981"/>
                    <a:pt x="1583480" y="1464543"/>
                  </a:cubicBezTo>
                  <a:cubicBezTo>
                    <a:pt x="1583149" y="1466593"/>
                    <a:pt x="1584670" y="1466957"/>
                    <a:pt x="1586357" y="1466825"/>
                  </a:cubicBezTo>
                  <a:cubicBezTo>
                    <a:pt x="1587316" y="1466428"/>
                    <a:pt x="1589003" y="1466163"/>
                    <a:pt x="1589102" y="1465601"/>
                  </a:cubicBezTo>
                  <a:cubicBezTo>
                    <a:pt x="1589466" y="1463551"/>
                    <a:pt x="1587911" y="1463088"/>
                    <a:pt x="1586258" y="1463352"/>
                  </a:cubicBezTo>
                  <a:close/>
                  <a:moveTo>
                    <a:pt x="1787076" y="1169863"/>
                  </a:moveTo>
                  <a:cubicBezTo>
                    <a:pt x="1787572" y="1169830"/>
                    <a:pt x="1788002" y="1168474"/>
                    <a:pt x="1788432" y="1167780"/>
                  </a:cubicBezTo>
                  <a:cubicBezTo>
                    <a:pt x="1787275" y="1165762"/>
                    <a:pt x="1785390" y="1166523"/>
                    <a:pt x="1783835" y="1166589"/>
                  </a:cubicBezTo>
                  <a:cubicBezTo>
                    <a:pt x="1783339" y="1166622"/>
                    <a:pt x="1782380" y="1168276"/>
                    <a:pt x="1782612" y="1168739"/>
                  </a:cubicBezTo>
                  <a:cubicBezTo>
                    <a:pt x="1783505" y="1170756"/>
                    <a:pt x="1785522" y="1169962"/>
                    <a:pt x="1787076" y="1169863"/>
                  </a:cubicBezTo>
                  <a:close/>
                  <a:moveTo>
                    <a:pt x="1652701" y="993618"/>
                  </a:moveTo>
                  <a:cubicBezTo>
                    <a:pt x="1651808" y="993055"/>
                    <a:pt x="1650849" y="991898"/>
                    <a:pt x="1650055" y="991997"/>
                  </a:cubicBezTo>
                  <a:cubicBezTo>
                    <a:pt x="1648567" y="992162"/>
                    <a:pt x="1647145" y="993055"/>
                    <a:pt x="1645690" y="993618"/>
                  </a:cubicBezTo>
                  <a:cubicBezTo>
                    <a:pt x="1646583" y="994213"/>
                    <a:pt x="1647476" y="994808"/>
                    <a:pt x="1648104" y="995205"/>
                  </a:cubicBezTo>
                  <a:cubicBezTo>
                    <a:pt x="1650155" y="995701"/>
                    <a:pt x="1651577" y="995007"/>
                    <a:pt x="1652701" y="993618"/>
                  </a:cubicBezTo>
                  <a:close/>
                  <a:moveTo>
                    <a:pt x="1635900" y="994147"/>
                  </a:moveTo>
                  <a:cubicBezTo>
                    <a:pt x="1635999" y="994709"/>
                    <a:pt x="1637653" y="995139"/>
                    <a:pt x="1638645" y="995337"/>
                  </a:cubicBezTo>
                  <a:cubicBezTo>
                    <a:pt x="1640332" y="995635"/>
                    <a:pt x="1641886" y="995139"/>
                    <a:pt x="1641522" y="993088"/>
                  </a:cubicBezTo>
                  <a:cubicBezTo>
                    <a:pt x="1641423" y="992559"/>
                    <a:pt x="1639737" y="992262"/>
                    <a:pt x="1638777" y="991865"/>
                  </a:cubicBezTo>
                  <a:cubicBezTo>
                    <a:pt x="1637058" y="991732"/>
                    <a:pt x="1635536" y="992129"/>
                    <a:pt x="1635900" y="994147"/>
                  </a:cubicBezTo>
                  <a:close/>
                  <a:moveTo>
                    <a:pt x="1227152" y="1164208"/>
                  </a:moveTo>
                  <a:cubicBezTo>
                    <a:pt x="1226788" y="1166258"/>
                    <a:pt x="1228309" y="1166622"/>
                    <a:pt x="1230029" y="1166490"/>
                  </a:cubicBezTo>
                  <a:cubicBezTo>
                    <a:pt x="1230988" y="1166093"/>
                    <a:pt x="1232675" y="1165828"/>
                    <a:pt x="1232774" y="1165266"/>
                  </a:cubicBezTo>
                  <a:cubicBezTo>
                    <a:pt x="1233105" y="1163216"/>
                    <a:pt x="1231551" y="1162753"/>
                    <a:pt x="1229897" y="1163050"/>
                  </a:cubicBezTo>
                  <a:cubicBezTo>
                    <a:pt x="1228905" y="1163216"/>
                    <a:pt x="1227218" y="1163679"/>
                    <a:pt x="1227152" y="1164208"/>
                  </a:cubicBezTo>
                  <a:close/>
                  <a:moveTo>
                    <a:pt x="739095" y="1215372"/>
                  </a:moveTo>
                  <a:cubicBezTo>
                    <a:pt x="738500" y="1216827"/>
                    <a:pt x="737640" y="1218249"/>
                    <a:pt x="737474" y="1219737"/>
                  </a:cubicBezTo>
                  <a:cubicBezTo>
                    <a:pt x="737375" y="1220531"/>
                    <a:pt x="738500" y="1221490"/>
                    <a:pt x="739095" y="1222350"/>
                  </a:cubicBezTo>
                  <a:cubicBezTo>
                    <a:pt x="739789" y="1220994"/>
                    <a:pt x="740517" y="1219605"/>
                    <a:pt x="741112" y="1218447"/>
                  </a:cubicBezTo>
                  <a:cubicBezTo>
                    <a:pt x="740252" y="1217157"/>
                    <a:pt x="739690" y="1216265"/>
                    <a:pt x="739095" y="1215372"/>
                  </a:cubicBezTo>
                  <a:close/>
                  <a:moveTo>
                    <a:pt x="237709" y="1211932"/>
                  </a:moveTo>
                  <a:cubicBezTo>
                    <a:pt x="236949" y="1212064"/>
                    <a:pt x="235890" y="1212329"/>
                    <a:pt x="235328" y="1212693"/>
                  </a:cubicBezTo>
                  <a:cubicBezTo>
                    <a:pt x="235196" y="1212858"/>
                    <a:pt x="235064" y="1213023"/>
                    <a:pt x="234931" y="1213189"/>
                  </a:cubicBezTo>
                  <a:cubicBezTo>
                    <a:pt x="234667" y="1215140"/>
                    <a:pt x="236155" y="1215537"/>
                    <a:pt x="237809" y="1215372"/>
                  </a:cubicBezTo>
                  <a:cubicBezTo>
                    <a:pt x="238768" y="1214975"/>
                    <a:pt x="240454" y="1214710"/>
                    <a:pt x="240554" y="1214181"/>
                  </a:cubicBezTo>
                  <a:cubicBezTo>
                    <a:pt x="240917" y="1212130"/>
                    <a:pt x="239363" y="1211634"/>
                    <a:pt x="237709" y="1211932"/>
                  </a:cubicBezTo>
                  <a:close/>
                  <a:moveTo>
                    <a:pt x="1613576" y="1209617"/>
                  </a:moveTo>
                  <a:cubicBezTo>
                    <a:pt x="1613477" y="1209055"/>
                    <a:pt x="1611790" y="1208790"/>
                    <a:pt x="1610831" y="1208393"/>
                  </a:cubicBezTo>
                  <a:cubicBezTo>
                    <a:pt x="1609111" y="1208261"/>
                    <a:pt x="1607590" y="1208625"/>
                    <a:pt x="1607953" y="1210675"/>
                  </a:cubicBezTo>
                  <a:cubicBezTo>
                    <a:pt x="1608053" y="1211204"/>
                    <a:pt x="1609706" y="1211667"/>
                    <a:pt x="1610699" y="1211833"/>
                  </a:cubicBezTo>
                  <a:cubicBezTo>
                    <a:pt x="1612385" y="1212130"/>
                    <a:pt x="1613907" y="1211667"/>
                    <a:pt x="1613576" y="1209617"/>
                  </a:cubicBezTo>
                  <a:close/>
                  <a:moveTo>
                    <a:pt x="1799313" y="1154385"/>
                  </a:moveTo>
                  <a:cubicBezTo>
                    <a:pt x="1799280" y="1153922"/>
                    <a:pt x="1797627" y="1152963"/>
                    <a:pt x="1797164" y="1153161"/>
                  </a:cubicBezTo>
                  <a:cubicBezTo>
                    <a:pt x="1795146" y="1154087"/>
                    <a:pt x="1795940" y="1156072"/>
                    <a:pt x="1796039" y="1157626"/>
                  </a:cubicBezTo>
                  <a:cubicBezTo>
                    <a:pt x="1796072" y="1158155"/>
                    <a:pt x="1797428" y="1158585"/>
                    <a:pt x="1798123" y="1158982"/>
                  </a:cubicBezTo>
                  <a:cubicBezTo>
                    <a:pt x="1800140" y="1157825"/>
                    <a:pt x="1799413" y="1155940"/>
                    <a:pt x="1799313" y="1154385"/>
                  </a:cubicBezTo>
                  <a:close/>
                  <a:moveTo>
                    <a:pt x="1424167" y="1155543"/>
                  </a:moveTo>
                  <a:cubicBezTo>
                    <a:pt x="1423274" y="1156899"/>
                    <a:pt x="1422117" y="1157825"/>
                    <a:pt x="1422216" y="1158651"/>
                  </a:cubicBezTo>
                  <a:cubicBezTo>
                    <a:pt x="1422381" y="1160140"/>
                    <a:pt x="1423274" y="1161562"/>
                    <a:pt x="1423837" y="1162984"/>
                  </a:cubicBezTo>
                  <a:cubicBezTo>
                    <a:pt x="1424432" y="1162124"/>
                    <a:pt x="1425523" y="1161198"/>
                    <a:pt x="1425490" y="1160338"/>
                  </a:cubicBezTo>
                  <a:cubicBezTo>
                    <a:pt x="1425457" y="1158850"/>
                    <a:pt x="1424696" y="1157362"/>
                    <a:pt x="1424167" y="1155543"/>
                  </a:cubicBezTo>
                  <a:close/>
                  <a:moveTo>
                    <a:pt x="1152572" y="1202705"/>
                  </a:moveTo>
                  <a:cubicBezTo>
                    <a:pt x="1151415" y="1200687"/>
                    <a:pt x="1149530" y="1201448"/>
                    <a:pt x="1147975" y="1201514"/>
                  </a:cubicBezTo>
                  <a:cubicBezTo>
                    <a:pt x="1147479" y="1201547"/>
                    <a:pt x="1146553" y="1203201"/>
                    <a:pt x="1146752" y="1203664"/>
                  </a:cubicBezTo>
                  <a:cubicBezTo>
                    <a:pt x="1147645" y="1205681"/>
                    <a:pt x="1149662" y="1204887"/>
                    <a:pt x="1151216" y="1204788"/>
                  </a:cubicBezTo>
                  <a:cubicBezTo>
                    <a:pt x="1151713" y="1204755"/>
                    <a:pt x="1152143" y="1203399"/>
                    <a:pt x="1152572" y="1202705"/>
                  </a:cubicBezTo>
                  <a:close/>
                  <a:moveTo>
                    <a:pt x="1138417" y="1200191"/>
                  </a:moveTo>
                  <a:cubicBezTo>
                    <a:pt x="1138781" y="1198141"/>
                    <a:pt x="1137227" y="1197678"/>
                    <a:pt x="1135573" y="1197975"/>
                  </a:cubicBezTo>
                  <a:cubicBezTo>
                    <a:pt x="1134581" y="1198141"/>
                    <a:pt x="1132894" y="1198570"/>
                    <a:pt x="1132828" y="1199133"/>
                  </a:cubicBezTo>
                  <a:cubicBezTo>
                    <a:pt x="1132464" y="1201183"/>
                    <a:pt x="1133985" y="1201547"/>
                    <a:pt x="1135672" y="1201415"/>
                  </a:cubicBezTo>
                  <a:cubicBezTo>
                    <a:pt x="1136631" y="1201018"/>
                    <a:pt x="1138318" y="1200753"/>
                    <a:pt x="1138417" y="1200191"/>
                  </a:cubicBezTo>
                  <a:close/>
                  <a:moveTo>
                    <a:pt x="788142" y="1194304"/>
                  </a:moveTo>
                  <a:cubicBezTo>
                    <a:pt x="789696" y="1194403"/>
                    <a:pt x="791582" y="1195164"/>
                    <a:pt x="792739" y="1193113"/>
                  </a:cubicBezTo>
                  <a:cubicBezTo>
                    <a:pt x="792342" y="1192485"/>
                    <a:pt x="791945" y="1191328"/>
                    <a:pt x="791482" y="1191129"/>
                  </a:cubicBezTo>
                  <a:cubicBezTo>
                    <a:pt x="789961" y="1191658"/>
                    <a:pt x="788473" y="1192187"/>
                    <a:pt x="786951" y="1192684"/>
                  </a:cubicBezTo>
                  <a:cubicBezTo>
                    <a:pt x="787150" y="1193345"/>
                    <a:pt x="787778" y="1194304"/>
                    <a:pt x="788142" y="1194304"/>
                  </a:cubicBezTo>
                  <a:close/>
                  <a:moveTo>
                    <a:pt x="1871148" y="1452967"/>
                  </a:moveTo>
                  <a:cubicBezTo>
                    <a:pt x="1870685" y="1453000"/>
                    <a:pt x="1869726" y="1454621"/>
                    <a:pt x="1869924" y="1455117"/>
                  </a:cubicBezTo>
                  <a:cubicBezTo>
                    <a:pt x="1870850" y="1457101"/>
                    <a:pt x="1872834" y="1456341"/>
                    <a:pt x="1874389" y="1456209"/>
                  </a:cubicBezTo>
                  <a:cubicBezTo>
                    <a:pt x="1874918" y="1456175"/>
                    <a:pt x="1875348" y="1454853"/>
                    <a:pt x="1875778" y="1454158"/>
                  </a:cubicBezTo>
                  <a:cubicBezTo>
                    <a:pt x="1874587" y="1452107"/>
                    <a:pt x="1872702" y="1452868"/>
                    <a:pt x="1871148" y="1452967"/>
                  </a:cubicBezTo>
                  <a:close/>
                  <a:moveTo>
                    <a:pt x="1232609" y="1187326"/>
                  </a:moveTo>
                  <a:cubicBezTo>
                    <a:pt x="1234097" y="1187293"/>
                    <a:pt x="1235585" y="1186565"/>
                    <a:pt x="1237438" y="1186003"/>
                  </a:cubicBezTo>
                  <a:cubicBezTo>
                    <a:pt x="1236049" y="1185110"/>
                    <a:pt x="1235122" y="1183985"/>
                    <a:pt x="1234296" y="1184085"/>
                  </a:cubicBezTo>
                  <a:cubicBezTo>
                    <a:pt x="1232807" y="1184217"/>
                    <a:pt x="1231385" y="1185110"/>
                    <a:pt x="1229963" y="1185705"/>
                  </a:cubicBezTo>
                  <a:cubicBezTo>
                    <a:pt x="1230823" y="1186267"/>
                    <a:pt x="1231749" y="1187359"/>
                    <a:pt x="1232609" y="1187326"/>
                  </a:cubicBezTo>
                  <a:close/>
                  <a:moveTo>
                    <a:pt x="1209656" y="1185176"/>
                  </a:moveTo>
                  <a:cubicBezTo>
                    <a:pt x="1209326" y="1187226"/>
                    <a:pt x="1210847" y="1187590"/>
                    <a:pt x="1212534" y="1187458"/>
                  </a:cubicBezTo>
                  <a:cubicBezTo>
                    <a:pt x="1213493" y="1187061"/>
                    <a:pt x="1215180" y="1186763"/>
                    <a:pt x="1215279" y="1186234"/>
                  </a:cubicBezTo>
                  <a:cubicBezTo>
                    <a:pt x="1215643" y="1184184"/>
                    <a:pt x="1214088" y="1183688"/>
                    <a:pt x="1212434" y="1183985"/>
                  </a:cubicBezTo>
                  <a:cubicBezTo>
                    <a:pt x="1211442" y="1184151"/>
                    <a:pt x="1209756" y="1184614"/>
                    <a:pt x="1209656" y="1185176"/>
                  </a:cubicBezTo>
                  <a:close/>
                  <a:moveTo>
                    <a:pt x="679167" y="1333442"/>
                  </a:moveTo>
                  <a:cubicBezTo>
                    <a:pt x="681217" y="1333773"/>
                    <a:pt x="681581" y="1332251"/>
                    <a:pt x="681449" y="1330565"/>
                  </a:cubicBezTo>
                  <a:cubicBezTo>
                    <a:pt x="681052" y="1329605"/>
                    <a:pt x="680787" y="1327919"/>
                    <a:pt x="680225" y="1327819"/>
                  </a:cubicBezTo>
                  <a:cubicBezTo>
                    <a:pt x="678175" y="1327456"/>
                    <a:pt x="677712" y="1329010"/>
                    <a:pt x="677976" y="1330664"/>
                  </a:cubicBezTo>
                  <a:cubicBezTo>
                    <a:pt x="678175" y="1331656"/>
                    <a:pt x="678638" y="1333343"/>
                    <a:pt x="679167" y="1333442"/>
                  </a:cubicBezTo>
                  <a:close/>
                  <a:moveTo>
                    <a:pt x="1774443" y="1398265"/>
                  </a:moveTo>
                  <a:cubicBezTo>
                    <a:pt x="1773285" y="1396247"/>
                    <a:pt x="1771400" y="1397008"/>
                    <a:pt x="1769845" y="1397074"/>
                  </a:cubicBezTo>
                  <a:cubicBezTo>
                    <a:pt x="1769349" y="1397107"/>
                    <a:pt x="1768423" y="1398761"/>
                    <a:pt x="1768622" y="1399224"/>
                  </a:cubicBezTo>
                  <a:cubicBezTo>
                    <a:pt x="1769515" y="1401241"/>
                    <a:pt x="1771532" y="1400448"/>
                    <a:pt x="1773087" y="1400348"/>
                  </a:cubicBezTo>
                  <a:cubicBezTo>
                    <a:pt x="1773616" y="1400315"/>
                    <a:pt x="1774046" y="1398959"/>
                    <a:pt x="1774443" y="1398265"/>
                  </a:cubicBezTo>
                  <a:close/>
                  <a:moveTo>
                    <a:pt x="1023125" y="1336385"/>
                  </a:moveTo>
                  <a:cubicBezTo>
                    <a:pt x="1023489" y="1334335"/>
                    <a:pt x="1021934" y="1333872"/>
                    <a:pt x="1020281" y="1334169"/>
                  </a:cubicBezTo>
                  <a:cubicBezTo>
                    <a:pt x="1019289" y="1334335"/>
                    <a:pt x="1017602" y="1334765"/>
                    <a:pt x="1017503" y="1335327"/>
                  </a:cubicBezTo>
                  <a:cubicBezTo>
                    <a:pt x="1017172" y="1337378"/>
                    <a:pt x="1018693" y="1337741"/>
                    <a:pt x="1020380" y="1337609"/>
                  </a:cubicBezTo>
                  <a:cubicBezTo>
                    <a:pt x="1021339" y="1337212"/>
                    <a:pt x="1023059" y="1336948"/>
                    <a:pt x="1023125" y="1336385"/>
                  </a:cubicBezTo>
                  <a:close/>
                  <a:moveTo>
                    <a:pt x="733902" y="1309729"/>
                  </a:moveTo>
                  <a:cubicBezTo>
                    <a:pt x="734068" y="1310721"/>
                    <a:pt x="734531" y="1312374"/>
                    <a:pt x="735060" y="1312474"/>
                  </a:cubicBezTo>
                  <a:cubicBezTo>
                    <a:pt x="737110" y="1312837"/>
                    <a:pt x="737474" y="1311316"/>
                    <a:pt x="737342" y="1309596"/>
                  </a:cubicBezTo>
                  <a:cubicBezTo>
                    <a:pt x="736945" y="1308670"/>
                    <a:pt x="736681" y="1306950"/>
                    <a:pt x="736118" y="1306851"/>
                  </a:cubicBezTo>
                  <a:cubicBezTo>
                    <a:pt x="734068" y="1306520"/>
                    <a:pt x="733605" y="1308042"/>
                    <a:pt x="733902" y="1309729"/>
                  </a:cubicBezTo>
                  <a:close/>
                  <a:moveTo>
                    <a:pt x="1176253" y="1306686"/>
                  </a:moveTo>
                  <a:cubicBezTo>
                    <a:pt x="1175558" y="1307116"/>
                    <a:pt x="1174202" y="1307546"/>
                    <a:pt x="1174169" y="1308042"/>
                  </a:cubicBezTo>
                  <a:cubicBezTo>
                    <a:pt x="1174070" y="1309596"/>
                    <a:pt x="1173276" y="1311614"/>
                    <a:pt x="1175294" y="1312507"/>
                  </a:cubicBezTo>
                  <a:cubicBezTo>
                    <a:pt x="1175757" y="1312738"/>
                    <a:pt x="1177410" y="1311746"/>
                    <a:pt x="1177443" y="1311283"/>
                  </a:cubicBezTo>
                  <a:cubicBezTo>
                    <a:pt x="1177509" y="1309729"/>
                    <a:pt x="1178270" y="1307843"/>
                    <a:pt x="1176253" y="1306686"/>
                  </a:cubicBezTo>
                  <a:close/>
                  <a:moveTo>
                    <a:pt x="2135467" y="1308439"/>
                  </a:moveTo>
                  <a:cubicBezTo>
                    <a:pt x="2136360" y="1310423"/>
                    <a:pt x="2138377" y="1309662"/>
                    <a:pt x="2139931" y="1309563"/>
                  </a:cubicBezTo>
                  <a:cubicBezTo>
                    <a:pt x="2140130" y="1309530"/>
                    <a:pt x="2140295" y="1309299"/>
                    <a:pt x="2140494" y="1309001"/>
                  </a:cubicBezTo>
                  <a:cubicBezTo>
                    <a:pt x="2138840" y="1308637"/>
                    <a:pt x="2137186" y="1308273"/>
                    <a:pt x="2135500" y="1307876"/>
                  </a:cubicBezTo>
                  <a:cubicBezTo>
                    <a:pt x="2135433" y="1308108"/>
                    <a:pt x="2135400" y="1308306"/>
                    <a:pt x="2135467" y="1308439"/>
                  </a:cubicBezTo>
                  <a:close/>
                  <a:moveTo>
                    <a:pt x="2531779" y="1404449"/>
                  </a:moveTo>
                  <a:cubicBezTo>
                    <a:pt x="2531085" y="1404879"/>
                    <a:pt x="2529729" y="1405309"/>
                    <a:pt x="2529696" y="1405838"/>
                  </a:cubicBezTo>
                  <a:cubicBezTo>
                    <a:pt x="2529596" y="1407393"/>
                    <a:pt x="2528836" y="1409377"/>
                    <a:pt x="2530820" y="1410303"/>
                  </a:cubicBezTo>
                  <a:cubicBezTo>
                    <a:pt x="2531283" y="1410502"/>
                    <a:pt x="2532937" y="1409543"/>
                    <a:pt x="2532970" y="1409080"/>
                  </a:cubicBezTo>
                  <a:cubicBezTo>
                    <a:pt x="2533069" y="1407525"/>
                    <a:pt x="2533830" y="1405640"/>
                    <a:pt x="2531779" y="1404449"/>
                  </a:cubicBezTo>
                  <a:close/>
                  <a:moveTo>
                    <a:pt x="959327" y="1407327"/>
                  </a:moveTo>
                  <a:cubicBezTo>
                    <a:pt x="960882" y="1407426"/>
                    <a:pt x="962767" y="1408187"/>
                    <a:pt x="963925" y="1406136"/>
                  </a:cubicBezTo>
                  <a:cubicBezTo>
                    <a:pt x="963495" y="1405442"/>
                    <a:pt x="963065" y="1404119"/>
                    <a:pt x="962569" y="1404086"/>
                  </a:cubicBezTo>
                  <a:cubicBezTo>
                    <a:pt x="961014" y="1403953"/>
                    <a:pt x="958997" y="1403193"/>
                    <a:pt x="958104" y="1405210"/>
                  </a:cubicBezTo>
                  <a:cubicBezTo>
                    <a:pt x="957872" y="1405673"/>
                    <a:pt x="958831" y="1407294"/>
                    <a:pt x="959327" y="1407327"/>
                  </a:cubicBezTo>
                  <a:close/>
                  <a:moveTo>
                    <a:pt x="2257142" y="1320180"/>
                  </a:moveTo>
                  <a:cubicBezTo>
                    <a:pt x="2257307" y="1321205"/>
                    <a:pt x="2257737" y="1322859"/>
                    <a:pt x="2258299" y="1322958"/>
                  </a:cubicBezTo>
                  <a:cubicBezTo>
                    <a:pt x="2260350" y="1323288"/>
                    <a:pt x="2260714" y="1321767"/>
                    <a:pt x="2260581" y="1320080"/>
                  </a:cubicBezTo>
                  <a:cubicBezTo>
                    <a:pt x="2260185" y="1319121"/>
                    <a:pt x="2259920" y="1317435"/>
                    <a:pt x="2259358" y="1317335"/>
                  </a:cubicBezTo>
                  <a:cubicBezTo>
                    <a:pt x="2257307" y="1316972"/>
                    <a:pt x="2256844" y="1318526"/>
                    <a:pt x="2257142" y="1320180"/>
                  </a:cubicBezTo>
                  <a:close/>
                  <a:moveTo>
                    <a:pt x="1626904" y="1016835"/>
                  </a:moveTo>
                  <a:cubicBezTo>
                    <a:pt x="1626243" y="1017265"/>
                    <a:pt x="1624887" y="1017695"/>
                    <a:pt x="1624854" y="1018191"/>
                  </a:cubicBezTo>
                  <a:cubicBezTo>
                    <a:pt x="1624755" y="1019745"/>
                    <a:pt x="1623961" y="1021763"/>
                    <a:pt x="1625978" y="1022656"/>
                  </a:cubicBezTo>
                  <a:cubicBezTo>
                    <a:pt x="1626441" y="1022854"/>
                    <a:pt x="1628095" y="1021928"/>
                    <a:pt x="1628095" y="1021432"/>
                  </a:cubicBezTo>
                  <a:cubicBezTo>
                    <a:pt x="1628194" y="1019877"/>
                    <a:pt x="1628955" y="1017992"/>
                    <a:pt x="1626904" y="1016835"/>
                  </a:cubicBezTo>
                  <a:close/>
                  <a:moveTo>
                    <a:pt x="1628227" y="1030362"/>
                  </a:moveTo>
                  <a:cubicBezTo>
                    <a:pt x="1628359" y="1028642"/>
                    <a:pt x="1627996" y="1027120"/>
                    <a:pt x="1625945" y="1027484"/>
                  </a:cubicBezTo>
                  <a:cubicBezTo>
                    <a:pt x="1625383" y="1027583"/>
                    <a:pt x="1624953" y="1029237"/>
                    <a:pt x="1624755" y="1030229"/>
                  </a:cubicBezTo>
                  <a:cubicBezTo>
                    <a:pt x="1624490" y="1031916"/>
                    <a:pt x="1624953" y="1033470"/>
                    <a:pt x="1627003" y="1033107"/>
                  </a:cubicBezTo>
                  <a:cubicBezTo>
                    <a:pt x="1627566" y="1033007"/>
                    <a:pt x="1627830" y="1031321"/>
                    <a:pt x="1628227" y="1030362"/>
                  </a:cubicBezTo>
                  <a:close/>
                  <a:moveTo>
                    <a:pt x="2514780" y="1354939"/>
                  </a:moveTo>
                  <a:cubicBezTo>
                    <a:pt x="2516268" y="1354906"/>
                    <a:pt x="2517756" y="1354179"/>
                    <a:pt x="2519608" y="1353649"/>
                  </a:cubicBezTo>
                  <a:cubicBezTo>
                    <a:pt x="2518219" y="1352723"/>
                    <a:pt x="2517293" y="1351599"/>
                    <a:pt x="2516467" y="1351698"/>
                  </a:cubicBezTo>
                  <a:cubicBezTo>
                    <a:pt x="2514978" y="1351863"/>
                    <a:pt x="2513556" y="1352723"/>
                    <a:pt x="2512134" y="1353319"/>
                  </a:cubicBezTo>
                  <a:cubicBezTo>
                    <a:pt x="2512994" y="1353914"/>
                    <a:pt x="2513920" y="1354972"/>
                    <a:pt x="2514780" y="1354939"/>
                  </a:cubicBezTo>
                  <a:close/>
                  <a:moveTo>
                    <a:pt x="1698970" y="1376139"/>
                  </a:moveTo>
                  <a:cubicBezTo>
                    <a:pt x="1697449" y="1376304"/>
                    <a:pt x="1696060" y="1377197"/>
                    <a:pt x="1694605" y="1377760"/>
                  </a:cubicBezTo>
                  <a:cubicBezTo>
                    <a:pt x="1695497" y="1378355"/>
                    <a:pt x="1696357" y="1378950"/>
                    <a:pt x="1697019" y="1379347"/>
                  </a:cubicBezTo>
                  <a:cubicBezTo>
                    <a:pt x="1699069" y="1379843"/>
                    <a:pt x="1700491" y="1379149"/>
                    <a:pt x="1701583" y="1377760"/>
                  </a:cubicBezTo>
                  <a:cubicBezTo>
                    <a:pt x="1700723" y="1377197"/>
                    <a:pt x="1699764" y="1376040"/>
                    <a:pt x="1698970" y="1376139"/>
                  </a:cubicBezTo>
                  <a:close/>
                  <a:moveTo>
                    <a:pt x="2410534" y="1372964"/>
                  </a:moveTo>
                  <a:cubicBezTo>
                    <a:pt x="2411394" y="1374254"/>
                    <a:pt x="2411956" y="1375147"/>
                    <a:pt x="2412551" y="1376007"/>
                  </a:cubicBezTo>
                  <a:cubicBezTo>
                    <a:pt x="2413147" y="1374585"/>
                    <a:pt x="2414007" y="1373162"/>
                    <a:pt x="2414172" y="1371674"/>
                  </a:cubicBezTo>
                  <a:cubicBezTo>
                    <a:pt x="2414271" y="1370847"/>
                    <a:pt x="2413147" y="1369921"/>
                    <a:pt x="2412551" y="1369028"/>
                  </a:cubicBezTo>
                  <a:cubicBezTo>
                    <a:pt x="2411824" y="1370417"/>
                    <a:pt x="2411129" y="1371806"/>
                    <a:pt x="2410534" y="1372964"/>
                  </a:cubicBezTo>
                  <a:close/>
                  <a:moveTo>
                    <a:pt x="1130381" y="1026790"/>
                  </a:moveTo>
                  <a:cubicBezTo>
                    <a:pt x="1129653" y="1028179"/>
                    <a:pt x="1128958" y="1029568"/>
                    <a:pt x="1128363" y="1030725"/>
                  </a:cubicBezTo>
                  <a:cubicBezTo>
                    <a:pt x="1129223" y="1032015"/>
                    <a:pt x="1129785" y="1032908"/>
                    <a:pt x="1130381" y="1033801"/>
                  </a:cubicBezTo>
                  <a:cubicBezTo>
                    <a:pt x="1130943" y="1032346"/>
                    <a:pt x="1131836" y="1030924"/>
                    <a:pt x="1132001" y="1029436"/>
                  </a:cubicBezTo>
                  <a:cubicBezTo>
                    <a:pt x="1132100" y="1028642"/>
                    <a:pt x="1130976" y="1027683"/>
                    <a:pt x="1130381" y="1026790"/>
                  </a:cubicBezTo>
                  <a:close/>
                  <a:moveTo>
                    <a:pt x="64804" y="1033801"/>
                  </a:moveTo>
                  <a:cubicBezTo>
                    <a:pt x="65532" y="1032412"/>
                    <a:pt x="66226" y="1031023"/>
                    <a:pt x="66822" y="1029866"/>
                  </a:cubicBezTo>
                  <a:cubicBezTo>
                    <a:pt x="65962" y="1028576"/>
                    <a:pt x="65399" y="1027683"/>
                    <a:pt x="64804" y="1026823"/>
                  </a:cubicBezTo>
                  <a:cubicBezTo>
                    <a:pt x="64242" y="1028245"/>
                    <a:pt x="63349" y="1029667"/>
                    <a:pt x="63184" y="1031155"/>
                  </a:cubicBezTo>
                  <a:cubicBezTo>
                    <a:pt x="63084" y="1031949"/>
                    <a:pt x="64242" y="1032908"/>
                    <a:pt x="64804" y="1033801"/>
                  </a:cubicBezTo>
                  <a:close/>
                  <a:moveTo>
                    <a:pt x="1043829" y="1024177"/>
                  </a:moveTo>
                  <a:cubicBezTo>
                    <a:pt x="1043399" y="1023119"/>
                    <a:pt x="1042142" y="1023350"/>
                    <a:pt x="1041646" y="1024772"/>
                  </a:cubicBezTo>
                  <a:cubicBezTo>
                    <a:pt x="1040852" y="1026856"/>
                    <a:pt x="1041017" y="1028906"/>
                    <a:pt x="1043233" y="1030329"/>
                  </a:cubicBezTo>
                  <a:cubicBezTo>
                    <a:pt x="1044788" y="1030825"/>
                    <a:pt x="1045251" y="1030329"/>
                    <a:pt x="1044821" y="1028675"/>
                  </a:cubicBezTo>
                  <a:cubicBezTo>
                    <a:pt x="1044391" y="1027187"/>
                    <a:pt x="1044391" y="1025566"/>
                    <a:pt x="1043829" y="1024177"/>
                  </a:cubicBezTo>
                  <a:close/>
                  <a:moveTo>
                    <a:pt x="2312307" y="1356262"/>
                  </a:moveTo>
                  <a:cubicBezTo>
                    <a:pt x="2312208" y="1355733"/>
                    <a:pt x="2310521" y="1355468"/>
                    <a:pt x="2309562" y="1355072"/>
                  </a:cubicBezTo>
                  <a:cubicBezTo>
                    <a:pt x="2307843" y="1354906"/>
                    <a:pt x="2306321" y="1355303"/>
                    <a:pt x="2306685" y="1357354"/>
                  </a:cubicBezTo>
                  <a:cubicBezTo>
                    <a:pt x="2306784" y="1357883"/>
                    <a:pt x="2308438" y="1358346"/>
                    <a:pt x="2309430" y="1358511"/>
                  </a:cubicBezTo>
                  <a:cubicBezTo>
                    <a:pt x="2311117" y="1358809"/>
                    <a:pt x="2312638" y="1358313"/>
                    <a:pt x="2312307" y="1356262"/>
                  </a:cubicBezTo>
                  <a:close/>
                  <a:moveTo>
                    <a:pt x="1568960" y="1369888"/>
                  </a:moveTo>
                  <a:cubicBezTo>
                    <a:pt x="1568861" y="1370715"/>
                    <a:pt x="1569986" y="1371641"/>
                    <a:pt x="1570581" y="1372534"/>
                  </a:cubicBezTo>
                  <a:cubicBezTo>
                    <a:pt x="1571276" y="1371145"/>
                    <a:pt x="1572003" y="1369756"/>
                    <a:pt x="1572599" y="1368598"/>
                  </a:cubicBezTo>
                  <a:cubicBezTo>
                    <a:pt x="1571739" y="1367309"/>
                    <a:pt x="1571176" y="1366416"/>
                    <a:pt x="1570581" y="1365556"/>
                  </a:cubicBezTo>
                  <a:cubicBezTo>
                    <a:pt x="1569986" y="1366978"/>
                    <a:pt x="1569126" y="1368400"/>
                    <a:pt x="1568960" y="1369888"/>
                  </a:cubicBezTo>
                  <a:close/>
                  <a:moveTo>
                    <a:pt x="1648666" y="1025500"/>
                  </a:moveTo>
                  <a:cubicBezTo>
                    <a:pt x="1648236" y="1024805"/>
                    <a:pt x="1647839" y="1023449"/>
                    <a:pt x="1647310" y="1023416"/>
                  </a:cubicBezTo>
                  <a:cubicBezTo>
                    <a:pt x="1645756" y="1023317"/>
                    <a:pt x="1643738" y="1022556"/>
                    <a:pt x="1642845" y="1024541"/>
                  </a:cubicBezTo>
                  <a:cubicBezTo>
                    <a:pt x="1642647" y="1025004"/>
                    <a:pt x="1643606" y="1026657"/>
                    <a:pt x="1644069" y="1026691"/>
                  </a:cubicBezTo>
                  <a:cubicBezTo>
                    <a:pt x="1645624" y="1026790"/>
                    <a:pt x="1647509" y="1027550"/>
                    <a:pt x="1648666" y="1025500"/>
                  </a:cubicBezTo>
                  <a:close/>
                  <a:moveTo>
                    <a:pt x="948182" y="1368334"/>
                  </a:moveTo>
                  <a:cubicBezTo>
                    <a:pt x="950232" y="1368698"/>
                    <a:pt x="950596" y="1367176"/>
                    <a:pt x="950464" y="1365490"/>
                  </a:cubicBezTo>
                  <a:cubicBezTo>
                    <a:pt x="950067" y="1364530"/>
                    <a:pt x="949802" y="1362844"/>
                    <a:pt x="949240" y="1362744"/>
                  </a:cubicBezTo>
                  <a:cubicBezTo>
                    <a:pt x="947190" y="1362381"/>
                    <a:pt x="946694" y="1363935"/>
                    <a:pt x="946991" y="1365589"/>
                  </a:cubicBezTo>
                  <a:cubicBezTo>
                    <a:pt x="947190" y="1366581"/>
                    <a:pt x="947620" y="1368268"/>
                    <a:pt x="948182" y="1368334"/>
                  </a:cubicBezTo>
                  <a:close/>
                  <a:moveTo>
                    <a:pt x="757781" y="1364233"/>
                  </a:moveTo>
                  <a:cubicBezTo>
                    <a:pt x="757351" y="1363538"/>
                    <a:pt x="756954" y="1362215"/>
                    <a:pt x="756425" y="1362149"/>
                  </a:cubicBezTo>
                  <a:cubicBezTo>
                    <a:pt x="754871" y="1362050"/>
                    <a:pt x="752853" y="1361289"/>
                    <a:pt x="751960" y="1363274"/>
                  </a:cubicBezTo>
                  <a:cubicBezTo>
                    <a:pt x="751762" y="1363770"/>
                    <a:pt x="752721" y="1365390"/>
                    <a:pt x="753184" y="1365423"/>
                  </a:cubicBezTo>
                  <a:cubicBezTo>
                    <a:pt x="754738" y="1365523"/>
                    <a:pt x="756623" y="1366283"/>
                    <a:pt x="757781" y="1364233"/>
                  </a:cubicBezTo>
                  <a:close/>
                  <a:moveTo>
                    <a:pt x="2514185" y="1337113"/>
                  </a:moveTo>
                  <a:cubicBezTo>
                    <a:pt x="2513292" y="1338469"/>
                    <a:pt x="2512167" y="1339428"/>
                    <a:pt x="2512233" y="1340222"/>
                  </a:cubicBezTo>
                  <a:cubicBezTo>
                    <a:pt x="2512399" y="1341743"/>
                    <a:pt x="2513292" y="1343132"/>
                    <a:pt x="2513854" y="1344587"/>
                  </a:cubicBezTo>
                  <a:cubicBezTo>
                    <a:pt x="2514449" y="1343694"/>
                    <a:pt x="2515541" y="1342801"/>
                    <a:pt x="2515507" y="1341942"/>
                  </a:cubicBezTo>
                  <a:cubicBezTo>
                    <a:pt x="2515474" y="1340453"/>
                    <a:pt x="2514747" y="1338965"/>
                    <a:pt x="2514185" y="1337113"/>
                  </a:cubicBezTo>
                  <a:close/>
                  <a:moveTo>
                    <a:pt x="1670164" y="1342835"/>
                  </a:moveTo>
                  <a:cubicBezTo>
                    <a:pt x="1668775" y="1342140"/>
                    <a:pt x="1667385" y="1341412"/>
                    <a:pt x="1666228" y="1340817"/>
                  </a:cubicBezTo>
                  <a:cubicBezTo>
                    <a:pt x="1664938" y="1341677"/>
                    <a:pt x="1664045" y="1342272"/>
                    <a:pt x="1663185" y="1342835"/>
                  </a:cubicBezTo>
                  <a:cubicBezTo>
                    <a:pt x="1664607" y="1343430"/>
                    <a:pt x="1666030" y="1344290"/>
                    <a:pt x="1667518" y="1344455"/>
                  </a:cubicBezTo>
                  <a:cubicBezTo>
                    <a:pt x="1668312" y="1344554"/>
                    <a:pt x="1669271" y="1343430"/>
                    <a:pt x="1670164" y="1342835"/>
                  </a:cubicBezTo>
                  <a:close/>
                  <a:moveTo>
                    <a:pt x="1482739" y="1392841"/>
                  </a:moveTo>
                  <a:cubicBezTo>
                    <a:pt x="1483202" y="1393039"/>
                    <a:pt x="1484856" y="1392080"/>
                    <a:pt x="1484856" y="1391617"/>
                  </a:cubicBezTo>
                  <a:cubicBezTo>
                    <a:pt x="1484955" y="1390063"/>
                    <a:pt x="1485716" y="1388178"/>
                    <a:pt x="1483665" y="1386987"/>
                  </a:cubicBezTo>
                  <a:cubicBezTo>
                    <a:pt x="1483004" y="1387417"/>
                    <a:pt x="1481648" y="1387847"/>
                    <a:pt x="1481615" y="1388376"/>
                  </a:cubicBezTo>
                  <a:cubicBezTo>
                    <a:pt x="1481516" y="1389930"/>
                    <a:pt x="1480722" y="1391915"/>
                    <a:pt x="1482739" y="1392841"/>
                  </a:cubicBezTo>
                  <a:close/>
                  <a:moveTo>
                    <a:pt x="933034" y="1348126"/>
                  </a:moveTo>
                  <a:cubicBezTo>
                    <a:pt x="933200" y="1349118"/>
                    <a:pt x="933663" y="1350805"/>
                    <a:pt x="934192" y="1350904"/>
                  </a:cubicBezTo>
                  <a:cubicBezTo>
                    <a:pt x="936242" y="1351235"/>
                    <a:pt x="936639" y="1349714"/>
                    <a:pt x="936474" y="1348027"/>
                  </a:cubicBezTo>
                  <a:cubicBezTo>
                    <a:pt x="936077" y="1347068"/>
                    <a:pt x="935813" y="1345381"/>
                    <a:pt x="935250" y="1345282"/>
                  </a:cubicBezTo>
                  <a:cubicBezTo>
                    <a:pt x="933233" y="1344918"/>
                    <a:pt x="932737" y="1346473"/>
                    <a:pt x="933034" y="1348126"/>
                  </a:cubicBezTo>
                  <a:close/>
                  <a:moveTo>
                    <a:pt x="1710446" y="1379612"/>
                  </a:moveTo>
                  <a:cubicBezTo>
                    <a:pt x="1709983" y="1379645"/>
                    <a:pt x="1709024" y="1381298"/>
                    <a:pt x="1709223" y="1381761"/>
                  </a:cubicBezTo>
                  <a:cubicBezTo>
                    <a:pt x="1710116" y="1383779"/>
                    <a:pt x="1712133" y="1382985"/>
                    <a:pt x="1713688" y="1382886"/>
                  </a:cubicBezTo>
                  <a:cubicBezTo>
                    <a:pt x="1714217" y="1382853"/>
                    <a:pt x="1714647" y="1381497"/>
                    <a:pt x="1715077" y="1380802"/>
                  </a:cubicBezTo>
                  <a:cubicBezTo>
                    <a:pt x="1713886" y="1378785"/>
                    <a:pt x="1712001" y="1379545"/>
                    <a:pt x="1710446" y="1379612"/>
                  </a:cubicBezTo>
                  <a:close/>
                  <a:moveTo>
                    <a:pt x="1577427" y="1347961"/>
                  </a:moveTo>
                  <a:cubicBezTo>
                    <a:pt x="1577956" y="1347928"/>
                    <a:pt x="1578386" y="1346572"/>
                    <a:pt x="1578816" y="1345910"/>
                  </a:cubicBezTo>
                  <a:cubicBezTo>
                    <a:pt x="1577626" y="1343860"/>
                    <a:pt x="1575740" y="1344620"/>
                    <a:pt x="1574219" y="1344720"/>
                  </a:cubicBezTo>
                  <a:cubicBezTo>
                    <a:pt x="1573723" y="1344720"/>
                    <a:pt x="1572764" y="1346373"/>
                    <a:pt x="1572995" y="1346836"/>
                  </a:cubicBezTo>
                  <a:cubicBezTo>
                    <a:pt x="1573888" y="1348854"/>
                    <a:pt x="1575906" y="1348060"/>
                    <a:pt x="1577427" y="1347961"/>
                  </a:cubicBezTo>
                  <a:close/>
                  <a:moveTo>
                    <a:pt x="962139" y="1354377"/>
                  </a:moveTo>
                  <a:cubicBezTo>
                    <a:pt x="964189" y="1354741"/>
                    <a:pt x="964586" y="1353219"/>
                    <a:pt x="964421" y="1351500"/>
                  </a:cubicBezTo>
                  <a:cubicBezTo>
                    <a:pt x="964024" y="1350541"/>
                    <a:pt x="963759" y="1348854"/>
                    <a:pt x="963230" y="1348755"/>
                  </a:cubicBezTo>
                  <a:cubicBezTo>
                    <a:pt x="961179" y="1348424"/>
                    <a:pt x="960683" y="1349945"/>
                    <a:pt x="960981" y="1351632"/>
                  </a:cubicBezTo>
                  <a:cubicBezTo>
                    <a:pt x="961146" y="1352624"/>
                    <a:pt x="961609" y="1354278"/>
                    <a:pt x="962139" y="1354377"/>
                  </a:cubicBezTo>
                  <a:close/>
                  <a:moveTo>
                    <a:pt x="1496134" y="1130341"/>
                  </a:moveTo>
                  <a:cubicBezTo>
                    <a:pt x="1496233" y="1130903"/>
                    <a:pt x="1497920" y="1131366"/>
                    <a:pt x="1498912" y="1131532"/>
                  </a:cubicBezTo>
                  <a:cubicBezTo>
                    <a:pt x="1500566" y="1131829"/>
                    <a:pt x="1502120" y="1131333"/>
                    <a:pt x="1501756" y="1129283"/>
                  </a:cubicBezTo>
                  <a:cubicBezTo>
                    <a:pt x="1501657" y="1128754"/>
                    <a:pt x="1499970" y="1128456"/>
                    <a:pt x="1499011" y="1128059"/>
                  </a:cubicBezTo>
                  <a:cubicBezTo>
                    <a:pt x="1497325" y="1127927"/>
                    <a:pt x="1495803" y="1128324"/>
                    <a:pt x="1496134" y="1130341"/>
                  </a:cubicBezTo>
                  <a:close/>
                  <a:moveTo>
                    <a:pt x="1514985" y="1379016"/>
                  </a:moveTo>
                  <a:cubicBezTo>
                    <a:pt x="1514093" y="1380405"/>
                    <a:pt x="1512968" y="1381331"/>
                    <a:pt x="1513067" y="1382158"/>
                  </a:cubicBezTo>
                  <a:cubicBezTo>
                    <a:pt x="1513233" y="1383647"/>
                    <a:pt x="1514093" y="1385036"/>
                    <a:pt x="1514688" y="1386491"/>
                  </a:cubicBezTo>
                  <a:cubicBezTo>
                    <a:pt x="1515283" y="1385598"/>
                    <a:pt x="1516341" y="1384705"/>
                    <a:pt x="1516308" y="1383845"/>
                  </a:cubicBezTo>
                  <a:cubicBezTo>
                    <a:pt x="1516275" y="1382357"/>
                    <a:pt x="1515548" y="1380868"/>
                    <a:pt x="1514985" y="1379016"/>
                  </a:cubicBezTo>
                  <a:close/>
                  <a:moveTo>
                    <a:pt x="1596080" y="1434182"/>
                  </a:moveTo>
                  <a:cubicBezTo>
                    <a:pt x="1596444" y="1432131"/>
                    <a:pt x="1594890" y="1431635"/>
                    <a:pt x="1593236" y="1431933"/>
                  </a:cubicBezTo>
                  <a:cubicBezTo>
                    <a:pt x="1592244" y="1432098"/>
                    <a:pt x="1590590" y="1432561"/>
                    <a:pt x="1590491" y="1433124"/>
                  </a:cubicBezTo>
                  <a:cubicBezTo>
                    <a:pt x="1590127" y="1435141"/>
                    <a:pt x="1591649" y="1435538"/>
                    <a:pt x="1593335" y="1435373"/>
                  </a:cubicBezTo>
                  <a:cubicBezTo>
                    <a:pt x="1594327" y="1435009"/>
                    <a:pt x="1596014" y="1434711"/>
                    <a:pt x="1596080" y="1434182"/>
                  </a:cubicBezTo>
                  <a:close/>
                  <a:moveTo>
                    <a:pt x="747396" y="1250032"/>
                  </a:moveTo>
                  <a:cubicBezTo>
                    <a:pt x="746106" y="1250892"/>
                    <a:pt x="745213" y="1251454"/>
                    <a:pt x="744320" y="1252049"/>
                  </a:cubicBezTo>
                  <a:cubicBezTo>
                    <a:pt x="745776" y="1252612"/>
                    <a:pt x="747198" y="1253505"/>
                    <a:pt x="748686" y="1253670"/>
                  </a:cubicBezTo>
                  <a:cubicBezTo>
                    <a:pt x="749480" y="1253769"/>
                    <a:pt x="750439" y="1252612"/>
                    <a:pt x="751332" y="1252049"/>
                  </a:cubicBezTo>
                  <a:cubicBezTo>
                    <a:pt x="749943" y="1251322"/>
                    <a:pt x="748554" y="1250627"/>
                    <a:pt x="747396" y="1250032"/>
                  </a:cubicBezTo>
                  <a:close/>
                  <a:moveTo>
                    <a:pt x="1374062" y="1250429"/>
                  </a:moveTo>
                  <a:cubicBezTo>
                    <a:pt x="1372540" y="1250594"/>
                    <a:pt x="1371151" y="1251454"/>
                    <a:pt x="1369696" y="1252049"/>
                  </a:cubicBezTo>
                  <a:cubicBezTo>
                    <a:pt x="1370589" y="1252645"/>
                    <a:pt x="1371482" y="1253703"/>
                    <a:pt x="1372342" y="1253670"/>
                  </a:cubicBezTo>
                  <a:cubicBezTo>
                    <a:pt x="1373830" y="1253637"/>
                    <a:pt x="1375319" y="1252909"/>
                    <a:pt x="1377171" y="1252380"/>
                  </a:cubicBezTo>
                  <a:cubicBezTo>
                    <a:pt x="1375815" y="1251454"/>
                    <a:pt x="1374856" y="1250330"/>
                    <a:pt x="1374062" y="1250429"/>
                  </a:cubicBezTo>
                  <a:close/>
                  <a:moveTo>
                    <a:pt x="2385663" y="1430676"/>
                  </a:moveTo>
                  <a:cubicBezTo>
                    <a:pt x="2386027" y="1428626"/>
                    <a:pt x="2384473" y="1428163"/>
                    <a:pt x="2382819" y="1428427"/>
                  </a:cubicBezTo>
                  <a:cubicBezTo>
                    <a:pt x="2381827" y="1428626"/>
                    <a:pt x="2380140" y="1429056"/>
                    <a:pt x="2380041" y="1429618"/>
                  </a:cubicBezTo>
                  <a:cubicBezTo>
                    <a:pt x="2379710" y="1431668"/>
                    <a:pt x="2381231" y="1432032"/>
                    <a:pt x="2382918" y="1431900"/>
                  </a:cubicBezTo>
                  <a:cubicBezTo>
                    <a:pt x="2383877" y="1431503"/>
                    <a:pt x="2385564" y="1431238"/>
                    <a:pt x="2385663" y="1430676"/>
                  </a:cubicBezTo>
                  <a:close/>
                  <a:moveTo>
                    <a:pt x="1561618" y="1428394"/>
                  </a:moveTo>
                  <a:cubicBezTo>
                    <a:pt x="1560527" y="1428460"/>
                    <a:pt x="1558609" y="1428097"/>
                    <a:pt x="1558476" y="1428460"/>
                  </a:cubicBezTo>
                  <a:cubicBezTo>
                    <a:pt x="1557815" y="1430345"/>
                    <a:pt x="1559204" y="1431569"/>
                    <a:pt x="1560791" y="1431801"/>
                  </a:cubicBezTo>
                  <a:cubicBezTo>
                    <a:pt x="1562181" y="1431966"/>
                    <a:pt x="1563669" y="1431238"/>
                    <a:pt x="1565124" y="1430908"/>
                  </a:cubicBezTo>
                  <a:cubicBezTo>
                    <a:pt x="1564529" y="1428725"/>
                    <a:pt x="1563272" y="1428262"/>
                    <a:pt x="1561618" y="1428394"/>
                  </a:cubicBezTo>
                  <a:close/>
                  <a:moveTo>
                    <a:pt x="1170432" y="1255654"/>
                  </a:moveTo>
                  <a:cubicBezTo>
                    <a:pt x="1170399" y="1255191"/>
                    <a:pt x="1168778" y="1254232"/>
                    <a:pt x="1168315" y="1254431"/>
                  </a:cubicBezTo>
                  <a:cubicBezTo>
                    <a:pt x="1166298" y="1255357"/>
                    <a:pt x="1167058" y="1257341"/>
                    <a:pt x="1167191" y="1258895"/>
                  </a:cubicBezTo>
                  <a:cubicBezTo>
                    <a:pt x="1167224" y="1259425"/>
                    <a:pt x="1168547" y="1259855"/>
                    <a:pt x="1169241" y="1260251"/>
                  </a:cubicBezTo>
                  <a:cubicBezTo>
                    <a:pt x="1171292" y="1259094"/>
                    <a:pt x="1170531" y="1257209"/>
                    <a:pt x="1170432" y="1255654"/>
                  </a:cubicBezTo>
                  <a:close/>
                  <a:moveTo>
                    <a:pt x="1164776" y="1219506"/>
                  </a:moveTo>
                  <a:cubicBezTo>
                    <a:pt x="1163090" y="1219969"/>
                    <a:pt x="1163123" y="1221225"/>
                    <a:pt x="1164776" y="1221755"/>
                  </a:cubicBezTo>
                  <a:cubicBezTo>
                    <a:pt x="1166199" y="1222185"/>
                    <a:pt x="1167819" y="1222052"/>
                    <a:pt x="1168712" y="1222118"/>
                  </a:cubicBezTo>
                  <a:cubicBezTo>
                    <a:pt x="1170961" y="1221027"/>
                    <a:pt x="1171027" y="1219969"/>
                    <a:pt x="1169340" y="1219506"/>
                  </a:cubicBezTo>
                  <a:cubicBezTo>
                    <a:pt x="1167918" y="1219109"/>
                    <a:pt x="1166199" y="1219109"/>
                    <a:pt x="1164776" y="1219506"/>
                  </a:cubicBezTo>
                  <a:close/>
                  <a:moveTo>
                    <a:pt x="192333" y="1154253"/>
                  </a:moveTo>
                  <a:cubicBezTo>
                    <a:pt x="191440" y="1153691"/>
                    <a:pt x="190514" y="1152566"/>
                    <a:pt x="189688" y="1152632"/>
                  </a:cubicBezTo>
                  <a:cubicBezTo>
                    <a:pt x="189225" y="1152698"/>
                    <a:pt x="188728" y="1152897"/>
                    <a:pt x="188265" y="1153062"/>
                  </a:cubicBezTo>
                  <a:cubicBezTo>
                    <a:pt x="189324" y="1153790"/>
                    <a:pt x="190316" y="1154484"/>
                    <a:pt x="191374" y="1155212"/>
                  </a:cubicBezTo>
                  <a:cubicBezTo>
                    <a:pt x="191705" y="1154947"/>
                    <a:pt x="192036" y="1154650"/>
                    <a:pt x="192333" y="1154253"/>
                  </a:cubicBezTo>
                  <a:close/>
                  <a:moveTo>
                    <a:pt x="734531" y="1228138"/>
                  </a:moveTo>
                  <a:cubicBezTo>
                    <a:pt x="734630" y="1228667"/>
                    <a:pt x="736284" y="1229130"/>
                    <a:pt x="737309" y="1229295"/>
                  </a:cubicBezTo>
                  <a:cubicBezTo>
                    <a:pt x="738963" y="1229593"/>
                    <a:pt x="740517" y="1229130"/>
                    <a:pt x="740153" y="1227079"/>
                  </a:cubicBezTo>
                  <a:cubicBezTo>
                    <a:pt x="740054" y="1226517"/>
                    <a:pt x="738367" y="1226253"/>
                    <a:pt x="737408" y="1225856"/>
                  </a:cubicBezTo>
                  <a:cubicBezTo>
                    <a:pt x="735721" y="1225723"/>
                    <a:pt x="734200" y="1226087"/>
                    <a:pt x="734531" y="1228138"/>
                  </a:cubicBezTo>
                  <a:close/>
                  <a:moveTo>
                    <a:pt x="995774" y="1234455"/>
                  </a:moveTo>
                  <a:cubicBezTo>
                    <a:pt x="995873" y="1232900"/>
                    <a:pt x="996601" y="1231015"/>
                    <a:pt x="994583" y="1229857"/>
                  </a:cubicBezTo>
                  <a:cubicBezTo>
                    <a:pt x="993889" y="1230287"/>
                    <a:pt x="992533" y="1230717"/>
                    <a:pt x="992500" y="1231213"/>
                  </a:cubicBezTo>
                  <a:cubicBezTo>
                    <a:pt x="992400" y="1232768"/>
                    <a:pt x="991607" y="1234785"/>
                    <a:pt x="993624" y="1235678"/>
                  </a:cubicBezTo>
                  <a:cubicBezTo>
                    <a:pt x="994087" y="1235910"/>
                    <a:pt x="995741" y="1234951"/>
                    <a:pt x="995774" y="1234455"/>
                  </a:cubicBezTo>
                  <a:close/>
                  <a:moveTo>
                    <a:pt x="2420588" y="1230552"/>
                  </a:moveTo>
                  <a:cubicBezTo>
                    <a:pt x="2420489" y="1230023"/>
                    <a:pt x="2418802" y="1229725"/>
                    <a:pt x="2417843" y="1229361"/>
                  </a:cubicBezTo>
                  <a:cubicBezTo>
                    <a:pt x="2416156" y="1229196"/>
                    <a:pt x="2414635" y="1229593"/>
                    <a:pt x="2414999" y="1231610"/>
                  </a:cubicBezTo>
                  <a:cubicBezTo>
                    <a:pt x="2415065" y="1232173"/>
                    <a:pt x="2416752" y="1232636"/>
                    <a:pt x="2417744" y="1232801"/>
                  </a:cubicBezTo>
                  <a:cubicBezTo>
                    <a:pt x="2419398" y="1233099"/>
                    <a:pt x="2420952" y="1232603"/>
                    <a:pt x="2420588" y="1230552"/>
                  </a:cubicBezTo>
                  <a:close/>
                  <a:moveTo>
                    <a:pt x="922980" y="1238390"/>
                  </a:moveTo>
                  <a:cubicBezTo>
                    <a:pt x="921624" y="1237497"/>
                    <a:pt x="920665" y="1236373"/>
                    <a:pt x="919871" y="1236439"/>
                  </a:cubicBezTo>
                  <a:cubicBezTo>
                    <a:pt x="918383" y="1236604"/>
                    <a:pt x="916961" y="1237497"/>
                    <a:pt x="915539" y="1238093"/>
                  </a:cubicBezTo>
                  <a:cubicBezTo>
                    <a:pt x="916399" y="1238655"/>
                    <a:pt x="917292" y="1239746"/>
                    <a:pt x="918185" y="1239713"/>
                  </a:cubicBezTo>
                  <a:cubicBezTo>
                    <a:pt x="919673" y="1239680"/>
                    <a:pt x="921161" y="1238953"/>
                    <a:pt x="922980" y="1238390"/>
                  </a:cubicBezTo>
                  <a:close/>
                  <a:moveTo>
                    <a:pt x="1796072" y="1273646"/>
                  </a:moveTo>
                  <a:cubicBezTo>
                    <a:pt x="1795609" y="1275697"/>
                    <a:pt x="1796271" y="1277119"/>
                    <a:pt x="1797660" y="1278243"/>
                  </a:cubicBezTo>
                  <a:cubicBezTo>
                    <a:pt x="1798255" y="1277350"/>
                    <a:pt x="1799380" y="1276424"/>
                    <a:pt x="1799280" y="1275597"/>
                  </a:cubicBezTo>
                  <a:cubicBezTo>
                    <a:pt x="1799115" y="1274109"/>
                    <a:pt x="1798255" y="1272687"/>
                    <a:pt x="1797660" y="1271265"/>
                  </a:cubicBezTo>
                  <a:cubicBezTo>
                    <a:pt x="1797097" y="1272125"/>
                    <a:pt x="1796502" y="1273018"/>
                    <a:pt x="1796072" y="1273646"/>
                  </a:cubicBezTo>
                  <a:close/>
                  <a:moveTo>
                    <a:pt x="1455818" y="1281054"/>
                  </a:moveTo>
                  <a:cubicBezTo>
                    <a:pt x="1456380" y="1280955"/>
                    <a:pt x="1456645" y="1279268"/>
                    <a:pt x="1457042" y="1278309"/>
                  </a:cubicBezTo>
                  <a:cubicBezTo>
                    <a:pt x="1457174" y="1276590"/>
                    <a:pt x="1456810" y="1275068"/>
                    <a:pt x="1454760" y="1275432"/>
                  </a:cubicBezTo>
                  <a:cubicBezTo>
                    <a:pt x="1454231" y="1275531"/>
                    <a:pt x="1453768" y="1277185"/>
                    <a:pt x="1453569" y="1278177"/>
                  </a:cubicBezTo>
                  <a:cubicBezTo>
                    <a:pt x="1453305" y="1279864"/>
                    <a:pt x="1453768" y="1281385"/>
                    <a:pt x="1455818" y="1281054"/>
                  </a:cubicBezTo>
                  <a:close/>
                  <a:moveTo>
                    <a:pt x="1964480" y="1285354"/>
                  </a:moveTo>
                  <a:cubicBezTo>
                    <a:pt x="1962991" y="1285519"/>
                    <a:pt x="1961569" y="1286379"/>
                    <a:pt x="1960114" y="1286974"/>
                  </a:cubicBezTo>
                  <a:cubicBezTo>
                    <a:pt x="1961007" y="1287537"/>
                    <a:pt x="1961900" y="1288628"/>
                    <a:pt x="1962760" y="1288595"/>
                  </a:cubicBezTo>
                  <a:cubicBezTo>
                    <a:pt x="1964281" y="1288562"/>
                    <a:pt x="1965769" y="1287834"/>
                    <a:pt x="1967588" y="1287272"/>
                  </a:cubicBezTo>
                  <a:cubicBezTo>
                    <a:pt x="1966232" y="1286379"/>
                    <a:pt x="1965273" y="1285255"/>
                    <a:pt x="1964480" y="1285354"/>
                  </a:cubicBezTo>
                  <a:close/>
                  <a:moveTo>
                    <a:pt x="963925" y="1290910"/>
                  </a:moveTo>
                  <a:cubicBezTo>
                    <a:pt x="963495" y="1290216"/>
                    <a:pt x="963065" y="1288860"/>
                    <a:pt x="962569" y="1288826"/>
                  </a:cubicBezTo>
                  <a:cubicBezTo>
                    <a:pt x="961014" y="1288727"/>
                    <a:pt x="958997" y="1287967"/>
                    <a:pt x="958104" y="1289951"/>
                  </a:cubicBezTo>
                  <a:cubicBezTo>
                    <a:pt x="957872" y="1290414"/>
                    <a:pt x="958831" y="1292068"/>
                    <a:pt x="959327" y="1292101"/>
                  </a:cubicBezTo>
                  <a:cubicBezTo>
                    <a:pt x="960882" y="1292200"/>
                    <a:pt x="962767" y="1292928"/>
                    <a:pt x="963925" y="1290910"/>
                  </a:cubicBezTo>
                  <a:close/>
                  <a:moveTo>
                    <a:pt x="106741" y="1292200"/>
                  </a:moveTo>
                  <a:cubicBezTo>
                    <a:pt x="106145" y="1293093"/>
                    <a:pt x="105021" y="1294019"/>
                    <a:pt x="105120" y="1294846"/>
                  </a:cubicBezTo>
                  <a:cubicBezTo>
                    <a:pt x="105285" y="1296334"/>
                    <a:pt x="106145" y="1297756"/>
                    <a:pt x="106741" y="1299178"/>
                  </a:cubicBezTo>
                  <a:cubicBezTo>
                    <a:pt x="107336" y="1298318"/>
                    <a:pt x="107898" y="1297425"/>
                    <a:pt x="108328" y="1296797"/>
                  </a:cubicBezTo>
                  <a:cubicBezTo>
                    <a:pt x="108824" y="1294747"/>
                    <a:pt x="108130" y="1293324"/>
                    <a:pt x="106741" y="1292200"/>
                  </a:cubicBezTo>
                  <a:close/>
                  <a:moveTo>
                    <a:pt x="1046408" y="1295573"/>
                  </a:moveTo>
                  <a:cubicBezTo>
                    <a:pt x="1046904" y="1295540"/>
                    <a:pt x="1047334" y="1294217"/>
                    <a:pt x="1047764" y="1293523"/>
                  </a:cubicBezTo>
                  <a:cubicBezTo>
                    <a:pt x="1046607" y="1291472"/>
                    <a:pt x="1044722" y="1292233"/>
                    <a:pt x="1043167" y="1292332"/>
                  </a:cubicBezTo>
                  <a:cubicBezTo>
                    <a:pt x="1042671" y="1292365"/>
                    <a:pt x="1041712" y="1293986"/>
                    <a:pt x="1041944" y="1294449"/>
                  </a:cubicBezTo>
                  <a:cubicBezTo>
                    <a:pt x="1042837" y="1296466"/>
                    <a:pt x="1044854" y="1295706"/>
                    <a:pt x="1046408" y="1295573"/>
                  </a:cubicBezTo>
                  <a:close/>
                  <a:moveTo>
                    <a:pt x="898176" y="1300038"/>
                  </a:moveTo>
                  <a:cubicBezTo>
                    <a:pt x="898076" y="1300865"/>
                    <a:pt x="899201" y="1301791"/>
                    <a:pt x="899796" y="1302684"/>
                  </a:cubicBezTo>
                  <a:cubicBezTo>
                    <a:pt x="900524" y="1301295"/>
                    <a:pt x="901218" y="1299939"/>
                    <a:pt x="901814" y="1298748"/>
                  </a:cubicBezTo>
                  <a:cubicBezTo>
                    <a:pt x="900954" y="1297459"/>
                    <a:pt x="900391" y="1296566"/>
                    <a:pt x="899796" y="1295706"/>
                  </a:cubicBezTo>
                  <a:cubicBezTo>
                    <a:pt x="899201" y="1297128"/>
                    <a:pt x="898341" y="1298550"/>
                    <a:pt x="898176" y="1300038"/>
                  </a:cubicBezTo>
                  <a:close/>
                  <a:moveTo>
                    <a:pt x="1473281" y="1420721"/>
                  </a:moveTo>
                  <a:cubicBezTo>
                    <a:pt x="1473843" y="1420622"/>
                    <a:pt x="1474107" y="1418935"/>
                    <a:pt x="1474504" y="1417976"/>
                  </a:cubicBezTo>
                  <a:cubicBezTo>
                    <a:pt x="1474637" y="1416290"/>
                    <a:pt x="1474273" y="1414768"/>
                    <a:pt x="1472222" y="1415132"/>
                  </a:cubicBezTo>
                  <a:cubicBezTo>
                    <a:pt x="1471693" y="1415231"/>
                    <a:pt x="1471230" y="1416885"/>
                    <a:pt x="1471065" y="1417877"/>
                  </a:cubicBezTo>
                  <a:cubicBezTo>
                    <a:pt x="1470767" y="1419531"/>
                    <a:pt x="1471230" y="1421085"/>
                    <a:pt x="1473281" y="1420721"/>
                  </a:cubicBezTo>
                  <a:close/>
                  <a:moveTo>
                    <a:pt x="263837" y="1145422"/>
                  </a:moveTo>
                  <a:cubicBezTo>
                    <a:pt x="264333" y="1145389"/>
                    <a:pt x="264763" y="1144033"/>
                    <a:pt x="265094" y="1143504"/>
                  </a:cubicBezTo>
                  <a:cubicBezTo>
                    <a:pt x="264069" y="1141090"/>
                    <a:pt x="262117" y="1142181"/>
                    <a:pt x="260563" y="1142148"/>
                  </a:cubicBezTo>
                  <a:cubicBezTo>
                    <a:pt x="260133" y="1142148"/>
                    <a:pt x="259141" y="1143835"/>
                    <a:pt x="259372" y="1144298"/>
                  </a:cubicBezTo>
                  <a:cubicBezTo>
                    <a:pt x="260265" y="1146315"/>
                    <a:pt x="262283" y="1145522"/>
                    <a:pt x="263837" y="1145422"/>
                  </a:cubicBezTo>
                  <a:close/>
                  <a:moveTo>
                    <a:pt x="1127933" y="1300402"/>
                  </a:moveTo>
                  <a:cubicBezTo>
                    <a:pt x="1127867" y="1299840"/>
                    <a:pt x="1126147" y="1299575"/>
                    <a:pt x="1125188" y="1299178"/>
                  </a:cubicBezTo>
                  <a:cubicBezTo>
                    <a:pt x="1123501" y="1299046"/>
                    <a:pt x="1121980" y="1299410"/>
                    <a:pt x="1122344" y="1301460"/>
                  </a:cubicBezTo>
                  <a:cubicBezTo>
                    <a:pt x="1122443" y="1302023"/>
                    <a:pt x="1124097" y="1302453"/>
                    <a:pt x="1125089" y="1302651"/>
                  </a:cubicBezTo>
                  <a:cubicBezTo>
                    <a:pt x="1126743" y="1302949"/>
                    <a:pt x="1128297" y="1302453"/>
                    <a:pt x="1127933" y="1300402"/>
                  </a:cubicBezTo>
                  <a:close/>
                  <a:moveTo>
                    <a:pt x="1255065" y="1146778"/>
                  </a:moveTo>
                  <a:cubicBezTo>
                    <a:pt x="1254834" y="1147241"/>
                    <a:pt x="1255793" y="1148895"/>
                    <a:pt x="1256289" y="1148928"/>
                  </a:cubicBezTo>
                  <a:cubicBezTo>
                    <a:pt x="1257844" y="1148994"/>
                    <a:pt x="1259729" y="1149755"/>
                    <a:pt x="1260886" y="1147704"/>
                  </a:cubicBezTo>
                  <a:cubicBezTo>
                    <a:pt x="1260456" y="1147043"/>
                    <a:pt x="1260026" y="1145687"/>
                    <a:pt x="1259530" y="1145654"/>
                  </a:cubicBezTo>
                  <a:cubicBezTo>
                    <a:pt x="1257976" y="1145555"/>
                    <a:pt x="1255958" y="1144761"/>
                    <a:pt x="1255065" y="1146778"/>
                  </a:cubicBezTo>
                  <a:close/>
                  <a:moveTo>
                    <a:pt x="1086030" y="1262004"/>
                  </a:moveTo>
                  <a:cubicBezTo>
                    <a:pt x="1085931" y="1261442"/>
                    <a:pt x="1084244" y="1261178"/>
                    <a:pt x="1083285" y="1260781"/>
                  </a:cubicBezTo>
                  <a:cubicBezTo>
                    <a:pt x="1081565" y="1260648"/>
                    <a:pt x="1080044" y="1261012"/>
                    <a:pt x="1080407" y="1263063"/>
                  </a:cubicBezTo>
                  <a:cubicBezTo>
                    <a:pt x="1080507" y="1263592"/>
                    <a:pt x="1082160" y="1264055"/>
                    <a:pt x="1083152" y="1264220"/>
                  </a:cubicBezTo>
                  <a:cubicBezTo>
                    <a:pt x="1084839" y="1264518"/>
                    <a:pt x="1086360" y="1264022"/>
                    <a:pt x="1086030" y="1262004"/>
                  </a:cubicBezTo>
                  <a:close/>
                  <a:moveTo>
                    <a:pt x="1863508" y="1427799"/>
                  </a:moveTo>
                  <a:cubicBezTo>
                    <a:pt x="1864930" y="1428229"/>
                    <a:pt x="1866551" y="1428097"/>
                    <a:pt x="1867444" y="1428163"/>
                  </a:cubicBezTo>
                  <a:cubicBezTo>
                    <a:pt x="1869693" y="1427071"/>
                    <a:pt x="1869759" y="1426013"/>
                    <a:pt x="1868072" y="1425550"/>
                  </a:cubicBezTo>
                  <a:cubicBezTo>
                    <a:pt x="1866650" y="1425153"/>
                    <a:pt x="1864963" y="1425153"/>
                    <a:pt x="1863508" y="1425550"/>
                  </a:cubicBezTo>
                  <a:cubicBezTo>
                    <a:pt x="1861821" y="1425980"/>
                    <a:pt x="1861854" y="1427270"/>
                    <a:pt x="1863508" y="1427799"/>
                  </a:cubicBezTo>
                  <a:close/>
                  <a:moveTo>
                    <a:pt x="725105" y="1264286"/>
                  </a:moveTo>
                  <a:cubicBezTo>
                    <a:pt x="724543" y="1265709"/>
                    <a:pt x="723650" y="1267131"/>
                    <a:pt x="723484" y="1268619"/>
                  </a:cubicBezTo>
                  <a:cubicBezTo>
                    <a:pt x="723385" y="1269446"/>
                    <a:pt x="724543" y="1270372"/>
                    <a:pt x="725105" y="1271265"/>
                  </a:cubicBezTo>
                  <a:cubicBezTo>
                    <a:pt x="725833" y="1269876"/>
                    <a:pt x="726527" y="1268487"/>
                    <a:pt x="727122" y="1267329"/>
                  </a:cubicBezTo>
                  <a:cubicBezTo>
                    <a:pt x="726296" y="1266039"/>
                    <a:pt x="725700" y="1265146"/>
                    <a:pt x="725105" y="1264286"/>
                  </a:cubicBezTo>
                  <a:close/>
                  <a:moveTo>
                    <a:pt x="1916788" y="1270835"/>
                  </a:moveTo>
                  <a:cubicBezTo>
                    <a:pt x="1917053" y="1270901"/>
                    <a:pt x="1917714" y="1269181"/>
                    <a:pt x="1917747" y="1269115"/>
                  </a:cubicBezTo>
                  <a:cubicBezTo>
                    <a:pt x="1918674" y="1266436"/>
                    <a:pt x="1917714" y="1265113"/>
                    <a:pt x="1916292" y="1264319"/>
                  </a:cubicBezTo>
                  <a:cubicBezTo>
                    <a:pt x="1914804" y="1263526"/>
                    <a:pt x="1914374" y="1264220"/>
                    <a:pt x="1914639" y="1265907"/>
                  </a:cubicBezTo>
                  <a:cubicBezTo>
                    <a:pt x="1914969" y="1267792"/>
                    <a:pt x="1914010" y="1270173"/>
                    <a:pt x="1916788" y="1270835"/>
                  </a:cubicBezTo>
                  <a:close/>
                  <a:moveTo>
                    <a:pt x="1516441" y="1423169"/>
                  </a:moveTo>
                  <a:cubicBezTo>
                    <a:pt x="1515052" y="1422441"/>
                    <a:pt x="1513663" y="1421747"/>
                    <a:pt x="1512505" y="1421151"/>
                  </a:cubicBezTo>
                  <a:cubicBezTo>
                    <a:pt x="1511215" y="1422011"/>
                    <a:pt x="1510322" y="1422573"/>
                    <a:pt x="1509429" y="1423169"/>
                  </a:cubicBezTo>
                  <a:cubicBezTo>
                    <a:pt x="1510884" y="1423731"/>
                    <a:pt x="1512307" y="1424624"/>
                    <a:pt x="1513795" y="1424789"/>
                  </a:cubicBezTo>
                  <a:cubicBezTo>
                    <a:pt x="1514589" y="1424888"/>
                    <a:pt x="1515548" y="1423731"/>
                    <a:pt x="1516441" y="1423169"/>
                  </a:cubicBezTo>
                  <a:close/>
                  <a:moveTo>
                    <a:pt x="1502285" y="1013924"/>
                  </a:moveTo>
                  <a:cubicBezTo>
                    <a:pt x="1502782" y="1011874"/>
                    <a:pt x="1502120" y="1010452"/>
                    <a:pt x="1500698" y="1009327"/>
                  </a:cubicBezTo>
                  <a:cubicBezTo>
                    <a:pt x="1500136" y="1010220"/>
                    <a:pt x="1498978" y="1011179"/>
                    <a:pt x="1499077" y="1011973"/>
                  </a:cubicBezTo>
                  <a:cubicBezTo>
                    <a:pt x="1499243" y="1013461"/>
                    <a:pt x="1500136" y="1014883"/>
                    <a:pt x="1500698" y="1016339"/>
                  </a:cubicBezTo>
                  <a:cubicBezTo>
                    <a:pt x="1501293" y="1015446"/>
                    <a:pt x="1501889" y="1014553"/>
                    <a:pt x="1502285" y="1013924"/>
                  </a:cubicBezTo>
                  <a:close/>
                  <a:moveTo>
                    <a:pt x="1768390" y="1082948"/>
                  </a:moveTo>
                  <a:cubicBezTo>
                    <a:pt x="1769713" y="1082088"/>
                    <a:pt x="1770573" y="1081525"/>
                    <a:pt x="1771466" y="1080930"/>
                  </a:cubicBezTo>
                  <a:cubicBezTo>
                    <a:pt x="1770011" y="1080368"/>
                    <a:pt x="1768622" y="1079475"/>
                    <a:pt x="1767100" y="1079310"/>
                  </a:cubicBezTo>
                  <a:cubicBezTo>
                    <a:pt x="1766307" y="1079210"/>
                    <a:pt x="1765347" y="1080368"/>
                    <a:pt x="1764488" y="1080930"/>
                  </a:cubicBezTo>
                  <a:cubicBezTo>
                    <a:pt x="1765844" y="1081625"/>
                    <a:pt x="1767233" y="1082352"/>
                    <a:pt x="1768390" y="1082948"/>
                  </a:cubicBezTo>
                  <a:close/>
                  <a:moveTo>
                    <a:pt x="1243986" y="1145522"/>
                  </a:moveTo>
                  <a:cubicBezTo>
                    <a:pt x="1244945" y="1145158"/>
                    <a:pt x="1246632" y="1144860"/>
                    <a:pt x="1246731" y="1144331"/>
                  </a:cubicBezTo>
                  <a:cubicBezTo>
                    <a:pt x="1247095" y="1142280"/>
                    <a:pt x="1245540" y="1141784"/>
                    <a:pt x="1243887" y="1142082"/>
                  </a:cubicBezTo>
                  <a:cubicBezTo>
                    <a:pt x="1242895" y="1142247"/>
                    <a:pt x="1241208" y="1142710"/>
                    <a:pt x="1241109" y="1143273"/>
                  </a:cubicBezTo>
                  <a:cubicBezTo>
                    <a:pt x="1240778" y="1145290"/>
                    <a:pt x="1242299" y="1145687"/>
                    <a:pt x="1243986" y="1145522"/>
                  </a:cubicBezTo>
                  <a:close/>
                  <a:moveTo>
                    <a:pt x="1021967" y="1274638"/>
                  </a:moveTo>
                  <a:cubicBezTo>
                    <a:pt x="1022464" y="1274605"/>
                    <a:pt x="1022894" y="1273249"/>
                    <a:pt x="1023323" y="1272555"/>
                  </a:cubicBezTo>
                  <a:cubicBezTo>
                    <a:pt x="1022133" y="1270537"/>
                    <a:pt x="1020248" y="1271265"/>
                    <a:pt x="1018726" y="1271364"/>
                  </a:cubicBezTo>
                  <a:cubicBezTo>
                    <a:pt x="1018230" y="1271397"/>
                    <a:pt x="1017271" y="1273051"/>
                    <a:pt x="1017503" y="1273514"/>
                  </a:cubicBezTo>
                  <a:cubicBezTo>
                    <a:pt x="1018396" y="1275498"/>
                    <a:pt x="1020413" y="1274737"/>
                    <a:pt x="1021967" y="1274638"/>
                  </a:cubicBezTo>
                  <a:close/>
                  <a:moveTo>
                    <a:pt x="546941" y="2559852"/>
                  </a:moveTo>
                  <a:cubicBezTo>
                    <a:pt x="546842" y="2560017"/>
                    <a:pt x="546743" y="2560149"/>
                    <a:pt x="546677" y="2560282"/>
                  </a:cubicBezTo>
                  <a:cubicBezTo>
                    <a:pt x="546875" y="2560447"/>
                    <a:pt x="547073" y="2560513"/>
                    <a:pt x="547272" y="2560646"/>
                  </a:cubicBezTo>
                  <a:cubicBezTo>
                    <a:pt x="547173" y="2560381"/>
                    <a:pt x="547040" y="2560116"/>
                    <a:pt x="546941" y="2559852"/>
                  </a:cubicBezTo>
                  <a:close/>
                  <a:moveTo>
                    <a:pt x="1677175" y="2577380"/>
                  </a:moveTo>
                  <a:cubicBezTo>
                    <a:pt x="1677340" y="2578373"/>
                    <a:pt x="1677803" y="2580026"/>
                    <a:pt x="1678366" y="2580126"/>
                  </a:cubicBezTo>
                  <a:cubicBezTo>
                    <a:pt x="1680416" y="2580489"/>
                    <a:pt x="1680780" y="2578968"/>
                    <a:pt x="1680648" y="2577281"/>
                  </a:cubicBezTo>
                  <a:cubicBezTo>
                    <a:pt x="1680251" y="2576322"/>
                    <a:pt x="1679953" y="2574602"/>
                    <a:pt x="1679424" y="2574536"/>
                  </a:cubicBezTo>
                  <a:cubicBezTo>
                    <a:pt x="1677374" y="2574172"/>
                    <a:pt x="1676877" y="2575694"/>
                    <a:pt x="1677175" y="2577380"/>
                  </a:cubicBezTo>
                  <a:close/>
                  <a:moveTo>
                    <a:pt x="1406308" y="2588096"/>
                  </a:moveTo>
                  <a:cubicBezTo>
                    <a:pt x="1406539" y="2588890"/>
                    <a:pt x="1406771" y="2589717"/>
                    <a:pt x="1407002" y="2590543"/>
                  </a:cubicBezTo>
                  <a:cubicBezTo>
                    <a:pt x="1407300" y="2590444"/>
                    <a:pt x="1407598" y="2590378"/>
                    <a:pt x="1407895" y="2590279"/>
                  </a:cubicBezTo>
                  <a:cubicBezTo>
                    <a:pt x="1407565" y="2589055"/>
                    <a:pt x="1407002" y="2588427"/>
                    <a:pt x="1406308" y="2588096"/>
                  </a:cubicBezTo>
                  <a:close/>
                  <a:moveTo>
                    <a:pt x="1456347" y="2597059"/>
                  </a:moveTo>
                  <a:cubicBezTo>
                    <a:pt x="1456711" y="2595008"/>
                    <a:pt x="1455157" y="2594545"/>
                    <a:pt x="1453503" y="2594843"/>
                  </a:cubicBezTo>
                  <a:cubicBezTo>
                    <a:pt x="1452511" y="2595008"/>
                    <a:pt x="1450824" y="2595438"/>
                    <a:pt x="1450725" y="2596001"/>
                  </a:cubicBezTo>
                  <a:cubicBezTo>
                    <a:pt x="1450394" y="2598051"/>
                    <a:pt x="1451915" y="2598415"/>
                    <a:pt x="1453602" y="2598283"/>
                  </a:cubicBezTo>
                  <a:cubicBezTo>
                    <a:pt x="1454561" y="2597886"/>
                    <a:pt x="1456248" y="2597621"/>
                    <a:pt x="1456347" y="2597059"/>
                  </a:cubicBezTo>
                  <a:close/>
                  <a:moveTo>
                    <a:pt x="1590491" y="2523736"/>
                  </a:moveTo>
                  <a:cubicBezTo>
                    <a:pt x="1590590" y="2524265"/>
                    <a:pt x="1592244" y="2524728"/>
                    <a:pt x="1593236" y="2524894"/>
                  </a:cubicBezTo>
                  <a:cubicBezTo>
                    <a:pt x="1594923" y="2525191"/>
                    <a:pt x="1596444" y="2524695"/>
                    <a:pt x="1596080" y="2522678"/>
                  </a:cubicBezTo>
                  <a:cubicBezTo>
                    <a:pt x="1596014" y="2522116"/>
                    <a:pt x="1594294" y="2521851"/>
                    <a:pt x="1593368" y="2521454"/>
                  </a:cubicBezTo>
                  <a:cubicBezTo>
                    <a:pt x="1591649" y="2521289"/>
                    <a:pt x="1590127" y="2521686"/>
                    <a:pt x="1590491" y="2523736"/>
                  </a:cubicBezTo>
                  <a:close/>
                  <a:moveTo>
                    <a:pt x="1409218" y="2535576"/>
                  </a:moveTo>
                  <a:cubicBezTo>
                    <a:pt x="1407168" y="2535080"/>
                    <a:pt x="1405746" y="2535775"/>
                    <a:pt x="1404621" y="2537164"/>
                  </a:cubicBezTo>
                  <a:cubicBezTo>
                    <a:pt x="1405514" y="2537759"/>
                    <a:pt x="1406473" y="2538884"/>
                    <a:pt x="1407267" y="2538784"/>
                  </a:cubicBezTo>
                  <a:cubicBezTo>
                    <a:pt x="1408755" y="2538619"/>
                    <a:pt x="1410177" y="2537759"/>
                    <a:pt x="1411633" y="2537164"/>
                  </a:cubicBezTo>
                  <a:cubicBezTo>
                    <a:pt x="1410740" y="2536568"/>
                    <a:pt x="1409847" y="2536006"/>
                    <a:pt x="1409218" y="2535576"/>
                  </a:cubicBezTo>
                  <a:close/>
                  <a:moveTo>
                    <a:pt x="1463855" y="2553965"/>
                  </a:moveTo>
                  <a:cubicBezTo>
                    <a:pt x="1464351" y="2551914"/>
                    <a:pt x="1463656" y="2550492"/>
                    <a:pt x="1462267" y="2549401"/>
                  </a:cubicBezTo>
                  <a:cubicBezTo>
                    <a:pt x="1461705" y="2550261"/>
                    <a:pt x="1460581" y="2551220"/>
                    <a:pt x="1460647" y="2552014"/>
                  </a:cubicBezTo>
                  <a:cubicBezTo>
                    <a:pt x="1460812" y="2553502"/>
                    <a:pt x="1461705" y="2554924"/>
                    <a:pt x="1462267" y="2556379"/>
                  </a:cubicBezTo>
                  <a:cubicBezTo>
                    <a:pt x="1462863" y="2555486"/>
                    <a:pt x="1463458" y="2554593"/>
                    <a:pt x="1463855" y="2553965"/>
                  </a:cubicBezTo>
                  <a:close/>
                  <a:moveTo>
                    <a:pt x="1481450" y="2374743"/>
                  </a:moveTo>
                  <a:cubicBezTo>
                    <a:pt x="1483103" y="2375040"/>
                    <a:pt x="1484658" y="2374544"/>
                    <a:pt x="1484294" y="2372494"/>
                  </a:cubicBezTo>
                  <a:cubicBezTo>
                    <a:pt x="1484195" y="2371965"/>
                    <a:pt x="1482508" y="2371667"/>
                    <a:pt x="1481549" y="2371270"/>
                  </a:cubicBezTo>
                  <a:cubicBezTo>
                    <a:pt x="1479862" y="2371138"/>
                    <a:pt x="1478341" y="2371535"/>
                    <a:pt x="1478671" y="2373552"/>
                  </a:cubicBezTo>
                  <a:cubicBezTo>
                    <a:pt x="1478771" y="2374114"/>
                    <a:pt x="1480457" y="2374577"/>
                    <a:pt x="1481450" y="2374743"/>
                  </a:cubicBezTo>
                  <a:close/>
                  <a:moveTo>
                    <a:pt x="1535656" y="2371270"/>
                  </a:moveTo>
                  <a:cubicBezTo>
                    <a:pt x="1534928" y="2372659"/>
                    <a:pt x="1534234" y="2374048"/>
                    <a:pt x="1533639" y="2375206"/>
                  </a:cubicBezTo>
                  <a:cubicBezTo>
                    <a:pt x="1534499" y="2376496"/>
                    <a:pt x="1535061" y="2377389"/>
                    <a:pt x="1535656" y="2378248"/>
                  </a:cubicBezTo>
                  <a:cubicBezTo>
                    <a:pt x="1536218" y="2376826"/>
                    <a:pt x="1537111" y="2375404"/>
                    <a:pt x="1537277" y="2373916"/>
                  </a:cubicBezTo>
                  <a:cubicBezTo>
                    <a:pt x="1537376" y="2373122"/>
                    <a:pt x="1536218" y="2372163"/>
                    <a:pt x="1535656" y="2371270"/>
                  </a:cubicBezTo>
                  <a:close/>
                  <a:moveTo>
                    <a:pt x="1516474" y="2388799"/>
                  </a:moveTo>
                  <a:cubicBezTo>
                    <a:pt x="1516639" y="2389791"/>
                    <a:pt x="1517102" y="2391478"/>
                    <a:pt x="1517631" y="2391544"/>
                  </a:cubicBezTo>
                  <a:cubicBezTo>
                    <a:pt x="1519682" y="2391908"/>
                    <a:pt x="1520079" y="2390386"/>
                    <a:pt x="1519913" y="2388699"/>
                  </a:cubicBezTo>
                  <a:cubicBezTo>
                    <a:pt x="1519516" y="2387740"/>
                    <a:pt x="1519252" y="2386054"/>
                    <a:pt x="1518723" y="2385954"/>
                  </a:cubicBezTo>
                  <a:cubicBezTo>
                    <a:pt x="1516672" y="2385591"/>
                    <a:pt x="1516176" y="2387145"/>
                    <a:pt x="1516474" y="2388799"/>
                  </a:cubicBezTo>
                  <a:close/>
                  <a:moveTo>
                    <a:pt x="1500830" y="2399349"/>
                  </a:moveTo>
                  <a:cubicBezTo>
                    <a:pt x="1500367" y="2399382"/>
                    <a:pt x="1499408" y="2401003"/>
                    <a:pt x="1499607" y="2401466"/>
                  </a:cubicBezTo>
                  <a:cubicBezTo>
                    <a:pt x="1500500" y="2403483"/>
                    <a:pt x="1502517" y="2402722"/>
                    <a:pt x="1504071" y="2402590"/>
                  </a:cubicBezTo>
                  <a:cubicBezTo>
                    <a:pt x="1504601" y="2402557"/>
                    <a:pt x="1505031" y="2401201"/>
                    <a:pt x="1505427" y="2400540"/>
                  </a:cubicBezTo>
                  <a:cubicBezTo>
                    <a:pt x="1504270" y="2398489"/>
                    <a:pt x="1502385" y="2399250"/>
                    <a:pt x="1500830" y="2399349"/>
                  </a:cubicBezTo>
                  <a:close/>
                  <a:moveTo>
                    <a:pt x="1401082" y="2416712"/>
                  </a:moveTo>
                  <a:cubicBezTo>
                    <a:pt x="1400090" y="2416911"/>
                    <a:pt x="1398437" y="2417341"/>
                    <a:pt x="1398337" y="2417903"/>
                  </a:cubicBezTo>
                  <a:cubicBezTo>
                    <a:pt x="1397974" y="2419953"/>
                    <a:pt x="1399495" y="2420317"/>
                    <a:pt x="1401215" y="2420185"/>
                  </a:cubicBezTo>
                  <a:cubicBezTo>
                    <a:pt x="1402174" y="2419788"/>
                    <a:pt x="1403860" y="2419523"/>
                    <a:pt x="1403960" y="2418961"/>
                  </a:cubicBezTo>
                  <a:cubicBezTo>
                    <a:pt x="1404290" y="2416911"/>
                    <a:pt x="1402769" y="2416448"/>
                    <a:pt x="1401082" y="2416712"/>
                  </a:cubicBezTo>
                  <a:close/>
                  <a:moveTo>
                    <a:pt x="1469146" y="2353708"/>
                  </a:moveTo>
                  <a:cubicBezTo>
                    <a:pt x="1469643" y="2353675"/>
                    <a:pt x="1470072" y="2352319"/>
                    <a:pt x="1470502" y="2351658"/>
                  </a:cubicBezTo>
                  <a:cubicBezTo>
                    <a:pt x="1469345" y="2349607"/>
                    <a:pt x="1467460" y="2350368"/>
                    <a:pt x="1465905" y="2350434"/>
                  </a:cubicBezTo>
                  <a:cubicBezTo>
                    <a:pt x="1465409" y="2350467"/>
                    <a:pt x="1464450" y="2352121"/>
                    <a:pt x="1464682" y="2352584"/>
                  </a:cubicBezTo>
                  <a:cubicBezTo>
                    <a:pt x="1465575" y="2354601"/>
                    <a:pt x="1467592" y="2353808"/>
                    <a:pt x="1469146" y="2353708"/>
                  </a:cubicBezTo>
                  <a:close/>
                  <a:moveTo>
                    <a:pt x="1295018" y="2364821"/>
                  </a:moveTo>
                  <a:cubicBezTo>
                    <a:pt x="1294323" y="2365251"/>
                    <a:pt x="1293000" y="2365648"/>
                    <a:pt x="1292967" y="2366177"/>
                  </a:cubicBezTo>
                  <a:cubicBezTo>
                    <a:pt x="1292835" y="2367731"/>
                    <a:pt x="1292074" y="2369749"/>
                    <a:pt x="1294058" y="2370642"/>
                  </a:cubicBezTo>
                  <a:cubicBezTo>
                    <a:pt x="1294555" y="2370840"/>
                    <a:pt x="1296175" y="2369881"/>
                    <a:pt x="1296208" y="2369418"/>
                  </a:cubicBezTo>
                  <a:cubicBezTo>
                    <a:pt x="1296307" y="2367864"/>
                    <a:pt x="1297068" y="2365978"/>
                    <a:pt x="1295018" y="2364821"/>
                  </a:cubicBezTo>
                  <a:close/>
                  <a:moveTo>
                    <a:pt x="1439645" y="2510970"/>
                  </a:moveTo>
                  <a:cubicBezTo>
                    <a:pt x="1440605" y="2510573"/>
                    <a:pt x="1442291" y="2510309"/>
                    <a:pt x="1442390" y="2509746"/>
                  </a:cubicBezTo>
                  <a:cubicBezTo>
                    <a:pt x="1442721" y="2507696"/>
                    <a:pt x="1441200" y="2507233"/>
                    <a:pt x="1439513" y="2507530"/>
                  </a:cubicBezTo>
                  <a:cubicBezTo>
                    <a:pt x="1438521" y="2507696"/>
                    <a:pt x="1436867" y="2508159"/>
                    <a:pt x="1436768" y="2508688"/>
                  </a:cubicBezTo>
                  <a:cubicBezTo>
                    <a:pt x="1436404" y="2510739"/>
                    <a:pt x="1437926" y="2511135"/>
                    <a:pt x="1439645" y="2510970"/>
                  </a:cubicBezTo>
                  <a:close/>
                  <a:moveTo>
                    <a:pt x="573135" y="2435895"/>
                  </a:moveTo>
                  <a:cubicBezTo>
                    <a:pt x="574590" y="2436490"/>
                    <a:pt x="576012" y="2437350"/>
                    <a:pt x="577501" y="2437515"/>
                  </a:cubicBezTo>
                  <a:cubicBezTo>
                    <a:pt x="578294" y="2437614"/>
                    <a:pt x="579253" y="2436490"/>
                    <a:pt x="580146" y="2435895"/>
                  </a:cubicBezTo>
                  <a:cubicBezTo>
                    <a:pt x="578757" y="2435200"/>
                    <a:pt x="577368" y="2434472"/>
                    <a:pt x="576211" y="2433877"/>
                  </a:cubicBezTo>
                  <a:cubicBezTo>
                    <a:pt x="574921" y="2434737"/>
                    <a:pt x="574028" y="2435299"/>
                    <a:pt x="573135" y="2435895"/>
                  </a:cubicBezTo>
                  <a:close/>
                  <a:moveTo>
                    <a:pt x="1299714" y="2445453"/>
                  </a:moveTo>
                  <a:cubicBezTo>
                    <a:pt x="1299681" y="2443964"/>
                    <a:pt x="1298953" y="2442476"/>
                    <a:pt x="1298391" y="2440657"/>
                  </a:cubicBezTo>
                  <a:cubicBezTo>
                    <a:pt x="1297498" y="2442013"/>
                    <a:pt x="1296374" y="2442972"/>
                    <a:pt x="1296440" y="2443766"/>
                  </a:cubicBezTo>
                  <a:cubicBezTo>
                    <a:pt x="1296605" y="2445254"/>
                    <a:pt x="1297498" y="2446676"/>
                    <a:pt x="1298093" y="2448098"/>
                  </a:cubicBezTo>
                  <a:cubicBezTo>
                    <a:pt x="1298656" y="2447239"/>
                    <a:pt x="1299747" y="2446346"/>
                    <a:pt x="1299714" y="2445453"/>
                  </a:cubicBezTo>
                  <a:close/>
                  <a:moveTo>
                    <a:pt x="1523353" y="2444659"/>
                  </a:moveTo>
                  <a:cubicBezTo>
                    <a:pt x="1522361" y="2444824"/>
                    <a:pt x="1520707" y="2445287"/>
                    <a:pt x="1520608" y="2445849"/>
                  </a:cubicBezTo>
                  <a:cubicBezTo>
                    <a:pt x="1520244" y="2447900"/>
                    <a:pt x="1521765" y="2448264"/>
                    <a:pt x="1523485" y="2448131"/>
                  </a:cubicBezTo>
                  <a:cubicBezTo>
                    <a:pt x="1524444" y="2447735"/>
                    <a:pt x="1526131" y="2447437"/>
                    <a:pt x="1526230" y="2446908"/>
                  </a:cubicBezTo>
                  <a:cubicBezTo>
                    <a:pt x="1526561" y="2444857"/>
                    <a:pt x="1525040" y="2444361"/>
                    <a:pt x="1523353" y="2444659"/>
                  </a:cubicBezTo>
                  <a:close/>
                  <a:moveTo>
                    <a:pt x="1217726" y="2465561"/>
                  </a:moveTo>
                  <a:cubicBezTo>
                    <a:pt x="1218321" y="2464139"/>
                    <a:pt x="1219181" y="2462717"/>
                    <a:pt x="1219347" y="2461228"/>
                  </a:cubicBezTo>
                  <a:cubicBezTo>
                    <a:pt x="1219413" y="2460798"/>
                    <a:pt x="1219082" y="2460302"/>
                    <a:pt x="1218685" y="2459806"/>
                  </a:cubicBezTo>
                  <a:cubicBezTo>
                    <a:pt x="1217858" y="2460964"/>
                    <a:pt x="1217032" y="2462121"/>
                    <a:pt x="1216205" y="2463279"/>
                  </a:cubicBezTo>
                  <a:cubicBezTo>
                    <a:pt x="1216767" y="2464172"/>
                    <a:pt x="1217263" y="2464899"/>
                    <a:pt x="1217726" y="2465561"/>
                  </a:cubicBezTo>
                  <a:close/>
                  <a:moveTo>
                    <a:pt x="1277654" y="1749003"/>
                  </a:moveTo>
                  <a:cubicBezTo>
                    <a:pt x="1278183" y="1748904"/>
                    <a:pt x="1278481" y="1747217"/>
                    <a:pt x="1278878" y="1746258"/>
                  </a:cubicBezTo>
                  <a:cubicBezTo>
                    <a:pt x="1279010" y="1744538"/>
                    <a:pt x="1278613" y="1743017"/>
                    <a:pt x="1276596" y="1743381"/>
                  </a:cubicBezTo>
                  <a:cubicBezTo>
                    <a:pt x="1276034" y="1743480"/>
                    <a:pt x="1275571" y="1745134"/>
                    <a:pt x="1275405" y="1746126"/>
                  </a:cubicBezTo>
                  <a:cubicBezTo>
                    <a:pt x="1275108" y="1747812"/>
                    <a:pt x="1275604" y="1749334"/>
                    <a:pt x="1277654" y="1749003"/>
                  </a:cubicBezTo>
                  <a:close/>
                  <a:moveTo>
                    <a:pt x="2641482" y="1657259"/>
                  </a:moveTo>
                  <a:cubicBezTo>
                    <a:pt x="2641383" y="1658813"/>
                    <a:pt x="2640622" y="1660831"/>
                    <a:pt x="2642607" y="1661724"/>
                  </a:cubicBezTo>
                  <a:cubicBezTo>
                    <a:pt x="2643103" y="1661955"/>
                    <a:pt x="2644723" y="1660996"/>
                    <a:pt x="2644756" y="1660500"/>
                  </a:cubicBezTo>
                  <a:cubicBezTo>
                    <a:pt x="2644856" y="1658945"/>
                    <a:pt x="2645616" y="1657060"/>
                    <a:pt x="2643566" y="1655903"/>
                  </a:cubicBezTo>
                  <a:cubicBezTo>
                    <a:pt x="2642904" y="1656333"/>
                    <a:pt x="2641548" y="1656763"/>
                    <a:pt x="2641482" y="1657259"/>
                  </a:cubicBezTo>
                  <a:close/>
                  <a:moveTo>
                    <a:pt x="2672968" y="1658019"/>
                  </a:moveTo>
                  <a:cubicBezTo>
                    <a:pt x="2673100" y="1659508"/>
                    <a:pt x="2673993" y="1660930"/>
                    <a:pt x="2674588" y="1662385"/>
                  </a:cubicBezTo>
                  <a:cubicBezTo>
                    <a:pt x="2675150" y="1661492"/>
                    <a:pt x="2676242" y="1660599"/>
                    <a:pt x="2676209" y="1659739"/>
                  </a:cubicBezTo>
                  <a:cubicBezTo>
                    <a:pt x="2676176" y="1658549"/>
                    <a:pt x="2675713" y="1657292"/>
                    <a:pt x="2675250" y="1655936"/>
                  </a:cubicBezTo>
                  <a:cubicBezTo>
                    <a:pt x="2675051" y="1655704"/>
                    <a:pt x="2674886" y="1655440"/>
                    <a:pt x="2674687" y="1655208"/>
                  </a:cubicBezTo>
                  <a:cubicBezTo>
                    <a:pt x="2673827" y="1656399"/>
                    <a:pt x="2672868" y="1657292"/>
                    <a:pt x="2672968" y="1658019"/>
                  </a:cubicBezTo>
                  <a:close/>
                  <a:moveTo>
                    <a:pt x="986050" y="1671612"/>
                  </a:moveTo>
                  <a:cubicBezTo>
                    <a:pt x="986943" y="1673630"/>
                    <a:pt x="988961" y="1672836"/>
                    <a:pt x="990515" y="1672737"/>
                  </a:cubicBezTo>
                  <a:cubicBezTo>
                    <a:pt x="991011" y="1672704"/>
                    <a:pt x="991441" y="1671348"/>
                    <a:pt x="991871" y="1670653"/>
                  </a:cubicBezTo>
                  <a:cubicBezTo>
                    <a:pt x="990714" y="1668636"/>
                    <a:pt x="988828" y="1669363"/>
                    <a:pt x="987274" y="1669463"/>
                  </a:cubicBezTo>
                  <a:cubicBezTo>
                    <a:pt x="986778" y="1669496"/>
                    <a:pt x="985819" y="1671149"/>
                    <a:pt x="986050" y="1671612"/>
                  </a:cubicBezTo>
                  <a:close/>
                  <a:moveTo>
                    <a:pt x="2674886" y="1675846"/>
                  </a:moveTo>
                  <a:cubicBezTo>
                    <a:pt x="2674621" y="1676309"/>
                    <a:pt x="2674291" y="1676673"/>
                    <a:pt x="2673993" y="1677036"/>
                  </a:cubicBezTo>
                  <a:cubicBezTo>
                    <a:pt x="2674456" y="1677103"/>
                    <a:pt x="2674952" y="1677202"/>
                    <a:pt x="2675349" y="1677235"/>
                  </a:cubicBezTo>
                  <a:cubicBezTo>
                    <a:pt x="2675217" y="1676805"/>
                    <a:pt x="2675051" y="1676375"/>
                    <a:pt x="2674886" y="1675846"/>
                  </a:cubicBezTo>
                  <a:close/>
                  <a:moveTo>
                    <a:pt x="838710" y="1711333"/>
                  </a:moveTo>
                  <a:cubicBezTo>
                    <a:pt x="838876" y="1712325"/>
                    <a:pt x="839339" y="1713979"/>
                    <a:pt x="839868" y="1714078"/>
                  </a:cubicBezTo>
                  <a:cubicBezTo>
                    <a:pt x="841919" y="1714442"/>
                    <a:pt x="842315" y="1712920"/>
                    <a:pt x="842150" y="1711201"/>
                  </a:cubicBezTo>
                  <a:cubicBezTo>
                    <a:pt x="841753" y="1710242"/>
                    <a:pt x="841489" y="1708555"/>
                    <a:pt x="840926" y="1708456"/>
                  </a:cubicBezTo>
                  <a:cubicBezTo>
                    <a:pt x="838909" y="1708125"/>
                    <a:pt x="838413" y="1709646"/>
                    <a:pt x="838710" y="1711333"/>
                  </a:cubicBezTo>
                  <a:close/>
                  <a:moveTo>
                    <a:pt x="955160" y="1714078"/>
                  </a:moveTo>
                  <a:cubicBezTo>
                    <a:pt x="957211" y="1714442"/>
                    <a:pt x="957575" y="1712920"/>
                    <a:pt x="957442" y="1711201"/>
                  </a:cubicBezTo>
                  <a:cubicBezTo>
                    <a:pt x="957045" y="1710242"/>
                    <a:pt x="956781" y="1708555"/>
                    <a:pt x="956219" y="1708456"/>
                  </a:cubicBezTo>
                  <a:cubicBezTo>
                    <a:pt x="954168" y="1708125"/>
                    <a:pt x="953705" y="1709646"/>
                    <a:pt x="954003" y="1711333"/>
                  </a:cubicBezTo>
                  <a:cubicBezTo>
                    <a:pt x="954168" y="1712325"/>
                    <a:pt x="954631" y="1713979"/>
                    <a:pt x="955160" y="1714078"/>
                  </a:cubicBezTo>
                  <a:close/>
                  <a:moveTo>
                    <a:pt x="816485" y="1862112"/>
                  </a:moveTo>
                  <a:cubicBezTo>
                    <a:pt x="814435" y="1861749"/>
                    <a:pt x="813939" y="1863303"/>
                    <a:pt x="814237" y="1864957"/>
                  </a:cubicBezTo>
                  <a:cubicBezTo>
                    <a:pt x="814402" y="1865982"/>
                    <a:pt x="814865" y="1867636"/>
                    <a:pt x="815427" y="1867735"/>
                  </a:cubicBezTo>
                  <a:cubicBezTo>
                    <a:pt x="817478" y="1868066"/>
                    <a:pt x="817841" y="1866544"/>
                    <a:pt x="817709" y="1864857"/>
                  </a:cubicBezTo>
                  <a:cubicBezTo>
                    <a:pt x="817312" y="1863898"/>
                    <a:pt x="817015" y="1862212"/>
                    <a:pt x="816485" y="1862112"/>
                  </a:cubicBezTo>
                  <a:close/>
                  <a:moveTo>
                    <a:pt x="1067608" y="1774006"/>
                  </a:moveTo>
                  <a:cubicBezTo>
                    <a:pt x="1069163" y="1774105"/>
                    <a:pt x="1071048" y="1774866"/>
                    <a:pt x="1072238" y="1772816"/>
                  </a:cubicBezTo>
                  <a:cubicBezTo>
                    <a:pt x="1071808" y="1772121"/>
                    <a:pt x="1071378" y="1770765"/>
                    <a:pt x="1070849" y="1770732"/>
                  </a:cubicBezTo>
                  <a:cubicBezTo>
                    <a:pt x="1069295" y="1770633"/>
                    <a:pt x="1067310" y="1769872"/>
                    <a:pt x="1066384" y="1771856"/>
                  </a:cubicBezTo>
                  <a:cubicBezTo>
                    <a:pt x="1066186" y="1772353"/>
                    <a:pt x="1067145" y="1773973"/>
                    <a:pt x="1067608" y="1774006"/>
                  </a:cubicBezTo>
                  <a:close/>
                  <a:moveTo>
                    <a:pt x="878960" y="1787963"/>
                  </a:moveTo>
                  <a:cubicBezTo>
                    <a:pt x="880515" y="1788062"/>
                    <a:pt x="882400" y="1788823"/>
                    <a:pt x="883557" y="1786772"/>
                  </a:cubicBezTo>
                  <a:cubicBezTo>
                    <a:pt x="883127" y="1786111"/>
                    <a:pt x="882731" y="1784755"/>
                    <a:pt x="882201" y="1784722"/>
                  </a:cubicBezTo>
                  <a:cubicBezTo>
                    <a:pt x="880647" y="1784623"/>
                    <a:pt x="878629" y="1783829"/>
                    <a:pt x="877737" y="1785846"/>
                  </a:cubicBezTo>
                  <a:cubicBezTo>
                    <a:pt x="877538" y="1786309"/>
                    <a:pt x="878464" y="1787963"/>
                    <a:pt x="878960" y="1787963"/>
                  </a:cubicBezTo>
                  <a:close/>
                  <a:moveTo>
                    <a:pt x="1362023" y="1789319"/>
                  </a:moveTo>
                  <a:cubicBezTo>
                    <a:pt x="1361924" y="1788757"/>
                    <a:pt x="1360237" y="1788492"/>
                    <a:pt x="1359278" y="1788095"/>
                  </a:cubicBezTo>
                  <a:cubicBezTo>
                    <a:pt x="1357558" y="1787963"/>
                    <a:pt x="1356070" y="1788327"/>
                    <a:pt x="1356401" y="1790377"/>
                  </a:cubicBezTo>
                  <a:cubicBezTo>
                    <a:pt x="1356500" y="1790906"/>
                    <a:pt x="1358154" y="1791369"/>
                    <a:pt x="1359179" y="1791535"/>
                  </a:cubicBezTo>
                  <a:cubicBezTo>
                    <a:pt x="1360833" y="1791832"/>
                    <a:pt x="1362387" y="1791369"/>
                    <a:pt x="1362023" y="1789319"/>
                  </a:cubicBezTo>
                  <a:close/>
                  <a:moveTo>
                    <a:pt x="1218255" y="1792262"/>
                  </a:moveTo>
                  <a:cubicBezTo>
                    <a:pt x="1216205" y="1791932"/>
                    <a:pt x="1215709" y="1793453"/>
                    <a:pt x="1216006" y="1795140"/>
                  </a:cubicBezTo>
                  <a:cubicBezTo>
                    <a:pt x="1216172" y="1796132"/>
                    <a:pt x="1216635" y="1797786"/>
                    <a:pt x="1217197" y="1797885"/>
                  </a:cubicBezTo>
                  <a:cubicBezTo>
                    <a:pt x="1219247" y="1798249"/>
                    <a:pt x="1219611" y="1796727"/>
                    <a:pt x="1219479" y="1795007"/>
                  </a:cubicBezTo>
                  <a:cubicBezTo>
                    <a:pt x="1219082" y="1794048"/>
                    <a:pt x="1218818" y="1792362"/>
                    <a:pt x="1218255" y="1792262"/>
                  </a:cubicBezTo>
                  <a:close/>
                  <a:moveTo>
                    <a:pt x="746206" y="1805657"/>
                  </a:moveTo>
                  <a:cubicBezTo>
                    <a:pt x="745709" y="1805690"/>
                    <a:pt x="744750" y="1807344"/>
                    <a:pt x="744982" y="1807807"/>
                  </a:cubicBezTo>
                  <a:cubicBezTo>
                    <a:pt x="745875" y="1809824"/>
                    <a:pt x="747892" y="1809030"/>
                    <a:pt x="749447" y="1808931"/>
                  </a:cubicBezTo>
                  <a:cubicBezTo>
                    <a:pt x="749943" y="1808898"/>
                    <a:pt x="750373" y="1807542"/>
                    <a:pt x="750803" y="1806848"/>
                  </a:cubicBezTo>
                  <a:cubicBezTo>
                    <a:pt x="749645" y="1804830"/>
                    <a:pt x="747760" y="1805591"/>
                    <a:pt x="746206" y="1805657"/>
                  </a:cubicBezTo>
                  <a:close/>
                  <a:moveTo>
                    <a:pt x="1104451" y="1504793"/>
                  </a:moveTo>
                  <a:cubicBezTo>
                    <a:pt x="1103591" y="1503503"/>
                    <a:pt x="1103029" y="1502610"/>
                    <a:pt x="1102434" y="1501750"/>
                  </a:cubicBezTo>
                  <a:cubicBezTo>
                    <a:pt x="1101839" y="1503172"/>
                    <a:pt x="1100979" y="1504594"/>
                    <a:pt x="1100813" y="1506082"/>
                  </a:cubicBezTo>
                  <a:cubicBezTo>
                    <a:pt x="1100714" y="1506909"/>
                    <a:pt x="1101839" y="1507835"/>
                    <a:pt x="1102434" y="1508728"/>
                  </a:cubicBezTo>
                  <a:cubicBezTo>
                    <a:pt x="1103128" y="1507339"/>
                    <a:pt x="1103856" y="1505950"/>
                    <a:pt x="1104451" y="1504793"/>
                  </a:cubicBezTo>
                  <a:close/>
                  <a:moveTo>
                    <a:pt x="852138" y="1513524"/>
                  </a:moveTo>
                  <a:cubicBezTo>
                    <a:pt x="850947" y="1511473"/>
                    <a:pt x="849062" y="1512234"/>
                    <a:pt x="847508" y="1512333"/>
                  </a:cubicBezTo>
                  <a:cubicBezTo>
                    <a:pt x="847045" y="1512366"/>
                    <a:pt x="846086" y="1513987"/>
                    <a:pt x="846284" y="1514483"/>
                  </a:cubicBezTo>
                  <a:cubicBezTo>
                    <a:pt x="847210" y="1516467"/>
                    <a:pt x="849195" y="1515707"/>
                    <a:pt x="850749" y="1515574"/>
                  </a:cubicBezTo>
                  <a:cubicBezTo>
                    <a:pt x="851278" y="1515541"/>
                    <a:pt x="851708" y="1514218"/>
                    <a:pt x="852138" y="1513524"/>
                  </a:cubicBezTo>
                  <a:close/>
                  <a:moveTo>
                    <a:pt x="844961" y="1531945"/>
                  </a:moveTo>
                  <a:cubicBezTo>
                    <a:pt x="845325" y="1529895"/>
                    <a:pt x="843771" y="1529432"/>
                    <a:pt x="842117" y="1529730"/>
                  </a:cubicBezTo>
                  <a:cubicBezTo>
                    <a:pt x="841092" y="1529895"/>
                    <a:pt x="839438" y="1530325"/>
                    <a:pt x="839339" y="1530887"/>
                  </a:cubicBezTo>
                  <a:cubicBezTo>
                    <a:pt x="839008" y="1532938"/>
                    <a:pt x="840529" y="1533301"/>
                    <a:pt x="842216" y="1533169"/>
                  </a:cubicBezTo>
                  <a:cubicBezTo>
                    <a:pt x="843175" y="1532772"/>
                    <a:pt x="844862" y="1532508"/>
                    <a:pt x="844961" y="1531945"/>
                  </a:cubicBezTo>
                  <a:close/>
                  <a:moveTo>
                    <a:pt x="80547" y="1538395"/>
                  </a:moveTo>
                  <a:cubicBezTo>
                    <a:pt x="81969" y="1538990"/>
                    <a:pt x="83391" y="1539883"/>
                    <a:pt x="84879" y="1540048"/>
                  </a:cubicBezTo>
                  <a:cubicBezTo>
                    <a:pt x="85706" y="1540115"/>
                    <a:pt x="86632" y="1538990"/>
                    <a:pt x="87525" y="1538395"/>
                  </a:cubicBezTo>
                  <a:cubicBezTo>
                    <a:pt x="86136" y="1537700"/>
                    <a:pt x="84780" y="1536973"/>
                    <a:pt x="83590" y="1536377"/>
                  </a:cubicBezTo>
                  <a:cubicBezTo>
                    <a:pt x="82300" y="1537237"/>
                    <a:pt x="81407" y="1537832"/>
                    <a:pt x="80547" y="1538395"/>
                  </a:cubicBezTo>
                  <a:close/>
                  <a:moveTo>
                    <a:pt x="1582322" y="1471620"/>
                  </a:moveTo>
                  <a:cubicBezTo>
                    <a:pt x="1581131" y="1469570"/>
                    <a:pt x="1579246" y="1470331"/>
                    <a:pt x="1577692" y="1470430"/>
                  </a:cubicBezTo>
                  <a:cubicBezTo>
                    <a:pt x="1577229" y="1470463"/>
                    <a:pt x="1576270" y="1472084"/>
                    <a:pt x="1576468" y="1472580"/>
                  </a:cubicBezTo>
                  <a:cubicBezTo>
                    <a:pt x="1577361" y="1474564"/>
                    <a:pt x="1579378" y="1473803"/>
                    <a:pt x="1580933" y="1473704"/>
                  </a:cubicBezTo>
                  <a:cubicBezTo>
                    <a:pt x="1581462" y="1473638"/>
                    <a:pt x="1581892" y="1472315"/>
                    <a:pt x="1582322" y="1471620"/>
                  </a:cubicBezTo>
                  <a:close/>
                  <a:moveTo>
                    <a:pt x="2400447" y="1485908"/>
                  </a:moveTo>
                  <a:cubicBezTo>
                    <a:pt x="2400480" y="1486404"/>
                    <a:pt x="2401836" y="1486834"/>
                    <a:pt x="2402497" y="1487264"/>
                  </a:cubicBezTo>
                  <a:cubicBezTo>
                    <a:pt x="2404548" y="1486073"/>
                    <a:pt x="2403787" y="1484188"/>
                    <a:pt x="2403688" y="1482667"/>
                  </a:cubicBezTo>
                  <a:cubicBezTo>
                    <a:pt x="2403655" y="1482171"/>
                    <a:pt x="2402034" y="1481212"/>
                    <a:pt x="2401571" y="1481443"/>
                  </a:cubicBezTo>
                  <a:cubicBezTo>
                    <a:pt x="2399554" y="1482336"/>
                    <a:pt x="2400314" y="1484354"/>
                    <a:pt x="2400447" y="1485908"/>
                  </a:cubicBezTo>
                  <a:close/>
                  <a:moveTo>
                    <a:pt x="1593137" y="1488851"/>
                  </a:moveTo>
                  <a:cubicBezTo>
                    <a:pt x="1593600" y="1486801"/>
                    <a:pt x="1592938" y="1485379"/>
                    <a:pt x="1591549" y="1484287"/>
                  </a:cubicBezTo>
                  <a:cubicBezTo>
                    <a:pt x="1590954" y="1485147"/>
                    <a:pt x="1589830" y="1486106"/>
                    <a:pt x="1589929" y="1486900"/>
                  </a:cubicBezTo>
                  <a:cubicBezTo>
                    <a:pt x="1590061" y="1488388"/>
                    <a:pt x="1590954" y="1489811"/>
                    <a:pt x="1591549" y="1491266"/>
                  </a:cubicBezTo>
                  <a:cubicBezTo>
                    <a:pt x="1592145" y="1490373"/>
                    <a:pt x="1592707" y="1489480"/>
                    <a:pt x="1593137" y="1488851"/>
                  </a:cubicBezTo>
                  <a:close/>
                  <a:moveTo>
                    <a:pt x="1605374" y="1487661"/>
                  </a:moveTo>
                  <a:cubicBezTo>
                    <a:pt x="1605903" y="1487628"/>
                    <a:pt x="1606333" y="1486272"/>
                    <a:pt x="1606763" y="1485577"/>
                  </a:cubicBezTo>
                  <a:cubicBezTo>
                    <a:pt x="1605572" y="1483560"/>
                    <a:pt x="1603687" y="1484287"/>
                    <a:pt x="1602133" y="1484387"/>
                  </a:cubicBezTo>
                  <a:cubicBezTo>
                    <a:pt x="1601670" y="1484420"/>
                    <a:pt x="1600710" y="1486073"/>
                    <a:pt x="1600909" y="1486536"/>
                  </a:cubicBezTo>
                  <a:cubicBezTo>
                    <a:pt x="1601835" y="1488521"/>
                    <a:pt x="1603852" y="1487760"/>
                    <a:pt x="1605374" y="1487661"/>
                  </a:cubicBezTo>
                  <a:close/>
                  <a:moveTo>
                    <a:pt x="1278448" y="1487495"/>
                  </a:moveTo>
                  <a:cubicBezTo>
                    <a:pt x="1277125" y="1488355"/>
                    <a:pt x="1276265" y="1488918"/>
                    <a:pt x="1275372" y="1489513"/>
                  </a:cubicBezTo>
                  <a:cubicBezTo>
                    <a:pt x="1276827" y="1490108"/>
                    <a:pt x="1278216" y="1490968"/>
                    <a:pt x="1279738" y="1491134"/>
                  </a:cubicBezTo>
                  <a:cubicBezTo>
                    <a:pt x="1280532" y="1491233"/>
                    <a:pt x="1281491" y="1490108"/>
                    <a:pt x="1282351" y="1489513"/>
                  </a:cubicBezTo>
                  <a:cubicBezTo>
                    <a:pt x="1280962" y="1488818"/>
                    <a:pt x="1279606" y="1488091"/>
                    <a:pt x="1278448" y="1487495"/>
                  </a:cubicBezTo>
                  <a:close/>
                  <a:moveTo>
                    <a:pt x="1416990" y="1491134"/>
                  </a:moveTo>
                  <a:cubicBezTo>
                    <a:pt x="1418545" y="1491233"/>
                    <a:pt x="1420430" y="1491993"/>
                    <a:pt x="1421588" y="1489943"/>
                  </a:cubicBezTo>
                  <a:cubicBezTo>
                    <a:pt x="1421158" y="1489281"/>
                    <a:pt x="1420728" y="1487925"/>
                    <a:pt x="1420232" y="1487892"/>
                  </a:cubicBezTo>
                  <a:cubicBezTo>
                    <a:pt x="1418677" y="1487760"/>
                    <a:pt x="1416660" y="1486999"/>
                    <a:pt x="1415767" y="1489017"/>
                  </a:cubicBezTo>
                  <a:cubicBezTo>
                    <a:pt x="1415535" y="1489480"/>
                    <a:pt x="1416494" y="1491100"/>
                    <a:pt x="1416990" y="1491134"/>
                  </a:cubicBezTo>
                  <a:close/>
                  <a:moveTo>
                    <a:pt x="1509495" y="1491266"/>
                  </a:moveTo>
                  <a:cubicBezTo>
                    <a:pt x="1510455" y="1490869"/>
                    <a:pt x="1512141" y="1490604"/>
                    <a:pt x="1512240" y="1490042"/>
                  </a:cubicBezTo>
                  <a:cubicBezTo>
                    <a:pt x="1512604" y="1487992"/>
                    <a:pt x="1511050" y="1487529"/>
                    <a:pt x="1509396" y="1487793"/>
                  </a:cubicBezTo>
                  <a:cubicBezTo>
                    <a:pt x="1508404" y="1487992"/>
                    <a:pt x="1506717" y="1488422"/>
                    <a:pt x="1506618" y="1488984"/>
                  </a:cubicBezTo>
                  <a:cubicBezTo>
                    <a:pt x="1506287" y="1491034"/>
                    <a:pt x="1507809" y="1491398"/>
                    <a:pt x="1509495" y="1491266"/>
                  </a:cubicBezTo>
                  <a:close/>
                  <a:moveTo>
                    <a:pt x="1483103" y="1494639"/>
                  </a:moveTo>
                  <a:cubicBezTo>
                    <a:pt x="1483632" y="1494606"/>
                    <a:pt x="1484062" y="1493250"/>
                    <a:pt x="1484492" y="1492556"/>
                  </a:cubicBezTo>
                  <a:cubicBezTo>
                    <a:pt x="1483302" y="1490538"/>
                    <a:pt x="1481416" y="1491299"/>
                    <a:pt x="1479862" y="1491365"/>
                  </a:cubicBezTo>
                  <a:cubicBezTo>
                    <a:pt x="1479399" y="1491398"/>
                    <a:pt x="1478440" y="1493052"/>
                    <a:pt x="1478638" y="1493515"/>
                  </a:cubicBezTo>
                  <a:cubicBezTo>
                    <a:pt x="1479564" y="1495532"/>
                    <a:pt x="1481549" y="1494738"/>
                    <a:pt x="1483103" y="1494639"/>
                  </a:cubicBezTo>
                  <a:close/>
                  <a:moveTo>
                    <a:pt x="1734259" y="1491894"/>
                  </a:moveTo>
                  <a:cubicBezTo>
                    <a:pt x="1732275" y="1492820"/>
                    <a:pt x="1733035" y="1494805"/>
                    <a:pt x="1733134" y="1496359"/>
                  </a:cubicBezTo>
                  <a:cubicBezTo>
                    <a:pt x="1733168" y="1496888"/>
                    <a:pt x="1734524" y="1497318"/>
                    <a:pt x="1735218" y="1497748"/>
                  </a:cubicBezTo>
                  <a:cubicBezTo>
                    <a:pt x="1737269" y="1496557"/>
                    <a:pt x="1736508" y="1494672"/>
                    <a:pt x="1736409" y="1493118"/>
                  </a:cubicBezTo>
                  <a:cubicBezTo>
                    <a:pt x="1736376" y="1492655"/>
                    <a:pt x="1734755" y="1491696"/>
                    <a:pt x="1734259" y="1491894"/>
                  </a:cubicBezTo>
                  <a:close/>
                  <a:moveTo>
                    <a:pt x="1449369" y="1495962"/>
                  </a:moveTo>
                  <a:cubicBezTo>
                    <a:pt x="1449270" y="1495433"/>
                    <a:pt x="1447583" y="1495135"/>
                    <a:pt x="1446624" y="1494738"/>
                  </a:cubicBezTo>
                  <a:cubicBezTo>
                    <a:pt x="1444937" y="1494606"/>
                    <a:pt x="1443383" y="1494970"/>
                    <a:pt x="1443746" y="1497020"/>
                  </a:cubicBezTo>
                  <a:cubicBezTo>
                    <a:pt x="1443846" y="1497583"/>
                    <a:pt x="1445499" y="1498013"/>
                    <a:pt x="1446525" y="1498211"/>
                  </a:cubicBezTo>
                  <a:cubicBezTo>
                    <a:pt x="1448178" y="1498509"/>
                    <a:pt x="1449733" y="1498013"/>
                    <a:pt x="1449369" y="1495962"/>
                  </a:cubicBezTo>
                  <a:close/>
                  <a:moveTo>
                    <a:pt x="1349422" y="1615752"/>
                  </a:moveTo>
                  <a:cubicBezTo>
                    <a:pt x="1349522" y="1616315"/>
                    <a:pt x="1351175" y="1616744"/>
                    <a:pt x="1352168" y="1616943"/>
                  </a:cubicBezTo>
                  <a:cubicBezTo>
                    <a:pt x="1353854" y="1617241"/>
                    <a:pt x="1355409" y="1616744"/>
                    <a:pt x="1355045" y="1614694"/>
                  </a:cubicBezTo>
                  <a:cubicBezTo>
                    <a:pt x="1354946" y="1614165"/>
                    <a:pt x="1353259" y="1613867"/>
                    <a:pt x="1352300" y="1613470"/>
                  </a:cubicBezTo>
                  <a:cubicBezTo>
                    <a:pt x="1350580" y="1613338"/>
                    <a:pt x="1349059" y="1613702"/>
                    <a:pt x="1349422" y="1615752"/>
                  </a:cubicBezTo>
                  <a:close/>
                  <a:moveTo>
                    <a:pt x="923741" y="1623326"/>
                  </a:moveTo>
                  <a:cubicBezTo>
                    <a:pt x="924204" y="1623524"/>
                    <a:pt x="925858" y="1622565"/>
                    <a:pt x="925891" y="1622102"/>
                  </a:cubicBezTo>
                  <a:cubicBezTo>
                    <a:pt x="925990" y="1620548"/>
                    <a:pt x="926717" y="1618663"/>
                    <a:pt x="924700" y="1617472"/>
                  </a:cubicBezTo>
                  <a:cubicBezTo>
                    <a:pt x="924006" y="1617902"/>
                    <a:pt x="922650" y="1618332"/>
                    <a:pt x="922616" y="1618861"/>
                  </a:cubicBezTo>
                  <a:cubicBezTo>
                    <a:pt x="922517" y="1620416"/>
                    <a:pt x="921757" y="1622400"/>
                    <a:pt x="923741" y="1623326"/>
                  </a:cubicBezTo>
                  <a:close/>
                  <a:moveTo>
                    <a:pt x="1434751" y="1630437"/>
                  </a:moveTo>
                  <a:cubicBezTo>
                    <a:pt x="1436801" y="1629279"/>
                    <a:pt x="1436040" y="1627394"/>
                    <a:pt x="1435974" y="1625840"/>
                  </a:cubicBezTo>
                  <a:cubicBezTo>
                    <a:pt x="1435941" y="1625343"/>
                    <a:pt x="1434288" y="1624384"/>
                    <a:pt x="1433825" y="1624616"/>
                  </a:cubicBezTo>
                  <a:cubicBezTo>
                    <a:pt x="1431807" y="1625509"/>
                    <a:pt x="1432601" y="1627526"/>
                    <a:pt x="1432700" y="1629081"/>
                  </a:cubicBezTo>
                  <a:cubicBezTo>
                    <a:pt x="1432733" y="1629577"/>
                    <a:pt x="1434089" y="1630007"/>
                    <a:pt x="1434751" y="1630437"/>
                  </a:cubicBezTo>
                  <a:close/>
                  <a:moveTo>
                    <a:pt x="1180354" y="1643699"/>
                  </a:moveTo>
                  <a:cubicBezTo>
                    <a:pt x="1180718" y="1641648"/>
                    <a:pt x="1179163" y="1641185"/>
                    <a:pt x="1177509" y="1641450"/>
                  </a:cubicBezTo>
                  <a:cubicBezTo>
                    <a:pt x="1176484" y="1641648"/>
                    <a:pt x="1174831" y="1642078"/>
                    <a:pt x="1174731" y="1642641"/>
                  </a:cubicBezTo>
                  <a:cubicBezTo>
                    <a:pt x="1174401" y="1644691"/>
                    <a:pt x="1175922" y="1645055"/>
                    <a:pt x="1177609" y="1644923"/>
                  </a:cubicBezTo>
                  <a:cubicBezTo>
                    <a:pt x="1178568" y="1644526"/>
                    <a:pt x="1180255" y="1644261"/>
                    <a:pt x="1180354" y="1643699"/>
                  </a:cubicBezTo>
                  <a:close/>
                  <a:moveTo>
                    <a:pt x="1428566" y="1552815"/>
                  </a:moveTo>
                  <a:cubicBezTo>
                    <a:pt x="1428169" y="1552120"/>
                    <a:pt x="1427739" y="1550764"/>
                    <a:pt x="1427210" y="1550731"/>
                  </a:cubicBezTo>
                  <a:cubicBezTo>
                    <a:pt x="1425656" y="1550632"/>
                    <a:pt x="1423638" y="1549871"/>
                    <a:pt x="1422745" y="1551855"/>
                  </a:cubicBezTo>
                  <a:cubicBezTo>
                    <a:pt x="1422547" y="1552318"/>
                    <a:pt x="1423506" y="1553972"/>
                    <a:pt x="1423969" y="1554005"/>
                  </a:cubicBezTo>
                  <a:cubicBezTo>
                    <a:pt x="1425523" y="1554104"/>
                    <a:pt x="1427408" y="1554865"/>
                    <a:pt x="1428566" y="1552815"/>
                  </a:cubicBezTo>
                  <a:close/>
                  <a:moveTo>
                    <a:pt x="1346975" y="1564588"/>
                  </a:moveTo>
                  <a:cubicBezTo>
                    <a:pt x="1346413" y="1565481"/>
                    <a:pt x="1345255" y="1566407"/>
                    <a:pt x="1345355" y="1567234"/>
                  </a:cubicBezTo>
                  <a:cubicBezTo>
                    <a:pt x="1345520" y="1568723"/>
                    <a:pt x="1346413" y="1570145"/>
                    <a:pt x="1346975" y="1571567"/>
                  </a:cubicBezTo>
                  <a:cubicBezTo>
                    <a:pt x="1347570" y="1570707"/>
                    <a:pt x="1348166" y="1569814"/>
                    <a:pt x="1348563" y="1569186"/>
                  </a:cubicBezTo>
                  <a:cubicBezTo>
                    <a:pt x="1349059" y="1567135"/>
                    <a:pt x="1348397" y="1565713"/>
                    <a:pt x="1346975" y="1564588"/>
                  </a:cubicBezTo>
                  <a:close/>
                  <a:moveTo>
                    <a:pt x="28259" y="1581191"/>
                  </a:moveTo>
                  <a:cubicBezTo>
                    <a:pt x="28424" y="1582679"/>
                    <a:pt x="29284" y="1584101"/>
                    <a:pt x="29879" y="1585557"/>
                  </a:cubicBezTo>
                  <a:cubicBezTo>
                    <a:pt x="30474" y="1584664"/>
                    <a:pt x="31037" y="1583771"/>
                    <a:pt x="31467" y="1583142"/>
                  </a:cubicBezTo>
                  <a:cubicBezTo>
                    <a:pt x="31963" y="1581092"/>
                    <a:pt x="31268" y="1579670"/>
                    <a:pt x="29879" y="1578578"/>
                  </a:cubicBezTo>
                  <a:cubicBezTo>
                    <a:pt x="29284" y="1579438"/>
                    <a:pt x="28159" y="1580397"/>
                    <a:pt x="28259" y="1581191"/>
                  </a:cubicBezTo>
                  <a:close/>
                  <a:moveTo>
                    <a:pt x="853858" y="1588368"/>
                  </a:moveTo>
                  <a:cubicBezTo>
                    <a:pt x="855908" y="1588699"/>
                    <a:pt x="856272" y="1587177"/>
                    <a:pt x="856140" y="1585491"/>
                  </a:cubicBezTo>
                  <a:cubicBezTo>
                    <a:pt x="855743" y="1584531"/>
                    <a:pt x="855445" y="1582845"/>
                    <a:pt x="854916" y="1582745"/>
                  </a:cubicBezTo>
                  <a:cubicBezTo>
                    <a:pt x="852866" y="1582382"/>
                    <a:pt x="852370" y="1583936"/>
                    <a:pt x="852667" y="1585590"/>
                  </a:cubicBezTo>
                  <a:cubicBezTo>
                    <a:pt x="852866" y="1586615"/>
                    <a:pt x="853296" y="1588269"/>
                    <a:pt x="853858" y="1588368"/>
                  </a:cubicBezTo>
                  <a:close/>
                  <a:moveTo>
                    <a:pt x="1116391" y="1589029"/>
                  </a:moveTo>
                  <a:cubicBezTo>
                    <a:pt x="1116986" y="1588169"/>
                    <a:pt x="1118110" y="1587210"/>
                    <a:pt x="1118044" y="1586417"/>
                  </a:cubicBezTo>
                  <a:cubicBezTo>
                    <a:pt x="1117879" y="1584928"/>
                    <a:pt x="1116986" y="1583506"/>
                    <a:pt x="1116391" y="1582051"/>
                  </a:cubicBezTo>
                  <a:cubicBezTo>
                    <a:pt x="1115828" y="1582944"/>
                    <a:pt x="1115233" y="1583837"/>
                    <a:pt x="1114803" y="1584465"/>
                  </a:cubicBezTo>
                  <a:cubicBezTo>
                    <a:pt x="1114340" y="1586516"/>
                    <a:pt x="1115002" y="1587905"/>
                    <a:pt x="1116391" y="1589029"/>
                  </a:cubicBezTo>
                  <a:close/>
                  <a:moveTo>
                    <a:pt x="452088" y="2175048"/>
                  </a:moveTo>
                  <a:cubicBezTo>
                    <a:pt x="454139" y="2175379"/>
                    <a:pt x="454502" y="2173891"/>
                    <a:pt x="454370" y="2172171"/>
                  </a:cubicBezTo>
                  <a:cubicBezTo>
                    <a:pt x="453973" y="2171212"/>
                    <a:pt x="453676" y="2169525"/>
                    <a:pt x="453146" y="2169426"/>
                  </a:cubicBezTo>
                  <a:cubicBezTo>
                    <a:pt x="451096" y="2169095"/>
                    <a:pt x="450600" y="2170617"/>
                    <a:pt x="450897" y="2172303"/>
                  </a:cubicBezTo>
                  <a:cubicBezTo>
                    <a:pt x="451063" y="2173296"/>
                    <a:pt x="451526" y="2174949"/>
                    <a:pt x="452088" y="2175048"/>
                  </a:cubicBezTo>
                  <a:close/>
                  <a:moveTo>
                    <a:pt x="1366190" y="2191453"/>
                  </a:moveTo>
                  <a:cubicBezTo>
                    <a:pt x="1365331" y="2190857"/>
                    <a:pt x="1364371" y="2189733"/>
                    <a:pt x="1363578" y="2189799"/>
                  </a:cubicBezTo>
                  <a:cubicBezTo>
                    <a:pt x="1362056" y="2189964"/>
                    <a:pt x="1360667" y="2190857"/>
                    <a:pt x="1359212" y="2191453"/>
                  </a:cubicBezTo>
                  <a:cubicBezTo>
                    <a:pt x="1360105" y="2192015"/>
                    <a:pt x="1360965" y="2192610"/>
                    <a:pt x="1361626" y="2193040"/>
                  </a:cubicBezTo>
                  <a:cubicBezTo>
                    <a:pt x="1363677" y="2193503"/>
                    <a:pt x="1365099" y="2192842"/>
                    <a:pt x="1366190" y="2191453"/>
                  </a:cubicBezTo>
                  <a:close/>
                  <a:moveTo>
                    <a:pt x="166140" y="2105893"/>
                  </a:moveTo>
                  <a:cubicBezTo>
                    <a:pt x="166702" y="2105000"/>
                    <a:pt x="167793" y="2104107"/>
                    <a:pt x="167760" y="2103247"/>
                  </a:cubicBezTo>
                  <a:cubicBezTo>
                    <a:pt x="167727" y="2101726"/>
                    <a:pt x="167000" y="2100271"/>
                    <a:pt x="166437" y="2098418"/>
                  </a:cubicBezTo>
                  <a:cubicBezTo>
                    <a:pt x="165544" y="2099774"/>
                    <a:pt x="164420" y="2100701"/>
                    <a:pt x="164519" y="2101527"/>
                  </a:cubicBezTo>
                  <a:cubicBezTo>
                    <a:pt x="164684" y="2103016"/>
                    <a:pt x="165544" y="2104438"/>
                    <a:pt x="166140" y="2105893"/>
                  </a:cubicBezTo>
                  <a:close/>
                  <a:moveTo>
                    <a:pt x="1417916" y="2129110"/>
                  </a:moveTo>
                  <a:cubicBezTo>
                    <a:pt x="1418280" y="2127060"/>
                    <a:pt x="1416726" y="2126597"/>
                    <a:pt x="1415072" y="2126894"/>
                  </a:cubicBezTo>
                  <a:cubicBezTo>
                    <a:pt x="1414080" y="2127060"/>
                    <a:pt x="1412393" y="2127490"/>
                    <a:pt x="1412294" y="2128052"/>
                  </a:cubicBezTo>
                  <a:cubicBezTo>
                    <a:pt x="1411963" y="2130102"/>
                    <a:pt x="1413485" y="2130466"/>
                    <a:pt x="1415171" y="2130334"/>
                  </a:cubicBezTo>
                  <a:cubicBezTo>
                    <a:pt x="1416131" y="2129937"/>
                    <a:pt x="1417817" y="2129672"/>
                    <a:pt x="1417916" y="2129110"/>
                  </a:cubicBezTo>
                  <a:close/>
                  <a:moveTo>
                    <a:pt x="1380246" y="2273506"/>
                  </a:moveTo>
                  <a:cubicBezTo>
                    <a:pt x="1381206" y="2273110"/>
                    <a:pt x="1382892" y="2272845"/>
                    <a:pt x="1382991" y="2272283"/>
                  </a:cubicBezTo>
                  <a:cubicBezTo>
                    <a:pt x="1383322" y="2270232"/>
                    <a:pt x="1381801" y="2269769"/>
                    <a:pt x="1380114" y="2270067"/>
                  </a:cubicBezTo>
                  <a:cubicBezTo>
                    <a:pt x="1379122" y="2270232"/>
                    <a:pt x="1377468" y="2270662"/>
                    <a:pt x="1377369" y="2271224"/>
                  </a:cubicBezTo>
                  <a:cubicBezTo>
                    <a:pt x="1377005" y="2273275"/>
                    <a:pt x="1378527" y="2273639"/>
                    <a:pt x="1380246" y="2273506"/>
                  </a:cubicBezTo>
                  <a:close/>
                  <a:moveTo>
                    <a:pt x="388026" y="2287463"/>
                  </a:moveTo>
                  <a:cubicBezTo>
                    <a:pt x="388985" y="2287066"/>
                    <a:pt x="390672" y="2286802"/>
                    <a:pt x="390771" y="2286273"/>
                  </a:cubicBezTo>
                  <a:cubicBezTo>
                    <a:pt x="391135" y="2284222"/>
                    <a:pt x="389580" y="2283726"/>
                    <a:pt x="387927" y="2284024"/>
                  </a:cubicBezTo>
                  <a:cubicBezTo>
                    <a:pt x="386934" y="2284189"/>
                    <a:pt x="385248" y="2284652"/>
                    <a:pt x="385182" y="2285181"/>
                  </a:cubicBezTo>
                  <a:cubicBezTo>
                    <a:pt x="384818" y="2287232"/>
                    <a:pt x="386339" y="2287629"/>
                    <a:pt x="388026" y="2287463"/>
                  </a:cubicBezTo>
                  <a:close/>
                  <a:moveTo>
                    <a:pt x="1425556" y="2284024"/>
                  </a:moveTo>
                  <a:cubicBezTo>
                    <a:pt x="1424564" y="2284189"/>
                    <a:pt x="1422877" y="2284652"/>
                    <a:pt x="1422778" y="2285214"/>
                  </a:cubicBezTo>
                  <a:cubicBezTo>
                    <a:pt x="1422447" y="2287232"/>
                    <a:pt x="1423969" y="2287629"/>
                    <a:pt x="1425656" y="2287463"/>
                  </a:cubicBezTo>
                  <a:cubicBezTo>
                    <a:pt x="1426615" y="2287099"/>
                    <a:pt x="1428301" y="2286802"/>
                    <a:pt x="1428401" y="2286273"/>
                  </a:cubicBezTo>
                  <a:cubicBezTo>
                    <a:pt x="1428764" y="2284222"/>
                    <a:pt x="1427210" y="2283726"/>
                    <a:pt x="1425556" y="2284024"/>
                  </a:cubicBezTo>
                  <a:close/>
                  <a:moveTo>
                    <a:pt x="1368472" y="2309126"/>
                  </a:moveTo>
                  <a:cubicBezTo>
                    <a:pt x="1366422" y="2308762"/>
                    <a:pt x="1365959" y="2310317"/>
                    <a:pt x="1366257" y="2311970"/>
                  </a:cubicBezTo>
                  <a:cubicBezTo>
                    <a:pt x="1366422" y="2312962"/>
                    <a:pt x="1366852" y="2314616"/>
                    <a:pt x="1367414" y="2314715"/>
                  </a:cubicBezTo>
                  <a:cubicBezTo>
                    <a:pt x="1369465" y="2315079"/>
                    <a:pt x="1369828" y="2313558"/>
                    <a:pt x="1369696" y="2311871"/>
                  </a:cubicBezTo>
                  <a:cubicBezTo>
                    <a:pt x="1369299" y="2310912"/>
                    <a:pt x="1369035" y="2309225"/>
                    <a:pt x="1368472" y="2309126"/>
                  </a:cubicBezTo>
                  <a:close/>
                  <a:moveTo>
                    <a:pt x="1366257" y="2231603"/>
                  </a:moveTo>
                  <a:cubicBezTo>
                    <a:pt x="1367216" y="2231206"/>
                    <a:pt x="1368902" y="2230942"/>
                    <a:pt x="1369002" y="2230379"/>
                  </a:cubicBezTo>
                  <a:cubicBezTo>
                    <a:pt x="1369365" y="2228329"/>
                    <a:pt x="1367811" y="2227866"/>
                    <a:pt x="1366157" y="2228164"/>
                  </a:cubicBezTo>
                  <a:cubicBezTo>
                    <a:pt x="1365165" y="2228329"/>
                    <a:pt x="1363478" y="2228759"/>
                    <a:pt x="1363379" y="2229321"/>
                  </a:cubicBezTo>
                  <a:cubicBezTo>
                    <a:pt x="1363049" y="2231372"/>
                    <a:pt x="1364570" y="2231735"/>
                    <a:pt x="1366257" y="2231603"/>
                  </a:cubicBezTo>
                  <a:close/>
                  <a:moveTo>
                    <a:pt x="641397" y="2032438"/>
                  </a:moveTo>
                  <a:cubicBezTo>
                    <a:pt x="642952" y="2032537"/>
                    <a:pt x="644837" y="2033265"/>
                    <a:pt x="645995" y="2031247"/>
                  </a:cubicBezTo>
                  <a:cubicBezTo>
                    <a:pt x="645565" y="2030553"/>
                    <a:pt x="645135" y="2029197"/>
                    <a:pt x="644639" y="2029164"/>
                  </a:cubicBezTo>
                  <a:cubicBezTo>
                    <a:pt x="643084" y="2029065"/>
                    <a:pt x="641067" y="2028304"/>
                    <a:pt x="640174" y="2030288"/>
                  </a:cubicBezTo>
                  <a:cubicBezTo>
                    <a:pt x="639975" y="2030751"/>
                    <a:pt x="640901" y="2032405"/>
                    <a:pt x="641397" y="2032438"/>
                  </a:cubicBezTo>
                  <a:close/>
                  <a:moveTo>
                    <a:pt x="318771" y="2038325"/>
                  </a:moveTo>
                  <a:cubicBezTo>
                    <a:pt x="318870" y="2038854"/>
                    <a:pt x="320557" y="2039317"/>
                    <a:pt x="321549" y="2039482"/>
                  </a:cubicBezTo>
                  <a:cubicBezTo>
                    <a:pt x="323203" y="2039780"/>
                    <a:pt x="324757" y="2039284"/>
                    <a:pt x="324394" y="2037267"/>
                  </a:cubicBezTo>
                  <a:cubicBezTo>
                    <a:pt x="324360" y="2037035"/>
                    <a:pt x="324030" y="2036870"/>
                    <a:pt x="323666" y="2036704"/>
                  </a:cubicBezTo>
                  <a:cubicBezTo>
                    <a:pt x="322045" y="2036969"/>
                    <a:pt x="320425" y="2037234"/>
                    <a:pt x="318837" y="2037498"/>
                  </a:cubicBezTo>
                  <a:cubicBezTo>
                    <a:pt x="318804" y="2037763"/>
                    <a:pt x="318738" y="2037994"/>
                    <a:pt x="318771" y="2038325"/>
                  </a:cubicBezTo>
                  <a:close/>
                  <a:moveTo>
                    <a:pt x="650063" y="2050000"/>
                  </a:moveTo>
                  <a:cubicBezTo>
                    <a:pt x="651022" y="2049603"/>
                    <a:pt x="652708" y="2049338"/>
                    <a:pt x="652808" y="2048809"/>
                  </a:cubicBezTo>
                  <a:cubicBezTo>
                    <a:pt x="653171" y="2046759"/>
                    <a:pt x="651617" y="2046262"/>
                    <a:pt x="649963" y="2046560"/>
                  </a:cubicBezTo>
                  <a:cubicBezTo>
                    <a:pt x="648971" y="2046725"/>
                    <a:pt x="647284" y="2047188"/>
                    <a:pt x="647185" y="2047718"/>
                  </a:cubicBezTo>
                  <a:cubicBezTo>
                    <a:pt x="646854" y="2049768"/>
                    <a:pt x="648376" y="2050165"/>
                    <a:pt x="650063" y="2050000"/>
                  </a:cubicBezTo>
                  <a:close/>
                  <a:moveTo>
                    <a:pt x="638851" y="2051223"/>
                  </a:moveTo>
                  <a:cubicBezTo>
                    <a:pt x="638752" y="2050661"/>
                    <a:pt x="637032" y="2050397"/>
                    <a:pt x="636106" y="2050000"/>
                  </a:cubicBezTo>
                  <a:cubicBezTo>
                    <a:pt x="634386" y="2049867"/>
                    <a:pt x="632865" y="2050231"/>
                    <a:pt x="633228" y="2052282"/>
                  </a:cubicBezTo>
                  <a:cubicBezTo>
                    <a:pt x="633328" y="2052844"/>
                    <a:pt x="634981" y="2053274"/>
                    <a:pt x="635973" y="2053472"/>
                  </a:cubicBezTo>
                  <a:cubicBezTo>
                    <a:pt x="637660" y="2053737"/>
                    <a:pt x="639182" y="2053274"/>
                    <a:pt x="638851" y="2051223"/>
                  </a:cubicBezTo>
                  <a:close/>
                  <a:moveTo>
                    <a:pt x="1432072" y="2059194"/>
                  </a:moveTo>
                  <a:cubicBezTo>
                    <a:pt x="1431642" y="2058499"/>
                    <a:pt x="1431212" y="2057143"/>
                    <a:pt x="1430716" y="2057110"/>
                  </a:cubicBezTo>
                  <a:cubicBezTo>
                    <a:pt x="1429161" y="2057011"/>
                    <a:pt x="1427144" y="2056217"/>
                    <a:pt x="1426251" y="2058235"/>
                  </a:cubicBezTo>
                  <a:cubicBezTo>
                    <a:pt x="1426019" y="2058698"/>
                    <a:pt x="1426978" y="2060351"/>
                    <a:pt x="1427475" y="2060385"/>
                  </a:cubicBezTo>
                  <a:cubicBezTo>
                    <a:pt x="1429029" y="2060451"/>
                    <a:pt x="1430914" y="2061211"/>
                    <a:pt x="1432072" y="2059194"/>
                  </a:cubicBezTo>
                  <a:close/>
                  <a:moveTo>
                    <a:pt x="654428" y="2065180"/>
                  </a:moveTo>
                  <a:cubicBezTo>
                    <a:pt x="654461" y="2065081"/>
                    <a:pt x="654494" y="2065015"/>
                    <a:pt x="654560" y="2064916"/>
                  </a:cubicBezTo>
                  <a:cubicBezTo>
                    <a:pt x="654494" y="2065015"/>
                    <a:pt x="654461" y="2065081"/>
                    <a:pt x="654428" y="2065180"/>
                  </a:cubicBezTo>
                  <a:close/>
                  <a:moveTo>
                    <a:pt x="710057" y="1991891"/>
                  </a:moveTo>
                  <a:cubicBezTo>
                    <a:pt x="709825" y="1992354"/>
                    <a:pt x="710784" y="1993974"/>
                    <a:pt x="711281" y="1994007"/>
                  </a:cubicBezTo>
                  <a:cubicBezTo>
                    <a:pt x="712835" y="1994106"/>
                    <a:pt x="714720" y="1994867"/>
                    <a:pt x="715878" y="1992817"/>
                  </a:cubicBezTo>
                  <a:cubicBezTo>
                    <a:pt x="715448" y="1992155"/>
                    <a:pt x="715018" y="1990799"/>
                    <a:pt x="714522" y="1990766"/>
                  </a:cubicBezTo>
                  <a:cubicBezTo>
                    <a:pt x="712967" y="1990634"/>
                    <a:pt x="710950" y="1989873"/>
                    <a:pt x="710057" y="1991891"/>
                  </a:cubicBezTo>
                  <a:close/>
                  <a:moveTo>
                    <a:pt x="1359874" y="2023310"/>
                  </a:moveTo>
                  <a:cubicBezTo>
                    <a:pt x="1359642" y="2023773"/>
                    <a:pt x="1360601" y="2025426"/>
                    <a:pt x="1361097" y="2025460"/>
                  </a:cubicBezTo>
                  <a:cubicBezTo>
                    <a:pt x="1362652" y="2025526"/>
                    <a:pt x="1364537" y="2026286"/>
                    <a:pt x="1365694" y="2024269"/>
                  </a:cubicBezTo>
                  <a:cubicBezTo>
                    <a:pt x="1365264" y="2023574"/>
                    <a:pt x="1364834" y="2022218"/>
                    <a:pt x="1364338" y="2022185"/>
                  </a:cubicBezTo>
                  <a:cubicBezTo>
                    <a:pt x="1362784" y="2022086"/>
                    <a:pt x="1360766" y="2021292"/>
                    <a:pt x="1359874" y="2023310"/>
                  </a:cubicBezTo>
                  <a:close/>
                  <a:moveTo>
                    <a:pt x="1965505" y="352698"/>
                  </a:moveTo>
                  <a:cubicBezTo>
                    <a:pt x="1967059" y="352797"/>
                    <a:pt x="1968944" y="353557"/>
                    <a:pt x="1970102" y="351507"/>
                  </a:cubicBezTo>
                  <a:cubicBezTo>
                    <a:pt x="1969672" y="350812"/>
                    <a:pt x="1969242" y="349456"/>
                    <a:pt x="1968746" y="349423"/>
                  </a:cubicBezTo>
                  <a:cubicBezTo>
                    <a:pt x="1967191" y="349324"/>
                    <a:pt x="1965174" y="348563"/>
                    <a:pt x="1964281" y="350548"/>
                  </a:cubicBezTo>
                  <a:cubicBezTo>
                    <a:pt x="1964050" y="351044"/>
                    <a:pt x="1965009" y="352664"/>
                    <a:pt x="1965505" y="352698"/>
                  </a:cubicBezTo>
                  <a:close/>
                  <a:moveTo>
                    <a:pt x="1782645" y="853388"/>
                  </a:moveTo>
                  <a:cubicBezTo>
                    <a:pt x="1782281" y="855439"/>
                    <a:pt x="1783802" y="855836"/>
                    <a:pt x="1785489" y="855670"/>
                  </a:cubicBezTo>
                  <a:cubicBezTo>
                    <a:pt x="1786481" y="855274"/>
                    <a:pt x="1788168" y="855009"/>
                    <a:pt x="1788234" y="854480"/>
                  </a:cubicBezTo>
                  <a:cubicBezTo>
                    <a:pt x="1788598" y="852429"/>
                    <a:pt x="1787043" y="851933"/>
                    <a:pt x="1785390" y="852231"/>
                  </a:cubicBezTo>
                  <a:cubicBezTo>
                    <a:pt x="1784397" y="852396"/>
                    <a:pt x="1782711" y="852859"/>
                    <a:pt x="1782645" y="853388"/>
                  </a:cubicBezTo>
                  <a:close/>
                  <a:moveTo>
                    <a:pt x="1710777" y="855174"/>
                  </a:moveTo>
                  <a:cubicBezTo>
                    <a:pt x="1712795" y="854017"/>
                    <a:pt x="1712067" y="852132"/>
                    <a:pt x="1711968" y="850577"/>
                  </a:cubicBezTo>
                  <a:cubicBezTo>
                    <a:pt x="1711935" y="850081"/>
                    <a:pt x="1710281" y="849122"/>
                    <a:pt x="1709818" y="849354"/>
                  </a:cubicBezTo>
                  <a:cubicBezTo>
                    <a:pt x="1707801" y="850247"/>
                    <a:pt x="1708594" y="852264"/>
                    <a:pt x="1708694" y="853818"/>
                  </a:cubicBezTo>
                  <a:cubicBezTo>
                    <a:pt x="1708727" y="854314"/>
                    <a:pt x="1710083" y="854744"/>
                    <a:pt x="1710777" y="855174"/>
                  </a:cubicBezTo>
                  <a:close/>
                  <a:moveTo>
                    <a:pt x="1095555" y="852066"/>
                  </a:moveTo>
                  <a:cubicBezTo>
                    <a:pt x="1097109" y="852165"/>
                    <a:pt x="1098994" y="852925"/>
                    <a:pt x="1100185" y="850875"/>
                  </a:cubicBezTo>
                  <a:cubicBezTo>
                    <a:pt x="1099755" y="850180"/>
                    <a:pt x="1099325" y="848857"/>
                    <a:pt x="1098796" y="848824"/>
                  </a:cubicBezTo>
                  <a:cubicBezTo>
                    <a:pt x="1097275" y="848692"/>
                    <a:pt x="1095257" y="847931"/>
                    <a:pt x="1094364" y="849916"/>
                  </a:cubicBezTo>
                  <a:cubicBezTo>
                    <a:pt x="1094364" y="849949"/>
                    <a:pt x="1094364" y="849949"/>
                    <a:pt x="1094364" y="849982"/>
                  </a:cubicBezTo>
                  <a:cubicBezTo>
                    <a:pt x="1094166" y="850478"/>
                    <a:pt x="1095092" y="852066"/>
                    <a:pt x="1095555" y="852066"/>
                  </a:cubicBezTo>
                  <a:close/>
                  <a:moveTo>
                    <a:pt x="2093299" y="485783"/>
                  </a:moveTo>
                  <a:cubicBezTo>
                    <a:pt x="2094621" y="484923"/>
                    <a:pt x="2095481" y="484361"/>
                    <a:pt x="2096374" y="483766"/>
                  </a:cubicBezTo>
                  <a:cubicBezTo>
                    <a:pt x="2094919" y="483170"/>
                    <a:pt x="2093530" y="482310"/>
                    <a:pt x="2092009" y="482145"/>
                  </a:cubicBezTo>
                  <a:cubicBezTo>
                    <a:pt x="2091215" y="482046"/>
                    <a:pt x="2090256" y="483170"/>
                    <a:pt x="2089396" y="483766"/>
                  </a:cubicBezTo>
                  <a:cubicBezTo>
                    <a:pt x="2090785" y="484493"/>
                    <a:pt x="2092141" y="485188"/>
                    <a:pt x="2093299" y="485783"/>
                  </a:cubicBezTo>
                  <a:close/>
                  <a:moveTo>
                    <a:pt x="2151077" y="481351"/>
                  </a:moveTo>
                  <a:cubicBezTo>
                    <a:pt x="2151209" y="481318"/>
                    <a:pt x="2151342" y="481153"/>
                    <a:pt x="2151441" y="480954"/>
                  </a:cubicBezTo>
                  <a:cubicBezTo>
                    <a:pt x="2150912" y="481054"/>
                    <a:pt x="2150382" y="481153"/>
                    <a:pt x="2149853" y="481285"/>
                  </a:cubicBezTo>
                  <a:cubicBezTo>
                    <a:pt x="2150184" y="481384"/>
                    <a:pt x="2150581" y="481417"/>
                    <a:pt x="2151077" y="481351"/>
                  </a:cubicBezTo>
                  <a:close/>
                  <a:moveTo>
                    <a:pt x="1640762" y="827261"/>
                  </a:moveTo>
                  <a:cubicBezTo>
                    <a:pt x="1639869" y="828617"/>
                    <a:pt x="1638744" y="829576"/>
                    <a:pt x="1638810" y="830370"/>
                  </a:cubicBezTo>
                  <a:cubicBezTo>
                    <a:pt x="1638976" y="831858"/>
                    <a:pt x="1639869" y="833280"/>
                    <a:pt x="1640464" y="834735"/>
                  </a:cubicBezTo>
                  <a:cubicBezTo>
                    <a:pt x="1641026" y="833842"/>
                    <a:pt x="1642118" y="832949"/>
                    <a:pt x="1642085" y="832089"/>
                  </a:cubicBezTo>
                  <a:cubicBezTo>
                    <a:pt x="1642052" y="830601"/>
                    <a:pt x="1641324" y="829113"/>
                    <a:pt x="1640762" y="827261"/>
                  </a:cubicBezTo>
                  <a:close/>
                  <a:moveTo>
                    <a:pt x="950497" y="132862"/>
                  </a:moveTo>
                  <a:cubicBezTo>
                    <a:pt x="950662" y="133854"/>
                    <a:pt x="951125" y="135508"/>
                    <a:pt x="951688" y="135607"/>
                  </a:cubicBezTo>
                  <a:cubicBezTo>
                    <a:pt x="952614" y="135772"/>
                    <a:pt x="953176" y="135508"/>
                    <a:pt x="953507" y="135045"/>
                  </a:cubicBezTo>
                  <a:cubicBezTo>
                    <a:pt x="952514" y="134019"/>
                    <a:pt x="951489" y="133027"/>
                    <a:pt x="950464" y="132002"/>
                  </a:cubicBezTo>
                  <a:cubicBezTo>
                    <a:pt x="950464" y="132300"/>
                    <a:pt x="950431" y="132564"/>
                    <a:pt x="950497" y="132862"/>
                  </a:cubicBezTo>
                  <a:close/>
                  <a:moveTo>
                    <a:pt x="1882293" y="650519"/>
                  </a:moveTo>
                  <a:cubicBezTo>
                    <a:pt x="1881863" y="649461"/>
                    <a:pt x="1880640" y="649692"/>
                    <a:pt x="1880110" y="651114"/>
                  </a:cubicBezTo>
                  <a:cubicBezTo>
                    <a:pt x="1879350" y="653198"/>
                    <a:pt x="1879482" y="655249"/>
                    <a:pt x="1881731" y="656671"/>
                  </a:cubicBezTo>
                  <a:cubicBezTo>
                    <a:pt x="1883252" y="657167"/>
                    <a:pt x="1883749" y="656638"/>
                    <a:pt x="1883285" y="654984"/>
                  </a:cubicBezTo>
                  <a:cubicBezTo>
                    <a:pt x="1882889" y="653529"/>
                    <a:pt x="1882856" y="651908"/>
                    <a:pt x="1882293" y="650519"/>
                  </a:cubicBezTo>
                  <a:close/>
                  <a:moveTo>
                    <a:pt x="1446690" y="891455"/>
                  </a:moveTo>
                  <a:cubicBezTo>
                    <a:pt x="1446591" y="892282"/>
                    <a:pt x="1447715" y="893208"/>
                    <a:pt x="1448310" y="894101"/>
                  </a:cubicBezTo>
                  <a:cubicBezTo>
                    <a:pt x="1449005" y="892712"/>
                    <a:pt x="1449733" y="891356"/>
                    <a:pt x="1450328" y="890166"/>
                  </a:cubicBezTo>
                  <a:cubicBezTo>
                    <a:pt x="1449468" y="888876"/>
                    <a:pt x="1448873" y="887983"/>
                    <a:pt x="1448310" y="887123"/>
                  </a:cubicBezTo>
                  <a:cubicBezTo>
                    <a:pt x="1447715" y="888545"/>
                    <a:pt x="1446822" y="889967"/>
                    <a:pt x="1446690" y="891455"/>
                  </a:cubicBezTo>
                  <a:close/>
                  <a:moveTo>
                    <a:pt x="1334870" y="885502"/>
                  </a:moveTo>
                  <a:cubicBezTo>
                    <a:pt x="1334771" y="887057"/>
                    <a:pt x="1334010" y="889041"/>
                    <a:pt x="1335995" y="889967"/>
                  </a:cubicBezTo>
                  <a:cubicBezTo>
                    <a:pt x="1336458" y="890166"/>
                    <a:pt x="1338112" y="889206"/>
                    <a:pt x="1338145" y="888743"/>
                  </a:cubicBezTo>
                  <a:cubicBezTo>
                    <a:pt x="1338211" y="887189"/>
                    <a:pt x="1338971" y="885304"/>
                    <a:pt x="1336954" y="884113"/>
                  </a:cubicBezTo>
                  <a:cubicBezTo>
                    <a:pt x="1336259" y="884543"/>
                    <a:pt x="1334903" y="884973"/>
                    <a:pt x="1334870" y="885502"/>
                  </a:cubicBezTo>
                  <a:close/>
                  <a:moveTo>
                    <a:pt x="1079614" y="309041"/>
                  </a:moveTo>
                  <a:cubicBezTo>
                    <a:pt x="1079713" y="307487"/>
                    <a:pt x="1080440" y="305602"/>
                    <a:pt x="1078423" y="304411"/>
                  </a:cubicBezTo>
                  <a:cubicBezTo>
                    <a:pt x="1077728" y="304841"/>
                    <a:pt x="1076372" y="305271"/>
                    <a:pt x="1076339" y="305800"/>
                  </a:cubicBezTo>
                  <a:cubicBezTo>
                    <a:pt x="1076240" y="307355"/>
                    <a:pt x="1075480" y="309339"/>
                    <a:pt x="1077464" y="310265"/>
                  </a:cubicBezTo>
                  <a:cubicBezTo>
                    <a:pt x="1077927" y="310463"/>
                    <a:pt x="1079581" y="309504"/>
                    <a:pt x="1079614" y="309041"/>
                  </a:cubicBezTo>
                  <a:close/>
                  <a:moveTo>
                    <a:pt x="1491107" y="897475"/>
                  </a:moveTo>
                  <a:cubicBezTo>
                    <a:pt x="1492595" y="897309"/>
                    <a:pt x="1494017" y="896416"/>
                    <a:pt x="1495472" y="895854"/>
                  </a:cubicBezTo>
                  <a:cubicBezTo>
                    <a:pt x="1494580" y="895259"/>
                    <a:pt x="1493720" y="894663"/>
                    <a:pt x="1493058" y="894267"/>
                  </a:cubicBezTo>
                  <a:cubicBezTo>
                    <a:pt x="1491008" y="893770"/>
                    <a:pt x="1489585" y="894465"/>
                    <a:pt x="1488494" y="895854"/>
                  </a:cubicBezTo>
                  <a:cubicBezTo>
                    <a:pt x="1489354" y="896416"/>
                    <a:pt x="1490313" y="897541"/>
                    <a:pt x="1491107" y="897475"/>
                  </a:cubicBezTo>
                  <a:close/>
                  <a:moveTo>
                    <a:pt x="2021133" y="516838"/>
                  </a:moveTo>
                  <a:cubicBezTo>
                    <a:pt x="2021663" y="516805"/>
                    <a:pt x="2022093" y="515449"/>
                    <a:pt x="2022489" y="514755"/>
                  </a:cubicBezTo>
                  <a:cubicBezTo>
                    <a:pt x="2021332" y="512704"/>
                    <a:pt x="2019447" y="513465"/>
                    <a:pt x="2017892" y="513564"/>
                  </a:cubicBezTo>
                  <a:cubicBezTo>
                    <a:pt x="2017429" y="513597"/>
                    <a:pt x="2016470" y="515251"/>
                    <a:pt x="2016669" y="515714"/>
                  </a:cubicBezTo>
                  <a:cubicBezTo>
                    <a:pt x="2017562" y="517698"/>
                    <a:pt x="2019579" y="516938"/>
                    <a:pt x="2021133" y="516838"/>
                  </a:cubicBezTo>
                  <a:close/>
                  <a:moveTo>
                    <a:pt x="2002083" y="517004"/>
                  </a:moveTo>
                  <a:cubicBezTo>
                    <a:pt x="2002249" y="517996"/>
                    <a:pt x="2002712" y="519650"/>
                    <a:pt x="2003274" y="519749"/>
                  </a:cubicBezTo>
                  <a:cubicBezTo>
                    <a:pt x="2005325" y="520113"/>
                    <a:pt x="2005688" y="518591"/>
                    <a:pt x="2005556" y="516871"/>
                  </a:cubicBezTo>
                  <a:cubicBezTo>
                    <a:pt x="2005159" y="515912"/>
                    <a:pt x="2004862" y="514226"/>
                    <a:pt x="2004332" y="514126"/>
                  </a:cubicBezTo>
                  <a:cubicBezTo>
                    <a:pt x="2002282" y="513796"/>
                    <a:pt x="2001786" y="515317"/>
                    <a:pt x="2002083" y="517004"/>
                  </a:cubicBezTo>
                  <a:close/>
                  <a:moveTo>
                    <a:pt x="1883219" y="658258"/>
                  </a:moveTo>
                  <a:cubicBezTo>
                    <a:pt x="1883517" y="660143"/>
                    <a:pt x="1882558" y="662525"/>
                    <a:pt x="1885336" y="663186"/>
                  </a:cubicBezTo>
                  <a:cubicBezTo>
                    <a:pt x="1885601" y="663252"/>
                    <a:pt x="1886262" y="661566"/>
                    <a:pt x="1886328" y="661466"/>
                  </a:cubicBezTo>
                  <a:cubicBezTo>
                    <a:pt x="1887221" y="658820"/>
                    <a:pt x="1886295" y="657464"/>
                    <a:pt x="1884840" y="656704"/>
                  </a:cubicBezTo>
                  <a:cubicBezTo>
                    <a:pt x="1883385" y="655877"/>
                    <a:pt x="1882922" y="656605"/>
                    <a:pt x="1883219" y="658258"/>
                  </a:cubicBezTo>
                  <a:close/>
                  <a:moveTo>
                    <a:pt x="2081888" y="452776"/>
                  </a:moveTo>
                  <a:cubicBezTo>
                    <a:pt x="2081458" y="452082"/>
                    <a:pt x="2081028" y="450726"/>
                    <a:pt x="2080532" y="450693"/>
                  </a:cubicBezTo>
                  <a:cubicBezTo>
                    <a:pt x="2078978" y="450593"/>
                    <a:pt x="2076960" y="449833"/>
                    <a:pt x="2076068" y="451817"/>
                  </a:cubicBezTo>
                  <a:cubicBezTo>
                    <a:pt x="2075836" y="452313"/>
                    <a:pt x="2076795" y="453934"/>
                    <a:pt x="2077291" y="453967"/>
                  </a:cubicBezTo>
                  <a:cubicBezTo>
                    <a:pt x="2078846" y="454066"/>
                    <a:pt x="2080731" y="454827"/>
                    <a:pt x="2081888" y="452776"/>
                  </a:cubicBezTo>
                  <a:close/>
                  <a:moveTo>
                    <a:pt x="1231154" y="781653"/>
                  </a:moveTo>
                  <a:cubicBezTo>
                    <a:pt x="1233204" y="782017"/>
                    <a:pt x="1233601" y="780496"/>
                    <a:pt x="1233436" y="778809"/>
                  </a:cubicBezTo>
                  <a:cubicBezTo>
                    <a:pt x="1233039" y="777850"/>
                    <a:pt x="1232774" y="776163"/>
                    <a:pt x="1232212" y="776064"/>
                  </a:cubicBezTo>
                  <a:cubicBezTo>
                    <a:pt x="1230195" y="775700"/>
                    <a:pt x="1229699" y="777255"/>
                    <a:pt x="1229996" y="778908"/>
                  </a:cubicBezTo>
                  <a:cubicBezTo>
                    <a:pt x="1230162" y="779900"/>
                    <a:pt x="1230625" y="781587"/>
                    <a:pt x="1231154" y="781653"/>
                  </a:cubicBezTo>
                  <a:close/>
                  <a:moveTo>
                    <a:pt x="1321641" y="771996"/>
                  </a:moveTo>
                  <a:cubicBezTo>
                    <a:pt x="1320153" y="772161"/>
                    <a:pt x="1318731" y="773021"/>
                    <a:pt x="1317276" y="773617"/>
                  </a:cubicBezTo>
                  <a:cubicBezTo>
                    <a:pt x="1318169" y="774212"/>
                    <a:pt x="1319062" y="775270"/>
                    <a:pt x="1319921" y="775270"/>
                  </a:cubicBezTo>
                  <a:cubicBezTo>
                    <a:pt x="1321443" y="775204"/>
                    <a:pt x="1322898" y="774476"/>
                    <a:pt x="1324750" y="773947"/>
                  </a:cubicBezTo>
                  <a:cubicBezTo>
                    <a:pt x="1323394" y="773021"/>
                    <a:pt x="1322468" y="771897"/>
                    <a:pt x="1321641" y="771996"/>
                  </a:cubicBezTo>
                  <a:close/>
                  <a:moveTo>
                    <a:pt x="1883914" y="797561"/>
                  </a:moveTo>
                  <a:cubicBezTo>
                    <a:pt x="1883682" y="798024"/>
                    <a:pt x="1884641" y="799678"/>
                    <a:pt x="1885138" y="799678"/>
                  </a:cubicBezTo>
                  <a:cubicBezTo>
                    <a:pt x="1885468" y="799711"/>
                    <a:pt x="1885832" y="799777"/>
                    <a:pt x="1886196" y="799810"/>
                  </a:cubicBezTo>
                  <a:cubicBezTo>
                    <a:pt x="1886725" y="798653"/>
                    <a:pt x="1887254" y="797495"/>
                    <a:pt x="1887783" y="796338"/>
                  </a:cubicBezTo>
                  <a:cubicBezTo>
                    <a:pt x="1886361" y="796172"/>
                    <a:pt x="1884708" y="795775"/>
                    <a:pt x="1883914" y="797561"/>
                  </a:cubicBezTo>
                  <a:close/>
                  <a:moveTo>
                    <a:pt x="2347232" y="455290"/>
                  </a:moveTo>
                  <a:cubicBezTo>
                    <a:pt x="2347133" y="454761"/>
                    <a:pt x="2345446" y="454496"/>
                    <a:pt x="2344487" y="454066"/>
                  </a:cubicBezTo>
                  <a:cubicBezTo>
                    <a:pt x="2342801" y="453934"/>
                    <a:pt x="2341279" y="454298"/>
                    <a:pt x="2341610" y="456348"/>
                  </a:cubicBezTo>
                  <a:cubicBezTo>
                    <a:pt x="2341709" y="456910"/>
                    <a:pt x="2343363" y="457373"/>
                    <a:pt x="2344388" y="457539"/>
                  </a:cubicBezTo>
                  <a:cubicBezTo>
                    <a:pt x="2346042" y="457836"/>
                    <a:pt x="2347596" y="457340"/>
                    <a:pt x="2347232" y="455290"/>
                  </a:cubicBezTo>
                  <a:close/>
                  <a:moveTo>
                    <a:pt x="1940369" y="454761"/>
                  </a:moveTo>
                  <a:cubicBezTo>
                    <a:pt x="1939840" y="454860"/>
                    <a:pt x="1939377" y="456513"/>
                    <a:pt x="1939212" y="457539"/>
                  </a:cubicBezTo>
                  <a:cubicBezTo>
                    <a:pt x="1938914" y="459192"/>
                    <a:pt x="1939377" y="460747"/>
                    <a:pt x="1941428" y="460383"/>
                  </a:cubicBezTo>
                  <a:cubicBezTo>
                    <a:pt x="1941990" y="460284"/>
                    <a:pt x="1942255" y="458597"/>
                    <a:pt x="1942651" y="457638"/>
                  </a:cubicBezTo>
                  <a:cubicBezTo>
                    <a:pt x="1942817" y="455951"/>
                    <a:pt x="1942420" y="454430"/>
                    <a:pt x="1940369" y="454761"/>
                  </a:cubicBezTo>
                  <a:close/>
                  <a:moveTo>
                    <a:pt x="1186274" y="785854"/>
                  </a:moveTo>
                  <a:cubicBezTo>
                    <a:pt x="1185678" y="786713"/>
                    <a:pt x="1184554" y="787673"/>
                    <a:pt x="1184653" y="788466"/>
                  </a:cubicBezTo>
                  <a:cubicBezTo>
                    <a:pt x="1184819" y="789955"/>
                    <a:pt x="1185678" y="791377"/>
                    <a:pt x="1186274" y="792832"/>
                  </a:cubicBezTo>
                  <a:cubicBezTo>
                    <a:pt x="1186869" y="791939"/>
                    <a:pt x="1187464" y="791046"/>
                    <a:pt x="1187861" y="790418"/>
                  </a:cubicBezTo>
                  <a:cubicBezTo>
                    <a:pt x="1188357" y="788367"/>
                    <a:pt x="1187663" y="786945"/>
                    <a:pt x="1186274" y="785854"/>
                  </a:cubicBezTo>
                  <a:close/>
                  <a:moveTo>
                    <a:pt x="1740708" y="755625"/>
                  </a:moveTo>
                  <a:cubicBezTo>
                    <a:pt x="1740344" y="757675"/>
                    <a:pt x="1741866" y="758039"/>
                    <a:pt x="1743585" y="757907"/>
                  </a:cubicBezTo>
                  <a:cubicBezTo>
                    <a:pt x="1744545" y="757510"/>
                    <a:pt x="1746231" y="757245"/>
                    <a:pt x="1746331" y="756683"/>
                  </a:cubicBezTo>
                  <a:cubicBezTo>
                    <a:pt x="1746661" y="754633"/>
                    <a:pt x="1745140" y="754170"/>
                    <a:pt x="1743453" y="754434"/>
                  </a:cubicBezTo>
                  <a:cubicBezTo>
                    <a:pt x="1742461" y="754633"/>
                    <a:pt x="1740807" y="755096"/>
                    <a:pt x="1740708" y="755625"/>
                  </a:cubicBezTo>
                  <a:close/>
                  <a:moveTo>
                    <a:pt x="1533771" y="773484"/>
                  </a:moveTo>
                  <a:cubicBezTo>
                    <a:pt x="1533870" y="771930"/>
                    <a:pt x="1534631" y="770045"/>
                    <a:pt x="1532580" y="768887"/>
                  </a:cubicBezTo>
                  <a:cubicBezTo>
                    <a:pt x="1531886" y="769317"/>
                    <a:pt x="1530563" y="769747"/>
                    <a:pt x="1530530" y="770243"/>
                  </a:cubicBezTo>
                  <a:cubicBezTo>
                    <a:pt x="1530397" y="771798"/>
                    <a:pt x="1529637" y="773815"/>
                    <a:pt x="1531621" y="774708"/>
                  </a:cubicBezTo>
                  <a:cubicBezTo>
                    <a:pt x="1532117" y="774939"/>
                    <a:pt x="1533771" y="773980"/>
                    <a:pt x="1533771" y="773484"/>
                  </a:cubicBezTo>
                  <a:close/>
                  <a:moveTo>
                    <a:pt x="799717" y="37413"/>
                  </a:moveTo>
                  <a:cubicBezTo>
                    <a:pt x="800511" y="36653"/>
                    <a:pt x="800247" y="35991"/>
                    <a:pt x="799023" y="35661"/>
                  </a:cubicBezTo>
                  <a:cubicBezTo>
                    <a:pt x="798924" y="35627"/>
                    <a:pt x="798825" y="35627"/>
                    <a:pt x="798725" y="35627"/>
                  </a:cubicBezTo>
                  <a:cubicBezTo>
                    <a:pt x="799056" y="36223"/>
                    <a:pt x="799354" y="36785"/>
                    <a:pt x="799717" y="37413"/>
                  </a:cubicBezTo>
                  <a:close/>
                  <a:moveTo>
                    <a:pt x="1283210" y="765018"/>
                  </a:moveTo>
                  <a:cubicBezTo>
                    <a:pt x="1281722" y="765183"/>
                    <a:pt x="1280300" y="766043"/>
                    <a:pt x="1278878" y="766638"/>
                  </a:cubicBezTo>
                  <a:cubicBezTo>
                    <a:pt x="1279738" y="767233"/>
                    <a:pt x="1280631" y="768292"/>
                    <a:pt x="1281524" y="768259"/>
                  </a:cubicBezTo>
                  <a:cubicBezTo>
                    <a:pt x="1283012" y="768226"/>
                    <a:pt x="1284500" y="767498"/>
                    <a:pt x="1286352" y="766936"/>
                  </a:cubicBezTo>
                  <a:cubicBezTo>
                    <a:pt x="1284963" y="766043"/>
                    <a:pt x="1284037" y="764918"/>
                    <a:pt x="1283210" y="765018"/>
                  </a:cubicBezTo>
                  <a:close/>
                  <a:moveTo>
                    <a:pt x="1988127" y="94398"/>
                  </a:moveTo>
                  <a:cubicBezTo>
                    <a:pt x="1986440" y="94266"/>
                    <a:pt x="1984919" y="94630"/>
                    <a:pt x="1985282" y="96680"/>
                  </a:cubicBezTo>
                  <a:cubicBezTo>
                    <a:pt x="1985349" y="97209"/>
                    <a:pt x="1987035" y="97672"/>
                    <a:pt x="1988027" y="97838"/>
                  </a:cubicBezTo>
                  <a:cubicBezTo>
                    <a:pt x="1989681" y="98135"/>
                    <a:pt x="1991235" y="97672"/>
                    <a:pt x="1990872" y="95622"/>
                  </a:cubicBezTo>
                  <a:cubicBezTo>
                    <a:pt x="1990772" y="95060"/>
                    <a:pt x="1989086" y="94795"/>
                    <a:pt x="1988127" y="94398"/>
                  </a:cubicBezTo>
                  <a:close/>
                  <a:moveTo>
                    <a:pt x="1853421" y="719377"/>
                  </a:moveTo>
                  <a:cubicBezTo>
                    <a:pt x="1853950" y="719344"/>
                    <a:pt x="1854380" y="717988"/>
                    <a:pt x="1854810" y="717293"/>
                  </a:cubicBezTo>
                  <a:cubicBezTo>
                    <a:pt x="1853619" y="715276"/>
                    <a:pt x="1851734" y="716004"/>
                    <a:pt x="1850213" y="716103"/>
                  </a:cubicBezTo>
                  <a:cubicBezTo>
                    <a:pt x="1849716" y="716136"/>
                    <a:pt x="1848757" y="717789"/>
                    <a:pt x="1848989" y="718252"/>
                  </a:cubicBezTo>
                  <a:cubicBezTo>
                    <a:pt x="1849882" y="720270"/>
                    <a:pt x="1851899" y="719476"/>
                    <a:pt x="1853421" y="719377"/>
                  </a:cubicBezTo>
                  <a:close/>
                  <a:moveTo>
                    <a:pt x="1664012" y="695168"/>
                  </a:moveTo>
                  <a:cubicBezTo>
                    <a:pt x="1662524" y="695333"/>
                    <a:pt x="1661102" y="696193"/>
                    <a:pt x="1659680" y="696788"/>
                  </a:cubicBezTo>
                  <a:cubicBezTo>
                    <a:pt x="1660539" y="697383"/>
                    <a:pt x="1661465" y="698442"/>
                    <a:pt x="1662325" y="698442"/>
                  </a:cubicBezTo>
                  <a:cubicBezTo>
                    <a:pt x="1663814" y="698376"/>
                    <a:pt x="1665302" y="697648"/>
                    <a:pt x="1667154" y="697119"/>
                  </a:cubicBezTo>
                  <a:cubicBezTo>
                    <a:pt x="1665765" y="696193"/>
                    <a:pt x="1664839" y="695068"/>
                    <a:pt x="1664012" y="695168"/>
                  </a:cubicBezTo>
                  <a:close/>
                  <a:moveTo>
                    <a:pt x="1701583" y="698475"/>
                  </a:moveTo>
                  <a:cubicBezTo>
                    <a:pt x="1701186" y="697516"/>
                    <a:pt x="1700921" y="695829"/>
                    <a:pt x="1700359" y="695730"/>
                  </a:cubicBezTo>
                  <a:cubicBezTo>
                    <a:pt x="1698342" y="695366"/>
                    <a:pt x="1697846" y="696920"/>
                    <a:pt x="1698143" y="698574"/>
                  </a:cubicBezTo>
                  <a:cubicBezTo>
                    <a:pt x="1698309" y="699599"/>
                    <a:pt x="1698772" y="701253"/>
                    <a:pt x="1699301" y="701352"/>
                  </a:cubicBezTo>
                  <a:cubicBezTo>
                    <a:pt x="1701351" y="701683"/>
                    <a:pt x="1701748" y="700162"/>
                    <a:pt x="1701583" y="698475"/>
                  </a:cubicBezTo>
                  <a:close/>
                  <a:moveTo>
                    <a:pt x="1823853" y="696788"/>
                  </a:moveTo>
                  <a:cubicBezTo>
                    <a:pt x="1825309" y="697383"/>
                    <a:pt x="1826731" y="698243"/>
                    <a:pt x="1828219" y="698409"/>
                  </a:cubicBezTo>
                  <a:cubicBezTo>
                    <a:pt x="1829046" y="698508"/>
                    <a:pt x="1829972" y="697383"/>
                    <a:pt x="1830865" y="696788"/>
                  </a:cubicBezTo>
                  <a:cubicBezTo>
                    <a:pt x="1829476" y="696094"/>
                    <a:pt x="1828087" y="695366"/>
                    <a:pt x="1826929" y="694771"/>
                  </a:cubicBezTo>
                  <a:cubicBezTo>
                    <a:pt x="1825639" y="695631"/>
                    <a:pt x="1824746" y="696193"/>
                    <a:pt x="1823853" y="696788"/>
                  </a:cubicBezTo>
                  <a:close/>
                  <a:moveTo>
                    <a:pt x="1483665" y="824747"/>
                  </a:moveTo>
                  <a:cubicBezTo>
                    <a:pt x="1483004" y="825177"/>
                    <a:pt x="1481648" y="825607"/>
                    <a:pt x="1481615" y="826136"/>
                  </a:cubicBezTo>
                  <a:cubicBezTo>
                    <a:pt x="1481516" y="827691"/>
                    <a:pt x="1480722" y="829675"/>
                    <a:pt x="1482739" y="830601"/>
                  </a:cubicBezTo>
                  <a:cubicBezTo>
                    <a:pt x="1483202" y="830800"/>
                    <a:pt x="1484856" y="829841"/>
                    <a:pt x="1484856" y="829377"/>
                  </a:cubicBezTo>
                  <a:cubicBezTo>
                    <a:pt x="1484955" y="827823"/>
                    <a:pt x="1485716" y="825938"/>
                    <a:pt x="1483665" y="824747"/>
                  </a:cubicBezTo>
                  <a:close/>
                  <a:moveTo>
                    <a:pt x="2035785" y="458266"/>
                  </a:moveTo>
                  <a:cubicBezTo>
                    <a:pt x="2033734" y="457902"/>
                    <a:pt x="2033238" y="459457"/>
                    <a:pt x="2033536" y="461111"/>
                  </a:cubicBezTo>
                  <a:cubicBezTo>
                    <a:pt x="2033701" y="462136"/>
                    <a:pt x="2034164" y="463789"/>
                    <a:pt x="2034693" y="463889"/>
                  </a:cubicBezTo>
                  <a:cubicBezTo>
                    <a:pt x="2036744" y="464219"/>
                    <a:pt x="2037141" y="462698"/>
                    <a:pt x="2036975" y="461011"/>
                  </a:cubicBezTo>
                  <a:cubicBezTo>
                    <a:pt x="2036578" y="460052"/>
                    <a:pt x="2036314" y="458366"/>
                    <a:pt x="2035785" y="458266"/>
                  </a:cubicBezTo>
                  <a:close/>
                  <a:moveTo>
                    <a:pt x="1325511" y="816578"/>
                  </a:moveTo>
                  <a:cubicBezTo>
                    <a:pt x="1327528" y="816942"/>
                    <a:pt x="1327925" y="815421"/>
                    <a:pt x="1327793" y="813701"/>
                  </a:cubicBezTo>
                  <a:cubicBezTo>
                    <a:pt x="1327396" y="812742"/>
                    <a:pt x="1327098" y="811055"/>
                    <a:pt x="1326569" y="810956"/>
                  </a:cubicBezTo>
                  <a:cubicBezTo>
                    <a:pt x="1324519" y="810625"/>
                    <a:pt x="1324022" y="812180"/>
                    <a:pt x="1324320" y="813833"/>
                  </a:cubicBezTo>
                  <a:cubicBezTo>
                    <a:pt x="1324485" y="814825"/>
                    <a:pt x="1324949" y="816479"/>
                    <a:pt x="1325511" y="816578"/>
                  </a:cubicBezTo>
                  <a:close/>
                  <a:moveTo>
                    <a:pt x="1184422" y="724602"/>
                  </a:moveTo>
                  <a:cubicBezTo>
                    <a:pt x="1184521" y="723048"/>
                    <a:pt x="1185282" y="721163"/>
                    <a:pt x="1183231" y="720005"/>
                  </a:cubicBezTo>
                  <a:cubicBezTo>
                    <a:pt x="1182537" y="720435"/>
                    <a:pt x="1181181" y="720865"/>
                    <a:pt x="1181147" y="721361"/>
                  </a:cubicBezTo>
                  <a:cubicBezTo>
                    <a:pt x="1181048" y="722916"/>
                    <a:pt x="1180288" y="724933"/>
                    <a:pt x="1182272" y="725826"/>
                  </a:cubicBezTo>
                  <a:cubicBezTo>
                    <a:pt x="1182735" y="726025"/>
                    <a:pt x="1184389" y="725099"/>
                    <a:pt x="1184422" y="724602"/>
                  </a:cubicBezTo>
                  <a:close/>
                  <a:moveTo>
                    <a:pt x="1215841" y="723842"/>
                  </a:moveTo>
                  <a:cubicBezTo>
                    <a:pt x="1215709" y="722354"/>
                    <a:pt x="1214816" y="720931"/>
                    <a:pt x="1214220" y="719476"/>
                  </a:cubicBezTo>
                  <a:cubicBezTo>
                    <a:pt x="1213625" y="720369"/>
                    <a:pt x="1213063" y="721262"/>
                    <a:pt x="1212633" y="721891"/>
                  </a:cubicBezTo>
                  <a:cubicBezTo>
                    <a:pt x="1212170" y="723941"/>
                    <a:pt x="1212831" y="725363"/>
                    <a:pt x="1214220" y="726488"/>
                  </a:cubicBezTo>
                  <a:cubicBezTo>
                    <a:pt x="1214816" y="725595"/>
                    <a:pt x="1215940" y="724636"/>
                    <a:pt x="1215841" y="723842"/>
                  </a:cubicBezTo>
                  <a:close/>
                  <a:moveTo>
                    <a:pt x="2067105" y="545380"/>
                  </a:moveTo>
                  <a:cubicBezTo>
                    <a:pt x="2066443" y="545810"/>
                    <a:pt x="2065087" y="546240"/>
                    <a:pt x="2065054" y="546736"/>
                  </a:cubicBezTo>
                  <a:cubicBezTo>
                    <a:pt x="2064955" y="548291"/>
                    <a:pt x="2064161" y="550308"/>
                    <a:pt x="2066179" y="551201"/>
                  </a:cubicBezTo>
                  <a:cubicBezTo>
                    <a:pt x="2066642" y="551433"/>
                    <a:pt x="2068295" y="550474"/>
                    <a:pt x="2068328" y="549977"/>
                  </a:cubicBezTo>
                  <a:cubicBezTo>
                    <a:pt x="2068395" y="548456"/>
                    <a:pt x="2069155" y="546571"/>
                    <a:pt x="2067105" y="545380"/>
                  </a:cubicBezTo>
                  <a:close/>
                  <a:moveTo>
                    <a:pt x="1106998" y="961669"/>
                  </a:moveTo>
                  <a:cubicBezTo>
                    <a:pt x="1106899" y="961107"/>
                    <a:pt x="1105212" y="960842"/>
                    <a:pt x="1104253" y="960445"/>
                  </a:cubicBezTo>
                  <a:cubicBezTo>
                    <a:pt x="1102533" y="960313"/>
                    <a:pt x="1101012" y="960677"/>
                    <a:pt x="1101376" y="962727"/>
                  </a:cubicBezTo>
                  <a:cubicBezTo>
                    <a:pt x="1101475" y="963290"/>
                    <a:pt x="1103128" y="963720"/>
                    <a:pt x="1104121" y="963918"/>
                  </a:cubicBezTo>
                  <a:cubicBezTo>
                    <a:pt x="1105807" y="964183"/>
                    <a:pt x="1107329" y="963720"/>
                    <a:pt x="1106998" y="961669"/>
                  </a:cubicBezTo>
                  <a:close/>
                  <a:moveTo>
                    <a:pt x="1088312" y="276101"/>
                  </a:moveTo>
                  <a:cubicBezTo>
                    <a:pt x="1086790" y="276001"/>
                    <a:pt x="1084773" y="275208"/>
                    <a:pt x="1083847" y="277225"/>
                  </a:cubicBezTo>
                  <a:cubicBezTo>
                    <a:pt x="1083649" y="277688"/>
                    <a:pt x="1084608" y="279342"/>
                    <a:pt x="1085071" y="279375"/>
                  </a:cubicBezTo>
                  <a:cubicBezTo>
                    <a:pt x="1086625" y="279441"/>
                    <a:pt x="1088510" y="280202"/>
                    <a:pt x="1089701" y="278184"/>
                  </a:cubicBezTo>
                  <a:cubicBezTo>
                    <a:pt x="1089271" y="277490"/>
                    <a:pt x="1088841" y="276134"/>
                    <a:pt x="1088312" y="276101"/>
                  </a:cubicBezTo>
                  <a:close/>
                  <a:moveTo>
                    <a:pt x="1863508" y="608384"/>
                  </a:moveTo>
                  <a:cubicBezTo>
                    <a:pt x="1861821" y="608814"/>
                    <a:pt x="1861854" y="610104"/>
                    <a:pt x="1863508" y="610600"/>
                  </a:cubicBezTo>
                  <a:cubicBezTo>
                    <a:pt x="1864930" y="611063"/>
                    <a:pt x="1866551" y="610931"/>
                    <a:pt x="1867444" y="610997"/>
                  </a:cubicBezTo>
                  <a:cubicBezTo>
                    <a:pt x="1869693" y="609873"/>
                    <a:pt x="1869759" y="608814"/>
                    <a:pt x="1868072" y="608384"/>
                  </a:cubicBezTo>
                  <a:cubicBezTo>
                    <a:pt x="1866650" y="607987"/>
                    <a:pt x="1864963" y="607987"/>
                    <a:pt x="1863508" y="608384"/>
                  </a:cubicBezTo>
                  <a:close/>
                  <a:moveTo>
                    <a:pt x="1190309" y="933193"/>
                  </a:moveTo>
                  <a:cubicBezTo>
                    <a:pt x="1188258" y="932830"/>
                    <a:pt x="1187762" y="934384"/>
                    <a:pt x="1188060" y="936071"/>
                  </a:cubicBezTo>
                  <a:cubicBezTo>
                    <a:pt x="1188225" y="937063"/>
                    <a:pt x="1188688" y="938717"/>
                    <a:pt x="1189250" y="938816"/>
                  </a:cubicBezTo>
                  <a:cubicBezTo>
                    <a:pt x="1191301" y="939180"/>
                    <a:pt x="1191665" y="937658"/>
                    <a:pt x="1191532" y="935938"/>
                  </a:cubicBezTo>
                  <a:cubicBezTo>
                    <a:pt x="1191135" y="934979"/>
                    <a:pt x="1190838" y="933293"/>
                    <a:pt x="1190309" y="933193"/>
                  </a:cubicBezTo>
                  <a:close/>
                  <a:moveTo>
                    <a:pt x="29879" y="981414"/>
                  </a:moveTo>
                  <a:cubicBezTo>
                    <a:pt x="29185" y="982770"/>
                    <a:pt x="28457" y="984159"/>
                    <a:pt x="27862" y="985316"/>
                  </a:cubicBezTo>
                  <a:cubicBezTo>
                    <a:pt x="28722" y="986606"/>
                    <a:pt x="29284" y="987499"/>
                    <a:pt x="29879" y="988392"/>
                  </a:cubicBezTo>
                  <a:cubicBezTo>
                    <a:pt x="30474" y="986937"/>
                    <a:pt x="31334" y="985515"/>
                    <a:pt x="31500" y="984026"/>
                  </a:cubicBezTo>
                  <a:cubicBezTo>
                    <a:pt x="31599" y="983233"/>
                    <a:pt x="30474" y="982274"/>
                    <a:pt x="29879" y="981414"/>
                  </a:cubicBezTo>
                  <a:close/>
                  <a:moveTo>
                    <a:pt x="1309867" y="209360"/>
                  </a:moveTo>
                  <a:cubicBezTo>
                    <a:pt x="1308577" y="210219"/>
                    <a:pt x="1307684" y="210782"/>
                    <a:pt x="1306825" y="211377"/>
                  </a:cubicBezTo>
                  <a:cubicBezTo>
                    <a:pt x="1308247" y="211972"/>
                    <a:pt x="1309669" y="212832"/>
                    <a:pt x="1311157" y="212998"/>
                  </a:cubicBezTo>
                  <a:cubicBezTo>
                    <a:pt x="1311984" y="213097"/>
                    <a:pt x="1312910" y="211972"/>
                    <a:pt x="1313803" y="211377"/>
                  </a:cubicBezTo>
                  <a:cubicBezTo>
                    <a:pt x="1312414" y="210649"/>
                    <a:pt x="1311025" y="209955"/>
                    <a:pt x="1309867" y="209360"/>
                  </a:cubicBezTo>
                  <a:close/>
                  <a:moveTo>
                    <a:pt x="1002190" y="218885"/>
                  </a:moveTo>
                  <a:cubicBezTo>
                    <a:pt x="1002521" y="216834"/>
                    <a:pt x="1000966" y="216371"/>
                    <a:pt x="999313" y="216669"/>
                  </a:cubicBezTo>
                  <a:cubicBezTo>
                    <a:pt x="998320" y="216834"/>
                    <a:pt x="996667" y="217297"/>
                    <a:pt x="996567" y="217826"/>
                  </a:cubicBezTo>
                  <a:cubicBezTo>
                    <a:pt x="996204" y="219877"/>
                    <a:pt x="997725" y="220240"/>
                    <a:pt x="999445" y="220108"/>
                  </a:cubicBezTo>
                  <a:cubicBezTo>
                    <a:pt x="1000404" y="219711"/>
                    <a:pt x="1002091" y="219447"/>
                    <a:pt x="1002190" y="218885"/>
                  </a:cubicBezTo>
                  <a:close/>
                  <a:moveTo>
                    <a:pt x="1065822" y="988392"/>
                  </a:moveTo>
                  <a:cubicBezTo>
                    <a:pt x="1064102" y="988260"/>
                    <a:pt x="1062581" y="988624"/>
                    <a:pt x="1062945" y="990674"/>
                  </a:cubicBezTo>
                  <a:cubicBezTo>
                    <a:pt x="1063044" y="991203"/>
                    <a:pt x="1064698" y="991666"/>
                    <a:pt x="1065690" y="991832"/>
                  </a:cubicBezTo>
                  <a:cubicBezTo>
                    <a:pt x="1067377" y="992129"/>
                    <a:pt x="1068931" y="991666"/>
                    <a:pt x="1068567" y="989616"/>
                  </a:cubicBezTo>
                  <a:cubicBezTo>
                    <a:pt x="1068468" y="989054"/>
                    <a:pt x="1066781" y="988789"/>
                    <a:pt x="1065822" y="988392"/>
                  </a:cubicBezTo>
                  <a:close/>
                  <a:moveTo>
                    <a:pt x="1894828" y="572963"/>
                  </a:moveTo>
                  <a:cubicBezTo>
                    <a:pt x="1892777" y="572500"/>
                    <a:pt x="1891355" y="573162"/>
                    <a:pt x="1890264" y="574551"/>
                  </a:cubicBezTo>
                  <a:cubicBezTo>
                    <a:pt x="1891124" y="575146"/>
                    <a:pt x="1892083" y="576270"/>
                    <a:pt x="1892877" y="576204"/>
                  </a:cubicBezTo>
                  <a:cubicBezTo>
                    <a:pt x="1894365" y="576039"/>
                    <a:pt x="1895787" y="575146"/>
                    <a:pt x="1897242" y="574551"/>
                  </a:cubicBezTo>
                  <a:cubicBezTo>
                    <a:pt x="1896349" y="573988"/>
                    <a:pt x="1895456" y="573393"/>
                    <a:pt x="1894828" y="572963"/>
                  </a:cubicBezTo>
                  <a:close/>
                  <a:moveTo>
                    <a:pt x="1870916" y="579677"/>
                  </a:moveTo>
                  <a:cubicBezTo>
                    <a:pt x="1871412" y="579644"/>
                    <a:pt x="1871842" y="578288"/>
                    <a:pt x="1872272" y="577626"/>
                  </a:cubicBezTo>
                  <a:cubicBezTo>
                    <a:pt x="1871115" y="575576"/>
                    <a:pt x="1869230" y="576337"/>
                    <a:pt x="1867675" y="576436"/>
                  </a:cubicBezTo>
                  <a:cubicBezTo>
                    <a:pt x="1867179" y="576469"/>
                    <a:pt x="1866220" y="578089"/>
                    <a:pt x="1866451" y="578552"/>
                  </a:cubicBezTo>
                  <a:cubicBezTo>
                    <a:pt x="1867344" y="580570"/>
                    <a:pt x="1869362" y="579809"/>
                    <a:pt x="1870916" y="579677"/>
                  </a:cubicBezTo>
                  <a:close/>
                  <a:moveTo>
                    <a:pt x="1129289" y="204895"/>
                  </a:moveTo>
                  <a:cubicBezTo>
                    <a:pt x="1130182" y="206912"/>
                    <a:pt x="1132200" y="206118"/>
                    <a:pt x="1133754" y="206019"/>
                  </a:cubicBezTo>
                  <a:cubicBezTo>
                    <a:pt x="1134283" y="205986"/>
                    <a:pt x="1134680" y="204630"/>
                    <a:pt x="1135110" y="203969"/>
                  </a:cubicBezTo>
                  <a:cubicBezTo>
                    <a:pt x="1133952" y="201918"/>
                    <a:pt x="1132067" y="202679"/>
                    <a:pt x="1130513" y="202745"/>
                  </a:cubicBezTo>
                  <a:cubicBezTo>
                    <a:pt x="1130017" y="202778"/>
                    <a:pt x="1129058" y="204432"/>
                    <a:pt x="1129289" y="204895"/>
                  </a:cubicBezTo>
                  <a:close/>
                  <a:moveTo>
                    <a:pt x="1178766" y="559502"/>
                  </a:moveTo>
                  <a:cubicBezTo>
                    <a:pt x="1176782" y="560395"/>
                    <a:pt x="1177543" y="562413"/>
                    <a:pt x="1177642" y="563967"/>
                  </a:cubicBezTo>
                  <a:cubicBezTo>
                    <a:pt x="1177708" y="564497"/>
                    <a:pt x="1179031" y="564893"/>
                    <a:pt x="1179725" y="565323"/>
                  </a:cubicBezTo>
                  <a:cubicBezTo>
                    <a:pt x="1181776" y="564166"/>
                    <a:pt x="1181015" y="562281"/>
                    <a:pt x="1180916" y="560726"/>
                  </a:cubicBezTo>
                  <a:cubicBezTo>
                    <a:pt x="1180883" y="560230"/>
                    <a:pt x="1179262" y="559304"/>
                    <a:pt x="1178766" y="559502"/>
                  </a:cubicBezTo>
                  <a:close/>
                  <a:moveTo>
                    <a:pt x="1259100" y="587482"/>
                  </a:moveTo>
                  <a:cubicBezTo>
                    <a:pt x="1258571" y="587581"/>
                    <a:pt x="1258108" y="589235"/>
                    <a:pt x="1257943" y="590227"/>
                  </a:cubicBezTo>
                  <a:cubicBezTo>
                    <a:pt x="1257645" y="591881"/>
                    <a:pt x="1258141" y="593435"/>
                    <a:pt x="1260159" y="593072"/>
                  </a:cubicBezTo>
                  <a:cubicBezTo>
                    <a:pt x="1260721" y="592972"/>
                    <a:pt x="1260985" y="591286"/>
                    <a:pt x="1261382" y="590326"/>
                  </a:cubicBezTo>
                  <a:cubicBezTo>
                    <a:pt x="1261548" y="588640"/>
                    <a:pt x="1261151" y="587118"/>
                    <a:pt x="1259100" y="587482"/>
                  </a:cubicBezTo>
                  <a:close/>
                  <a:moveTo>
                    <a:pt x="1991699" y="210484"/>
                  </a:moveTo>
                  <a:cubicBezTo>
                    <a:pt x="1991599" y="211311"/>
                    <a:pt x="1992724" y="212237"/>
                    <a:pt x="1993319" y="213130"/>
                  </a:cubicBezTo>
                  <a:cubicBezTo>
                    <a:pt x="1994014" y="211741"/>
                    <a:pt x="1994741" y="210352"/>
                    <a:pt x="1995337" y="209194"/>
                  </a:cubicBezTo>
                  <a:cubicBezTo>
                    <a:pt x="1994477" y="207904"/>
                    <a:pt x="1993914" y="207011"/>
                    <a:pt x="1993319" y="206151"/>
                  </a:cubicBezTo>
                  <a:cubicBezTo>
                    <a:pt x="1992724" y="207574"/>
                    <a:pt x="1991864" y="208996"/>
                    <a:pt x="1991699" y="210484"/>
                  </a:cubicBezTo>
                  <a:close/>
                  <a:moveTo>
                    <a:pt x="1034304" y="291711"/>
                  </a:moveTo>
                  <a:cubicBezTo>
                    <a:pt x="1033411" y="291116"/>
                    <a:pt x="1032485" y="289991"/>
                    <a:pt x="1031658" y="290057"/>
                  </a:cubicBezTo>
                  <a:cubicBezTo>
                    <a:pt x="1030170" y="290223"/>
                    <a:pt x="1028747" y="291116"/>
                    <a:pt x="1027325" y="291711"/>
                  </a:cubicBezTo>
                  <a:cubicBezTo>
                    <a:pt x="1028185" y="292273"/>
                    <a:pt x="1029078" y="292869"/>
                    <a:pt x="1029707" y="293299"/>
                  </a:cubicBezTo>
                  <a:cubicBezTo>
                    <a:pt x="1031790" y="293762"/>
                    <a:pt x="1033179" y="293100"/>
                    <a:pt x="1034304" y="291711"/>
                  </a:cubicBezTo>
                  <a:close/>
                  <a:moveTo>
                    <a:pt x="1956740" y="175559"/>
                  </a:moveTo>
                  <a:cubicBezTo>
                    <a:pt x="1956674" y="176386"/>
                    <a:pt x="1957799" y="177312"/>
                    <a:pt x="1958394" y="178205"/>
                  </a:cubicBezTo>
                  <a:cubicBezTo>
                    <a:pt x="1959089" y="176816"/>
                    <a:pt x="1959816" y="175460"/>
                    <a:pt x="1960412" y="174269"/>
                  </a:cubicBezTo>
                  <a:cubicBezTo>
                    <a:pt x="1959552" y="172979"/>
                    <a:pt x="1958956" y="172086"/>
                    <a:pt x="1958394" y="171226"/>
                  </a:cubicBezTo>
                  <a:cubicBezTo>
                    <a:pt x="1957799" y="172649"/>
                    <a:pt x="1956906" y="174071"/>
                    <a:pt x="1956740" y="175559"/>
                  </a:cubicBezTo>
                  <a:close/>
                  <a:moveTo>
                    <a:pt x="1935607" y="639208"/>
                  </a:moveTo>
                  <a:cubicBezTo>
                    <a:pt x="1934615" y="639374"/>
                    <a:pt x="1932961" y="639837"/>
                    <a:pt x="1932862" y="640399"/>
                  </a:cubicBezTo>
                  <a:cubicBezTo>
                    <a:pt x="1932498" y="642416"/>
                    <a:pt x="1934019" y="642813"/>
                    <a:pt x="1935739" y="642648"/>
                  </a:cubicBezTo>
                  <a:cubicBezTo>
                    <a:pt x="1936698" y="642284"/>
                    <a:pt x="1938385" y="641986"/>
                    <a:pt x="1938484" y="641457"/>
                  </a:cubicBezTo>
                  <a:cubicBezTo>
                    <a:pt x="1938815" y="639407"/>
                    <a:pt x="1937294" y="638911"/>
                    <a:pt x="1935607" y="639208"/>
                  </a:cubicBezTo>
                  <a:close/>
                  <a:moveTo>
                    <a:pt x="2236141" y="525669"/>
                  </a:moveTo>
                  <a:cubicBezTo>
                    <a:pt x="2235248" y="525107"/>
                    <a:pt x="2234288" y="523949"/>
                    <a:pt x="2233495" y="524048"/>
                  </a:cubicBezTo>
                  <a:cubicBezTo>
                    <a:pt x="2232006" y="524214"/>
                    <a:pt x="2230584" y="525107"/>
                    <a:pt x="2229129" y="525669"/>
                  </a:cubicBezTo>
                  <a:cubicBezTo>
                    <a:pt x="2230022" y="526264"/>
                    <a:pt x="2230915" y="526826"/>
                    <a:pt x="2231543" y="527256"/>
                  </a:cubicBezTo>
                  <a:cubicBezTo>
                    <a:pt x="2233594" y="527752"/>
                    <a:pt x="2235016" y="527058"/>
                    <a:pt x="2236141" y="525669"/>
                  </a:cubicBezTo>
                  <a:close/>
                  <a:moveTo>
                    <a:pt x="1670263" y="908918"/>
                  </a:moveTo>
                  <a:cubicBezTo>
                    <a:pt x="1670197" y="909745"/>
                    <a:pt x="1671321" y="910671"/>
                    <a:pt x="1671883" y="911564"/>
                  </a:cubicBezTo>
                  <a:cubicBezTo>
                    <a:pt x="1672611" y="910175"/>
                    <a:pt x="1673339" y="908819"/>
                    <a:pt x="1673934" y="907628"/>
                  </a:cubicBezTo>
                  <a:cubicBezTo>
                    <a:pt x="1673074" y="906338"/>
                    <a:pt x="1672479" y="905478"/>
                    <a:pt x="1671883" y="904585"/>
                  </a:cubicBezTo>
                  <a:cubicBezTo>
                    <a:pt x="1671321" y="906007"/>
                    <a:pt x="1670428" y="907430"/>
                    <a:pt x="1670263" y="908918"/>
                  </a:cubicBezTo>
                  <a:close/>
                  <a:moveTo>
                    <a:pt x="1151216" y="286585"/>
                  </a:moveTo>
                  <a:cubicBezTo>
                    <a:pt x="1149662" y="286452"/>
                    <a:pt x="1147645" y="285692"/>
                    <a:pt x="1146752" y="287709"/>
                  </a:cubicBezTo>
                  <a:cubicBezTo>
                    <a:pt x="1146553" y="288172"/>
                    <a:pt x="1147512" y="289793"/>
                    <a:pt x="1147975" y="289826"/>
                  </a:cubicBezTo>
                  <a:cubicBezTo>
                    <a:pt x="1149530" y="289925"/>
                    <a:pt x="1151415" y="290686"/>
                    <a:pt x="1152572" y="288635"/>
                  </a:cubicBezTo>
                  <a:cubicBezTo>
                    <a:pt x="1152143" y="287941"/>
                    <a:pt x="1151713" y="286618"/>
                    <a:pt x="1151216" y="286585"/>
                  </a:cubicBezTo>
                  <a:close/>
                  <a:moveTo>
                    <a:pt x="1388912" y="2448131"/>
                  </a:moveTo>
                  <a:cubicBezTo>
                    <a:pt x="1389341" y="2447371"/>
                    <a:pt x="1389738" y="2446610"/>
                    <a:pt x="1390168" y="2445883"/>
                  </a:cubicBezTo>
                  <a:cubicBezTo>
                    <a:pt x="1389672" y="2445420"/>
                    <a:pt x="1389308" y="2445023"/>
                    <a:pt x="1388912" y="2444626"/>
                  </a:cubicBezTo>
                  <a:cubicBezTo>
                    <a:pt x="1388515" y="2445420"/>
                    <a:pt x="1388019" y="2446147"/>
                    <a:pt x="1387820" y="2446974"/>
                  </a:cubicBezTo>
                  <a:cubicBezTo>
                    <a:pt x="1387754" y="2447239"/>
                    <a:pt x="1388515" y="2447735"/>
                    <a:pt x="1388912" y="2448131"/>
                  </a:cubicBezTo>
                  <a:close/>
                  <a:moveTo>
                    <a:pt x="1405283" y="2561009"/>
                  </a:moveTo>
                  <a:cubicBezTo>
                    <a:pt x="1405481" y="2561836"/>
                    <a:pt x="1405977" y="2562597"/>
                    <a:pt x="1406374" y="2563358"/>
                  </a:cubicBezTo>
                  <a:cubicBezTo>
                    <a:pt x="1406771" y="2562961"/>
                    <a:pt x="1407168" y="2562597"/>
                    <a:pt x="1407631" y="2562101"/>
                  </a:cubicBezTo>
                  <a:cubicBezTo>
                    <a:pt x="1407201" y="2561373"/>
                    <a:pt x="1406804" y="2560612"/>
                    <a:pt x="1406374" y="2559852"/>
                  </a:cubicBezTo>
                  <a:cubicBezTo>
                    <a:pt x="1405977" y="2560249"/>
                    <a:pt x="1405216" y="2560712"/>
                    <a:pt x="1405283" y="2561009"/>
                  </a:cubicBezTo>
                  <a:close/>
                  <a:moveTo>
                    <a:pt x="1457538" y="2495756"/>
                  </a:moveTo>
                  <a:cubicBezTo>
                    <a:pt x="1458001" y="2496220"/>
                    <a:pt x="1458398" y="2496616"/>
                    <a:pt x="1458795" y="2497013"/>
                  </a:cubicBezTo>
                  <a:cubicBezTo>
                    <a:pt x="1459158" y="2496220"/>
                    <a:pt x="1459688" y="2495492"/>
                    <a:pt x="1459886" y="2494665"/>
                  </a:cubicBezTo>
                  <a:cubicBezTo>
                    <a:pt x="1459952" y="2494367"/>
                    <a:pt x="1459158" y="2493904"/>
                    <a:pt x="1458795" y="2493508"/>
                  </a:cubicBezTo>
                  <a:cubicBezTo>
                    <a:pt x="1458365" y="2494268"/>
                    <a:pt x="1457935" y="2495029"/>
                    <a:pt x="1457538" y="2495756"/>
                  </a:cubicBezTo>
                  <a:close/>
                  <a:moveTo>
                    <a:pt x="1409284" y="2525588"/>
                  </a:moveTo>
                  <a:cubicBezTo>
                    <a:pt x="1408987" y="2525522"/>
                    <a:pt x="1408524" y="2526316"/>
                    <a:pt x="1408127" y="2526680"/>
                  </a:cubicBezTo>
                  <a:cubicBezTo>
                    <a:pt x="1408888" y="2527110"/>
                    <a:pt x="1409648" y="2527540"/>
                    <a:pt x="1410376" y="2527936"/>
                  </a:cubicBezTo>
                  <a:cubicBezTo>
                    <a:pt x="1410839" y="2527473"/>
                    <a:pt x="1411236" y="2527077"/>
                    <a:pt x="1411633" y="2526680"/>
                  </a:cubicBezTo>
                  <a:cubicBezTo>
                    <a:pt x="1410839" y="2526316"/>
                    <a:pt x="1410111" y="2525787"/>
                    <a:pt x="1409284" y="2525588"/>
                  </a:cubicBezTo>
                  <a:close/>
                  <a:moveTo>
                    <a:pt x="1196163" y="2522116"/>
                  </a:moveTo>
                  <a:cubicBezTo>
                    <a:pt x="1195865" y="2522049"/>
                    <a:pt x="1195402" y="2522810"/>
                    <a:pt x="1195005" y="2523207"/>
                  </a:cubicBezTo>
                  <a:cubicBezTo>
                    <a:pt x="1195766" y="2523604"/>
                    <a:pt x="1196526" y="2524034"/>
                    <a:pt x="1197254" y="2524431"/>
                  </a:cubicBezTo>
                  <a:cubicBezTo>
                    <a:pt x="1197717" y="2523968"/>
                    <a:pt x="1198114" y="2523571"/>
                    <a:pt x="1198511" y="2523207"/>
                  </a:cubicBezTo>
                  <a:cubicBezTo>
                    <a:pt x="1197717" y="2522810"/>
                    <a:pt x="1196989" y="2522281"/>
                    <a:pt x="1196163" y="2522116"/>
                  </a:cubicBezTo>
                  <a:close/>
                  <a:moveTo>
                    <a:pt x="1391326" y="2478393"/>
                  </a:moveTo>
                  <a:cubicBezTo>
                    <a:pt x="1391260" y="2478691"/>
                    <a:pt x="1392020" y="2479154"/>
                    <a:pt x="1392417" y="2479551"/>
                  </a:cubicBezTo>
                  <a:cubicBezTo>
                    <a:pt x="1392814" y="2478790"/>
                    <a:pt x="1393244" y="2478029"/>
                    <a:pt x="1393641" y="2477302"/>
                  </a:cubicBezTo>
                  <a:cubicBezTo>
                    <a:pt x="1393178" y="2476839"/>
                    <a:pt x="1392781" y="2476442"/>
                    <a:pt x="1392417" y="2476045"/>
                  </a:cubicBezTo>
                  <a:cubicBezTo>
                    <a:pt x="1392020" y="2476839"/>
                    <a:pt x="1391491" y="2477566"/>
                    <a:pt x="1391326" y="2478393"/>
                  </a:cubicBezTo>
                  <a:close/>
                  <a:moveTo>
                    <a:pt x="1646847" y="2534749"/>
                  </a:moveTo>
                  <a:cubicBezTo>
                    <a:pt x="1647674" y="2534584"/>
                    <a:pt x="1648402" y="2534055"/>
                    <a:pt x="1649195" y="2533658"/>
                  </a:cubicBezTo>
                  <a:cubicBezTo>
                    <a:pt x="1648799" y="2533294"/>
                    <a:pt x="1648402" y="2532897"/>
                    <a:pt x="1647939" y="2532434"/>
                  </a:cubicBezTo>
                  <a:cubicBezTo>
                    <a:pt x="1647211" y="2532831"/>
                    <a:pt x="1646450" y="2533261"/>
                    <a:pt x="1645690" y="2533658"/>
                  </a:cubicBezTo>
                  <a:cubicBezTo>
                    <a:pt x="1646087" y="2534055"/>
                    <a:pt x="1646550" y="2534816"/>
                    <a:pt x="1646847" y="2534749"/>
                  </a:cubicBezTo>
                  <a:close/>
                  <a:moveTo>
                    <a:pt x="1237603" y="2484181"/>
                  </a:moveTo>
                  <a:cubicBezTo>
                    <a:pt x="1237768" y="2485008"/>
                    <a:pt x="1238297" y="2485768"/>
                    <a:pt x="1238694" y="2486529"/>
                  </a:cubicBezTo>
                  <a:cubicBezTo>
                    <a:pt x="1239058" y="2486132"/>
                    <a:pt x="1239455" y="2485768"/>
                    <a:pt x="1239918" y="2485305"/>
                  </a:cubicBezTo>
                  <a:cubicBezTo>
                    <a:pt x="1239521" y="2484545"/>
                    <a:pt x="1239091" y="2483784"/>
                    <a:pt x="1238694" y="2483056"/>
                  </a:cubicBezTo>
                  <a:cubicBezTo>
                    <a:pt x="1238297" y="2483420"/>
                    <a:pt x="1237537" y="2483883"/>
                    <a:pt x="1237603" y="2484181"/>
                  </a:cubicBezTo>
                  <a:close/>
                  <a:moveTo>
                    <a:pt x="1427938" y="2246221"/>
                  </a:moveTo>
                  <a:cubicBezTo>
                    <a:pt x="1427111" y="2246420"/>
                    <a:pt x="1426383" y="2246916"/>
                    <a:pt x="1425589" y="2247313"/>
                  </a:cubicBezTo>
                  <a:cubicBezTo>
                    <a:pt x="1425986" y="2247710"/>
                    <a:pt x="1426449" y="2248470"/>
                    <a:pt x="1426747" y="2248404"/>
                  </a:cubicBezTo>
                  <a:cubicBezTo>
                    <a:pt x="1427574" y="2248206"/>
                    <a:pt x="1428301" y="2247710"/>
                    <a:pt x="1429095" y="2247313"/>
                  </a:cubicBezTo>
                  <a:cubicBezTo>
                    <a:pt x="1428698" y="2246916"/>
                    <a:pt x="1428235" y="2246155"/>
                    <a:pt x="1427938" y="2246221"/>
                  </a:cubicBezTo>
                  <a:close/>
                  <a:moveTo>
                    <a:pt x="407208" y="2242087"/>
                  </a:moveTo>
                  <a:cubicBezTo>
                    <a:pt x="407572" y="2241690"/>
                    <a:pt x="408366" y="2241227"/>
                    <a:pt x="408300" y="2240930"/>
                  </a:cubicBezTo>
                  <a:cubicBezTo>
                    <a:pt x="408101" y="2240103"/>
                    <a:pt x="407572" y="2239375"/>
                    <a:pt x="407208" y="2238581"/>
                  </a:cubicBezTo>
                  <a:cubicBezTo>
                    <a:pt x="406811" y="2238978"/>
                    <a:pt x="406414" y="2239375"/>
                    <a:pt x="405951" y="2239838"/>
                  </a:cubicBezTo>
                  <a:cubicBezTo>
                    <a:pt x="406348" y="2240566"/>
                    <a:pt x="406778" y="2241327"/>
                    <a:pt x="407208" y="2242087"/>
                  </a:cubicBezTo>
                  <a:close/>
                  <a:moveTo>
                    <a:pt x="386240" y="2242087"/>
                  </a:moveTo>
                  <a:cubicBezTo>
                    <a:pt x="386637" y="2241327"/>
                    <a:pt x="387067" y="2240566"/>
                    <a:pt x="387464" y="2239838"/>
                  </a:cubicBezTo>
                  <a:cubicBezTo>
                    <a:pt x="387001" y="2239375"/>
                    <a:pt x="386604" y="2238978"/>
                    <a:pt x="386240" y="2238581"/>
                  </a:cubicBezTo>
                  <a:cubicBezTo>
                    <a:pt x="385843" y="2239375"/>
                    <a:pt x="385314" y="2240103"/>
                    <a:pt x="385148" y="2240930"/>
                  </a:cubicBezTo>
                  <a:cubicBezTo>
                    <a:pt x="385082" y="2241227"/>
                    <a:pt x="385843" y="2241690"/>
                    <a:pt x="386240" y="2242087"/>
                  </a:cubicBezTo>
                  <a:close/>
                  <a:moveTo>
                    <a:pt x="1441927" y="2258888"/>
                  </a:moveTo>
                  <a:cubicBezTo>
                    <a:pt x="1442192" y="2258954"/>
                    <a:pt x="1442655" y="2258194"/>
                    <a:pt x="1443052" y="2257797"/>
                  </a:cubicBezTo>
                  <a:cubicBezTo>
                    <a:pt x="1442291" y="2257367"/>
                    <a:pt x="1441531" y="2256937"/>
                    <a:pt x="1440803" y="2256540"/>
                  </a:cubicBezTo>
                  <a:cubicBezTo>
                    <a:pt x="1440340" y="2257003"/>
                    <a:pt x="1439943" y="2257400"/>
                    <a:pt x="1439579" y="2257797"/>
                  </a:cubicBezTo>
                  <a:cubicBezTo>
                    <a:pt x="1440340" y="2258194"/>
                    <a:pt x="1441101" y="2258690"/>
                    <a:pt x="1441927" y="2258888"/>
                  </a:cubicBezTo>
                  <a:close/>
                  <a:moveTo>
                    <a:pt x="1109412" y="160742"/>
                  </a:moveTo>
                  <a:cubicBezTo>
                    <a:pt x="1109015" y="161503"/>
                    <a:pt x="1108585" y="162264"/>
                    <a:pt x="1108189" y="162991"/>
                  </a:cubicBezTo>
                  <a:cubicBezTo>
                    <a:pt x="1108652" y="163454"/>
                    <a:pt x="1109049" y="163851"/>
                    <a:pt x="1109412" y="164215"/>
                  </a:cubicBezTo>
                  <a:cubicBezTo>
                    <a:pt x="1109809" y="163454"/>
                    <a:pt x="1110338" y="162694"/>
                    <a:pt x="1110504" y="161900"/>
                  </a:cubicBezTo>
                  <a:cubicBezTo>
                    <a:pt x="1110570" y="161602"/>
                    <a:pt x="1109809" y="161139"/>
                    <a:pt x="1109412" y="160742"/>
                  </a:cubicBezTo>
                  <a:close/>
                  <a:moveTo>
                    <a:pt x="532951" y="2252538"/>
                  </a:moveTo>
                  <a:cubicBezTo>
                    <a:pt x="533381" y="2251778"/>
                    <a:pt x="533811" y="2251050"/>
                    <a:pt x="534208" y="2250289"/>
                  </a:cubicBezTo>
                  <a:cubicBezTo>
                    <a:pt x="533745" y="2249826"/>
                    <a:pt x="533348" y="2249462"/>
                    <a:pt x="532951" y="2249066"/>
                  </a:cubicBezTo>
                  <a:cubicBezTo>
                    <a:pt x="532588" y="2249826"/>
                    <a:pt x="532058" y="2250587"/>
                    <a:pt x="531860" y="2251414"/>
                  </a:cubicBezTo>
                  <a:cubicBezTo>
                    <a:pt x="531794" y="2251678"/>
                    <a:pt x="532588" y="2252174"/>
                    <a:pt x="532951" y="2252538"/>
                  </a:cubicBezTo>
                  <a:close/>
                  <a:moveTo>
                    <a:pt x="546941" y="2231603"/>
                  </a:moveTo>
                  <a:cubicBezTo>
                    <a:pt x="546544" y="2232000"/>
                    <a:pt x="545784" y="2232463"/>
                    <a:pt x="545850" y="2232761"/>
                  </a:cubicBezTo>
                  <a:cubicBezTo>
                    <a:pt x="546048" y="2233554"/>
                    <a:pt x="546544" y="2234315"/>
                    <a:pt x="546941" y="2235076"/>
                  </a:cubicBezTo>
                  <a:cubicBezTo>
                    <a:pt x="547338" y="2234712"/>
                    <a:pt x="547702" y="2234315"/>
                    <a:pt x="548198" y="2233852"/>
                  </a:cubicBezTo>
                  <a:cubicBezTo>
                    <a:pt x="547768" y="2233124"/>
                    <a:pt x="547371" y="2232364"/>
                    <a:pt x="546941" y="2231603"/>
                  </a:cubicBezTo>
                  <a:close/>
                  <a:moveTo>
                    <a:pt x="438032" y="2230942"/>
                  </a:moveTo>
                  <a:cubicBezTo>
                    <a:pt x="438859" y="2230776"/>
                    <a:pt x="439620" y="2230247"/>
                    <a:pt x="440380" y="2229850"/>
                  </a:cubicBezTo>
                  <a:cubicBezTo>
                    <a:pt x="439983" y="2229453"/>
                    <a:pt x="439620" y="2229090"/>
                    <a:pt x="439157" y="2228627"/>
                  </a:cubicBezTo>
                  <a:cubicBezTo>
                    <a:pt x="438396" y="2229023"/>
                    <a:pt x="437635" y="2229420"/>
                    <a:pt x="436908" y="2229850"/>
                  </a:cubicBezTo>
                  <a:cubicBezTo>
                    <a:pt x="437271" y="2230247"/>
                    <a:pt x="437767" y="2231008"/>
                    <a:pt x="438032" y="2230942"/>
                  </a:cubicBezTo>
                  <a:close/>
                  <a:moveTo>
                    <a:pt x="959790" y="143941"/>
                  </a:moveTo>
                  <a:cubicBezTo>
                    <a:pt x="958964" y="144107"/>
                    <a:pt x="958236" y="144636"/>
                    <a:pt x="957442" y="145033"/>
                  </a:cubicBezTo>
                  <a:cubicBezTo>
                    <a:pt x="957839" y="145430"/>
                    <a:pt x="958236" y="145793"/>
                    <a:pt x="958699" y="146256"/>
                  </a:cubicBezTo>
                  <a:cubicBezTo>
                    <a:pt x="959427" y="145860"/>
                    <a:pt x="960187" y="145430"/>
                    <a:pt x="960948" y="145033"/>
                  </a:cubicBezTo>
                  <a:cubicBezTo>
                    <a:pt x="960551" y="144636"/>
                    <a:pt x="960088" y="143875"/>
                    <a:pt x="959790" y="143941"/>
                  </a:cubicBezTo>
                  <a:close/>
                  <a:moveTo>
                    <a:pt x="1350481" y="2297947"/>
                  </a:moveTo>
                  <a:cubicBezTo>
                    <a:pt x="1350878" y="2297551"/>
                    <a:pt x="1351241" y="2297187"/>
                    <a:pt x="1351738" y="2296724"/>
                  </a:cubicBezTo>
                  <a:cubicBezTo>
                    <a:pt x="1351308" y="2295996"/>
                    <a:pt x="1350911" y="2295235"/>
                    <a:pt x="1350481" y="2294475"/>
                  </a:cubicBezTo>
                  <a:cubicBezTo>
                    <a:pt x="1350084" y="2294839"/>
                    <a:pt x="1349323" y="2295335"/>
                    <a:pt x="1349389" y="2295599"/>
                  </a:cubicBezTo>
                  <a:cubicBezTo>
                    <a:pt x="1349555" y="2296426"/>
                    <a:pt x="1350084" y="2297187"/>
                    <a:pt x="1350481" y="2297947"/>
                  </a:cubicBezTo>
                  <a:close/>
                  <a:moveTo>
                    <a:pt x="1412129" y="2261799"/>
                  </a:moveTo>
                  <a:cubicBezTo>
                    <a:pt x="1412592" y="2262262"/>
                    <a:pt x="1412989" y="2262659"/>
                    <a:pt x="1413352" y="2263022"/>
                  </a:cubicBezTo>
                  <a:cubicBezTo>
                    <a:pt x="1413749" y="2262262"/>
                    <a:pt x="1414278" y="2261501"/>
                    <a:pt x="1414444" y="2260674"/>
                  </a:cubicBezTo>
                  <a:cubicBezTo>
                    <a:pt x="1414510" y="2260410"/>
                    <a:pt x="1413749" y="2259914"/>
                    <a:pt x="1413352" y="2259550"/>
                  </a:cubicBezTo>
                  <a:cubicBezTo>
                    <a:pt x="1412956" y="2260310"/>
                    <a:pt x="1412526" y="2261071"/>
                    <a:pt x="1412129" y="2261799"/>
                  </a:cubicBezTo>
                  <a:close/>
                  <a:moveTo>
                    <a:pt x="1147843" y="153764"/>
                  </a:moveTo>
                  <a:cubicBezTo>
                    <a:pt x="1147446" y="154525"/>
                    <a:pt x="1147016" y="155285"/>
                    <a:pt x="1146619" y="156013"/>
                  </a:cubicBezTo>
                  <a:cubicBezTo>
                    <a:pt x="1147082" y="156476"/>
                    <a:pt x="1147446" y="156840"/>
                    <a:pt x="1147843" y="157237"/>
                  </a:cubicBezTo>
                  <a:cubicBezTo>
                    <a:pt x="1148240" y="156476"/>
                    <a:pt x="1148769" y="155715"/>
                    <a:pt x="1148934" y="154888"/>
                  </a:cubicBezTo>
                  <a:cubicBezTo>
                    <a:pt x="1149001" y="154624"/>
                    <a:pt x="1148240" y="154161"/>
                    <a:pt x="1147843" y="153764"/>
                  </a:cubicBezTo>
                  <a:close/>
                  <a:moveTo>
                    <a:pt x="1406870" y="2274003"/>
                  </a:moveTo>
                  <a:cubicBezTo>
                    <a:pt x="1406143" y="2274433"/>
                    <a:pt x="1405382" y="2274829"/>
                    <a:pt x="1404621" y="2275259"/>
                  </a:cubicBezTo>
                  <a:cubicBezTo>
                    <a:pt x="1405018" y="2275656"/>
                    <a:pt x="1405481" y="2276417"/>
                    <a:pt x="1405779" y="2276351"/>
                  </a:cubicBezTo>
                  <a:cubicBezTo>
                    <a:pt x="1406606" y="2276152"/>
                    <a:pt x="1407366" y="2275656"/>
                    <a:pt x="1408127" y="2275259"/>
                  </a:cubicBezTo>
                  <a:cubicBezTo>
                    <a:pt x="1407730" y="2274862"/>
                    <a:pt x="1407366" y="2274466"/>
                    <a:pt x="1406870" y="2274003"/>
                  </a:cubicBezTo>
                  <a:close/>
                  <a:moveTo>
                    <a:pt x="1981082" y="158989"/>
                  </a:moveTo>
                  <a:cubicBezTo>
                    <a:pt x="1980321" y="158593"/>
                    <a:pt x="1979561" y="158163"/>
                    <a:pt x="1978833" y="157766"/>
                  </a:cubicBezTo>
                  <a:cubicBezTo>
                    <a:pt x="1978370" y="158229"/>
                    <a:pt x="1977973" y="158626"/>
                    <a:pt x="1977576" y="158989"/>
                  </a:cubicBezTo>
                  <a:cubicBezTo>
                    <a:pt x="1978370" y="159386"/>
                    <a:pt x="1979131" y="159915"/>
                    <a:pt x="1979925" y="160081"/>
                  </a:cubicBezTo>
                  <a:cubicBezTo>
                    <a:pt x="1980222" y="160147"/>
                    <a:pt x="1980685" y="159386"/>
                    <a:pt x="1981082" y="158989"/>
                  </a:cubicBezTo>
                  <a:close/>
                  <a:moveTo>
                    <a:pt x="438627" y="2165259"/>
                  </a:moveTo>
                  <a:cubicBezTo>
                    <a:pt x="438793" y="2164961"/>
                    <a:pt x="438958" y="2164697"/>
                    <a:pt x="439090" y="2164399"/>
                  </a:cubicBezTo>
                  <a:cubicBezTo>
                    <a:pt x="438892" y="2164630"/>
                    <a:pt x="438660" y="2164862"/>
                    <a:pt x="438462" y="2165093"/>
                  </a:cubicBezTo>
                  <a:cubicBezTo>
                    <a:pt x="438528" y="2165160"/>
                    <a:pt x="438594" y="2165193"/>
                    <a:pt x="438627" y="2165259"/>
                  </a:cubicBezTo>
                  <a:close/>
                  <a:moveTo>
                    <a:pt x="468327" y="2160000"/>
                  </a:moveTo>
                  <a:cubicBezTo>
                    <a:pt x="467930" y="2159636"/>
                    <a:pt x="467467" y="2158843"/>
                    <a:pt x="467169" y="2158909"/>
                  </a:cubicBezTo>
                  <a:cubicBezTo>
                    <a:pt x="466376" y="2159107"/>
                    <a:pt x="465615" y="2159636"/>
                    <a:pt x="464821" y="2160000"/>
                  </a:cubicBezTo>
                  <a:cubicBezTo>
                    <a:pt x="465218" y="2160397"/>
                    <a:pt x="465681" y="2161158"/>
                    <a:pt x="465979" y="2161092"/>
                  </a:cubicBezTo>
                  <a:cubicBezTo>
                    <a:pt x="466805" y="2160926"/>
                    <a:pt x="467566" y="2160397"/>
                    <a:pt x="468327" y="2160000"/>
                  </a:cubicBezTo>
                  <a:close/>
                  <a:moveTo>
                    <a:pt x="946958" y="211377"/>
                  </a:moveTo>
                  <a:cubicBezTo>
                    <a:pt x="946197" y="210947"/>
                    <a:pt x="945437" y="210550"/>
                    <a:pt x="944709" y="210153"/>
                  </a:cubicBezTo>
                  <a:cubicBezTo>
                    <a:pt x="944246" y="210616"/>
                    <a:pt x="943849" y="210980"/>
                    <a:pt x="943485" y="211377"/>
                  </a:cubicBezTo>
                  <a:cubicBezTo>
                    <a:pt x="944246" y="211774"/>
                    <a:pt x="945007" y="212303"/>
                    <a:pt x="945801" y="212468"/>
                  </a:cubicBezTo>
                  <a:cubicBezTo>
                    <a:pt x="946098" y="212535"/>
                    <a:pt x="946561" y="211774"/>
                    <a:pt x="946958" y="211377"/>
                  </a:cubicBezTo>
                  <a:close/>
                  <a:moveTo>
                    <a:pt x="463101" y="2144291"/>
                  </a:moveTo>
                  <a:cubicBezTo>
                    <a:pt x="463498" y="2143530"/>
                    <a:pt x="463928" y="2142769"/>
                    <a:pt x="464325" y="2142042"/>
                  </a:cubicBezTo>
                  <a:cubicBezTo>
                    <a:pt x="463862" y="2141579"/>
                    <a:pt x="463498" y="2141182"/>
                    <a:pt x="463101" y="2140818"/>
                  </a:cubicBezTo>
                  <a:cubicBezTo>
                    <a:pt x="462704" y="2141579"/>
                    <a:pt x="462175" y="2142339"/>
                    <a:pt x="462010" y="2143166"/>
                  </a:cubicBezTo>
                  <a:cubicBezTo>
                    <a:pt x="461944" y="2143431"/>
                    <a:pt x="462704" y="2143894"/>
                    <a:pt x="463101" y="2144291"/>
                  </a:cubicBezTo>
                  <a:close/>
                  <a:moveTo>
                    <a:pt x="585372" y="2151269"/>
                  </a:moveTo>
                  <a:cubicBezTo>
                    <a:pt x="585769" y="2150905"/>
                    <a:pt x="586529" y="2150409"/>
                    <a:pt x="586463" y="2150145"/>
                  </a:cubicBezTo>
                  <a:cubicBezTo>
                    <a:pt x="586265" y="2149318"/>
                    <a:pt x="585769" y="2148557"/>
                    <a:pt x="585372" y="2147796"/>
                  </a:cubicBezTo>
                  <a:cubicBezTo>
                    <a:pt x="584975" y="2148193"/>
                    <a:pt x="584611" y="2148557"/>
                    <a:pt x="584115" y="2149020"/>
                  </a:cubicBezTo>
                  <a:cubicBezTo>
                    <a:pt x="584545" y="2149781"/>
                    <a:pt x="584942" y="2150508"/>
                    <a:pt x="585372" y="2151269"/>
                  </a:cubicBezTo>
                  <a:close/>
                  <a:moveTo>
                    <a:pt x="1991566" y="190442"/>
                  </a:moveTo>
                  <a:cubicBezTo>
                    <a:pt x="1991963" y="190806"/>
                    <a:pt x="1992426" y="191599"/>
                    <a:pt x="1992724" y="191533"/>
                  </a:cubicBezTo>
                  <a:cubicBezTo>
                    <a:pt x="1993551" y="191335"/>
                    <a:pt x="1994278" y="190806"/>
                    <a:pt x="1995072" y="190442"/>
                  </a:cubicBezTo>
                  <a:cubicBezTo>
                    <a:pt x="1994675" y="190045"/>
                    <a:pt x="1994278" y="189648"/>
                    <a:pt x="1993815" y="189185"/>
                  </a:cubicBezTo>
                  <a:cubicBezTo>
                    <a:pt x="1993088" y="189582"/>
                    <a:pt x="1992327" y="190012"/>
                    <a:pt x="1991566" y="190442"/>
                  </a:cubicBezTo>
                  <a:close/>
                  <a:moveTo>
                    <a:pt x="413095" y="2208320"/>
                  </a:moveTo>
                  <a:cubicBezTo>
                    <a:pt x="413260" y="2209114"/>
                    <a:pt x="413790" y="2209874"/>
                    <a:pt x="414186" y="2210635"/>
                  </a:cubicBezTo>
                  <a:cubicBezTo>
                    <a:pt x="414583" y="2210271"/>
                    <a:pt x="415344" y="2209775"/>
                    <a:pt x="415278" y="2209510"/>
                  </a:cubicBezTo>
                  <a:cubicBezTo>
                    <a:pt x="415079" y="2208684"/>
                    <a:pt x="414583" y="2207923"/>
                    <a:pt x="414186" y="2207162"/>
                  </a:cubicBezTo>
                  <a:cubicBezTo>
                    <a:pt x="413790" y="2207559"/>
                    <a:pt x="413029" y="2208022"/>
                    <a:pt x="413095" y="2208320"/>
                  </a:cubicBezTo>
                  <a:close/>
                  <a:moveTo>
                    <a:pt x="1359212" y="2215893"/>
                  </a:moveTo>
                  <a:cubicBezTo>
                    <a:pt x="1358451" y="2215497"/>
                    <a:pt x="1357691" y="2214967"/>
                    <a:pt x="1356864" y="2214802"/>
                  </a:cubicBezTo>
                  <a:cubicBezTo>
                    <a:pt x="1356566" y="2214736"/>
                    <a:pt x="1356103" y="2215497"/>
                    <a:pt x="1355706" y="2215893"/>
                  </a:cubicBezTo>
                  <a:cubicBezTo>
                    <a:pt x="1356467" y="2216290"/>
                    <a:pt x="1357228" y="2216720"/>
                    <a:pt x="1357955" y="2217117"/>
                  </a:cubicBezTo>
                  <a:cubicBezTo>
                    <a:pt x="1358451" y="2216654"/>
                    <a:pt x="1358815" y="2216257"/>
                    <a:pt x="1359212" y="2215893"/>
                  </a:cubicBezTo>
                  <a:close/>
                  <a:moveTo>
                    <a:pt x="489791" y="2215397"/>
                  </a:moveTo>
                  <a:cubicBezTo>
                    <a:pt x="490188" y="2216125"/>
                    <a:pt x="490618" y="2216886"/>
                    <a:pt x="491048" y="2217646"/>
                  </a:cubicBezTo>
                  <a:cubicBezTo>
                    <a:pt x="491412" y="2217249"/>
                    <a:pt x="492205" y="2216786"/>
                    <a:pt x="492139" y="2216489"/>
                  </a:cubicBezTo>
                  <a:cubicBezTo>
                    <a:pt x="491941" y="2215662"/>
                    <a:pt x="491412" y="2214934"/>
                    <a:pt x="491048" y="2214141"/>
                  </a:cubicBezTo>
                  <a:cubicBezTo>
                    <a:pt x="490651" y="2214537"/>
                    <a:pt x="490254" y="2214934"/>
                    <a:pt x="489791" y="2215397"/>
                  </a:cubicBezTo>
                  <a:close/>
                  <a:moveTo>
                    <a:pt x="1433825" y="2197174"/>
                  </a:moveTo>
                  <a:cubicBezTo>
                    <a:pt x="1433362" y="2197637"/>
                    <a:pt x="1432965" y="2198034"/>
                    <a:pt x="1432601" y="2198431"/>
                  </a:cubicBezTo>
                  <a:cubicBezTo>
                    <a:pt x="1433362" y="2198828"/>
                    <a:pt x="1434122" y="2199324"/>
                    <a:pt x="1434916" y="2199522"/>
                  </a:cubicBezTo>
                  <a:cubicBezTo>
                    <a:pt x="1435214" y="2199589"/>
                    <a:pt x="1435677" y="2198828"/>
                    <a:pt x="1436074" y="2198431"/>
                  </a:cubicBezTo>
                  <a:cubicBezTo>
                    <a:pt x="1435313" y="2198001"/>
                    <a:pt x="1434552" y="2197571"/>
                    <a:pt x="1433825" y="2197174"/>
                  </a:cubicBezTo>
                  <a:close/>
                  <a:moveTo>
                    <a:pt x="1331927" y="2197836"/>
                  </a:moveTo>
                  <a:cubicBezTo>
                    <a:pt x="1332092" y="2198662"/>
                    <a:pt x="1332621" y="2199390"/>
                    <a:pt x="1333018" y="2200184"/>
                  </a:cubicBezTo>
                  <a:cubicBezTo>
                    <a:pt x="1333382" y="2199787"/>
                    <a:pt x="1334176" y="2199324"/>
                    <a:pt x="1334110" y="2199026"/>
                  </a:cubicBezTo>
                  <a:cubicBezTo>
                    <a:pt x="1333911" y="2198199"/>
                    <a:pt x="1333382" y="2197472"/>
                    <a:pt x="1333018" y="2196678"/>
                  </a:cubicBezTo>
                  <a:cubicBezTo>
                    <a:pt x="1332621" y="2197075"/>
                    <a:pt x="1331861" y="2197538"/>
                    <a:pt x="1331927" y="2197836"/>
                  </a:cubicBezTo>
                  <a:close/>
                  <a:moveTo>
                    <a:pt x="1292835" y="2397464"/>
                  </a:moveTo>
                  <a:cubicBezTo>
                    <a:pt x="1293232" y="2397861"/>
                    <a:pt x="1293695" y="2398621"/>
                    <a:pt x="1293992" y="2398555"/>
                  </a:cubicBezTo>
                  <a:cubicBezTo>
                    <a:pt x="1294819" y="2398390"/>
                    <a:pt x="1295547" y="2397861"/>
                    <a:pt x="1296340" y="2397464"/>
                  </a:cubicBezTo>
                  <a:cubicBezTo>
                    <a:pt x="1295944" y="2397100"/>
                    <a:pt x="1295547" y="2396703"/>
                    <a:pt x="1295084" y="2396240"/>
                  </a:cubicBezTo>
                  <a:cubicBezTo>
                    <a:pt x="1294356" y="2396637"/>
                    <a:pt x="1293595" y="2397067"/>
                    <a:pt x="1292835" y="2397464"/>
                  </a:cubicBezTo>
                  <a:close/>
                  <a:moveTo>
                    <a:pt x="1394137" y="2400970"/>
                  </a:moveTo>
                  <a:cubicBezTo>
                    <a:pt x="1394898" y="2401399"/>
                    <a:pt x="1395658" y="2401796"/>
                    <a:pt x="1396386" y="2402226"/>
                  </a:cubicBezTo>
                  <a:cubicBezTo>
                    <a:pt x="1396882" y="2401763"/>
                    <a:pt x="1397246" y="2401366"/>
                    <a:pt x="1397643" y="2400970"/>
                  </a:cubicBezTo>
                  <a:cubicBezTo>
                    <a:pt x="1396882" y="2400573"/>
                    <a:pt x="1396121" y="2400077"/>
                    <a:pt x="1395295" y="2399878"/>
                  </a:cubicBezTo>
                  <a:cubicBezTo>
                    <a:pt x="1394997" y="2399812"/>
                    <a:pt x="1394534" y="2400573"/>
                    <a:pt x="1394137" y="2400970"/>
                  </a:cubicBezTo>
                  <a:close/>
                  <a:moveTo>
                    <a:pt x="1982603" y="56033"/>
                  </a:moveTo>
                  <a:cubicBezTo>
                    <a:pt x="1981148" y="55339"/>
                    <a:pt x="1980421" y="56033"/>
                    <a:pt x="1981148" y="57489"/>
                  </a:cubicBezTo>
                  <a:cubicBezTo>
                    <a:pt x="1981479" y="58216"/>
                    <a:pt x="1982438" y="58679"/>
                    <a:pt x="1983199" y="59076"/>
                  </a:cubicBezTo>
                  <a:cubicBezTo>
                    <a:pt x="1983331" y="59142"/>
                    <a:pt x="1983893" y="58415"/>
                    <a:pt x="1984290" y="58018"/>
                  </a:cubicBezTo>
                  <a:cubicBezTo>
                    <a:pt x="1983761" y="57323"/>
                    <a:pt x="1983331" y="56364"/>
                    <a:pt x="1982603" y="56033"/>
                  </a:cubicBezTo>
                  <a:close/>
                  <a:moveTo>
                    <a:pt x="1409648" y="69990"/>
                  </a:moveTo>
                  <a:cubicBezTo>
                    <a:pt x="1408921" y="69660"/>
                    <a:pt x="1408391" y="69660"/>
                    <a:pt x="1408127" y="69924"/>
                  </a:cubicBezTo>
                  <a:cubicBezTo>
                    <a:pt x="1408127" y="69924"/>
                    <a:pt x="1408127" y="69924"/>
                    <a:pt x="1408127" y="69957"/>
                  </a:cubicBezTo>
                  <a:cubicBezTo>
                    <a:pt x="1408094" y="69957"/>
                    <a:pt x="1408094" y="69957"/>
                    <a:pt x="1408094" y="69957"/>
                  </a:cubicBezTo>
                  <a:cubicBezTo>
                    <a:pt x="1407829" y="70222"/>
                    <a:pt x="1407829" y="70751"/>
                    <a:pt x="1408193" y="71479"/>
                  </a:cubicBezTo>
                  <a:cubicBezTo>
                    <a:pt x="1408524" y="72173"/>
                    <a:pt x="1409450" y="72636"/>
                    <a:pt x="1410210" y="73066"/>
                  </a:cubicBezTo>
                  <a:cubicBezTo>
                    <a:pt x="1410343" y="73132"/>
                    <a:pt x="1410938" y="72371"/>
                    <a:pt x="1411335" y="71975"/>
                  </a:cubicBezTo>
                  <a:cubicBezTo>
                    <a:pt x="1410773" y="71313"/>
                    <a:pt x="1410376" y="70354"/>
                    <a:pt x="1409648" y="69990"/>
                  </a:cubicBezTo>
                  <a:close/>
                  <a:moveTo>
                    <a:pt x="1968845" y="80408"/>
                  </a:moveTo>
                  <a:cubicBezTo>
                    <a:pt x="1969242" y="80044"/>
                    <a:pt x="1970003" y="79548"/>
                    <a:pt x="1969937" y="79284"/>
                  </a:cubicBezTo>
                  <a:cubicBezTo>
                    <a:pt x="1969771" y="78457"/>
                    <a:pt x="1969242" y="77696"/>
                    <a:pt x="1968845" y="76936"/>
                  </a:cubicBezTo>
                  <a:cubicBezTo>
                    <a:pt x="1968481" y="77332"/>
                    <a:pt x="1968084" y="77696"/>
                    <a:pt x="1967621" y="78159"/>
                  </a:cubicBezTo>
                  <a:cubicBezTo>
                    <a:pt x="1968018" y="78887"/>
                    <a:pt x="1968448" y="79648"/>
                    <a:pt x="1968845" y="80408"/>
                  </a:cubicBezTo>
                  <a:close/>
                  <a:moveTo>
                    <a:pt x="545850" y="2389890"/>
                  </a:moveTo>
                  <a:cubicBezTo>
                    <a:pt x="546048" y="2390717"/>
                    <a:pt x="546544" y="2391478"/>
                    <a:pt x="546941" y="2392238"/>
                  </a:cubicBezTo>
                  <a:cubicBezTo>
                    <a:pt x="547338" y="2391841"/>
                    <a:pt x="547702" y="2391478"/>
                    <a:pt x="548198" y="2391015"/>
                  </a:cubicBezTo>
                  <a:cubicBezTo>
                    <a:pt x="547768" y="2390254"/>
                    <a:pt x="547371" y="2389493"/>
                    <a:pt x="546941" y="2388766"/>
                  </a:cubicBezTo>
                  <a:cubicBezTo>
                    <a:pt x="546544" y="2389129"/>
                    <a:pt x="545784" y="2389592"/>
                    <a:pt x="545850" y="2389890"/>
                  </a:cubicBezTo>
                  <a:close/>
                  <a:moveTo>
                    <a:pt x="1437826" y="2388766"/>
                  </a:moveTo>
                  <a:cubicBezTo>
                    <a:pt x="1438223" y="2388005"/>
                    <a:pt x="1438653" y="2387244"/>
                    <a:pt x="1439050" y="2386517"/>
                  </a:cubicBezTo>
                  <a:cubicBezTo>
                    <a:pt x="1438587" y="2386021"/>
                    <a:pt x="1438223" y="2385657"/>
                    <a:pt x="1437826" y="2385260"/>
                  </a:cubicBezTo>
                  <a:cubicBezTo>
                    <a:pt x="1437430" y="2386021"/>
                    <a:pt x="1436900" y="2386781"/>
                    <a:pt x="1436735" y="2387608"/>
                  </a:cubicBezTo>
                  <a:cubicBezTo>
                    <a:pt x="1436669" y="2387873"/>
                    <a:pt x="1437430" y="2388369"/>
                    <a:pt x="1437826" y="2388766"/>
                  </a:cubicBezTo>
                  <a:close/>
                  <a:moveTo>
                    <a:pt x="1408127" y="69924"/>
                  </a:moveTo>
                  <a:cubicBezTo>
                    <a:pt x="1407796" y="69031"/>
                    <a:pt x="1407631" y="68039"/>
                    <a:pt x="1407135" y="67245"/>
                  </a:cubicBezTo>
                  <a:cubicBezTo>
                    <a:pt x="1406539" y="66319"/>
                    <a:pt x="1405481" y="66551"/>
                    <a:pt x="1405051" y="67907"/>
                  </a:cubicBezTo>
                  <a:cubicBezTo>
                    <a:pt x="1404919" y="68403"/>
                    <a:pt x="1406043" y="69263"/>
                    <a:pt x="1406572" y="69957"/>
                  </a:cubicBezTo>
                  <a:cubicBezTo>
                    <a:pt x="1407069" y="69957"/>
                    <a:pt x="1407598" y="69957"/>
                    <a:pt x="1408094" y="69957"/>
                  </a:cubicBezTo>
                  <a:cubicBezTo>
                    <a:pt x="1408094" y="69957"/>
                    <a:pt x="1408127" y="69957"/>
                    <a:pt x="1408127" y="69957"/>
                  </a:cubicBezTo>
                  <a:cubicBezTo>
                    <a:pt x="1408127" y="69924"/>
                    <a:pt x="1408127" y="69924"/>
                    <a:pt x="1408127" y="69924"/>
                  </a:cubicBezTo>
                  <a:close/>
                  <a:moveTo>
                    <a:pt x="1434916" y="2424319"/>
                  </a:moveTo>
                  <a:cubicBezTo>
                    <a:pt x="1434089" y="2424517"/>
                    <a:pt x="1433362" y="2425014"/>
                    <a:pt x="1432568" y="2425410"/>
                  </a:cubicBezTo>
                  <a:cubicBezTo>
                    <a:pt x="1432965" y="2425807"/>
                    <a:pt x="1433428" y="2426568"/>
                    <a:pt x="1433725" y="2426502"/>
                  </a:cubicBezTo>
                  <a:cubicBezTo>
                    <a:pt x="1434552" y="2426336"/>
                    <a:pt x="1435280" y="2425807"/>
                    <a:pt x="1436074" y="2425410"/>
                  </a:cubicBezTo>
                  <a:cubicBezTo>
                    <a:pt x="1435677" y="2425014"/>
                    <a:pt x="1435214" y="2424253"/>
                    <a:pt x="1434916" y="2424319"/>
                  </a:cubicBezTo>
                  <a:close/>
                  <a:moveTo>
                    <a:pt x="1405283" y="2424815"/>
                  </a:moveTo>
                  <a:cubicBezTo>
                    <a:pt x="1405481" y="2425642"/>
                    <a:pt x="1405977" y="2426403"/>
                    <a:pt x="1406374" y="2427163"/>
                  </a:cubicBezTo>
                  <a:cubicBezTo>
                    <a:pt x="1406771" y="2426766"/>
                    <a:pt x="1407532" y="2426303"/>
                    <a:pt x="1407465" y="2426006"/>
                  </a:cubicBezTo>
                  <a:cubicBezTo>
                    <a:pt x="1407300" y="2425179"/>
                    <a:pt x="1406771" y="2424451"/>
                    <a:pt x="1406374" y="2423658"/>
                  </a:cubicBezTo>
                  <a:cubicBezTo>
                    <a:pt x="1405977" y="2424054"/>
                    <a:pt x="1405216" y="2424517"/>
                    <a:pt x="1405283" y="2424815"/>
                  </a:cubicBezTo>
                  <a:close/>
                  <a:moveTo>
                    <a:pt x="1558840" y="2443369"/>
                  </a:moveTo>
                  <a:cubicBezTo>
                    <a:pt x="1559336" y="2443832"/>
                    <a:pt x="1559700" y="2444229"/>
                    <a:pt x="1560097" y="2444626"/>
                  </a:cubicBezTo>
                  <a:cubicBezTo>
                    <a:pt x="1560494" y="2443832"/>
                    <a:pt x="1560990" y="2443104"/>
                    <a:pt x="1561188" y="2442278"/>
                  </a:cubicBezTo>
                  <a:cubicBezTo>
                    <a:pt x="1561255" y="2441980"/>
                    <a:pt x="1560494" y="2441517"/>
                    <a:pt x="1560097" y="2441120"/>
                  </a:cubicBezTo>
                  <a:cubicBezTo>
                    <a:pt x="1559667" y="2441881"/>
                    <a:pt x="1559270" y="2442641"/>
                    <a:pt x="1558840" y="2443369"/>
                  </a:cubicBezTo>
                  <a:close/>
                  <a:moveTo>
                    <a:pt x="264565" y="2443964"/>
                  </a:moveTo>
                  <a:cubicBezTo>
                    <a:pt x="264829" y="2444030"/>
                    <a:pt x="265292" y="2443270"/>
                    <a:pt x="265689" y="2442873"/>
                  </a:cubicBezTo>
                  <a:cubicBezTo>
                    <a:pt x="264928" y="2442476"/>
                    <a:pt x="264168" y="2442046"/>
                    <a:pt x="263440" y="2441649"/>
                  </a:cubicBezTo>
                  <a:cubicBezTo>
                    <a:pt x="262977" y="2442112"/>
                    <a:pt x="262613" y="2442476"/>
                    <a:pt x="262216" y="2442873"/>
                  </a:cubicBezTo>
                  <a:cubicBezTo>
                    <a:pt x="262977" y="2443270"/>
                    <a:pt x="263738" y="2443799"/>
                    <a:pt x="264565" y="2443964"/>
                  </a:cubicBezTo>
                  <a:close/>
                  <a:moveTo>
                    <a:pt x="1458795" y="2413206"/>
                  </a:moveTo>
                  <a:cubicBezTo>
                    <a:pt x="1459191" y="2412446"/>
                    <a:pt x="1459621" y="2411685"/>
                    <a:pt x="1460018" y="2410958"/>
                  </a:cubicBezTo>
                  <a:cubicBezTo>
                    <a:pt x="1459555" y="2410495"/>
                    <a:pt x="1459158" y="2410098"/>
                    <a:pt x="1458795" y="2409701"/>
                  </a:cubicBezTo>
                  <a:cubicBezTo>
                    <a:pt x="1458398" y="2410495"/>
                    <a:pt x="1457869" y="2411222"/>
                    <a:pt x="1457703" y="2412049"/>
                  </a:cubicBezTo>
                  <a:cubicBezTo>
                    <a:pt x="1457637" y="2412347"/>
                    <a:pt x="1458398" y="2412810"/>
                    <a:pt x="1458795" y="2413206"/>
                  </a:cubicBezTo>
                  <a:close/>
                  <a:moveTo>
                    <a:pt x="1368539" y="2406856"/>
                  </a:moveTo>
                  <a:cubicBezTo>
                    <a:pt x="1367712" y="2407055"/>
                    <a:pt x="1366984" y="2407584"/>
                    <a:pt x="1366190" y="2407948"/>
                  </a:cubicBezTo>
                  <a:cubicBezTo>
                    <a:pt x="1366587" y="2408345"/>
                    <a:pt x="1366984" y="2408742"/>
                    <a:pt x="1367447" y="2409205"/>
                  </a:cubicBezTo>
                  <a:cubicBezTo>
                    <a:pt x="1368175" y="2408808"/>
                    <a:pt x="1368935" y="2408378"/>
                    <a:pt x="1369696" y="2407948"/>
                  </a:cubicBezTo>
                  <a:cubicBezTo>
                    <a:pt x="1369299" y="2407584"/>
                    <a:pt x="1368836" y="2406790"/>
                    <a:pt x="1368539" y="2406856"/>
                  </a:cubicBezTo>
                  <a:close/>
                  <a:moveTo>
                    <a:pt x="1287576" y="2409701"/>
                  </a:moveTo>
                  <a:cubicBezTo>
                    <a:pt x="1287973" y="2409304"/>
                    <a:pt x="1288767" y="2408841"/>
                    <a:pt x="1288701" y="2408543"/>
                  </a:cubicBezTo>
                  <a:cubicBezTo>
                    <a:pt x="1288502" y="2407716"/>
                    <a:pt x="1287973" y="2406989"/>
                    <a:pt x="1287576" y="2406195"/>
                  </a:cubicBezTo>
                  <a:cubicBezTo>
                    <a:pt x="1287212" y="2406592"/>
                    <a:pt x="1286815" y="2406989"/>
                    <a:pt x="1286352" y="2407452"/>
                  </a:cubicBezTo>
                  <a:cubicBezTo>
                    <a:pt x="1286749" y="2408179"/>
                    <a:pt x="1287179" y="2408940"/>
                    <a:pt x="1287576" y="2409701"/>
                  </a:cubicBezTo>
                  <a:close/>
                  <a:moveTo>
                    <a:pt x="1321443" y="2403880"/>
                  </a:moveTo>
                  <a:cubicBezTo>
                    <a:pt x="1321608" y="2404674"/>
                    <a:pt x="1322137" y="2405434"/>
                    <a:pt x="1322534" y="2406195"/>
                  </a:cubicBezTo>
                  <a:cubicBezTo>
                    <a:pt x="1322931" y="2405831"/>
                    <a:pt x="1323295" y="2405434"/>
                    <a:pt x="1323758" y="2404971"/>
                  </a:cubicBezTo>
                  <a:cubicBezTo>
                    <a:pt x="1323361" y="2404244"/>
                    <a:pt x="1322964" y="2403483"/>
                    <a:pt x="1322534" y="2402722"/>
                  </a:cubicBezTo>
                  <a:cubicBezTo>
                    <a:pt x="1322137" y="2403119"/>
                    <a:pt x="1321377" y="2403582"/>
                    <a:pt x="1321443" y="2403880"/>
                  </a:cubicBezTo>
                  <a:close/>
                  <a:moveTo>
                    <a:pt x="1534399" y="2418928"/>
                  </a:moveTo>
                  <a:cubicBezTo>
                    <a:pt x="1534862" y="2419391"/>
                    <a:pt x="1535259" y="2419788"/>
                    <a:pt x="1535656" y="2420185"/>
                  </a:cubicBezTo>
                  <a:cubicBezTo>
                    <a:pt x="1536020" y="2419391"/>
                    <a:pt x="1536549" y="2418664"/>
                    <a:pt x="1536747" y="2417837"/>
                  </a:cubicBezTo>
                  <a:cubicBezTo>
                    <a:pt x="1536814" y="2417539"/>
                    <a:pt x="1536020" y="2417076"/>
                    <a:pt x="1535656" y="2416679"/>
                  </a:cubicBezTo>
                  <a:cubicBezTo>
                    <a:pt x="1535226" y="2417440"/>
                    <a:pt x="1534796" y="2418201"/>
                    <a:pt x="1534399" y="2418928"/>
                  </a:cubicBezTo>
                  <a:close/>
                  <a:moveTo>
                    <a:pt x="1296837" y="2415455"/>
                  </a:moveTo>
                  <a:cubicBezTo>
                    <a:pt x="1297300" y="2415918"/>
                    <a:pt x="1297696" y="2416282"/>
                    <a:pt x="1298093" y="2416679"/>
                  </a:cubicBezTo>
                  <a:cubicBezTo>
                    <a:pt x="1298457" y="2415918"/>
                    <a:pt x="1298986" y="2415158"/>
                    <a:pt x="1299185" y="2414331"/>
                  </a:cubicBezTo>
                  <a:cubicBezTo>
                    <a:pt x="1299251" y="2414066"/>
                    <a:pt x="1298457" y="2413570"/>
                    <a:pt x="1298093" y="2413206"/>
                  </a:cubicBezTo>
                  <a:cubicBezTo>
                    <a:pt x="1297663" y="2413967"/>
                    <a:pt x="1297233" y="2414728"/>
                    <a:pt x="1296837" y="2415455"/>
                  </a:cubicBezTo>
                  <a:close/>
                  <a:moveTo>
                    <a:pt x="1349885" y="135640"/>
                  </a:moveTo>
                  <a:cubicBezTo>
                    <a:pt x="1350712" y="135475"/>
                    <a:pt x="1351440" y="134945"/>
                    <a:pt x="1352234" y="134549"/>
                  </a:cubicBezTo>
                  <a:cubicBezTo>
                    <a:pt x="1351837" y="134152"/>
                    <a:pt x="1351374" y="133391"/>
                    <a:pt x="1351076" y="133457"/>
                  </a:cubicBezTo>
                  <a:cubicBezTo>
                    <a:pt x="1350249" y="133656"/>
                    <a:pt x="1349522" y="134152"/>
                    <a:pt x="1348728" y="134549"/>
                  </a:cubicBezTo>
                  <a:cubicBezTo>
                    <a:pt x="1349125" y="134945"/>
                    <a:pt x="1349588" y="135706"/>
                    <a:pt x="1349885" y="135640"/>
                  </a:cubicBezTo>
                  <a:close/>
                  <a:moveTo>
                    <a:pt x="1351572" y="121187"/>
                  </a:moveTo>
                  <a:cubicBezTo>
                    <a:pt x="1351374" y="120360"/>
                    <a:pt x="1350878" y="119600"/>
                    <a:pt x="1350481" y="118839"/>
                  </a:cubicBezTo>
                  <a:cubicBezTo>
                    <a:pt x="1350084" y="119236"/>
                    <a:pt x="1349323" y="119699"/>
                    <a:pt x="1349389" y="119996"/>
                  </a:cubicBezTo>
                  <a:cubicBezTo>
                    <a:pt x="1349588" y="120823"/>
                    <a:pt x="1350084" y="121551"/>
                    <a:pt x="1350481" y="122345"/>
                  </a:cubicBezTo>
                  <a:cubicBezTo>
                    <a:pt x="1350878" y="121948"/>
                    <a:pt x="1351638" y="121452"/>
                    <a:pt x="1351572" y="121187"/>
                  </a:cubicBezTo>
                  <a:close/>
                  <a:moveTo>
                    <a:pt x="1396386" y="2329896"/>
                  </a:moveTo>
                  <a:cubicBezTo>
                    <a:pt x="1395658" y="2330293"/>
                    <a:pt x="1394898" y="2330723"/>
                    <a:pt x="1394137" y="2331120"/>
                  </a:cubicBezTo>
                  <a:cubicBezTo>
                    <a:pt x="1394534" y="2331516"/>
                    <a:pt x="1394997" y="2332277"/>
                    <a:pt x="1395295" y="2332211"/>
                  </a:cubicBezTo>
                  <a:cubicBezTo>
                    <a:pt x="1396121" y="2332046"/>
                    <a:pt x="1396882" y="2331516"/>
                    <a:pt x="1397643" y="2331120"/>
                  </a:cubicBezTo>
                  <a:cubicBezTo>
                    <a:pt x="1397246" y="2330723"/>
                    <a:pt x="1396882" y="2330359"/>
                    <a:pt x="1396386" y="2329896"/>
                  </a:cubicBezTo>
                  <a:close/>
                  <a:moveTo>
                    <a:pt x="1432072" y="2328143"/>
                  </a:moveTo>
                  <a:cubicBezTo>
                    <a:pt x="1431675" y="2327415"/>
                    <a:pt x="1431245" y="2326655"/>
                    <a:pt x="1430848" y="2325894"/>
                  </a:cubicBezTo>
                  <a:cubicBezTo>
                    <a:pt x="1430451" y="2326291"/>
                    <a:pt x="1429690" y="2326754"/>
                    <a:pt x="1429757" y="2327018"/>
                  </a:cubicBezTo>
                  <a:cubicBezTo>
                    <a:pt x="1429922" y="2327845"/>
                    <a:pt x="1430451" y="2328606"/>
                    <a:pt x="1430848" y="2329367"/>
                  </a:cubicBezTo>
                  <a:cubicBezTo>
                    <a:pt x="1431212" y="2329003"/>
                    <a:pt x="1431609" y="2328606"/>
                    <a:pt x="1432072" y="2328143"/>
                  </a:cubicBezTo>
                  <a:close/>
                  <a:moveTo>
                    <a:pt x="1352895" y="2309589"/>
                  </a:moveTo>
                  <a:cubicBezTo>
                    <a:pt x="1353060" y="2310416"/>
                    <a:pt x="1353590" y="2311143"/>
                    <a:pt x="1353987" y="2311937"/>
                  </a:cubicBezTo>
                  <a:cubicBezTo>
                    <a:pt x="1354350" y="2311540"/>
                    <a:pt x="1354747" y="2311143"/>
                    <a:pt x="1355210" y="2310680"/>
                  </a:cubicBezTo>
                  <a:cubicBezTo>
                    <a:pt x="1354813" y="2309953"/>
                    <a:pt x="1354383" y="2309192"/>
                    <a:pt x="1353987" y="2308431"/>
                  </a:cubicBezTo>
                  <a:cubicBezTo>
                    <a:pt x="1353590" y="2308828"/>
                    <a:pt x="1352829" y="2309291"/>
                    <a:pt x="1352895" y="2309589"/>
                  </a:cubicBezTo>
                  <a:close/>
                  <a:moveTo>
                    <a:pt x="1458497" y="2308002"/>
                  </a:moveTo>
                  <a:cubicBezTo>
                    <a:pt x="1458960" y="2308134"/>
                    <a:pt x="1459853" y="2307042"/>
                    <a:pt x="1460547" y="2306480"/>
                  </a:cubicBezTo>
                  <a:cubicBezTo>
                    <a:pt x="1460547" y="2305984"/>
                    <a:pt x="1460547" y="2305488"/>
                    <a:pt x="1460547" y="2304959"/>
                  </a:cubicBezTo>
                  <a:cubicBezTo>
                    <a:pt x="1460514" y="2304959"/>
                    <a:pt x="1460514" y="2304959"/>
                    <a:pt x="1460514" y="2304959"/>
                  </a:cubicBezTo>
                  <a:cubicBezTo>
                    <a:pt x="1459621" y="2305256"/>
                    <a:pt x="1458629" y="2305455"/>
                    <a:pt x="1457835" y="2305951"/>
                  </a:cubicBezTo>
                  <a:cubicBezTo>
                    <a:pt x="1456909" y="2306513"/>
                    <a:pt x="1457141" y="2307572"/>
                    <a:pt x="1458497" y="2308002"/>
                  </a:cubicBezTo>
                  <a:close/>
                  <a:moveTo>
                    <a:pt x="891065" y="141527"/>
                  </a:moveTo>
                  <a:cubicBezTo>
                    <a:pt x="890304" y="141130"/>
                    <a:pt x="889544" y="140700"/>
                    <a:pt x="888816" y="140303"/>
                  </a:cubicBezTo>
                  <a:cubicBezTo>
                    <a:pt x="888353" y="140766"/>
                    <a:pt x="887956" y="141130"/>
                    <a:pt x="887559" y="141527"/>
                  </a:cubicBezTo>
                  <a:cubicBezTo>
                    <a:pt x="888353" y="141924"/>
                    <a:pt x="889081" y="142453"/>
                    <a:pt x="889907" y="142618"/>
                  </a:cubicBezTo>
                  <a:cubicBezTo>
                    <a:pt x="890205" y="142685"/>
                    <a:pt x="890668" y="141924"/>
                    <a:pt x="891065" y="141527"/>
                  </a:cubicBezTo>
                  <a:close/>
                  <a:moveTo>
                    <a:pt x="1460547" y="2304959"/>
                  </a:moveTo>
                  <a:cubicBezTo>
                    <a:pt x="1460812" y="2305223"/>
                    <a:pt x="1461341" y="2305223"/>
                    <a:pt x="1462069" y="2304893"/>
                  </a:cubicBezTo>
                  <a:cubicBezTo>
                    <a:pt x="1462763" y="2304529"/>
                    <a:pt x="1463226" y="2303603"/>
                    <a:pt x="1463656" y="2302842"/>
                  </a:cubicBezTo>
                  <a:cubicBezTo>
                    <a:pt x="1463722" y="2302710"/>
                    <a:pt x="1462962" y="2302148"/>
                    <a:pt x="1462565" y="2301718"/>
                  </a:cubicBezTo>
                  <a:cubicBezTo>
                    <a:pt x="1461903" y="2302280"/>
                    <a:pt x="1460944" y="2302710"/>
                    <a:pt x="1460581" y="2303404"/>
                  </a:cubicBezTo>
                  <a:cubicBezTo>
                    <a:pt x="1460250" y="2304132"/>
                    <a:pt x="1460250" y="2304661"/>
                    <a:pt x="1460514" y="2304959"/>
                  </a:cubicBezTo>
                  <a:cubicBezTo>
                    <a:pt x="1460514" y="2304959"/>
                    <a:pt x="1460514" y="2304959"/>
                    <a:pt x="1460547" y="2304959"/>
                  </a:cubicBezTo>
                  <a:close/>
                  <a:moveTo>
                    <a:pt x="1383686" y="96151"/>
                  </a:moveTo>
                  <a:cubicBezTo>
                    <a:pt x="1383289" y="95754"/>
                    <a:pt x="1382826" y="94993"/>
                    <a:pt x="1382528" y="95060"/>
                  </a:cubicBezTo>
                  <a:cubicBezTo>
                    <a:pt x="1381702" y="95225"/>
                    <a:pt x="1380941" y="95754"/>
                    <a:pt x="1380180" y="96151"/>
                  </a:cubicBezTo>
                  <a:cubicBezTo>
                    <a:pt x="1380577" y="96515"/>
                    <a:pt x="1381040" y="97308"/>
                    <a:pt x="1381305" y="97242"/>
                  </a:cubicBezTo>
                  <a:cubicBezTo>
                    <a:pt x="1382132" y="97044"/>
                    <a:pt x="1382892" y="96515"/>
                    <a:pt x="1383686" y="96151"/>
                  </a:cubicBezTo>
                  <a:close/>
                  <a:moveTo>
                    <a:pt x="1497225" y="2353841"/>
                  </a:moveTo>
                  <a:cubicBezTo>
                    <a:pt x="1496828" y="2354204"/>
                    <a:pt x="1496068" y="2354701"/>
                    <a:pt x="1496134" y="2354965"/>
                  </a:cubicBezTo>
                  <a:cubicBezTo>
                    <a:pt x="1496299" y="2355792"/>
                    <a:pt x="1496828" y="2356553"/>
                    <a:pt x="1497225" y="2357313"/>
                  </a:cubicBezTo>
                  <a:cubicBezTo>
                    <a:pt x="1497589" y="2356916"/>
                    <a:pt x="1497986" y="2356553"/>
                    <a:pt x="1498449" y="2356090"/>
                  </a:cubicBezTo>
                  <a:cubicBezTo>
                    <a:pt x="1498052" y="2355362"/>
                    <a:pt x="1497622" y="2354568"/>
                    <a:pt x="1497225" y="2353841"/>
                  </a:cubicBezTo>
                  <a:close/>
                  <a:moveTo>
                    <a:pt x="1483831" y="2361480"/>
                  </a:moveTo>
                  <a:cubicBezTo>
                    <a:pt x="1483004" y="2361646"/>
                    <a:pt x="1482276" y="2362175"/>
                    <a:pt x="1481483" y="2362572"/>
                  </a:cubicBezTo>
                  <a:cubicBezTo>
                    <a:pt x="1481880" y="2362936"/>
                    <a:pt x="1482343" y="2363729"/>
                    <a:pt x="1482640" y="2363663"/>
                  </a:cubicBezTo>
                  <a:cubicBezTo>
                    <a:pt x="1483467" y="2363465"/>
                    <a:pt x="1484195" y="2362936"/>
                    <a:pt x="1484988" y="2362572"/>
                  </a:cubicBezTo>
                  <a:cubicBezTo>
                    <a:pt x="1484591" y="2362175"/>
                    <a:pt x="1484128" y="2361414"/>
                    <a:pt x="1483831" y="2361480"/>
                  </a:cubicBezTo>
                  <a:close/>
                  <a:moveTo>
                    <a:pt x="1440803" y="2340380"/>
                  </a:moveTo>
                  <a:cubicBezTo>
                    <a:pt x="1440340" y="2340843"/>
                    <a:pt x="1439943" y="2341207"/>
                    <a:pt x="1439579" y="2341604"/>
                  </a:cubicBezTo>
                  <a:cubicBezTo>
                    <a:pt x="1440340" y="2342001"/>
                    <a:pt x="1441101" y="2342497"/>
                    <a:pt x="1441927" y="2342695"/>
                  </a:cubicBezTo>
                  <a:cubicBezTo>
                    <a:pt x="1442192" y="2342761"/>
                    <a:pt x="1442655" y="2342001"/>
                    <a:pt x="1443052" y="2341604"/>
                  </a:cubicBezTo>
                  <a:cubicBezTo>
                    <a:pt x="1442291" y="2341174"/>
                    <a:pt x="1441531" y="2340777"/>
                    <a:pt x="1440803" y="2340380"/>
                  </a:cubicBezTo>
                  <a:close/>
                  <a:moveTo>
                    <a:pt x="375756" y="2339851"/>
                  </a:moveTo>
                  <a:cubicBezTo>
                    <a:pt x="376186" y="2339090"/>
                    <a:pt x="376583" y="2338329"/>
                    <a:pt x="376979" y="2337602"/>
                  </a:cubicBezTo>
                  <a:cubicBezTo>
                    <a:pt x="376516" y="2337139"/>
                    <a:pt x="376153" y="2336742"/>
                    <a:pt x="375756" y="2336378"/>
                  </a:cubicBezTo>
                  <a:cubicBezTo>
                    <a:pt x="375359" y="2337139"/>
                    <a:pt x="374830" y="2337899"/>
                    <a:pt x="374664" y="2338726"/>
                  </a:cubicBezTo>
                  <a:cubicBezTo>
                    <a:pt x="374598" y="2338991"/>
                    <a:pt x="375359" y="2339454"/>
                    <a:pt x="375756" y="2339851"/>
                  </a:cubicBezTo>
                  <a:close/>
                  <a:moveTo>
                    <a:pt x="1966596" y="117582"/>
                  </a:moveTo>
                  <a:cubicBezTo>
                    <a:pt x="1966199" y="116855"/>
                    <a:pt x="1965769" y="116094"/>
                    <a:pt x="1965372" y="115333"/>
                  </a:cubicBezTo>
                  <a:cubicBezTo>
                    <a:pt x="1964976" y="115730"/>
                    <a:pt x="1964215" y="116193"/>
                    <a:pt x="1964281" y="116491"/>
                  </a:cubicBezTo>
                  <a:cubicBezTo>
                    <a:pt x="1964446" y="117318"/>
                    <a:pt x="1964976" y="118078"/>
                    <a:pt x="1965372" y="118839"/>
                  </a:cubicBezTo>
                  <a:cubicBezTo>
                    <a:pt x="1965769" y="118442"/>
                    <a:pt x="1966133" y="118045"/>
                    <a:pt x="1966596" y="117582"/>
                  </a:cubicBezTo>
                  <a:close/>
                  <a:moveTo>
                    <a:pt x="1443052" y="2348582"/>
                  </a:moveTo>
                  <a:cubicBezTo>
                    <a:pt x="1442291" y="2348185"/>
                    <a:pt x="1441564" y="2347755"/>
                    <a:pt x="1440803" y="2347358"/>
                  </a:cubicBezTo>
                  <a:cubicBezTo>
                    <a:pt x="1440340" y="2347821"/>
                    <a:pt x="1439976" y="2348185"/>
                    <a:pt x="1439579" y="2348582"/>
                  </a:cubicBezTo>
                  <a:cubicBezTo>
                    <a:pt x="1440340" y="2348979"/>
                    <a:pt x="1441101" y="2349508"/>
                    <a:pt x="1441927" y="2349673"/>
                  </a:cubicBezTo>
                  <a:cubicBezTo>
                    <a:pt x="1442192" y="2349740"/>
                    <a:pt x="1442688" y="2348979"/>
                    <a:pt x="1443052" y="2348582"/>
                  </a:cubicBezTo>
                  <a:close/>
                  <a:moveTo>
                    <a:pt x="1969937" y="107197"/>
                  </a:moveTo>
                  <a:cubicBezTo>
                    <a:pt x="1969771" y="106404"/>
                    <a:pt x="1969242" y="105643"/>
                    <a:pt x="1968845" y="104882"/>
                  </a:cubicBezTo>
                  <a:cubicBezTo>
                    <a:pt x="1968481" y="105246"/>
                    <a:pt x="1967688" y="105742"/>
                    <a:pt x="1967754" y="106007"/>
                  </a:cubicBezTo>
                  <a:cubicBezTo>
                    <a:pt x="1967952" y="106833"/>
                    <a:pt x="1968481" y="107594"/>
                    <a:pt x="1968845" y="108355"/>
                  </a:cubicBezTo>
                  <a:cubicBezTo>
                    <a:pt x="1969242" y="107958"/>
                    <a:pt x="1970003" y="107495"/>
                    <a:pt x="1969937" y="107197"/>
                  </a:cubicBezTo>
                  <a:close/>
                  <a:moveTo>
                    <a:pt x="1447219" y="2627354"/>
                  </a:moveTo>
                  <a:cubicBezTo>
                    <a:pt x="1447384" y="2628180"/>
                    <a:pt x="1447914" y="2628941"/>
                    <a:pt x="1448310" y="2629702"/>
                  </a:cubicBezTo>
                  <a:cubicBezTo>
                    <a:pt x="1448707" y="2629305"/>
                    <a:pt x="1449071" y="2628941"/>
                    <a:pt x="1449534" y="2628478"/>
                  </a:cubicBezTo>
                  <a:cubicBezTo>
                    <a:pt x="1449137" y="2627751"/>
                    <a:pt x="1448707" y="2626990"/>
                    <a:pt x="1448310" y="2626229"/>
                  </a:cubicBezTo>
                  <a:cubicBezTo>
                    <a:pt x="1447914" y="2626593"/>
                    <a:pt x="1447153" y="2627089"/>
                    <a:pt x="1447219" y="2627354"/>
                  </a:cubicBezTo>
                  <a:close/>
                  <a:moveTo>
                    <a:pt x="1125155" y="2641939"/>
                  </a:moveTo>
                  <a:cubicBezTo>
                    <a:pt x="1125519" y="2642303"/>
                    <a:pt x="1125982" y="2643096"/>
                    <a:pt x="1126280" y="2643030"/>
                  </a:cubicBezTo>
                  <a:cubicBezTo>
                    <a:pt x="1127106" y="2642832"/>
                    <a:pt x="1127867" y="2642303"/>
                    <a:pt x="1128628" y="2641939"/>
                  </a:cubicBezTo>
                  <a:cubicBezTo>
                    <a:pt x="1128231" y="2641542"/>
                    <a:pt x="1127768" y="2640781"/>
                    <a:pt x="1127470" y="2640847"/>
                  </a:cubicBezTo>
                  <a:cubicBezTo>
                    <a:pt x="1126676" y="2641013"/>
                    <a:pt x="1125916" y="2641542"/>
                    <a:pt x="1125155" y="2641939"/>
                  </a:cubicBezTo>
                  <a:close/>
                  <a:moveTo>
                    <a:pt x="1123171" y="2612206"/>
                  </a:moveTo>
                  <a:cubicBezTo>
                    <a:pt x="1123865" y="2611842"/>
                    <a:pt x="1124361" y="2610916"/>
                    <a:pt x="1124758" y="2610156"/>
                  </a:cubicBezTo>
                  <a:cubicBezTo>
                    <a:pt x="1124824" y="2610023"/>
                    <a:pt x="1124097" y="2609461"/>
                    <a:pt x="1123667" y="2609031"/>
                  </a:cubicBezTo>
                  <a:cubicBezTo>
                    <a:pt x="1123005" y="2609593"/>
                    <a:pt x="1122046" y="2610023"/>
                    <a:pt x="1121715" y="2610718"/>
                  </a:cubicBezTo>
                  <a:cubicBezTo>
                    <a:pt x="1121352" y="2611446"/>
                    <a:pt x="1121352" y="2611975"/>
                    <a:pt x="1121616" y="2612239"/>
                  </a:cubicBezTo>
                  <a:cubicBezTo>
                    <a:pt x="1121616" y="2612239"/>
                    <a:pt x="1121649" y="2612239"/>
                    <a:pt x="1121649" y="2612239"/>
                  </a:cubicBezTo>
                  <a:cubicBezTo>
                    <a:pt x="1121649" y="2612239"/>
                    <a:pt x="1121649" y="2612272"/>
                    <a:pt x="1121649" y="2612272"/>
                  </a:cubicBezTo>
                  <a:cubicBezTo>
                    <a:pt x="1121914" y="2612537"/>
                    <a:pt x="1122443" y="2612537"/>
                    <a:pt x="1123171" y="2612206"/>
                  </a:cubicBezTo>
                  <a:close/>
                  <a:moveTo>
                    <a:pt x="1734788" y="2619251"/>
                  </a:moveTo>
                  <a:cubicBezTo>
                    <a:pt x="1735185" y="2618490"/>
                    <a:pt x="1735615" y="2617729"/>
                    <a:pt x="1736012" y="2617002"/>
                  </a:cubicBezTo>
                  <a:cubicBezTo>
                    <a:pt x="1735549" y="2616506"/>
                    <a:pt x="1735185" y="2616142"/>
                    <a:pt x="1734788" y="2615745"/>
                  </a:cubicBezTo>
                  <a:cubicBezTo>
                    <a:pt x="1734391" y="2616506"/>
                    <a:pt x="1733862" y="2617266"/>
                    <a:pt x="1733697" y="2618093"/>
                  </a:cubicBezTo>
                  <a:cubicBezTo>
                    <a:pt x="1733631" y="2618358"/>
                    <a:pt x="1734391" y="2618854"/>
                    <a:pt x="1734788" y="2619251"/>
                  </a:cubicBezTo>
                  <a:close/>
                  <a:moveTo>
                    <a:pt x="1121616" y="2612239"/>
                  </a:moveTo>
                  <a:cubicBezTo>
                    <a:pt x="1120723" y="2612570"/>
                    <a:pt x="1119731" y="2612768"/>
                    <a:pt x="1118937" y="2613265"/>
                  </a:cubicBezTo>
                  <a:cubicBezTo>
                    <a:pt x="1118011" y="2613827"/>
                    <a:pt x="1118243" y="2614885"/>
                    <a:pt x="1119599" y="2615315"/>
                  </a:cubicBezTo>
                  <a:cubicBezTo>
                    <a:pt x="1120095" y="2615447"/>
                    <a:pt x="1120955" y="2614356"/>
                    <a:pt x="1121649" y="2613794"/>
                  </a:cubicBezTo>
                  <a:cubicBezTo>
                    <a:pt x="1121649" y="2613298"/>
                    <a:pt x="1121649" y="2612802"/>
                    <a:pt x="1121649" y="2612272"/>
                  </a:cubicBezTo>
                  <a:cubicBezTo>
                    <a:pt x="1121649" y="2612272"/>
                    <a:pt x="1121649" y="2612272"/>
                    <a:pt x="1121649" y="2612239"/>
                  </a:cubicBezTo>
                  <a:cubicBezTo>
                    <a:pt x="1121649" y="2612239"/>
                    <a:pt x="1121616" y="2612239"/>
                    <a:pt x="1121616" y="2612239"/>
                  </a:cubicBezTo>
                  <a:close/>
                  <a:moveTo>
                    <a:pt x="1455289" y="2650670"/>
                  </a:moveTo>
                  <a:cubicBezTo>
                    <a:pt x="1455719" y="2649909"/>
                    <a:pt x="1456149" y="2649149"/>
                    <a:pt x="1456546" y="2648421"/>
                  </a:cubicBezTo>
                  <a:cubicBezTo>
                    <a:pt x="1456083" y="2647958"/>
                    <a:pt x="1455686" y="2647561"/>
                    <a:pt x="1455289" y="2647164"/>
                  </a:cubicBezTo>
                  <a:cubicBezTo>
                    <a:pt x="1454892" y="2647958"/>
                    <a:pt x="1454396" y="2648686"/>
                    <a:pt x="1454197" y="2649512"/>
                  </a:cubicBezTo>
                  <a:cubicBezTo>
                    <a:pt x="1454131" y="2649810"/>
                    <a:pt x="1454892" y="2650273"/>
                    <a:pt x="1455289" y="2650670"/>
                  </a:cubicBezTo>
                  <a:close/>
                  <a:moveTo>
                    <a:pt x="1961668" y="1372468"/>
                  </a:moveTo>
                  <a:cubicBezTo>
                    <a:pt x="1962363" y="1372104"/>
                    <a:pt x="1962826" y="1371178"/>
                    <a:pt x="1963223" y="1370417"/>
                  </a:cubicBezTo>
                  <a:cubicBezTo>
                    <a:pt x="1963322" y="1370285"/>
                    <a:pt x="1962561" y="1369723"/>
                    <a:pt x="1962164" y="1369326"/>
                  </a:cubicBezTo>
                  <a:cubicBezTo>
                    <a:pt x="1961470" y="1369855"/>
                    <a:pt x="1960511" y="1370285"/>
                    <a:pt x="1960180" y="1371013"/>
                  </a:cubicBezTo>
                  <a:cubicBezTo>
                    <a:pt x="1959816" y="1371707"/>
                    <a:pt x="1959849" y="1372269"/>
                    <a:pt x="1960081" y="1372534"/>
                  </a:cubicBezTo>
                  <a:cubicBezTo>
                    <a:pt x="1960114" y="1372534"/>
                    <a:pt x="1960114" y="1372534"/>
                    <a:pt x="1960114" y="1372534"/>
                  </a:cubicBezTo>
                  <a:cubicBezTo>
                    <a:pt x="1960114" y="1372534"/>
                    <a:pt x="1960114" y="1372534"/>
                    <a:pt x="1960114" y="1372567"/>
                  </a:cubicBezTo>
                  <a:cubicBezTo>
                    <a:pt x="1960412" y="1372832"/>
                    <a:pt x="1960941" y="1372832"/>
                    <a:pt x="1961668" y="1372468"/>
                  </a:cubicBezTo>
                  <a:close/>
                  <a:moveTo>
                    <a:pt x="1676646" y="774113"/>
                  </a:moveTo>
                  <a:cubicBezTo>
                    <a:pt x="1676216" y="773385"/>
                    <a:pt x="1675819" y="772624"/>
                    <a:pt x="1675389" y="771864"/>
                  </a:cubicBezTo>
                  <a:cubicBezTo>
                    <a:pt x="1674992" y="772261"/>
                    <a:pt x="1674232" y="772724"/>
                    <a:pt x="1674298" y="773021"/>
                  </a:cubicBezTo>
                  <a:cubicBezTo>
                    <a:pt x="1674496" y="773848"/>
                    <a:pt x="1674992" y="774576"/>
                    <a:pt x="1675389" y="775369"/>
                  </a:cubicBezTo>
                  <a:cubicBezTo>
                    <a:pt x="1675786" y="774973"/>
                    <a:pt x="1676150" y="774576"/>
                    <a:pt x="1676646" y="774113"/>
                  </a:cubicBezTo>
                  <a:close/>
                  <a:moveTo>
                    <a:pt x="1055933" y="1370186"/>
                  </a:moveTo>
                  <a:cubicBezTo>
                    <a:pt x="1056099" y="1371013"/>
                    <a:pt x="1056628" y="1371740"/>
                    <a:pt x="1057025" y="1372534"/>
                  </a:cubicBezTo>
                  <a:cubicBezTo>
                    <a:pt x="1057389" y="1372137"/>
                    <a:pt x="1057785" y="1371740"/>
                    <a:pt x="1058249" y="1371277"/>
                  </a:cubicBezTo>
                  <a:cubicBezTo>
                    <a:pt x="1057852" y="1370550"/>
                    <a:pt x="1057422" y="1369789"/>
                    <a:pt x="1057025" y="1369028"/>
                  </a:cubicBezTo>
                  <a:cubicBezTo>
                    <a:pt x="1056628" y="1369425"/>
                    <a:pt x="1055867" y="1369888"/>
                    <a:pt x="1055933" y="1370186"/>
                  </a:cubicBezTo>
                  <a:close/>
                  <a:moveTo>
                    <a:pt x="1737037" y="1367805"/>
                  </a:moveTo>
                  <a:cubicBezTo>
                    <a:pt x="1737500" y="1368268"/>
                    <a:pt x="1737897" y="1368631"/>
                    <a:pt x="1738261" y="1369028"/>
                  </a:cubicBezTo>
                  <a:cubicBezTo>
                    <a:pt x="1738658" y="1368268"/>
                    <a:pt x="1739187" y="1367507"/>
                    <a:pt x="1739352" y="1366680"/>
                  </a:cubicBezTo>
                  <a:cubicBezTo>
                    <a:pt x="1739418" y="1366416"/>
                    <a:pt x="1738658" y="1365919"/>
                    <a:pt x="1738261" y="1365556"/>
                  </a:cubicBezTo>
                  <a:cubicBezTo>
                    <a:pt x="1737864" y="1366283"/>
                    <a:pt x="1737434" y="1367077"/>
                    <a:pt x="1737037" y="1367805"/>
                  </a:cubicBezTo>
                  <a:close/>
                  <a:moveTo>
                    <a:pt x="1888213" y="1365126"/>
                  </a:moveTo>
                  <a:cubicBezTo>
                    <a:pt x="1888676" y="1365258"/>
                    <a:pt x="1889569" y="1364134"/>
                    <a:pt x="1890264" y="1363604"/>
                  </a:cubicBezTo>
                  <a:cubicBezTo>
                    <a:pt x="1890264" y="1363108"/>
                    <a:pt x="1890264" y="1362579"/>
                    <a:pt x="1890264" y="1362083"/>
                  </a:cubicBezTo>
                  <a:cubicBezTo>
                    <a:pt x="1890231" y="1362083"/>
                    <a:pt x="1890231" y="1362083"/>
                    <a:pt x="1890231" y="1362050"/>
                  </a:cubicBezTo>
                  <a:cubicBezTo>
                    <a:pt x="1889338" y="1362381"/>
                    <a:pt x="1888346" y="1362546"/>
                    <a:pt x="1887552" y="1363042"/>
                  </a:cubicBezTo>
                  <a:cubicBezTo>
                    <a:pt x="1886626" y="1363637"/>
                    <a:pt x="1886857" y="1364696"/>
                    <a:pt x="1888213" y="1365126"/>
                  </a:cubicBezTo>
                  <a:close/>
                  <a:moveTo>
                    <a:pt x="1280598" y="775369"/>
                  </a:moveTo>
                  <a:cubicBezTo>
                    <a:pt x="1280234" y="775733"/>
                    <a:pt x="1279440" y="776229"/>
                    <a:pt x="1279506" y="776527"/>
                  </a:cubicBezTo>
                  <a:cubicBezTo>
                    <a:pt x="1279705" y="777321"/>
                    <a:pt x="1280234" y="778081"/>
                    <a:pt x="1280598" y="778842"/>
                  </a:cubicBezTo>
                  <a:cubicBezTo>
                    <a:pt x="1280995" y="778478"/>
                    <a:pt x="1281391" y="778081"/>
                    <a:pt x="1281855" y="777618"/>
                  </a:cubicBezTo>
                  <a:cubicBezTo>
                    <a:pt x="1281458" y="776891"/>
                    <a:pt x="1281028" y="776130"/>
                    <a:pt x="1280598" y="775369"/>
                  </a:cubicBezTo>
                  <a:close/>
                  <a:moveTo>
                    <a:pt x="1408127" y="1363803"/>
                  </a:moveTo>
                  <a:cubicBezTo>
                    <a:pt x="1407730" y="1363406"/>
                    <a:pt x="1407366" y="1363009"/>
                    <a:pt x="1406870" y="1362546"/>
                  </a:cubicBezTo>
                  <a:cubicBezTo>
                    <a:pt x="1406143" y="1362943"/>
                    <a:pt x="1405382" y="1363373"/>
                    <a:pt x="1404621" y="1363803"/>
                  </a:cubicBezTo>
                  <a:cubicBezTo>
                    <a:pt x="1405018" y="1364167"/>
                    <a:pt x="1405481" y="1364960"/>
                    <a:pt x="1405779" y="1364894"/>
                  </a:cubicBezTo>
                  <a:cubicBezTo>
                    <a:pt x="1406606" y="1364696"/>
                    <a:pt x="1407366" y="1364167"/>
                    <a:pt x="1408127" y="1363803"/>
                  </a:cubicBezTo>
                  <a:close/>
                  <a:moveTo>
                    <a:pt x="881838" y="1362546"/>
                  </a:moveTo>
                  <a:cubicBezTo>
                    <a:pt x="881375" y="1363009"/>
                    <a:pt x="880978" y="1363406"/>
                    <a:pt x="880581" y="1363803"/>
                  </a:cubicBezTo>
                  <a:cubicBezTo>
                    <a:pt x="881375" y="1364167"/>
                    <a:pt x="882102" y="1364696"/>
                    <a:pt x="882929" y="1364894"/>
                  </a:cubicBezTo>
                  <a:cubicBezTo>
                    <a:pt x="883227" y="1364960"/>
                    <a:pt x="883690" y="1364167"/>
                    <a:pt x="884087" y="1363803"/>
                  </a:cubicBezTo>
                  <a:cubicBezTo>
                    <a:pt x="883326" y="1363373"/>
                    <a:pt x="882565" y="1362943"/>
                    <a:pt x="881838" y="1362546"/>
                  </a:cubicBezTo>
                  <a:close/>
                  <a:moveTo>
                    <a:pt x="1810558" y="1377164"/>
                  </a:moveTo>
                  <a:cubicBezTo>
                    <a:pt x="1810724" y="1377991"/>
                    <a:pt x="1811253" y="1378719"/>
                    <a:pt x="1811650" y="1379512"/>
                  </a:cubicBezTo>
                  <a:cubicBezTo>
                    <a:pt x="1812013" y="1379116"/>
                    <a:pt x="1812807" y="1378653"/>
                    <a:pt x="1812741" y="1378355"/>
                  </a:cubicBezTo>
                  <a:cubicBezTo>
                    <a:pt x="1812543" y="1377528"/>
                    <a:pt x="1812013" y="1376800"/>
                    <a:pt x="1811650" y="1376007"/>
                  </a:cubicBezTo>
                  <a:cubicBezTo>
                    <a:pt x="1811253" y="1376404"/>
                    <a:pt x="1810492" y="1376867"/>
                    <a:pt x="1810558" y="1377164"/>
                  </a:cubicBezTo>
                  <a:close/>
                  <a:moveTo>
                    <a:pt x="769423" y="1377164"/>
                  </a:moveTo>
                  <a:cubicBezTo>
                    <a:pt x="769621" y="1377991"/>
                    <a:pt x="770150" y="1378719"/>
                    <a:pt x="770547" y="1379512"/>
                  </a:cubicBezTo>
                  <a:cubicBezTo>
                    <a:pt x="770911" y="1379116"/>
                    <a:pt x="771705" y="1378653"/>
                    <a:pt x="771639" y="1378355"/>
                  </a:cubicBezTo>
                  <a:cubicBezTo>
                    <a:pt x="771440" y="1377528"/>
                    <a:pt x="770911" y="1376800"/>
                    <a:pt x="770547" y="1376007"/>
                  </a:cubicBezTo>
                  <a:cubicBezTo>
                    <a:pt x="770150" y="1376404"/>
                    <a:pt x="769390" y="1376867"/>
                    <a:pt x="769423" y="1377164"/>
                  </a:cubicBezTo>
                  <a:close/>
                  <a:moveTo>
                    <a:pt x="2473174" y="1373758"/>
                  </a:moveTo>
                  <a:cubicBezTo>
                    <a:pt x="2472711" y="1373295"/>
                    <a:pt x="2472347" y="1372898"/>
                    <a:pt x="2471950" y="1372534"/>
                  </a:cubicBezTo>
                  <a:cubicBezTo>
                    <a:pt x="2471554" y="1373295"/>
                    <a:pt x="2471057" y="1374055"/>
                    <a:pt x="2470859" y="1374882"/>
                  </a:cubicBezTo>
                  <a:cubicBezTo>
                    <a:pt x="2470793" y="1375147"/>
                    <a:pt x="2471554" y="1375643"/>
                    <a:pt x="2471950" y="1376007"/>
                  </a:cubicBezTo>
                  <a:cubicBezTo>
                    <a:pt x="2472380" y="1375246"/>
                    <a:pt x="2472777" y="1374485"/>
                    <a:pt x="2473174" y="1373758"/>
                  </a:cubicBezTo>
                  <a:close/>
                  <a:moveTo>
                    <a:pt x="2048121" y="1373659"/>
                  </a:moveTo>
                  <a:cubicBezTo>
                    <a:pt x="2048319" y="1374485"/>
                    <a:pt x="2048815" y="1375246"/>
                    <a:pt x="2049212" y="1376007"/>
                  </a:cubicBezTo>
                  <a:cubicBezTo>
                    <a:pt x="2049609" y="1375643"/>
                    <a:pt x="2050370" y="1375147"/>
                    <a:pt x="2050304" y="1374882"/>
                  </a:cubicBezTo>
                  <a:cubicBezTo>
                    <a:pt x="2050105" y="1374055"/>
                    <a:pt x="2049609" y="1373295"/>
                    <a:pt x="2049212" y="1372534"/>
                  </a:cubicBezTo>
                  <a:cubicBezTo>
                    <a:pt x="2048815" y="1372898"/>
                    <a:pt x="2048055" y="1373394"/>
                    <a:pt x="2048121" y="1373659"/>
                  </a:cubicBezTo>
                  <a:close/>
                  <a:moveTo>
                    <a:pt x="1960081" y="1372534"/>
                  </a:moveTo>
                  <a:cubicBezTo>
                    <a:pt x="1959188" y="1372832"/>
                    <a:pt x="1958229" y="1373030"/>
                    <a:pt x="1957435" y="1373526"/>
                  </a:cubicBezTo>
                  <a:cubicBezTo>
                    <a:pt x="1956509" y="1374122"/>
                    <a:pt x="1956740" y="1375147"/>
                    <a:pt x="1958096" y="1375577"/>
                  </a:cubicBezTo>
                  <a:cubicBezTo>
                    <a:pt x="1958559" y="1375742"/>
                    <a:pt x="1959419" y="1374618"/>
                    <a:pt x="1960114" y="1374088"/>
                  </a:cubicBezTo>
                  <a:cubicBezTo>
                    <a:pt x="1960114" y="1373559"/>
                    <a:pt x="1960114" y="1373063"/>
                    <a:pt x="1960114" y="1372567"/>
                  </a:cubicBezTo>
                  <a:cubicBezTo>
                    <a:pt x="1960114" y="1372534"/>
                    <a:pt x="1960114" y="1372534"/>
                    <a:pt x="1960114" y="1372534"/>
                  </a:cubicBezTo>
                  <a:cubicBezTo>
                    <a:pt x="1960114" y="1372534"/>
                    <a:pt x="1960114" y="1372534"/>
                    <a:pt x="1960081" y="1372534"/>
                  </a:cubicBezTo>
                  <a:close/>
                  <a:moveTo>
                    <a:pt x="1932829" y="1373692"/>
                  </a:moveTo>
                  <a:cubicBezTo>
                    <a:pt x="1933027" y="1374485"/>
                    <a:pt x="1933523" y="1375246"/>
                    <a:pt x="1933920" y="1376007"/>
                  </a:cubicBezTo>
                  <a:cubicBezTo>
                    <a:pt x="1934317" y="1375643"/>
                    <a:pt x="1935078" y="1375147"/>
                    <a:pt x="1935012" y="1374882"/>
                  </a:cubicBezTo>
                  <a:cubicBezTo>
                    <a:pt x="1934846" y="1374055"/>
                    <a:pt x="1934317" y="1373295"/>
                    <a:pt x="1933920" y="1372534"/>
                  </a:cubicBezTo>
                  <a:cubicBezTo>
                    <a:pt x="1933523" y="1372898"/>
                    <a:pt x="1932763" y="1373394"/>
                    <a:pt x="1932829" y="1373692"/>
                  </a:cubicBezTo>
                  <a:close/>
                  <a:moveTo>
                    <a:pt x="851410" y="1373030"/>
                  </a:moveTo>
                  <a:cubicBezTo>
                    <a:pt x="850650" y="1373427"/>
                    <a:pt x="849889" y="1373857"/>
                    <a:pt x="849128" y="1374287"/>
                  </a:cubicBezTo>
                  <a:cubicBezTo>
                    <a:pt x="849525" y="1374651"/>
                    <a:pt x="849988" y="1375444"/>
                    <a:pt x="850286" y="1375378"/>
                  </a:cubicBezTo>
                  <a:cubicBezTo>
                    <a:pt x="851113" y="1375180"/>
                    <a:pt x="851873" y="1374651"/>
                    <a:pt x="852634" y="1374287"/>
                  </a:cubicBezTo>
                  <a:cubicBezTo>
                    <a:pt x="852237" y="1373890"/>
                    <a:pt x="851873" y="1373493"/>
                    <a:pt x="851410" y="1373030"/>
                  </a:cubicBezTo>
                  <a:close/>
                  <a:moveTo>
                    <a:pt x="1753507" y="1353815"/>
                  </a:moveTo>
                  <a:cubicBezTo>
                    <a:pt x="1753077" y="1353087"/>
                    <a:pt x="1752681" y="1352326"/>
                    <a:pt x="1752251" y="1351566"/>
                  </a:cubicBezTo>
                  <a:cubicBezTo>
                    <a:pt x="1751854" y="1351963"/>
                    <a:pt x="1751093" y="1352426"/>
                    <a:pt x="1751159" y="1352723"/>
                  </a:cubicBezTo>
                  <a:cubicBezTo>
                    <a:pt x="1751358" y="1353550"/>
                    <a:pt x="1751854" y="1354278"/>
                    <a:pt x="1752251" y="1355072"/>
                  </a:cubicBezTo>
                  <a:cubicBezTo>
                    <a:pt x="1752647" y="1354675"/>
                    <a:pt x="1753044" y="1354278"/>
                    <a:pt x="1753507" y="1353815"/>
                  </a:cubicBezTo>
                  <a:close/>
                  <a:moveTo>
                    <a:pt x="1119896" y="1351566"/>
                  </a:moveTo>
                  <a:cubicBezTo>
                    <a:pt x="1119500" y="1351963"/>
                    <a:pt x="1118739" y="1352426"/>
                    <a:pt x="1118805" y="1352723"/>
                  </a:cubicBezTo>
                  <a:cubicBezTo>
                    <a:pt x="1119003" y="1353550"/>
                    <a:pt x="1119500" y="1354278"/>
                    <a:pt x="1119896" y="1355072"/>
                  </a:cubicBezTo>
                  <a:cubicBezTo>
                    <a:pt x="1120293" y="1354675"/>
                    <a:pt x="1120690" y="1354278"/>
                    <a:pt x="1121153" y="1353815"/>
                  </a:cubicBezTo>
                  <a:cubicBezTo>
                    <a:pt x="1120756" y="1353087"/>
                    <a:pt x="1120326" y="1352326"/>
                    <a:pt x="1119896" y="1351566"/>
                  </a:cubicBezTo>
                  <a:close/>
                  <a:moveTo>
                    <a:pt x="1110669" y="795081"/>
                  </a:moveTo>
                  <a:cubicBezTo>
                    <a:pt x="1110272" y="794353"/>
                    <a:pt x="1109842" y="793593"/>
                    <a:pt x="1109412" y="792832"/>
                  </a:cubicBezTo>
                  <a:cubicBezTo>
                    <a:pt x="1109049" y="793229"/>
                    <a:pt x="1108255" y="793692"/>
                    <a:pt x="1108321" y="793956"/>
                  </a:cubicBezTo>
                  <a:cubicBezTo>
                    <a:pt x="1108519" y="794783"/>
                    <a:pt x="1109049" y="795544"/>
                    <a:pt x="1109412" y="796305"/>
                  </a:cubicBezTo>
                  <a:cubicBezTo>
                    <a:pt x="1109809" y="795941"/>
                    <a:pt x="1110206" y="795544"/>
                    <a:pt x="1110669" y="795081"/>
                  </a:cubicBezTo>
                  <a:close/>
                  <a:moveTo>
                    <a:pt x="2138807" y="1350342"/>
                  </a:moveTo>
                  <a:cubicBezTo>
                    <a:pt x="2139270" y="1350805"/>
                    <a:pt x="2139667" y="1351169"/>
                    <a:pt x="2140031" y="1351566"/>
                  </a:cubicBezTo>
                  <a:cubicBezTo>
                    <a:pt x="2140427" y="1350805"/>
                    <a:pt x="2140957" y="1350044"/>
                    <a:pt x="2141155" y="1349218"/>
                  </a:cubicBezTo>
                  <a:cubicBezTo>
                    <a:pt x="2141221" y="1348953"/>
                    <a:pt x="2140427" y="1348457"/>
                    <a:pt x="2140031" y="1348060"/>
                  </a:cubicBezTo>
                  <a:cubicBezTo>
                    <a:pt x="2139634" y="1348854"/>
                    <a:pt x="2139204" y="1349581"/>
                    <a:pt x="2138807" y="1350342"/>
                  </a:cubicBezTo>
                  <a:close/>
                  <a:moveTo>
                    <a:pt x="2066080" y="1350904"/>
                  </a:moveTo>
                  <a:cubicBezTo>
                    <a:pt x="2066906" y="1350739"/>
                    <a:pt x="2067667" y="1350210"/>
                    <a:pt x="2068428" y="1349813"/>
                  </a:cubicBezTo>
                  <a:cubicBezTo>
                    <a:pt x="2068031" y="1349449"/>
                    <a:pt x="2067667" y="1349052"/>
                    <a:pt x="2067171" y="1348589"/>
                  </a:cubicBezTo>
                  <a:cubicBezTo>
                    <a:pt x="2066443" y="1348986"/>
                    <a:pt x="2065683" y="1349416"/>
                    <a:pt x="2064922" y="1349813"/>
                  </a:cubicBezTo>
                  <a:cubicBezTo>
                    <a:pt x="2065319" y="1350210"/>
                    <a:pt x="2065782" y="1350970"/>
                    <a:pt x="2066080" y="1350904"/>
                  </a:cubicBezTo>
                  <a:close/>
                  <a:moveTo>
                    <a:pt x="1331265" y="794585"/>
                  </a:moveTo>
                  <a:cubicBezTo>
                    <a:pt x="1331662" y="794949"/>
                    <a:pt x="1332125" y="795742"/>
                    <a:pt x="1332423" y="795676"/>
                  </a:cubicBezTo>
                  <a:cubicBezTo>
                    <a:pt x="1333250" y="795478"/>
                    <a:pt x="1333977" y="794949"/>
                    <a:pt x="1334771" y="794585"/>
                  </a:cubicBezTo>
                  <a:cubicBezTo>
                    <a:pt x="1334374" y="794188"/>
                    <a:pt x="1333977" y="793791"/>
                    <a:pt x="1333514" y="793328"/>
                  </a:cubicBezTo>
                  <a:cubicBezTo>
                    <a:pt x="1332787" y="793725"/>
                    <a:pt x="1332026" y="794155"/>
                    <a:pt x="1331265" y="794585"/>
                  </a:cubicBezTo>
                  <a:close/>
                  <a:moveTo>
                    <a:pt x="833419" y="1351566"/>
                  </a:moveTo>
                  <a:cubicBezTo>
                    <a:pt x="833816" y="1351169"/>
                    <a:pt x="834576" y="1350706"/>
                    <a:pt x="834510" y="1350408"/>
                  </a:cubicBezTo>
                  <a:cubicBezTo>
                    <a:pt x="834312" y="1349581"/>
                    <a:pt x="833816" y="1348854"/>
                    <a:pt x="833419" y="1348060"/>
                  </a:cubicBezTo>
                  <a:cubicBezTo>
                    <a:pt x="833022" y="1348457"/>
                    <a:pt x="832658" y="1348854"/>
                    <a:pt x="832195" y="1349317"/>
                  </a:cubicBezTo>
                  <a:cubicBezTo>
                    <a:pt x="832592" y="1350044"/>
                    <a:pt x="832989" y="1350805"/>
                    <a:pt x="833419" y="1351566"/>
                  </a:cubicBezTo>
                  <a:close/>
                  <a:moveTo>
                    <a:pt x="824026" y="1350441"/>
                  </a:moveTo>
                  <a:cubicBezTo>
                    <a:pt x="823828" y="1349615"/>
                    <a:pt x="823332" y="1348854"/>
                    <a:pt x="822935" y="1348093"/>
                  </a:cubicBezTo>
                  <a:cubicBezTo>
                    <a:pt x="822538" y="1348457"/>
                    <a:pt x="822174" y="1348854"/>
                    <a:pt x="821711" y="1349317"/>
                  </a:cubicBezTo>
                  <a:cubicBezTo>
                    <a:pt x="822108" y="1350044"/>
                    <a:pt x="822505" y="1350805"/>
                    <a:pt x="822935" y="1351566"/>
                  </a:cubicBezTo>
                  <a:cubicBezTo>
                    <a:pt x="823332" y="1351169"/>
                    <a:pt x="824092" y="1350706"/>
                    <a:pt x="824026" y="1350441"/>
                  </a:cubicBezTo>
                  <a:close/>
                  <a:moveTo>
                    <a:pt x="745478" y="1350904"/>
                  </a:moveTo>
                  <a:cubicBezTo>
                    <a:pt x="746305" y="1350739"/>
                    <a:pt x="747065" y="1350210"/>
                    <a:pt x="747826" y="1349813"/>
                  </a:cubicBezTo>
                  <a:cubicBezTo>
                    <a:pt x="747429" y="1349449"/>
                    <a:pt x="747065" y="1349052"/>
                    <a:pt x="746569" y="1348589"/>
                  </a:cubicBezTo>
                  <a:cubicBezTo>
                    <a:pt x="745842" y="1348986"/>
                    <a:pt x="745081" y="1349416"/>
                    <a:pt x="744320" y="1349813"/>
                  </a:cubicBezTo>
                  <a:cubicBezTo>
                    <a:pt x="744717" y="1350210"/>
                    <a:pt x="745180" y="1350970"/>
                    <a:pt x="745478" y="1350904"/>
                  </a:cubicBezTo>
                  <a:close/>
                  <a:moveTo>
                    <a:pt x="2569780" y="1358544"/>
                  </a:moveTo>
                  <a:cubicBezTo>
                    <a:pt x="2569350" y="1359305"/>
                    <a:pt x="2568920" y="1360066"/>
                    <a:pt x="2568523" y="1360793"/>
                  </a:cubicBezTo>
                  <a:cubicBezTo>
                    <a:pt x="2568986" y="1361256"/>
                    <a:pt x="2569383" y="1361653"/>
                    <a:pt x="2569780" y="1362050"/>
                  </a:cubicBezTo>
                  <a:cubicBezTo>
                    <a:pt x="2570144" y="1361256"/>
                    <a:pt x="2570673" y="1360529"/>
                    <a:pt x="2570871" y="1359702"/>
                  </a:cubicBezTo>
                  <a:cubicBezTo>
                    <a:pt x="2570938" y="1359404"/>
                    <a:pt x="2570144" y="1358941"/>
                    <a:pt x="2569780" y="1358544"/>
                  </a:cubicBezTo>
                  <a:close/>
                  <a:moveTo>
                    <a:pt x="2430014" y="1358544"/>
                  </a:moveTo>
                  <a:cubicBezTo>
                    <a:pt x="2429617" y="1359305"/>
                    <a:pt x="2429187" y="1360066"/>
                    <a:pt x="2428790" y="1360793"/>
                  </a:cubicBezTo>
                  <a:cubicBezTo>
                    <a:pt x="2429253" y="1361256"/>
                    <a:pt x="2429650" y="1361653"/>
                    <a:pt x="2430014" y="1362050"/>
                  </a:cubicBezTo>
                  <a:cubicBezTo>
                    <a:pt x="2430411" y="1361256"/>
                    <a:pt x="2430940" y="1360529"/>
                    <a:pt x="2431105" y="1359702"/>
                  </a:cubicBezTo>
                  <a:cubicBezTo>
                    <a:pt x="2431171" y="1359404"/>
                    <a:pt x="2430411" y="1358941"/>
                    <a:pt x="2430014" y="1358544"/>
                  </a:cubicBezTo>
                  <a:close/>
                  <a:moveTo>
                    <a:pt x="1890264" y="1362083"/>
                  </a:moveTo>
                  <a:cubicBezTo>
                    <a:pt x="1890528" y="1362348"/>
                    <a:pt x="1891058" y="1362348"/>
                    <a:pt x="1891785" y="1361984"/>
                  </a:cubicBezTo>
                  <a:cubicBezTo>
                    <a:pt x="1892480" y="1361653"/>
                    <a:pt x="1892943" y="1360694"/>
                    <a:pt x="1893373" y="1359933"/>
                  </a:cubicBezTo>
                  <a:cubicBezTo>
                    <a:pt x="1893439" y="1359801"/>
                    <a:pt x="1892678" y="1359239"/>
                    <a:pt x="1892281" y="1358842"/>
                  </a:cubicBezTo>
                  <a:cubicBezTo>
                    <a:pt x="1891620" y="1359404"/>
                    <a:pt x="1890661" y="1359801"/>
                    <a:pt x="1890297" y="1360529"/>
                  </a:cubicBezTo>
                  <a:cubicBezTo>
                    <a:pt x="1889966" y="1361256"/>
                    <a:pt x="1889966" y="1361785"/>
                    <a:pt x="1890231" y="1362050"/>
                  </a:cubicBezTo>
                  <a:cubicBezTo>
                    <a:pt x="1890231" y="1362050"/>
                    <a:pt x="1890231" y="1362083"/>
                    <a:pt x="1890264" y="1362083"/>
                  </a:cubicBezTo>
                  <a:close/>
                  <a:moveTo>
                    <a:pt x="2403159" y="1356196"/>
                  </a:moveTo>
                  <a:cubicBezTo>
                    <a:pt x="2403225" y="1355931"/>
                    <a:pt x="2402464" y="1355468"/>
                    <a:pt x="2402067" y="1355072"/>
                  </a:cubicBezTo>
                  <a:cubicBezTo>
                    <a:pt x="2401637" y="1355832"/>
                    <a:pt x="2401241" y="1356593"/>
                    <a:pt x="2400844" y="1357320"/>
                  </a:cubicBezTo>
                  <a:cubicBezTo>
                    <a:pt x="2401307" y="1357784"/>
                    <a:pt x="2401670" y="1358180"/>
                    <a:pt x="2402067" y="1358544"/>
                  </a:cubicBezTo>
                  <a:cubicBezTo>
                    <a:pt x="2402464" y="1357784"/>
                    <a:pt x="2402993" y="1357023"/>
                    <a:pt x="2403159" y="1356196"/>
                  </a:cubicBezTo>
                  <a:close/>
                  <a:moveTo>
                    <a:pt x="1738294" y="1355072"/>
                  </a:moveTo>
                  <a:cubicBezTo>
                    <a:pt x="1737897" y="1355468"/>
                    <a:pt x="1737136" y="1355931"/>
                    <a:pt x="1737202" y="1356196"/>
                  </a:cubicBezTo>
                  <a:cubicBezTo>
                    <a:pt x="1737368" y="1357023"/>
                    <a:pt x="1737897" y="1357784"/>
                    <a:pt x="1738294" y="1358544"/>
                  </a:cubicBezTo>
                  <a:cubicBezTo>
                    <a:pt x="1738658" y="1358180"/>
                    <a:pt x="1739055" y="1357784"/>
                    <a:pt x="1739518" y="1357320"/>
                  </a:cubicBezTo>
                  <a:cubicBezTo>
                    <a:pt x="1739121" y="1356593"/>
                    <a:pt x="1738691" y="1355832"/>
                    <a:pt x="1738294" y="1355072"/>
                  </a:cubicBezTo>
                  <a:close/>
                  <a:moveTo>
                    <a:pt x="1385406" y="1355072"/>
                  </a:moveTo>
                  <a:cubicBezTo>
                    <a:pt x="1385042" y="1355468"/>
                    <a:pt x="1384248" y="1355931"/>
                    <a:pt x="1384314" y="1356196"/>
                  </a:cubicBezTo>
                  <a:cubicBezTo>
                    <a:pt x="1384513" y="1357023"/>
                    <a:pt x="1385042" y="1357784"/>
                    <a:pt x="1385406" y="1358544"/>
                  </a:cubicBezTo>
                  <a:cubicBezTo>
                    <a:pt x="1385803" y="1358180"/>
                    <a:pt x="1386200" y="1357784"/>
                    <a:pt x="1386663" y="1357320"/>
                  </a:cubicBezTo>
                  <a:cubicBezTo>
                    <a:pt x="1386266" y="1356593"/>
                    <a:pt x="1385836" y="1355832"/>
                    <a:pt x="1385406" y="1355072"/>
                  </a:cubicBezTo>
                  <a:close/>
                  <a:moveTo>
                    <a:pt x="1339401" y="1357916"/>
                  </a:moveTo>
                  <a:cubicBezTo>
                    <a:pt x="1340228" y="1357717"/>
                    <a:pt x="1340956" y="1357188"/>
                    <a:pt x="1341750" y="1356824"/>
                  </a:cubicBezTo>
                  <a:cubicBezTo>
                    <a:pt x="1341353" y="1356428"/>
                    <a:pt x="1340956" y="1356031"/>
                    <a:pt x="1340493" y="1355568"/>
                  </a:cubicBezTo>
                  <a:cubicBezTo>
                    <a:pt x="1339765" y="1355965"/>
                    <a:pt x="1339005" y="1356394"/>
                    <a:pt x="1338244" y="1356824"/>
                  </a:cubicBezTo>
                  <a:cubicBezTo>
                    <a:pt x="1338641" y="1357188"/>
                    <a:pt x="1339104" y="1357949"/>
                    <a:pt x="1339401" y="1357916"/>
                  </a:cubicBezTo>
                  <a:close/>
                  <a:moveTo>
                    <a:pt x="1131472" y="788202"/>
                  </a:moveTo>
                  <a:cubicBezTo>
                    <a:pt x="1131307" y="787375"/>
                    <a:pt x="1130777" y="786614"/>
                    <a:pt x="1130381" y="785854"/>
                  </a:cubicBezTo>
                  <a:cubicBezTo>
                    <a:pt x="1129984" y="786217"/>
                    <a:pt x="1129223" y="786713"/>
                    <a:pt x="1129289" y="786978"/>
                  </a:cubicBezTo>
                  <a:cubicBezTo>
                    <a:pt x="1129488" y="787805"/>
                    <a:pt x="1129984" y="788566"/>
                    <a:pt x="1130381" y="789326"/>
                  </a:cubicBezTo>
                  <a:cubicBezTo>
                    <a:pt x="1130777" y="788929"/>
                    <a:pt x="1131538" y="788466"/>
                    <a:pt x="1131472" y="788202"/>
                  </a:cubicBezTo>
                  <a:close/>
                  <a:moveTo>
                    <a:pt x="2219174" y="1409708"/>
                  </a:moveTo>
                  <a:cubicBezTo>
                    <a:pt x="2219637" y="1410171"/>
                    <a:pt x="2220001" y="1410568"/>
                    <a:pt x="2220398" y="1410932"/>
                  </a:cubicBezTo>
                  <a:cubicBezTo>
                    <a:pt x="2220795" y="1410171"/>
                    <a:pt x="2221324" y="1409410"/>
                    <a:pt x="2221489" y="1408584"/>
                  </a:cubicBezTo>
                  <a:cubicBezTo>
                    <a:pt x="2221555" y="1408319"/>
                    <a:pt x="2220795" y="1407823"/>
                    <a:pt x="2220398" y="1407459"/>
                  </a:cubicBezTo>
                  <a:cubicBezTo>
                    <a:pt x="2219968" y="1408220"/>
                    <a:pt x="2219571" y="1408980"/>
                    <a:pt x="2219174" y="1409708"/>
                  </a:cubicBezTo>
                  <a:close/>
                  <a:moveTo>
                    <a:pt x="1208995" y="756154"/>
                  </a:moveTo>
                  <a:cubicBezTo>
                    <a:pt x="1209359" y="756551"/>
                    <a:pt x="1209855" y="757312"/>
                    <a:pt x="1210152" y="757245"/>
                  </a:cubicBezTo>
                  <a:cubicBezTo>
                    <a:pt x="1210946" y="757047"/>
                    <a:pt x="1211707" y="756551"/>
                    <a:pt x="1212468" y="756154"/>
                  </a:cubicBezTo>
                  <a:cubicBezTo>
                    <a:pt x="1212104" y="755757"/>
                    <a:pt x="1211707" y="755393"/>
                    <a:pt x="1211244" y="754930"/>
                  </a:cubicBezTo>
                  <a:cubicBezTo>
                    <a:pt x="1210516" y="755327"/>
                    <a:pt x="1209756" y="755724"/>
                    <a:pt x="1208995" y="756154"/>
                  </a:cubicBezTo>
                  <a:close/>
                  <a:moveTo>
                    <a:pt x="2030658" y="1408584"/>
                  </a:moveTo>
                  <a:cubicBezTo>
                    <a:pt x="2030824" y="1409410"/>
                    <a:pt x="2031353" y="1410171"/>
                    <a:pt x="2031750" y="1410932"/>
                  </a:cubicBezTo>
                  <a:cubicBezTo>
                    <a:pt x="2032114" y="1410535"/>
                    <a:pt x="2032510" y="1410171"/>
                    <a:pt x="2032974" y="1409708"/>
                  </a:cubicBezTo>
                  <a:cubicBezTo>
                    <a:pt x="2032577" y="1408980"/>
                    <a:pt x="2032147" y="1408220"/>
                    <a:pt x="2031750" y="1407459"/>
                  </a:cubicBezTo>
                  <a:cubicBezTo>
                    <a:pt x="2031353" y="1407823"/>
                    <a:pt x="2030592" y="1408319"/>
                    <a:pt x="2030658" y="1408584"/>
                  </a:cubicBezTo>
                  <a:close/>
                  <a:moveTo>
                    <a:pt x="1521666" y="1410932"/>
                  </a:moveTo>
                  <a:cubicBezTo>
                    <a:pt x="1522063" y="1410171"/>
                    <a:pt x="1522592" y="1409410"/>
                    <a:pt x="1522758" y="1408584"/>
                  </a:cubicBezTo>
                  <a:cubicBezTo>
                    <a:pt x="1522824" y="1408319"/>
                    <a:pt x="1522063" y="1407823"/>
                    <a:pt x="1521666" y="1407459"/>
                  </a:cubicBezTo>
                  <a:cubicBezTo>
                    <a:pt x="1521269" y="1408220"/>
                    <a:pt x="1520839" y="1408947"/>
                    <a:pt x="1520443" y="1409708"/>
                  </a:cubicBezTo>
                  <a:cubicBezTo>
                    <a:pt x="1520906" y="1410171"/>
                    <a:pt x="1521269" y="1410535"/>
                    <a:pt x="1521666" y="1410932"/>
                  </a:cubicBezTo>
                  <a:close/>
                  <a:moveTo>
                    <a:pt x="1299780" y="754401"/>
                  </a:moveTo>
                  <a:cubicBezTo>
                    <a:pt x="1299549" y="754699"/>
                    <a:pt x="1299515" y="755228"/>
                    <a:pt x="1299879" y="755956"/>
                  </a:cubicBezTo>
                  <a:cubicBezTo>
                    <a:pt x="1300210" y="756650"/>
                    <a:pt x="1301169" y="757113"/>
                    <a:pt x="1301930" y="757510"/>
                  </a:cubicBezTo>
                  <a:cubicBezTo>
                    <a:pt x="1302062" y="757576"/>
                    <a:pt x="1302624" y="756849"/>
                    <a:pt x="1303021" y="756452"/>
                  </a:cubicBezTo>
                  <a:cubicBezTo>
                    <a:pt x="1302492" y="755757"/>
                    <a:pt x="1302062" y="754831"/>
                    <a:pt x="1301368" y="754467"/>
                  </a:cubicBezTo>
                  <a:cubicBezTo>
                    <a:pt x="1300640" y="754137"/>
                    <a:pt x="1300078" y="754137"/>
                    <a:pt x="1299813" y="754401"/>
                  </a:cubicBezTo>
                  <a:cubicBezTo>
                    <a:pt x="1299813" y="754401"/>
                    <a:pt x="1299813" y="754401"/>
                    <a:pt x="1299780" y="754401"/>
                  </a:cubicBezTo>
                  <a:close/>
                  <a:moveTo>
                    <a:pt x="1670164" y="756154"/>
                  </a:moveTo>
                  <a:cubicBezTo>
                    <a:pt x="1670924" y="756584"/>
                    <a:pt x="1671652" y="756981"/>
                    <a:pt x="1672413" y="757411"/>
                  </a:cubicBezTo>
                  <a:cubicBezTo>
                    <a:pt x="1672876" y="756915"/>
                    <a:pt x="1673239" y="756551"/>
                    <a:pt x="1673636" y="756154"/>
                  </a:cubicBezTo>
                  <a:cubicBezTo>
                    <a:pt x="1672876" y="755757"/>
                    <a:pt x="1672115" y="755261"/>
                    <a:pt x="1671288" y="755063"/>
                  </a:cubicBezTo>
                  <a:cubicBezTo>
                    <a:pt x="1671024" y="754997"/>
                    <a:pt x="1670527" y="755757"/>
                    <a:pt x="1670164" y="756154"/>
                  </a:cubicBezTo>
                  <a:close/>
                  <a:moveTo>
                    <a:pt x="1588044" y="1403953"/>
                  </a:moveTo>
                  <a:cubicBezTo>
                    <a:pt x="1587680" y="1404350"/>
                    <a:pt x="1586886" y="1404813"/>
                    <a:pt x="1586952" y="1405111"/>
                  </a:cubicBezTo>
                  <a:cubicBezTo>
                    <a:pt x="1587151" y="1405938"/>
                    <a:pt x="1587680" y="1406665"/>
                    <a:pt x="1588044" y="1407459"/>
                  </a:cubicBezTo>
                  <a:cubicBezTo>
                    <a:pt x="1588440" y="1407062"/>
                    <a:pt x="1589201" y="1406599"/>
                    <a:pt x="1589135" y="1406301"/>
                  </a:cubicBezTo>
                  <a:cubicBezTo>
                    <a:pt x="1588970" y="1405475"/>
                    <a:pt x="1588440" y="1404714"/>
                    <a:pt x="1588044" y="1403953"/>
                  </a:cubicBezTo>
                  <a:close/>
                  <a:moveTo>
                    <a:pt x="1359212" y="759660"/>
                  </a:moveTo>
                  <a:cubicBezTo>
                    <a:pt x="1358815" y="759263"/>
                    <a:pt x="1358451" y="758866"/>
                    <a:pt x="1357955" y="758403"/>
                  </a:cubicBezTo>
                  <a:cubicBezTo>
                    <a:pt x="1357228" y="758800"/>
                    <a:pt x="1356467" y="759230"/>
                    <a:pt x="1355706" y="759660"/>
                  </a:cubicBezTo>
                  <a:cubicBezTo>
                    <a:pt x="1356103" y="760024"/>
                    <a:pt x="1356566" y="760817"/>
                    <a:pt x="1356864" y="760751"/>
                  </a:cubicBezTo>
                  <a:cubicBezTo>
                    <a:pt x="1357691" y="760553"/>
                    <a:pt x="1358451" y="760024"/>
                    <a:pt x="1359212" y="759660"/>
                  </a:cubicBezTo>
                  <a:close/>
                  <a:moveTo>
                    <a:pt x="1885005" y="1400448"/>
                  </a:moveTo>
                  <a:cubicBezTo>
                    <a:pt x="1884608" y="1400844"/>
                    <a:pt x="1883848" y="1401307"/>
                    <a:pt x="1883914" y="1401605"/>
                  </a:cubicBezTo>
                  <a:cubicBezTo>
                    <a:pt x="1884112" y="1402432"/>
                    <a:pt x="1884608" y="1403193"/>
                    <a:pt x="1885005" y="1403953"/>
                  </a:cubicBezTo>
                  <a:cubicBezTo>
                    <a:pt x="1885402" y="1403556"/>
                    <a:pt x="1885799" y="1403193"/>
                    <a:pt x="1886262" y="1402697"/>
                  </a:cubicBezTo>
                  <a:cubicBezTo>
                    <a:pt x="1885865" y="1401969"/>
                    <a:pt x="1885435" y="1401208"/>
                    <a:pt x="1885005" y="1400448"/>
                  </a:cubicBezTo>
                  <a:close/>
                  <a:moveTo>
                    <a:pt x="1802918" y="1402200"/>
                  </a:moveTo>
                  <a:cubicBezTo>
                    <a:pt x="1802158" y="1401804"/>
                    <a:pt x="1801397" y="1401374"/>
                    <a:pt x="1800669" y="1400977"/>
                  </a:cubicBezTo>
                  <a:cubicBezTo>
                    <a:pt x="1800206" y="1401440"/>
                    <a:pt x="1799809" y="1401837"/>
                    <a:pt x="1799413" y="1402200"/>
                  </a:cubicBezTo>
                  <a:cubicBezTo>
                    <a:pt x="1800206" y="1402597"/>
                    <a:pt x="1800934" y="1403126"/>
                    <a:pt x="1801761" y="1403292"/>
                  </a:cubicBezTo>
                  <a:cubicBezTo>
                    <a:pt x="1802058" y="1403358"/>
                    <a:pt x="1802521" y="1402597"/>
                    <a:pt x="1802918" y="1402200"/>
                  </a:cubicBezTo>
                  <a:close/>
                  <a:moveTo>
                    <a:pt x="774020" y="1400448"/>
                  </a:moveTo>
                  <a:cubicBezTo>
                    <a:pt x="773623" y="1401208"/>
                    <a:pt x="773193" y="1401969"/>
                    <a:pt x="772796" y="1402697"/>
                  </a:cubicBezTo>
                  <a:cubicBezTo>
                    <a:pt x="773259" y="1403193"/>
                    <a:pt x="773656" y="1403556"/>
                    <a:pt x="774020" y="1403953"/>
                  </a:cubicBezTo>
                  <a:cubicBezTo>
                    <a:pt x="774417" y="1403193"/>
                    <a:pt x="774946" y="1402432"/>
                    <a:pt x="775111" y="1401605"/>
                  </a:cubicBezTo>
                  <a:cubicBezTo>
                    <a:pt x="775177" y="1401307"/>
                    <a:pt x="774417" y="1400844"/>
                    <a:pt x="774020" y="1400448"/>
                  </a:cubicBezTo>
                  <a:close/>
                  <a:moveTo>
                    <a:pt x="1733035" y="749176"/>
                  </a:moveTo>
                  <a:cubicBezTo>
                    <a:pt x="1732275" y="748746"/>
                    <a:pt x="1731514" y="748349"/>
                    <a:pt x="1730786" y="747952"/>
                  </a:cubicBezTo>
                  <a:cubicBezTo>
                    <a:pt x="1730323" y="748415"/>
                    <a:pt x="1729926" y="748779"/>
                    <a:pt x="1729530" y="749176"/>
                  </a:cubicBezTo>
                  <a:cubicBezTo>
                    <a:pt x="1730323" y="749573"/>
                    <a:pt x="1731051" y="750069"/>
                    <a:pt x="1731878" y="750267"/>
                  </a:cubicBezTo>
                  <a:cubicBezTo>
                    <a:pt x="1732175" y="750333"/>
                    <a:pt x="1732638" y="749573"/>
                    <a:pt x="1733035" y="749176"/>
                  </a:cubicBezTo>
                  <a:close/>
                  <a:moveTo>
                    <a:pt x="1057620" y="1418572"/>
                  </a:moveTo>
                  <a:cubicBezTo>
                    <a:pt x="1056793" y="1418770"/>
                    <a:pt x="1056033" y="1419299"/>
                    <a:pt x="1055272" y="1419663"/>
                  </a:cubicBezTo>
                  <a:cubicBezTo>
                    <a:pt x="1055669" y="1420060"/>
                    <a:pt x="1056132" y="1420820"/>
                    <a:pt x="1056396" y="1420754"/>
                  </a:cubicBezTo>
                  <a:cubicBezTo>
                    <a:pt x="1057223" y="1420589"/>
                    <a:pt x="1057984" y="1420060"/>
                    <a:pt x="1058745" y="1419663"/>
                  </a:cubicBezTo>
                  <a:cubicBezTo>
                    <a:pt x="1058381" y="1419299"/>
                    <a:pt x="1057885" y="1418505"/>
                    <a:pt x="1057620" y="1418572"/>
                  </a:cubicBezTo>
                  <a:close/>
                  <a:moveTo>
                    <a:pt x="1298259" y="754401"/>
                  </a:moveTo>
                  <a:cubicBezTo>
                    <a:pt x="1298788" y="754401"/>
                    <a:pt x="1299284" y="754401"/>
                    <a:pt x="1299780" y="754401"/>
                  </a:cubicBezTo>
                  <a:cubicBezTo>
                    <a:pt x="1299813" y="754401"/>
                    <a:pt x="1299813" y="754401"/>
                    <a:pt x="1299813" y="754401"/>
                  </a:cubicBezTo>
                  <a:cubicBezTo>
                    <a:pt x="1299515" y="753508"/>
                    <a:pt x="1299317" y="752516"/>
                    <a:pt x="1298821" y="751722"/>
                  </a:cubicBezTo>
                  <a:cubicBezTo>
                    <a:pt x="1298259" y="750796"/>
                    <a:pt x="1297200" y="751028"/>
                    <a:pt x="1296770" y="752384"/>
                  </a:cubicBezTo>
                  <a:cubicBezTo>
                    <a:pt x="1296605" y="752847"/>
                    <a:pt x="1297730" y="753707"/>
                    <a:pt x="1298259" y="754401"/>
                  </a:cubicBezTo>
                  <a:close/>
                  <a:moveTo>
                    <a:pt x="1887420" y="1412089"/>
                  </a:moveTo>
                  <a:cubicBezTo>
                    <a:pt x="1887585" y="1412916"/>
                    <a:pt x="1888114" y="1413644"/>
                    <a:pt x="1888511" y="1414437"/>
                  </a:cubicBezTo>
                  <a:cubicBezTo>
                    <a:pt x="1888908" y="1414041"/>
                    <a:pt x="1889272" y="1413644"/>
                    <a:pt x="1889735" y="1413181"/>
                  </a:cubicBezTo>
                  <a:cubicBezTo>
                    <a:pt x="1889338" y="1412453"/>
                    <a:pt x="1888941" y="1411692"/>
                    <a:pt x="1888511" y="1410932"/>
                  </a:cubicBezTo>
                  <a:cubicBezTo>
                    <a:pt x="1888114" y="1411329"/>
                    <a:pt x="1887353" y="1411792"/>
                    <a:pt x="1887420" y="1412089"/>
                  </a:cubicBezTo>
                  <a:close/>
                  <a:moveTo>
                    <a:pt x="1191532" y="756154"/>
                  </a:moveTo>
                  <a:cubicBezTo>
                    <a:pt x="1191135" y="755757"/>
                    <a:pt x="1190739" y="755393"/>
                    <a:pt x="1190276" y="754930"/>
                  </a:cubicBezTo>
                  <a:cubicBezTo>
                    <a:pt x="1189548" y="755327"/>
                    <a:pt x="1188787" y="755724"/>
                    <a:pt x="1188027" y="756154"/>
                  </a:cubicBezTo>
                  <a:cubicBezTo>
                    <a:pt x="1188424" y="756551"/>
                    <a:pt x="1188887" y="757312"/>
                    <a:pt x="1189184" y="757245"/>
                  </a:cubicBezTo>
                  <a:cubicBezTo>
                    <a:pt x="1190011" y="757080"/>
                    <a:pt x="1190739" y="756551"/>
                    <a:pt x="1191532" y="756154"/>
                  </a:cubicBezTo>
                  <a:close/>
                  <a:moveTo>
                    <a:pt x="1922345" y="1387648"/>
                  </a:moveTo>
                  <a:cubicBezTo>
                    <a:pt x="1922543" y="1388475"/>
                    <a:pt x="1923039" y="1389203"/>
                    <a:pt x="1923436" y="1389997"/>
                  </a:cubicBezTo>
                  <a:cubicBezTo>
                    <a:pt x="1923833" y="1389600"/>
                    <a:pt x="1924594" y="1389137"/>
                    <a:pt x="1924527" y="1388839"/>
                  </a:cubicBezTo>
                  <a:cubicBezTo>
                    <a:pt x="1924362" y="1388012"/>
                    <a:pt x="1923833" y="1387285"/>
                    <a:pt x="1923436" y="1386491"/>
                  </a:cubicBezTo>
                  <a:cubicBezTo>
                    <a:pt x="1923039" y="1386888"/>
                    <a:pt x="1922278" y="1387351"/>
                    <a:pt x="1922345" y="1387648"/>
                  </a:cubicBezTo>
                  <a:close/>
                  <a:moveTo>
                    <a:pt x="1001727" y="1387152"/>
                  </a:moveTo>
                  <a:cubicBezTo>
                    <a:pt x="1000900" y="1387351"/>
                    <a:pt x="1000139" y="1387847"/>
                    <a:pt x="999379" y="1388244"/>
                  </a:cubicBezTo>
                  <a:cubicBezTo>
                    <a:pt x="999742" y="1388641"/>
                    <a:pt x="1000239" y="1389401"/>
                    <a:pt x="1000503" y="1389335"/>
                  </a:cubicBezTo>
                  <a:cubicBezTo>
                    <a:pt x="1001330" y="1389137"/>
                    <a:pt x="1002091" y="1388641"/>
                    <a:pt x="1002851" y="1388244"/>
                  </a:cubicBezTo>
                  <a:cubicBezTo>
                    <a:pt x="1002488" y="1387847"/>
                    <a:pt x="1001991" y="1387086"/>
                    <a:pt x="1001727" y="1387152"/>
                  </a:cubicBezTo>
                  <a:close/>
                  <a:moveTo>
                    <a:pt x="951588" y="1387152"/>
                  </a:moveTo>
                  <a:cubicBezTo>
                    <a:pt x="951324" y="1387086"/>
                    <a:pt x="950861" y="1387847"/>
                    <a:pt x="950464" y="1388244"/>
                  </a:cubicBezTo>
                  <a:cubicBezTo>
                    <a:pt x="951225" y="1388674"/>
                    <a:pt x="951985" y="1389070"/>
                    <a:pt x="952713" y="1389467"/>
                  </a:cubicBezTo>
                  <a:cubicBezTo>
                    <a:pt x="953176" y="1389004"/>
                    <a:pt x="953573" y="1388641"/>
                    <a:pt x="953937" y="1388244"/>
                  </a:cubicBezTo>
                  <a:cubicBezTo>
                    <a:pt x="953176" y="1387847"/>
                    <a:pt x="952415" y="1387318"/>
                    <a:pt x="951588" y="1387152"/>
                  </a:cubicBezTo>
                  <a:close/>
                  <a:moveTo>
                    <a:pt x="1634544" y="1385333"/>
                  </a:moveTo>
                  <a:cubicBezTo>
                    <a:pt x="1634379" y="1384540"/>
                    <a:pt x="1633850" y="1383779"/>
                    <a:pt x="1633453" y="1383018"/>
                  </a:cubicBezTo>
                  <a:cubicBezTo>
                    <a:pt x="1633089" y="1383382"/>
                    <a:pt x="1632295" y="1383878"/>
                    <a:pt x="1632361" y="1384143"/>
                  </a:cubicBezTo>
                  <a:cubicBezTo>
                    <a:pt x="1632560" y="1384969"/>
                    <a:pt x="1633089" y="1385730"/>
                    <a:pt x="1633453" y="1386491"/>
                  </a:cubicBezTo>
                  <a:cubicBezTo>
                    <a:pt x="1633850" y="1386094"/>
                    <a:pt x="1634610" y="1385631"/>
                    <a:pt x="1634544" y="1385333"/>
                  </a:cubicBezTo>
                  <a:close/>
                  <a:moveTo>
                    <a:pt x="2521957" y="1381861"/>
                  </a:moveTo>
                  <a:cubicBezTo>
                    <a:pt x="2521758" y="1381034"/>
                    <a:pt x="2521229" y="1380273"/>
                    <a:pt x="2520865" y="1379512"/>
                  </a:cubicBezTo>
                  <a:cubicBezTo>
                    <a:pt x="2520468" y="1379909"/>
                    <a:pt x="2519708" y="1380372"/>
                    <a:pt x="2519774" y="1380670"/>
                  </a:cubicBezTo>
                  <a:cubicBezTo>
                    <a:pt x="2519939" y="1381497"/>
                    <a:pt x="2520468" y="1382224"/>
                    <a:pt x="2520865" y="1383018"/>
                  </a:cubicBezTo>
                  <a:cubicBezTo>
                    <a:pt x="2521229" y="1382621"/>
                    <a:pt x="2522023" y="1382125"/>
                    <a:pt x="2521957" y="1381861"/>
                  </a:cubicBezTo>
                  <a:close/>
                  <a:moveTo>
                    <a:pt x="1101343" y="1380670"/>
                  </a:moveTo>
                  <a:cubicBezTo>
                    <a:pt x="1101541" y="1381497"/>
                    <a:pt x="1102037" y="1382224"/>
                    <a:pt x="1102434" y="1383018"/>
                  </a:cubicBezTo>
                  <a:cubicBezTo>
                    <a:pt x="1102831" y="1382621"/>
                    <a:pt x="1103195" y="1382224"/>
                    <a:pt x="1103658" y="1381761"/>
                  </a:cubicBezTo>
                  <a:cubicBezTo>
                    <a:pt x="1103261" y="1381034"/>
                    <a:pt x="1102864" y="1380273"/>
                    <a:pt x="1102434" y="1379512"/>
                  </a:cubicBezTo>
                  <a:cubicBezTo>
                    <a:pt x="1102037" y="1379909"/>
                    <a:pt x="1101276" y="1380372"/>
                    <a:pt x="1101343" y="1380670"/>
                  </a:cubicBezTo>
                  <a:close/>
                  <a:moveTo>
                    <a:pt x="658728" y="1400448"/>
                  </a:moveTo>
                  <a:cubicBezTo>
                    <a:pt x="658331" y="1401208"/>
                    <a:pt x="657901" y="1401969"/>
                    <a:pt x="657504" y="1402697"/>
                  </a:cubicBezTo>
                  <a:cubicBezTo>
                    <a:pt x="657967" y="1403193"/>
                    <a:pt x="658364" y="1403556"/>
                    <a:pt x="658728" y="1403953"/>
                  </a:cubicBezTo>
                  <a:cubicBezTo>
                    <a:pt x="659125" y="1403193"/>
                    <a:pt x="659654" y="1402432"/>
                    <a:pt x="659819" y="1401605"/>
                  </a:cubicBezTo>
                  <a:cubicBezTo>
                    <a:pt x="659885" y="1401307"/>
                    <a:pt x="659125" y="1400844"/>
                    <a:pt x="658728" y="1400448"/>
                  </a:cubicBezTo>
                  <a:close/>
                  <a:moveTo>
                    <a:pt x="1365562" y="760255"/>
                  </a:moveTo>
                  <a:cubicBezTo>
                    <a:pt x="1365364" y="759428"/>
                    <a:pt x="1364834" y="758668"/>
                    <a:pt x="1364471" y="757907"/>
                  </a:cubicBezTo>
                  <a:cubicBezTo>
                    <a:pt x="1364074" y="758304"/>
                    <a:pt x="1363677" y="758668"/>
                    <a:pt x="1363214" y="759131"/>
                  </a:cubicBezTo>
                  <a:cubicBezTo>
                    <a:pt x="1363611" y="759891"/>
                    <a:pt x="1364041" y="760619"/>
                    <a:pt x="1364471" y="761380"/>
                  </a:cubicBezTo>
                  <a:cubicBezTo>
                    <a:pt x="1364834" y="761016"/>
                    <a:pt x="1365595" y="760520"/>
                    <a:pt x="1365562" y="760255"/>
                  </a:cubicBezTo>
                  <a:close/>
                  <a:moveTo>
                    <a:pt x="2588995" y="1398728"/>
                  </a:moveTo>
                  <a:cubicBezTo>
                    <a:pt x="2588599" y="1398331"/>
                    <a:pt x="2588202" y="1397934"/>
                    <a:pt x="2587739" y="1397471"/>
                  </a:cubicBezTo>
                  <a:cubicBezTo>
                    <a:pt x="2587011" y="1397868"/>
                    <a:pt x="2586250" y="1398298"/>
                    <a:pt x="2585490" y="1398728"/>
                  </a:cubicBezTo>
                  <a:cubicBezTo>
                    <a:pt x="2585887" y="1399092"/>
                    <a:pt x="2586350" y="1399885"/>
                    <a:pt x="2586647" y="1399819"/>
                  </a:cubicBezTo>
                  <a:cubicBezTo>
                    <a:pt x="2587474" y="1399621"/>
                    <a:pt x="2588202" y="1399092"/>
                    <a:pt x="2588995" y="1398728"/>
                  </a:cubicBezTo>
                  <a:close/>
                  <a:moveTo>
                    <a:pt x="2317136" y="1398132"/>
                  </a:moveTo>
                  <a:cubicBezTo>
                    <a:pt x="2317335" y="1398959"/>
                    <a:pt x="2317831" y="1399687"/>
                    <a:pt x="2318227" y="1400448"/>
                  </a:cubicBezTo>
                  <a:cubicBezTo>
                    <a:pt x="2318624" y="1400084"/>
                    <a:pt x="2319385" y="1399621"/>
                    <a:pt x="2319319" y="1399323"/>
                  </a:cubicBezTo>
                  <a:cubicBezTo>
                    <a:pt x="2319120" y="1398496"/>
                    <a:pt x="2318624" y="1397736"/>
                    <a:pt x="2318227" y="1396975"/>
                  </a:cubicBezTo>
                  <a:cubicBezTo>
                    <a:pt x="2317831" y="1397372"/>
                    <a:pt x="2317070" y="1397835"/>
                    <a:pt x="2317136" y="1398132"/>
                  </a:cubicBezTo>
                  <a:close/>
                  <a:moveTo>
                    <a:pt x="907866" y="1394627"/>
                  </a:moveTo>
                  <a:cubicBezTo>
                    <a:pt x="907932" y="1394329"/>
                    <a:pt x="907171" y="1393866"/>
                    <a:pt x="906775" y="1393469"/>
                  </a:cubicBezTo>
                  <a:cubicBezTo>
                    <a:pt x="906378" y="1394230"/>
                    <a:pt x="905948" y="1394991"/>
                    <a:pt x="905551" y="1395718"/>
                  </a:cubicBezTo>
                  <a:cubicBezTo>
                    <a:pt x="906014" y="1396181"/>
                    <a:pt x="906411" y="1396578"/>
                    <a:pt x="906775" y="1396975"/>
                  </a:cubicBezTo>
                  <a:cubicBezTo>
                    <a:pt x="907171" y="1396181"/>
                    <a:pt x="907701" y="1395454"/>
                    <a:pt x="907866" y="1394627"/>
                  </a:cubicBezTo>
                  <a:close/>
                  <a:moveTo>
                    <a:pt x="1788432" y="767134"/>
                  </a:moveTo>
                  <a:cubicBezTo>
                    <a:pt x="1788035" y="766407"/>
                    <a:pt x="1787606" y="765646"/>
                    <a:pt x="1787176" y="764885"/>
                  </a:cubicBezTo>
                  <a:cubicBezTo>
                    <a:pt x="1786812" y="765282"/>
                    <a:pt x="1786018" y="765745"/>
                    <a:pt x="1786084" y="766043"/>
                  </a:cubicBezTo>
                  <a:cubicBezTo>
                    <a:pt x="1786283" y="766870"/>
                    <a:pt x="1786812" y="767597"/>
                    <a:pt x="1787176" y="768391"/>
                  </a:cubicBezTo>
                  <a:cubicBezTo>
                    <a:pt x="1787572" y="767994"/>
                    <a:pt x="1787969" y="767597"/>
                    <a:pt x="1788432" y="767134"/>
                  </a:cubicBezTo>
                  <a:close/>
                  <a:moveTo>
                    <a:pt x="1079084" y="1391121"/>
                  </a:moveTo>
                  <a:cubicBezTo>
                    <a:pt x="1079151" y="1390856"/>
                    <a:pt x="1078357" y="1390393"/>
                    <a:pt x="1077993" y="1389997"/>
                  </a:cubicBezTo>
                  <a:cubicBezTo>
                    <a:pt x="1077563" y="1390757"/>
                    <a:pt x="1077133" y="1391518"/>
                    <a:pt x="1076736" y="1392245"/>
                  </a:cubicBezTo>
                  <a:cubicBezTo>
                    <a:pt x="1077199" y="1392709"/>
                    <a:pt x="1077596" y="1393105"/>
                    <a:pt x="1077993" y="1393469"/>
                  </a:cubicBezTo>
                  <a:cubicBezTo>
                    <a:pt x="1078357" y="1392709"/>
                    <a:pt x="1078886" y="1391948"/>
                    <a:pt x="1079084" y="1391121"/>
                  </a:cubicBezTo>
                  <a:close/>
                  <a:moveTo>
                    <a:pt x="2087643" y="1389997"/>
                  </a:moveTo>
                  <a:cubicBezTo>
                    <a:pt x="2088073" y="1389236"/>
                    <a:pt x="2088470" y="1388475"/>
                    <a:pt x="2088867" y="1387748"/>
                  </a:cubicBezTo>
                  <a:cubicBezTo>
                    <a:pt x="2088404" y="1387285"/>
                    <a:pt x="2088040" y="1386888"/>
                    <a:pt x="2087643" y="1386491"/>
                  </a:cubicBezTo>
                  <a:cubicBezTo>
                    <a:pt x="2087246" y="1387285"/>
                    <a:pt x="2086750" y="1388012"/>
                    <a:pt x="2086552" y="1388839"/>
                  </a:cubicBezTo>
                  <a:cubicBezTo>
                    <a:pt x="2086485" y="1389137"/>
                    <a:pt x="2087246" y="1389600"/>
                    <a:pt x="2087643" y="1389997"/>
                  </a:cubicBezTo>
                  <a:close/>
                  <a:moveTo>
                    <a:pt x="2017760" y="1389997"/>
                  </a:moveTo>
                  <a:cubicBezTo>
                    <a:pt x="2018190" y="1389236"/>
                    <a:pt x="2018620" y="1388475"/>
                    <a:pt x="2019017" y="1387748"/>
                  </a:cubicBezTo>
                  <a:cubicBezTo>
                    <a:pt x="2018554" y="1387285"/>
                    <a:pt x="2018157" y="1386888"/>
                    <a:pt x="2017760" y="1386491"/>
                  </a:cubicBezTo>
                  <a:cubicBezTo>
                    <a:pt x="2017396" y="1387285"/>
                    <a:pt x="2016867" y="1388012"/>
                    <a:pt x="2016669" y="1388839"/>
                  </a:cubicBezTo>
                  <a:cubicBezTo>
                    <a:pt x="2016602" y="1389137"/>
                    <a:pt x="2017396" y="1389600"/>
                    <a:pt x="2017760" y="1389997"/>
                  </a:cubicBezTo>
                  <a:close/>
                  <a:moveTo>
                    <a:pt x="1786084" y="1300336"/>
                  </a:moveTo>
                  <a:cubicBezTo>
                    <a:pt x="1786283" y="1301163"/>
                    <a:pt x="1786812" y="1301923"/>
                    <a:pt x="1787176" y="1302684"/>
                  </a:cubicBezTo>
                  <a:cubicBezTo>
                    <a:pt x="1787572" y="1302287"/>
                    <a:pt x="1787969" y="1301923"/>
                    <a:pt x="1788432" y="1301427"/>
                  </a:cubicBezTo>
                  <a:cubicBezTo>
                    <a:pt x="1788035" y="1300700"/>
                    <a:pt x="1787606" y="1299939"/>
                    <a:pt x="1787176" y="1299178"/>
                  </a:cubicBezTo>
                  <a:cubicBezTo>
                    <a:pt x="1786812" y="1299575"/>
                    <a:pt x="1786018" y="1300038"/>
                    <a:pt x="1786084" y="1300336"/>
                  </a:cubicBezTo>
                  <a:close/>
                  <a:moveTo>
                    <a:pt x="943982" y="1297955"/>
                  </a:moveTo>
                  <a:cubicBezTo>
                    <a:pt x="944445" y="1298418"/>
                    <a:pt x="944808" y="1298815"/>
                    <a:pt x="945205" y="1299178"/>
                  </a:cubicBezTo>
                  <a:cubicBezTo>
                    <a:pt x="945602" y="1298418"/>
                    <a:pt x="946131" y="1297657"/>
                    <a:pt x="946297" y="1296830"/>
                  </a:cubicBezTo>
                  <a:cubicBezTo>
                    <a:pt x="946363" y="1296566"/>
                    <a:pt x="945602" y="1296103"/>
                    <a:pt x="945205" y="1295706"/>
                  </a:cubicBezTo>
                  <a:cubicBezTo>
                    <a:pt x="944808" y="1296466"/>
                    <a:pt x="944378" y="1297227"/>
                    <a:pt x="943982" y="1297955"/>
                  </a:cubicBezTo>
                  <a:close/>
                  <a:moveTo>
                    <a:pt x="723385" y="1311415"/>
                  </a:moveTo>
                  <a:cubicBezTo>
                    <a:pt x="722988" y="1311018"/>
                    <a:pt x="722525" y="1310258"/>
                    <a:pt x="722228" y="1310324"/>
                  </a:cubicBezTo>
                  <a:cubicBezTo>
                    <a:pt x="721401" y="1310522"/>
                    <a:pt x="720640" y="1311018"/>
                    <a:pt x="719879" y="1311415"/>
                  </a:cubicBezTo>
                  <a:cubicBezTo>
                    <a:pt x="720276" y="1311812"/>
                    <a:pt x="720739" y="1312573"/>
                    <a:pt x="721037" y="1312507"/>
                  </a:cubicBezTo>
                  <a:cubicBezTo>
                    <a:pt x="721831" y="1312308"/>
                    <a:pt x="722591" y="1311812"/>
                    <a:pt x="723385" y="1311415"/>
                  </a:cubicBezTo>
                  <a:close/>
                  <a:moveTo>
                    <a:pt x="47342" y="1309662"/>
                  </a:moveTo>
                  <a:cubicBezTo>
                    <a:pt x="46945" y="1310059"/>
                    <a:pt x="46184" y="1310522"/>
                    <a:pt x="46250" y="1310820"/>
                  </a:cubicBezTo>
                  <a:cubicBezTo>
                    <a:pt x="46283" y="1310985"/>
                    <a:pt x="46383" y="1311151"/>
                    <a:pt x="46449" y="1311316"/>
                  </a:cubicBezTo>
                  <a:cubicBezTo>
                    <a:pt x="47044" y="1311349"/>
                    <a:pt x="47639" y="1311382"/>
                    <a:pt x="48202" y="1311415"/>
                  </a:cubicBezTo>
                  <a:cubicBezTo>
                    <a:pt x="47970" y="1310820"/>
                    <a:pt x="47639" y="1310258"/>
                    <a:pt x="47342" y="1309662"/>
                  </a:cubicBezTo>
                  <a:close/>
                  <a:moveTo>
                    <a:pt x="1079713" y="1309695"/>
                  </a:moveTo>
                  <a:cubicBezTo>
                    <a:pt x="1080010" y="1309960"/>
                    <a:pt x="1080540" y="1309960"/>
                    <a:pt x="1081234" y="1309596"/>
                  </a:cubicBezTo>
                  <a:cubicBezTo>
                    <a:pt x="1081962" y="1309266"/>
                    <a:pt x="1082425" y="1308340"/>
                    <a:pt x="1082822" y="1307579"/>
                  </a:cubicBezTo>
                  <a:cubicBezTo>
                    <a:pt x="1082888" y="1307447"/>
                    <a:pt x="1082160" y="1306851"/>
                    <a:pt x="1081763" y="1306454"/>
                  </a:cubicBezTo>
                  <a:cubicBezTo>
                    <a:pt x="1081069" y="1307017"/>
                    <a:pt x="1080143" y="1307413"/>
                    <a:pt x="1079779" y="1308141"/>
                  </a:cubicBezTo>
                  <a:cubicBezTo>
                    <a:pt x="1079415" y="1308869"/>
                    <a:pt x="1079448" y="1309398"/>
                    <a:pt x="1079713" y="1309662"/>
                  </a:cubicBezTo>
                  <a:cubicBezTo>
                    <a:pt x="1079713" y="1309662"/>
                    <a:pt x="1079713" y="1309695"/>
                    <a:pt x="1079713" y="1309695"/>
                  </a:cubicBezTo>
                  <a:close/>
                  <a:moveTo>
                    <a:pt x="820686" y="1308406"/>
                  </a:moveTo>
                  <a:cubicBezTo>
                    <a:pt x="820289" y="1307678"/>
                    <a:pt x="819859" y="1306917"/>
                    <a:pt x="819429" y="1306157"/>
                  </a:cubicBezTo>
                  <a:cubicBezTo>
                    <a:pt x="819065" y="1306554"/>
                    <a:pt x="818271" y="1307017"/>
                    <a:pt x="818338" y="1307314"/>
                  </a:cubicBezTo>
                  <a:cubicBezTo>
                    <a:pt x="818536" y="1308141"/>
                    <a:pt x="819065" y="1308902"/>
                    <a:pt x="819429" y="1309662"/>
                  </a:cubicBezTo>
                  <a:cubicBezTo>
                    <a:pt x="819826" y="1309266"/>
                    <a:pt x="820223" y="1308902"/>
                    <a:pt x="820686" y="1308406"/>
                  </a:cubicBezTo>
                  <a:close/>
                  <a:moveTo>
                    <a:pt x="1639869" y="1303345"/>
                  </a:moveTo>
                  <a:cubicBezTo>
                    <a:pt x="1639571" y="1303279"/>
                    <a:pt x="1639108" y="1304040"/>
                    <a:pt x="1638711" y="1304437"/>
                  </a:cubicBezTo>
                  <a:cubicBezTo>
                    <a:pt x="1639472" y="1304834"/>
                    <a:pt x="1640233" y="1305264"/>
                    <a:pt x="1640960" y="1305661"/>
                  </a:cubicBezTo>
                  <a:cubicBezTo>
                    <a:pt x="1641423" y="1305198"/>
                    <a:pt x="1641820" y="1304834"/>
                    <a:pt x="1642184" y="1304437"/>
                  </a:cubicBezTo>
                  <a:cubicBezTo>
                    <a:pt x="1641423" y="1304040"/>
                    <a:pt x="1640663" y="1303511"/>
                    <a:pt x="1639869" y="1303345"/>
                  </a:cubicBezTo>
                  <a:close/>
                  <a:moveTo>
                    <a:pt x="972557" y="1305528"/>
                  </a:moveTo>
                  <a:cubicBezTo>
                    <a:pt x="973383" y="1305330"/>
                    <a:pt x="974144" y="1304801"/>
                    <a:pt x="974905" y="1304437"/>
                  </a:cubicBezTo>
                  <a:cubicBezTo>
                    <a:pt x="974508" y="1304040"/>
                    <a:pt x="974144" y="1303643"/>
                    <a:pt x="973681" y="1303180"/>
                  </a:cubicBezTo>
                  <a:cubicBezTo>
                    <a:pt x="972920" y="1303577"/>
                    <a:pt x="972193" y="1304007"/>
                    <a:pt x="971432" y="1304437"/>
                  </a:cubicBezTo>
                  <a:cubicBezTo>
                    <a:pt x="971796" y="1304834"/>
                    <a:pt x="972292" y="1305594"/>
                    <a:pt x="972557" y="1305528"/>
                  </a:cubicBezTo>
                  <a:close/>
                  <a:moveTo>
                    <a:pt x="656975" y="1304437"/>
                  </a:moveTo>
                  <a:cubicBezTo>
                    <a:pt x="656247" y="1304007"/>
                    <a:pt x="655487" y="1303577"/>
                    <a:pt x="654726" y="1303180"/>
                  </a:cubicBezTo>
                  <a:cubicBezTo>
                    <a:pt x="654263" y="1303643"/>
                    <a:pt x="653899" y="1304040"/>
                    <a:pt x="653502" y="1304437"/>
                  </a:cubicBezTo>
                  <a:cubicBezTo>
                    <a:pt x="654263" y="1304834"/>
                    <a:pt x="655023" y="1305330"/>
                    <a:pt x="655850" y="1305528"/>
                  </a:cubicBezTo>
                  <a:cubicBezTo>
                    <a:pt x="656148" y="1305594"/>
                    <a:pt x="656611" y="1304834"/>
                    <a:pt x="656975" y="1304437"/>
                  </a:cubicBezTo>
                  <a:close/>
                  <a:moveTo>
                    <a:pt x="1109412" y="820745"/>
                  </a:moveTo>
                  <a:cubicBezTo>
                    <a:pt x="1109842" y="820018"/>
                    <a:pt x="1110272" y="819257"/>
                    <a:pt x="1110669" y="818497"/>
                  </a:cubicBezTo>
                  <a:cubicBezTo>
                    <a:pt x="1110206" y="818033"/>
                    <a:pt x="1109809" y="817670"/>
                    <a:pt x="1109412" y="817273"/>
                  </a:cubicBezTo>
                  <a:cubicBezTo>
                    <a:pt x="1109049" y="818033"/>
                    <a:pt x="1108519" y="818794"/>
                    <a:pt x="1108321" y="819621"/>
                  </a:cubicBezTo>
                  <a:cubicBezTo>
                    <a:pt x="1108255" y="819886"/>
                    <a:pt x="1109049" y="820382"/>
                    <a:pt x="1109412" y="820745"/>
                  </a:cubicBezTo>
                  <a:close/>
                  <a:moveTo>
                    <a:pt x="1036057" y="1281716"/>
                  </a:moveTo>
                  <a:cubicBezTo>
                    <a:pt x="1036453" y="1281352"/>
                    <a:pt x="1037214" y="1280856"/>
                    <a:pt x="1037148" y="1280591"/>
                  </a:cubicBezTo>
                  <a:cubicBezTo>
                    <a:pt x="1036950" y="1279765"/>
                    <a:pt x="1036453" y="1279004"/>
                    <a:pt x="1036057" y="1278243"/>
                  </a:cubicBezTo>
                  <a:cubicBezTo>
                    <a:pt x="1035660" y="1278640"/>
                    <a:pt x="1035263" y="1279004"/>
                    <a:pt x="1034800" y="1279467"/>
                  </a:cubicBezTo>
                  <a:cubicBezTo>
                    <a:pt x="1035197" y="1280228"/>
                    <a:pt x="1035627" y="1280988"/>
                    <a:pt x="1036057" y="1281716"/>
                  </a:cubicBezTo>
                  <a:close/>
                  <a:moveTo>
                    <a:pt x="2343760" y="1277086"/>
                  </a:moveTo>
                  <a:cubicBezTo>
                    <a:pt x="2343594" y="1276259"/>
                    <a:pt x="2343065" y="1275531"/>
                    <a:pt x="2342668" y="1274737"/>
                  </a:cubicBezTo>
                  <a:cubicBezTo>
                    <a:pt x="2342305" y="1275134"/>
                    <a:pt x="2341908" y="1275531"/>
                    <a:pt x="2341445" y="1275994"/>
                  </a:cubicBezTo>
                  <a:cubicBezTo>
                    <a:pt x="2341842" y="1276722"/>
                    <a:pt x="2342271" y="1277482"/>
                    <a:pt x="2342668" y="1278243"/>
                  </a:cubicBezTo>
                  <a:cubicBezTo>
                    <a:pt x="2343065" y="1277846"/>
                    <a:pt x="2343826" y="1277383"/>
                    <a:pt x="2343760" y="1277086"/>
                  </a:cubicBezTo>
                  <a:close/>
                  <a:moveTo>
                    <a:pt x="1832089" y="827228"/>
                  </a:moveTo>
                  <a:cubicBezTo>
                    <a:pt x="1832849" y="826831"/>
                    <a:pt x="1833610" y="826434"/>
                    <a:pt x="1834338" y="826004"/>
                  </a:cubicBezTo>
                  <a:cubicBezTo>
                    <a:pt x="1833974" y="825607"/>
                    <a:pt x="1833478" y="824847"/>
                    <a:pt x="1833213" y="824913"/>
                  </a:cubicBezTo>
                  <a:cubicBezTo>
                    <a:pt x="1832386" y="825111"/>
                    <a:pt x="1831626" y="825607"/>
                    <a:pt x="1830865" y="826004"/>
                  </a:cubicBezTo>
                  <a:cubicBezTo>
                    <a:pt x="1831229" y="826401"/>
                    <a:pt x="1831626" y="826765"/>
                    <a:pt x="1832089" y="827228"/>
                  </a:cubicBezTo>
                  <a:close/>
                  <a:moveTo>
                    <a:pt x="715216" y="1275399"/>
                  </a:moveTo>
                  <a:cubicBezTo>
                    <a:pt x="714422" y="1275597"/>
                    <a:pt x="713662" y="1276093"/>
                    <a:pt x="712901" y="1276490"/>
                  </a:cubicBezTo>
                  <a:cubicBezTo>
                    <a:pt x="713265" y="1276887"/>
                    <a:pt x="713662" y="1277284"/>
                    <a:pt x="714125" y="1277747"/>
                  </a:cubicBezTo>
                  <a:cubicBezTo>
                    <a:pt x="714852" y="1277317"/>
                    <a:pt x="715613" y="1276920"/>
                    <a:pt x="716374" y="1276490"/>
                  </a:cubicBezTo>
                  <a:cubicBezTo>
                    <a:pt x="716010" y="1276093"/>
                    <a:pt x="715514" y="1275333"/>
                    <a:pt x="715216" y="1275399"/>
                  </a:cubicBezTo>
                  <a:close/>
                  <a:moveTo>
                    <a:pt x="1774310" y="1273613"/>
                  </a:moveTo>
                  <a:cubicBezTo>
                    <a:pt x="1774112" y="1272786"/>
                    <a:pt x="1773616" y="1272025"/>
                    <a:pt x="1773219" y="1271265"/>
                  </a:cubicBezTo>
                  <a:cubicBezTo>
                    <a:pt x="1772822" y="1271629"/>
                    <a:pt x="1772061" y="1272125"/>
                    <a:pt x="1772127" y="1272422"/>
                  </a:cubicBezTo>
                  <a:cubicBezTo>
                    <a:pt x="1772293" y="1273216"/>
                    <a:pt x="1772822" y="1273977"/>
                    <a:pt x="1773219" y="1274737"/>
                  </a:cubicBezTo>
                  <a:cubicBezTo>
                    <a:pt x="1773616" y="1274341"/>
                    <a:pt x="1774376" y="1273878"/>
                    <a:pt x="1774310" y="1273613"/>
                  </a:cubicBezTo>
                  <a:close/>
                  <a:moveTo>
                    <a:pt x="1146752" y="1272389"/>
                  </a:moveTo>
                  <a:cubicBezTo>
                    <a:pt x="1146950" y="1273216"/>
                    <a:pt x="1147446" y="1273977"/>
                    <a:pt x="1147843" y="1274737"/>
                  </a:cubicBezTo>
                  <a:cubicBezTo>
                    <a:pt x="1148240" y="1274341"/>
                    <a:pt x="1148637" y="1273977"/>
                    <a:pt x="1149100" y="1273514"/>
                  </a:cubicBezTo>
                  <a:cubicBezTo>
                    <a:pt x="1148670" y="1272786"/>
                    <a:pt x="1148273" y="1272025"/>
                    <a:pt x="1147843" y="1271265"/>
                  </a:cubicBezTo>
                  <a:cubicBezTo>
                    <a:pt x="1147446" y="1271629"/>
                    <a:pt x="1146685" y="1272125"/>
                    <a:pt x="1146752" y="1272389"/>
                  </a:cubicBezTo>
                  <a:close/>
                  <a:moveTo>
                    <a:pt x="585372" y="1288727"/>
                  </a:moveTo>
                  <a:cubicBezTo>
                    <a:pt x="584975" y="1289091"/>
                    <a:pt x="584214" y="1289587"/>
                    <a:pt x="584281" y="1289852"/>
                  </a:cubicBezTo>
                  <a:cubicBezTo>
                    <a:pt x="584479" y="1290679"/>
                    <a:pt x="584975" y="1291439"/>
                    <a:pt x="585372" y="1292200"/>
                  </a:cubicBezTo>
                  <a:cubicBezTo>
                    <a:pt x="585769" y="1291803"/>
                    <a:pt x="586133" y="1291439"/>
                    <a:pt x="586629" y="1290976"/>
                  </a:cubicBezTo>
                  <a:cubicBezTo>
                    <a:pt x="586199" y="1290216"/>
                    <a:pt x="585802" y="1289488"/>
                    <a:pt x="585372" y="1288727"/>
                  </a:cubicBezTo>
                  <a:close/>
                  <a:moveTo>
                    <a:pt x="1138450" y="823094"/>
                  </a:moveTo>
                  <a:cubicBezTo>
                    <a:pt x="1138285" y="822300"/>
                    <a:pt x="1137756" y="821539"/>
                    <a:pt x="1137359" y="820779"/>
                  </a:cubicBezTo>
                  <a:cubicBezTo>
                    <a:pt x="1136962" y="821142"/>
                    <a:pt x="1136598" y="821539"/>
                    <a:pt x="1136135" y="822002"/>
                  </a:cubicBezTo>
                  <a:cubicBezTo>
                    <a:pt x="1136532" y="822730"/>
                    <a:pt x="1136962" y="823491"/>
                    <a:pt x="1137359" y="824251"/>
                  </a:cubicBezTo>
                  <a:cubicBezTo>
                    <a:pt x="1137756" y="823854"/>
                    <a:pt x="1138516" y="823391"/>
                    <a:pt x="1138450" y="823094"/>
                  </a:cubicBezTo>
                  <a:close/>
                  <a:moveTo>
                    <a:pt x="1491338" y="823094"/>
                  </a:moveTo>
                  <a:cubicBezTo>
                    <a:pt x="1491140" y="822300"/>
                    <a:pt x="1490611" y="821539"/>
                    <a:pt x="1490247" y="820779"/>
                  </a:cubicBezTo>
                  <a:cubicBezTo>
                    <a:pt x="1489850" y="821142"/>
                    <a:pt x="1489056" y="821638"/>
                    <a:pt x="1489122" y="821903"/>
                  </a:cubicBezTo>
                  <a:cubicBezTo>
                    <a:pt x="1489321" y="822730"/>
                    <a:pt x="1489850" y="823491"/>
                    <a:pt x="1490247" y="824251"/>
                  </a:cubicBezTo>
                  <a:cubicBezTo>
                    <a:pt x="1490611" y="823854"/>
                    <a:pt x="1491371" y="823391"/>
                    <a:pt x="1491338" y="823094"/>
                  </a:cubicBezTo>
                  <a:close/>
                  <a:moveTo>
                    <a:pt x="1253908" y="1286478"/>
                  </a:moveTo>
                  <a:cubicBezTo>
                    <a:pt x="1253445" y="1286015"/>
                    <a:pt x="1253048" y="1285618"/>
                    <a:pt x="1252651" y="1285222"/>
                  </a:cubicBezTo>
                  <a:cubicBezTo>
                    <a:pt x="1252287" y="1286015"/>
                    <a:pt x="1251758" y="1286743"/>
                    <a:pt x="1251560" y="1287570"/>
                  </a:cubicBezTo>
                  <a:cubicBezTo>
                    <a:pt x="1251494" y="1287867"/>
                    <a:pt x="1252287" y="1288330"/>
                    <a:pt x="1252651" y="1288727"/>
                  </a:cubicBezTo>
                  <a:cubicBezTo>
                    <a:pt x="1253081" y="1287967"/>
                    <a:pt x="1253511" y="1287206"/>
                    <a:pt x="1253908" y="1286478"/>
                  </a:cubicBezTo>
                  <a:close/>
                  <a:moveTo>
                    <a:pt x="576145" y="1286478"/>
                  </a:moveTo>
                  <a:cubicBezTo>
                    <a:pt x="575682" y="1286015"/>
                    <a:pt x="575285" y="1285618"/>
                    <a:pt x="574888" y="1285222"/>
                  </a:cubicBezTo>
                  <a:cubicBezTo>
                    <a:pt x="574491" y="1286015"/>
                    <a:pt x="573995" y="1286743"/>
                    <a:pt x="573796" y="1287570"/>
                  </a:cubicBezTo>
                  <a:cubicBezTo>
                    <a:pt x="573730" y="1287867"/>
                    <a:pt x="574491" y="1288330"/>
                    <a:pt x="574888" y="1288727"/>
                  </a:cubicBezTo>
                  <a:cubicBezTo>
                    <a:pt x="575318" y="1287967"/>
                    <a:pt x="575715" y="1287206"/>
                    <a:pt x="576145" y="1286478"/>
                  </a:cubicBezTo>
                  <a:close/>
                  <a:moveTo>
                    <a:pt x="1790681" y="1285222"/>
                  </a:moveTo>
                  <a:cubicBezTo>
                    <a:pt x="1791078" y="1284825"/>
                    <a:pt x="1791839" y="1284362"/>
                    <a:pt x="1791773" y="1284064"/>
                  </a:cubicBezTo>
                  <a:cubicBezTo>
                    <a:pt x="1791607" y="1283237"/>
                    <a:pt x="1791078" y="1282510"/>
                    <a:pt x="1790681" y="1281716"/>
                  </a:cubicBezTo>
                  <a:cubicBezTo>
                    <a:pt x="1790284" y="1282113"/>
                    <a:pt x="1789921" y="1282510"/>
                    <a:pt x="1789458" y="1282973"/>
                  </a:cubicBezTo>
                  <a:cubicBezTo>
                    <a:pt x="1789855" y="1283700"/>
                    <a:pt x="1790251" y="1284461"/>
                    <a:pt x="1790681" y="1285222"/>
                  </a:cubicBezTo>
                  <a:close/>
                  <a:moveTo>
                    <a:pt x="2397503" y="1335261"/>
                  </a:moveTo>
                  <a:cubicBezTo>
                    <a:pt x="2397669" y="1336088"/>
                    <a:pt x="2398198" y="1336848"/>
                    <a:pt x="2398595" y="1337609"/>
                  </a:cubicBezTo>
                  <a:cubicBezTo>
                    <a:pt x="2398958" y="1337212"/>
                    <a:pt x="2399752" y="1336749"/>
                    <a:pt x="2399686" y="1336451"/>
                  </a:cubicBezTo>
                  <a:cubicBezTo>
                    <a:pt x="2399488" y="1335625"/>
                    <a:pt x="2398958" y="1334897"/>
                    <a:pt x="2398595" y="1334103"/>
                  </a:cubicBezTo>
                  <a:cubicBezTo>
                    <a:pt x="2398198" y="1334500"/>
                    <a:pt x="2397437" y="1334963"/>
                    <a:pt x="2397503" y="1335261"/>
                  </a:cubicBezTo>
                  <a:close/>
                  <a:moveTo>
                    <a:pt x="1611426" y="1335261"/>
                  </a:moveTo>
                  <a:cubicBezTo>
                    <a:pt x="1611591" y="1336088"/>
                    <a:pt x="1612121" y="1336848"/>
                    <a:pt x="1612518" y="1337609"/>
                  </a:cubicBezTo>
                  <a:cubicBezTo>
                    <a:pt x="1612881" y="1337212"/>
                    <a:pt x="1613278" y="1336848"/>
                    <a:pt x="1613741" y="1336352"/>
                  </a:cubicBezTo>
                  <a:cubicBezTo>
                    <a:pt x="1613344" y="1335625"/>
                    <a:pt x="1612914" y="1334864"/>
                    <a:pt x="1612518" y="1334103"/>
                  </a:cubicBezTo>
                  <a:cubicBezTo>
                    <a:pt x="1612121" y="1334500"/>
                    <a:pt x="1611360" y="1334963"/>
                    <a:pt x="1611426" y="1335261"/>
                  </a:cubicBezTo>
                  <a:close/>
                  <a:moveTo>
                    <a:pt x="1545049" y="1335261"/>
                  </a:moveTo>
                  <a:cubicBezTo>
                    <a:pt x="1545214" y="1336088"/>
                    <a:pt x="1545743" y="1336848"/>
                    <a:pt x="1546140" y="1337609"/>
                  </a:cubicBezTo>
                  <a:cubicBezTo>
                    <a:pt x="1546504" y="1337212"/>
                    <a:pt x="1547298" y="1336749"/>
                    <a:pt x="1547232" y="1336451"/>
                  </a:cubicBezTo>
                  <a:cubicBezTo>
                    <a:pt x="1547033" y="1335625"/>
                    <a:pt x="1546504" y="1334897"/>
                    <a:pt x="1546140" y="1334103"/>
                  </a:cubicBezTo>
                  <a:cubicBezTo>
                    <a:pt x="1545743" y="1334500"/>
                    <a:pt x="1544983" y="1334963"/>
                    <a:pt x="1545049" y="1335261"/>
                  </a:cubicBezTo>
                  <a:close/>
                  <a:moveTo>
                    <a:pt x="888717" y="1336948"/>
                  </a:moveTo>
                  <a:cubicBezTo>
                    <a:pt x="889544" y="1336782"/>
                    <a:pt x="890304" y="1336253"/>
                    <a:pt x="891065" y="1335856"/>
                  </a:cubicBezTo>
                  <a:cubicBezTo>
                    <a:pt x="890668" y="1335459"/>
                    <a:pt x="890304" y="1335095"/>
                    <a:pt x="889808" y="1334632"/>
                  </a:cubicBezTo>
                  <a:cubicBezTo>
                    <a:pt x="889081" y="1335029"/>
                    <a:pt x="888320" y="1335426"/>
                    <a:pt x="887559" y="1335856"/>
                  </a:cubicBezTo>
                  <a:cubicBezTo>
                    <a:pt x="887956" y="1336253"/>
                    <a:pt x="888419" y="1337014"/>
                    <a:pt x="888717" y="1336948"/>
                  </a:cubicBezTo>
                  <a:close/>
                  <a:moveTo>
                    <a:pt x="2419894" y="1333740"/>
                  </a:moveTo>
                  <a:cubicBezTo>
                    <a:pt x="2420026" y="1333806"/>
                    <a:pt x="2420588" y="1333045"/>
                    <a:pt x="2421018" y="1332648"/>
                  </a:cubicBezTo>
                  <a:cubicBezTo>
                    <a:pt x="2420456" y="1331987"/>
                    <a:pt x="2420026" y="1331028"/>
                    <a:pt x="2419331" y="1330664"/>
                  </a:cubicBezTo>
                  <a:cubicBezTo>
                    <a:pt x="2417876" y="1329969"/>
                    <a:pt x="2417149" y="1330697"/>
                    <a:pt x="2417876" y="1332152"/>
                  </a:cubicBezTo>
                  <a:cubicBezTo>
                    <a:pt x="2418207" y="1332847"/>
                    <a:pt x="2419133" y="1333310"/>
                    <a:pt x="2419894" y="1333740"/>
                  </a:cubicBezTo>
                  <a:close/>
                  <a:moveTo>
                    <a:pt x="2404482" y="1328282"/>
                  </a:moveTo>
                  <a:cubicBezTo>
                    <a:pt x="2404647" y="1329109"/>
                    <a:pt x="2405176" y="1329837"/>
                    <a:pt x="2405573" y="1330631"/>
                  </a:cubicBezTo>
                  <a:cubicBezTo>
                    <a:pt x="2405937" y="1330234"/>
                    <a:pt x="2406731" y="1329771"/>
                    <a:pt x="2406664" y="1329473"/>
                  </a:cubicBezTo>
                  <a:cubicBezTo>
                    <a:pt x="2406466" y="1328646"/>
                    <a:pt x="2405937" y="1327919"/>
                    <a:pt x="2405573" y="1327125"/>
                  </a:cubicBezTo>
                  <a:cubicBezTo>
                    <a:pt x="2405176" y="1327522"/>
                    <a:pt x="2404416" y="1327985"/>
                    <a:pt x="2404482" y="1328282"/>
                  </a:cubicBezTo>
                  <a:close/>
                  <a:moveTo>
                    <a:pt x="905055" y="1346340"/>
                  </a:moveTo>
                  <a:cubicBezTo>
                    <a:pt x="904294" y="1345910"/>
                    <a:pt x="903533" y="1345480"/>
                    <a:pt x="902806" y="1345084"/>
                  </a:cubicBezTo>
                  <a:cubicBezTo>
                    <a:pt x="902310" y="1345547"/>
                    <a:pt x="901946" y="1345943"/>
                    <a:pt x="901549" y="1346340"/>
                  </a:cubicBezTo>
                  <a:cubicBezTo>
                    <a:pt x="902310" y="1346737"/>
                    <a:pt x="903070" y="1347233"/>
                    <a:pt x="903897" y="1347432"/>
                  </a:cubicBezTo>
                  <a:cubicBezTo>
                    <a:pt x="904195" y="1347498"/>
                    <a:pt x="904658" y="1346737"/>
                    <a:pt x="905055" y="1346340"/>
                  </a:cubicBezTo>
                  <a:close/>
                  <a:moveTo>
                    <a:pt x="2005556" y="1342835"/>
                  </a:moveTo>
                  <a:cubicBezTo>
                    <a:pt x="2005920" y="1343231"/>
                    <a:pt x="2006416" y="1343992"/>
                    <a:pt x="2006681" y="1343926"/>
                  </a:cubicBezTo>
                  <a:cubicBezTo>
                    <a:pt x="2007507" y="1343761"/>
                    <a:pt x="2008268" y="1343231"/>
                    <a:pt x="2009029" y="1342835"/>
                  </a:cubicBezTo>
                  <a:cubicBezTo>
                    <a:pt x="2008632" y="1342471"/>
                    <a:pt x="2008169" y="1341677"/>
                    <a:pt x="2007904" y="1341743"/>
                  </a:cubicBezTo>
                  <a:cubicBezTo>
                    <a:pt x="2007077" y="1341942"/>
                    <a:pt x="2006317" y="1342471"/>
                    <a:pt x="2005556" y="1342835"/>
                  </a:cubicBezTo>
                  <a:close/>
                  <a:moveTo>
                    <a:pt x="737838" y="1342338"/>
                  </a:moveTo>
                  <a:cubicBezTo>
                    <a:pt x="738268" y="1343066"/>
                    <a:pt x="738665" y="1343827"/>
                    <a:pt x="739095" y="1344587"/>
                  </a:cubicBezTo>
                  <a:cubicBezTo>
                    <a:pt x="739492" y="1344191"/>
                    <a:pt x="740252" y="1343728"/>
                    <a:pt x="740186" y="1343430"/>
                  </a:cubicBezTo>
                  <a:cubicBezTo>
                    <a:pt x="739988" y="1342603"/>
                    <a:pt x="739492" y="1341875"/>
                    <a:pt x="739095" y="1341082"/>
                  </a:cubicBezTo>
                  <a:cubicBezTo>
                    <a:pt x="738698" y="1341479"/>
                    <a:pt x="738301" y="1341875"/>
                    <a:pt x="737838" y="1342338"/>
                  </a:cubicBezTo>
                  <a:close/>
                  <a:moveTo>
                    <a:pt x="2506875" y="1337609"/>
                  </a:moveTo>
                  <a:cubicBezTo>
                    <a:pt x="2506479" y="1337973"/>
                    <a:pt x="2505718" y="1338469"/>
                    <a:pt x="2505784" y="1338767"/>
                  </a:cubicBezTo>
                  <a:cubicBezTo>
                    <a:pt x="2505982" y="1339560"/>
                    <a:pt x="2506479" y="1340321"/>
                    <a:pt x="2506875" y="1341082"/>
                  </a:cubicBezTo>
                  <a:cubicBezTo>
                    <a:pt x="2507272" y="1340718"/>
                    <a:pt x="2507669" y="1340321"/>
                    <a:pt x="2508132" y="1339858"/>
                  </a:cubicBezTo>
                  <a:cubicBezTo>
                    <a:pt x="2507702" y="1339130"/>
                    <a:pt x="2507305" y="1338370"/>
                    <a:pt x="2506875" y="1337609"/>
                  </a:cubicBezTo>
                  <a:close/>
                  <a:moveTo>
                    <a:pt x="2145951" y="1338767"/>
                  </a:moveTo>
                  <a:cubicBezTo>
                    <a:pt x="2146116" y="1339560"/>
                    <a:pt x="2146645" y="1340321"/>
                    <a:pt x="2147042" y="1341082"/>
                  </a:cubicBezTo>
                  <a:cubicBezTo>
                    <a:pt x="2147439" y="1340718"/>
                    <a:pt x="2147803" y="1340321"/>
                    <a:pt x="2148266" y="1339858"/>
                  </a:cubicBezTo>
                  <a:cubicBezTo>
                    <a:pt x="2147869" y="1339130"/>
                    <a:pt x="2147439" y="1338370"/>
                    <a:pt x="2147042" y="1337609"/>
                  </a:cubicBezTo>
                  <a:cubicBezTo>
                    <a:pt x="2146645" y="1338006"/>
                    <a:pt x="2145885" y="1338469"/>
                    <a:pt x="2145951" y="1338767"/>
                  </a:cubicBezTo>
                  <a:close/>
                  <a:moveTo>
                    <a:pt x="1740675" y="1338767"/>
                  </a:moveTo>
                  <a:cubicBezTo>
                    <a:pt x="1740874" y="1339560"/>
                    <a:pt x="1741370" y="1340321"/>
                    <a:pt x="1741766" y="1341082"/>
                  </a:cubicBezTo>
                  <a:cubicBezTo>
                    <a:pt x="1742163" y="1340718"/>
                    <a:pt x="1742924" y="1340222"/>
                    <a:pt x="1742858" y="1339957"/>
                  </a:cubicBezTo>
                  <a:cubicBezTo>
                    <a:pt x="1742693" y="1339130"/>
                    <a:pt x="1742163" y="1338370"/>
                    <a:pt x="1741766" y="1337609"/>
                  </a:cubicBezTo>
                  <a:cubicBezTo>
                    <a:pt x="1741370" y="1338006"/>
                    <a:pt x="1740609" y="1338469"/>
                    <a:pt x="1740675" y="1338767"/>
                  </a:cubicBezTo>
                  <a:close/>
                  <a:moveTo>
                    <a:pt x="1487965" y="1339858"/>
                  </a:moveTo>
                  <a:cubicBezTo>
                    <a:pt x="1487568" y="1339130"/>
                    <a:pt x="1487138" y="1338370"/>
                    <a:pt x="1486741" y="1337609"/>
                  </a:cubicBezTo>
                  <a:cubicBezTo>
                    <a:pt x="1486344" y="1338006"/>
                    <a:pt x="1485584" y="1338469"/>
                    <a:pt x="1485650" y="1338767"/>
                  </a:cubicBezTo>
                  <a:cubicBezTo>
                    <a:pt x="1485815" y="1339593"/>
                    <a:pt x="1486344" y="1340321"/>
                    <a:pt x="1486741" y="1341115"/>
                  </a:cubicBezTo>
                  <a:cubicBezTo>
                    <a:pt x="1487105" y="1340718"/>
                    <a:pt x="1487502" y="1340321"/>
                    <a:pt x="1487965" y="1339858"/>
                  </a:cubicBezTo>
                  <a:close/>
                  <a:moveTo>
                    <a:pt x="522467" y="1337609"/>
                  </a:moveTo>
                  <a:cubicBezTo>
                    <a:pt x="522103" y="1337973"/>
                    <a:pt x="521310" y="1338469"/>
                    <a:pt x="521376" y="1338767"/>
                  </a:cubicBezTo>
                  <a:cubicBezTo>
                    <a:pt x="521574" y="1339560"/>
                    <a:pt x="522103" y="1340321"/>
                    <a:pt x="522467" y="1341082"/>
                  </a:cubicBezTo>
                  <a:cubicBezTo>
                    <a:pt x="522864" y="1340718"/>
                    <a:pt x="523261" y="1340321"/>
                    <a:pt x="523724" y="1339858"/>
                  </a:cubicBezTo>
                  <a:cubicBezTo>
                    <a:pt x="523327" y="1339130"/>
                    <a:pt x="522897" y="1338370"/>
                    <a:pt x="522467" y="1337609"/>
                  </a:cubicBezTo>
                  <a:close/>
                  <a:moveTo>
                    <a:pt x="284904" y="1337609"/>
                  </a:moveTo>
                  <a:cubicBezTo>
                    <a:pt x="284541" y="1337973"/>
                    <a:pt x="283747" y="1338469"/>
                    <a:pt x="283813" y="1338767"/>
                  </a:cubicBezTo>
                  <a:cubicBezTo>
                    <a:pt x="284011" y="1339560"/>
                    <a:pt x="284541" y="1340321"/>
                    <a:pt x="284904" y="1341082"/>
                  </a:cubicBezTo>
                  <a:cubicBezTo>
                    <a:pt x="285301" y="1340718"/>
                    <a:pt x="285698" y="1340321"/>
                    <a:pt x="286161" y="1339858"/>
                  </a:cubicBezTo>
                  <a:cubicBezTo>
                    <a:pt x="285764" y="1339130"/>
                    <a:pt x="285334" y="1338370"/>
                    <a:pt x="284904" y="1337609"/>
                  </a:cubicBezTo>
                  <a:close/>
                  <a:moveTo>
                    <a:pt x="2093530" y="1314293"/>
                  </a:moveTo>
                  <a:cubicBezTo>
                    <a:pt x="2093728" y="1315119"/>
                    <a:pt x="2094258" y="1315880"/>
                    <a:pt x="2094621" y="1316641"/>
                  </a:cubicBezTo>
                  <a:cubicBezTo>
                    <a:pt x="2095018" y="1316277"/>
                    <a:pt x="2095779" y="1315781"/>
                    <a:pt x="2095713" y="1315516"/>
                  </a:cubicBezTo>
                  <a:cubicBezTo>
                    <a:pt x="2095547" y="1314690"/>
                    <a:pt x="2095018" y="1313929"/>
                    <a:pt x="2094621" y="1313168"/>
                  </a:cubicBezTo>
                  <a:cubicBezTo>
                    <a:pt x="2094258" y="1313532"/>
                    <a:pt x="2093464" y="1314028"/>
                    <a:pt x="2093530" y="1314293"/>
                  </a:cubicBezTo>
                  <a:close/>
                  <a:moveTo>
                    <a:pt x="1893240" y="1315417"/>
                  </a:moveTo>
                  <a:cubicBezTo>
                    <a:pt x="1892844" y="1314656"/>
                    <a:pt x="1892414" y="1313929"/>
                    <a:pt x="1891984" y="1313168"/>
                  </a:cubicBezTo>
                  <a:cubicBezTo>
                    <a:pt x="1891620" y="1313532"/>
                    <a:pt x="1890826" y="1314028"/>
                    <a:pt x="1890892" y="1314293"/>
                  </a:cubicBezTo>
                  <a:cubicBezTo>
                    <a:pt x="1891091" y="1315119"/>
                    <a:pt x="1891620" y="1315880"/>
                    <a:pt x="1891984" y="1316641"/>
                  </a:cubicBezTo>
                  <a:cubicBezTo>
                    <a:pt x="1892381" y="1316277"/>
                    <a:pt x="1892777" y="1315880"/>
                    <a:pt x="1893240" y="1315417"/>
                  </a:cubicBezTo>
                  <a:close/>
                  <a:moveTo>
                    <a:pt x="1797064" y="1316012"/>
                  </a:moveTo>
                  <a:cubicBezTo>
                    <a:pt x="1797891" y="1315814"/>
                    <a:pt x="1798652" y="1315285"/>
                    <a:pt x="1799413" y="1314921"/>
                  </a:cubicBezTo>
                  <a:cubicBezTo>
                    <a:pt x="1799016" y="1314524"/>
                    <a:pt x="1798652" y="1314127"/>
                    <a:pt x="1798189" y="1313664"/>
                  </a:cubicBezTo>
                  <a:cubicBezTo>
                    <a:pt x="1797428" y="1314061"/>
                    <a:pt x="1796668" y="1314491"/>
                    <a:pt x="1795940" y="1314921"/>
                  </a:cubicBezTo>
                  <a:cubicBezTo>
                    <a:pt x="1796304" y="1315285"/>
                    <a:pt x="1796767" y="1316079"/>
                    <a:pt x="1797064" y="1316012"/>
                  </a:cubicBezTo>
                  <a:close/>
                  <a:moveTo>
                    <a:pt x="1664905" y="1313168"/>
                  </a:moveTo>
                  <a:cubicBezTo>
                    <a:pt x="1664508" y="1313532"/>
                    <a:pt x="1663747" y="1314028"/>
                    <a:pt x="1663814" y="1314293"/>
                  </a:cubicBezTo>
                  <a:cubicBezTo>
                    <a:pt x="1664012" y="1315119"/>
                    <a:pt x="1664508" y="1315880"/>
                    <a:pt x="1664905" y="1316641"/>
                  </a:cubicBezTo>
                  <a:cubicBezTo>
                    <a:pt x="1665302" y="1316244"/>
                    <a:pt x="1665699" y="1315880"/>
                    <a:pt x="1666162" y="1315417"/>
                  </a:cubicBezTo>
                  <a:cubicBezTo>
                    <a:pt x="1665732" y="1314690"/>
                    <a:pt x="1665335" y="1313929"/>
                    <a:pt x="1664905" y="1313168"/>
                  </a:cubicBezTo>
                  <a:close/>
                  <a:moveTo>
                    <a:pt x="1068733" y="1315417"/>
                  </a:moveTo>
                  <a:cubicBezTo>
                    <a:pt x="1068336" y="1314656"/>
                    <a:pt x="1067906" y="1313929"/>
                    <a:pt x="1067509" y="1313168"/>
                  </a:cubicBezTo>
                  <a:cubicBezTo>
                    <a:pt x="1067112" y="1313532"/>
                    <a:pt x="1066351" y="1314028"/>
                    <a:pt x="1066418" y="1314293"/>
                  </a:cubicBezTo>
                  <a:cubicBezTo>
                    <a:pt x="1066583" y="1315119"/>
                    <a:pt x="1067112" y="1315880"/>
                    <a:pt x="1067509" y="1316641"/>
                  </a:cubicBezTo>
                  <a:cubicBezTo>
                    <a:pt x="1067873" y="1316277"/>
                    <a:pt x="1068270" y="1315880"/>
                    <a:pt x="1068733" y="1315417"/>
                  </a:cubicBezTo>
                  <a:close/>
                  <a:moveTo>
                    <a:pt x="1117647" y="812543"/>
                  </a:moveTo>
                  <a:cubicBezTo>
                    <a:pt x="1117251" y="811816"/>
                    <a:pt x="1116821" y="811055"/>
                    <a:pt x="1116424" y="810294"/>
                  </a:cubicBezTo>
                  <a:cubicBezTo>
                    <a:pt x="1116027" y="810658"/>
                    <a:pt x="1115266" y="811154"/>
                    <a:pt x="1115332" y="811419"/>
                  </a:cubicBezTo>
                  <a:cubicBezTo>
                    <a:pt x="1115498" y="812246"/>
                    <a:pt x="1116027" y="813006"/>
                    <a:pt x="1116424" y="813767"/>
                  </a:cubicBezTo>
                  <a:cubicBezTo>
                    <a:pt x="1116788" y="813403"/>
                    <a:pt x="1117184" y="813006"/>
                    <a:pt x="1117647" y="812543"/>
                  </a:cubicBezTo>
                  <a:close/>
                  <a:moveTo>
                    <a:pt x="908527" y="1314921"/>
                  </a:moveTo>
                  <a:cubicBezTo>
                    <a:pt x="909288" y="1315318"/>
                    <a:pt x="910049" y="1315748"/>
                    <a:pt x="910776" y="1316145"/>
                  </a:cubicBezTo>
                  <a:cubicBezTo>
                    <a:pt x="911239" y="1315682"/>
                    <a:pt x="911636" y="1315285"/>
                    <a:pt x="912033" y="1314921"/>
                  </a:cubicBezTo>
                  <a:cubicBezTo>
                    <a:pt x="911239" y="1314524"/>
                    <a:pt x="910512" y="1313995"/>
                    <a:pt x="909685" y="1313830"/>
                  </a:cubicBezTo>
                  <a:cubicBezTo>
                    <a:pt x="909387" y="1313763"/>
                    <a:pt x="908924" y="1314524"/>
                    <a:pt x="908527" y="1314921"/>
                  </a:cubicBezTo>
                  <a:close/>
                  <a:moveTo>
                    <a:pt x="880085" y="1314392"/>
                  </a:moveTo>
                  <a:cubicBezTo>
                    <a:pt x="879622" y="1313929"/>
                    <a:pt x="879225" y="1313532"/>
                    <a:pt x="878828" y="1313168"/>
                  </a:cubicBezTo>
                  <a:cubicBezTo>
                    <a:pt x="878464" y="1313929"/>
                    <a:pt x="877935" y="1314690"/>
                    <a:pt x="877737" y="1315516"/>
                  </a:cubicBezTo>
                  <a:cubicBezTo>
                    <a:pt x="877670" y="1315781"/>
                    <a:pt x="878464" y="1316244"/>
                    <a:pt x="878828" y="1316641"/>
                  </a:cubicBezTo>
                  <a:cubicBezTo>
                    <a:pt x="879258" y="1315880"/>
                    <a:pt x="879688" y="1315119"/>
                    <a:pt x="880085" y="1314392"/>
                  </a:cubicBezTo>
                  <a:close/>
                  <a:moveTo>
                    <a:pt x="833419" y="1313168"/>
                  </a:moveTo>
                  <a:cubicBezTo>
                    <a:pt x="833022" y="1313532"/>
                    <a:pt x="832261" y="1314028"/>
                    <a:pt x="832327" y="1314293"/>
                  </a:cubicBezTo>
                  <a:cubicBezTo>
                    <a:pt x="832526" y="1315119"/>
                    <a:pt x="833022" y="1315880"/>
                    <a:pt x="833419" y="1316641"/>
                  </a:cubicBezTo>
                  <a:cubicBezTo>
                    <a:pt x="833816" y="1316244"/>
                    <a:pt x="834213" y="1315880"/>
                    <a:pt x="834676" y="1315417"/>
                  </a:cubicBezTo>
                  <a:cubicBezTo>
                    <a:pt x="834246" y="1314690"/>
                    <a:pt x="833849" y="1313929"/>
                    <a:pt x="833419" y="1313168"/>
                  </a:cubicBezTo>
                  <a:close/>
                  <a:moveTo>
                    <a:pt x="1755128" y="1312507"/>
                  </a:moveTo>
                  <a:cubicBezTo>
                    <a:pt x="1755955" y="1312308"/>
                    <a:pt x="1756715" y="1311812"/>
                    <a:pt x="1757476" y="1311415"/>
                  </a:cubicBezTo>
                  <a:cubicBezTo>
                    <a:pt x="1757112" y="1311018"/>
                    <a:pt x="1756715" y="1310655"/>
                    <a:pt x="1756252" y="1310192"/>
                  </a:cubicBezTo>
                  <a:cubicBezTo>
                    <a:pt x="1755525" y="1310588"/>
                    <a:pt x="1754764" y="1310985"/>
                    <a:pt x="1754003" y="1311415"/>
                  </a:cubicBezTo>
                  <a:cubicBezTo>
                    <a:pt x="1754400" y="1311812"/>
                    <a:pt x="1754863" y="1312573"/>
                    <a:pt x="1755128" y="1312507"/>
                  </a:cubicBezTo>
                  <a:close/>
                  <a:moveTo>
                    <a:pt x="1377832" y="1312507"/>
                  </a:moveTo>
                  <a:cubicBezTo>
                    <a:pt x="1378659" y="1312308"/>
                    <a:pt x="1379387" y="1311812"/>
                    <a:pt x="1380180" y="1311415"/>
                  </a:cubicBezTo>
                  <a:cubicBezTo>
                    <a:pt x="1379783" y="1311018"/>
                    <a:pt x="1379387" y="1310655"/>
                    <a:pt x="1378924" y="1310192"/>
                  </a:cubicBezTo>
                  <a:cubicBezTo>
                    <a:pt x="1378196" y="1310588"/>
                    <a:pt x="1377435" y="1310985"/>
                    <a:pt x="1376675" y="1311415"/>
                  </a:cubicBezTo>
                  <a:cubicBezTo>
                    <a:pt x="1377071" y="1311812"/>
                    <a:pt x="1377534" y="1312573"/>
                    <a:pt x="1377832" y="1312507"/>
                  </a:cubicBezTo>
                  <a:close/>
                  <a:moveTo>
                    <a:pt x="1077695" y="1312738"/>
                  </a:moveTo>
                  <a:cubicBezTo>
                    <a:pt x="1078158" y="1312870"/>
                    <a:pt x="1079051" y="1311746"/>
                    <a:pt x="1079713" y="1311217"/>
                  </a:cubicBezTo>
                  <a:cubicBezTo>
                    <a:pt x="1079713" y="1310721"/>
                    <a:pt x="1079713" y="1310192"/>
                    <a:pt x="1079713" y="1309695"/>
                  </a:cubicBezTo>
                  <a:cubicBezTo>
                    <a:pt x="1079713" y="1309695"/>
                    <a:pt x="1079713" y="1309695"/>
                    <a:pt x="1079713" y="1309662"/>
                  </a:cubicBezTo>
                  <a:cubicBezTo>
                    <a:pt x="1078787" y="1309993"/>
                    <a:pt x="1077828" y="1310192"/>
                    <a:pt x="1077034" y="1310655"/>
                  </a:cubicBezTo>
                  <a:cubicBezTo>
                    <a:pt x="1076108" y="1311250"/>
                    <a:pt x="1076339" y="1312308"/>
                    <a:pt x="1077695" y="1312738"/>
                  </a:cubicBezTo>
                  <a:close/>
                  <a:moveTo>
                    <a:pt x="1124494" y="809137"/>
                  </a:moveTo>
                  <a:cubicBezTo>
                    <a:pt x="1124295" y="808310"/>
                    <a:pt x="1123766" y="807582"/>
                    <a:pt x="1123402" y="806789"/>
                  </a:cubicBezTo>
                  <a:cubicBezTo>
                    <a:pt x="1123005" y="807186"/>
                    <a:pt x="1122245" y="807649"/>
                    <a:pt x="1122311" y="807946"/>
                  </a:cubicBezTo>
                  <a:cubicBezTo>
                    <a:pt x="1122476" y="808773"/>
                    <a:pt x="1123005" y="809501"/>
                    <a:pt x="1123402" y="810294"/>
                  </a:cubicBezTo>
                  <a:cubicBezTo>
                    <a:pt x="1123799" y="809898"/>
                    <a:pt x="1124560" y="809435"/>
                    <a:pt x="1124494" y="809137"/>
                  </a:cubicBezTo>
                  <a:close/>
                  <a:moveTo>
                    <a:pt x="1195005" y="808542"/>
                  </a:moveTo>
                  <a:cubicBezTo>
                    <a:pt x="1195402" y="808938"/>
                    <a:pt x="1195865" y="809699"/>
                    <a:pt x="1196163" y="809633"/>
                  </a:cubicBezTo>
                  <a:cubicBezTo>
                    <a:pt x="1196989" y="809435"/>
                    <a:pt x="1197750" y="808938"/>
                    <a:pt x="1198511" y="808542"/>
                  </a:cubicBezTo>
                  <a:cubicBezTo>
                    <a:pt x="1198114" y="808145"/>
                    <a:pt x="1197750" y="807748"/>
                    <a:pt x="1197287" y="807285"/>
                  </a:cubicBezTo>
                  <a:cubicBezTo>
                    <a:pt x="1196526" y="807715"/>
                    <a:pt x="1195766" y="808112"/>
                    <a:pt x="1195005" y="808542"/>
                  </a:cubicBezTo>
                  <a:close/>
                  <a:moveTo>
                    <a:pt x="1564198" y="1327786"/>
                  </a:moveTo>
                  <a:cubicBezTo>
                    <a:pt x="1563371" y="1327952"/>
                    <a:pt x="1562610" y="1328481"/>
                    <a:pt x="1561850" y="1328878"/>
                  </a:cubicBezTo>
                  <a:cubicBezTo>
                    <a:pt x="1562247" y="1329275"/>
                    <a:pt x="1562710" y="1330035"/>
                    <a:pt x="1562974" y="1329969"/>
                  </a:cubicBezTo>
                  <a:cubicBezTo>
                    <a:pt x="1563801" y="1329771"/>
                    <a:pt x="1564562" y="1329275"/>
                    <a:pt x="1565322" y="1328878"/>
                  </a:cubicBezTo>
                  <a:cubicBezTo>
                    <a:pt x="1564959" y="1328481"/>
                    <a:pt x="1564496" y="1327720"/>
                    <a:pt x="1564198" y="1327786"/>
                  </a:cubicBezTo>
                  <a:close/>
                  <a:moveTo>
                    <a:pt x="1444805" y="1327125"/>
                  </a:moveTo>
                  <a:cubicBezTo>
                    <a:pt x="1444408" y="1327522"/>
                    <a:pt x="1443647" y="1327985"/>
                    <a:pt x="1443713" y="1328282"/>
                  </a:cubicBezTo>
                  <a:cubicBezTo>
                    <a:pt x="1443912" y="1329109"/>
                    <a:pt x="1444408" y="1329837"/>
                    <a:pt x="1444805" y="1330631"/>
                  </a:cubicBezTo>
                  <a:cubicBezTo>
                    <a:pt x="1445202" y="1330234"/>
                    <a:pt x="1445599" y="1329837"/>
                    <a:pt x="1446062" y="1329374"/>
                  </a:cubicBezTo>
                  <a:cubicBezTo>
                    <a:pt x="1445665" y="1328646"/>
                    <a:pt x="1445235" y="1327886"/>
                    <a:pt x="1444805" y="1327125"/>
                  </a:cubicBezTo>
                  <a:close/>
                  <a:moveTo>
                    <a:pt x="1306295" y="809038"/>
                  </a:moveTo>
                  <a:cubicBezTo>
                    <a:pt x="1305899" y="808310"/>
                    <a:pt x="1305469" y="807549"/>
                    <a:pt x="1305072" y="806789"/>
                  </a:cubicBezTo>
                  <a:cubicBezTo>
                    <a:pt x="1304675" y="807186"/>
                    <a:pt x="1303914" y="807649"/>
                    <a:pt x="1303980" y="807946"/>
                  </a:cubicBezTo>
                  <a:cubicBezTo>
                    <a:pt x="1304146" y="808773"/>
                    <a:pt x="1304675" y="809501"/>
                    <a:pt x="1305072" y="810294"/>
                  </a:cubicBezTo>
                  <a:cubicBezTo>
                    <a:pt x="1305469" y="809898"/>
                    <a:pt x="1305832" y="809501"/>
                    <a:pt x="1306295" y="809038"/>
                  </a:cubicBezTo>
                  <a:close/>
                  <a:moveTo>
                    <a:pt x="1337119" y="807450"/>
                  </a:moveTo>
                  <a:cubicBezTo>
                    <a:pt x="1336293" y="807616"/>
                    <a:pt x="1335532" y="808145"/>
                    <a:pt x="1334771" y="808542"/>
                  </a:cubicBezTo>
                  <a:cubicBezTo>
                    <a:pt x="1335135" y="808938"/>
                    <a:pt x="1335631" y="809699"/>
                    <a:pt x="1335896" y="809633"/>
                  </a:cubicBezTo>
                  <a:cubicBezTo>
                    <a:pt x="1336722" y="809435"/>
                    <a:pt x="1337483" y="808938"/>
                    <a:pt x="1338244" y="808542"/>
                  </a:cubicBezTo>
                  <a:cubicBezTo>
                    <a:pt x="1337880" y="808145"/>
                    <a:pt x="1337384" y="807384"/>
                    <a:pt x="1337119" y="807450"/>
                  </a:cubicBezTo>
                  <a:close/>
                  <a:moveTo>
                    <a:pt x="2114498" y="1324777"/>
                  </a:moveTo>
                  <a:cubicBezTo>
                    <a:pt x="2114697" y="1325604"/>
                    <a:pt x="2115193" y="1326364"/>
                    <a:pt x="2115590" y="1327125"/>
                  </a:cubicBezTo>
                  <a:cubicBezTo>
                    <a:pt x="2115987" y="1326728"/>
                    <a:pt x="2116747" y="1326265"/>
                    <a:pt x="2116681" y="1325967"/>
                  </a:cubicBezTo>
                  <a:cubicBezTo>
                    <a:pt x="2116516" y="1325174"/>
                    <a:pt x="2115987" y="1324413"/>
                    <a:pt x="2115590" y="1323652"/>
                  </a:cubicBezTo>
                  <a:cubicBezTo>
                    <a:pt x="2115193" y="1324016"/>
                    <a:pt x="2114432" y="1324512"/>
                    <a:pt x="2114498" y="1324777"/>
                  </a:cubicBezTo>
                  <a:close/>
                  <a:moveTo>
                    <a:pt x="953440" y="1325901"/>
                  </a:moveTo>
                  <a:cubicBezTo>
                    <a:pt x="953044" y="1325141"/>
                    <a:pt x="952614" y="1324380"/>
                    <a:pt x="952217" y="1323652"/>
                  </a:cubicBezTo>
                  <a:cubicBezTo>
                    <a:pt x="951820" y="1324016"/>
                    <a:pt x="951059" y="1324512"/>
                    <a:pt x="951125" y="1324777"/>
                  </a:cubicBezTo>
                  <a:cubicBezTo>
                    <a:pt x="951291" y="1325604"/>
                    <a:pt x="951820" y="1326364"/>
                    <a:pt x="952217" y="1327125"/>
                  </a:cubicBezTo>
                  <a:cubicBezTo>
                    <a:pt x="952581" y="1326728"/>
                    <a:pt x="952977" y="1326364"/>
                    <a:pt x="953440" y="1325901"/>
                  </a:cubicBezTo>
                  <a:close/>
                  <a:moveTo>
                    <a:pt x="1291578" y="1323123"/>
                  </a:moveTo>
                  <a:cubicBezTo>
                    <a:pt x="1292041" y="1322660"/>
                    <a:pt x="1292438" y="1322263"/>
                    <a:pt x="1292835" y="1321899"/>
                  </a:cubicBezTo>
                  <a:cubicBezTo>
                    <a:pt x="1292041" y="1321503"/>
                    <a:pt x="1291313" y="1320973"/>
                    <a:pt x="1290487" y="1320808"/>
                  </a:cubicBezTo>
                  <a:cubicBezTo>
                    <a:pt x="1290189" y="1320742"/>
                    <a:pt x="1289726" y="1321503"/>
                    <a:pt x="1289329" y="1321899"/>
                  </a:cubicBezTo>
                  <a:cubicBezTo>
                    <a:pt x="1290090" y="1322296"/>
                    <a:pt x="1290850" y="1322726"/>
                    <a:pt x="1291578" y="1323123"/>
                  </a:cubicBezTo>
                  <a:close/>
                  <a:moveTo>
                    <a:pt x="2275067" y="1318890"/>
                  </a:moveTo>
                  <a:cubicBezTo>
                    <a:pt x="2275530" y="1319353"/>
                    <a:pt x="2275927" y="1319750"/>
                    <a:pt x="2276291" y="1320147"/>
                  </a:cubicBezTo>
                  <a:cubicBezTo>
                    <a:pt x="2276688" y="1319353"/>
                    <a:pt x="2277217" y="1318625"/>
                    <a:pt x="2277382" y="1317798"/>
                  </a:cubicBezTo>
                  <a:cubicBezTo>
                    <a:pt x="2277449" y="1317501"/>
                    <a:pt x="2276688" y="1317038"/>
                    <a:pt x="2276291" y="1316641"/>
                  </a:cubicBezTo>
                  <a:cubicBezTo>
                    <a:pt x="2275894" y="1317401"/>
                    <a:pt x="2275464" y="1318162"/>
                    <a:pt x="2275067" y="1318890"/>
                  </a:cubicBezTo>
                  <a:close/>
                  <a:moveTo>
                    <a:pt x="1149100" y="669371"/>
                  </a:moveTo>
                  <a:cubicBezTo>
                    <a:pt x="1148670" y="668610"/>
                    <a:pt x="1148273" y="667849"/>
                    <a:pt x="1147843" y="667122"/>
                  </a:cubicBezTo>
                  <a:cubicBezTo>
                    <a:pt x="1147446" y="667486"/>
                    <a:pt x="1146685" y="667982"/>
                    <a:pt x="1146752" y="668246"/>
                  </a:cubicBezTo>
                  <a:cubicBezTo>
                    <a:pt x="1146950" y="669073"/>
                    <a:pt x="1147446" y="669834"/>
                    <a:pt x="1147843" y="670594"/>
                  </a:cubicBezTo>
                  <a:cubicBezTo>
                    <a:pt x="1148240" y="670198"/>
                    <a:pt x="1148637" y="669834"/>
                    <a:pt x="1149100" y="669371"/>
                  </a:cubicBezTo>
                  <a:close/>
                  <a:moveTo>
                    <a:pt x="1399892" y="1505719"/>
                  </a:moveTo>
                  <a:cubicBezTo>
                    <a:pt x="1399164" y="1506149"/>
                    <a:pt x="1398403" y="1506545"/>
                    <a:pt x="1397643" y="1506975"/>
                  </a:cubicBezTo>
                  <a:cubicBezTo>
                    <a:pt x="1398040" y="1507372"/>
                    <a:pt x="1398503" y="1508133"/>
                    <a:pt x="1398800" y="1508067"/>
                  </a:cubicBezTo>
                  <a:cubicBezTo>
                    <a:pt x="1399627" y="1507868"/>
                    <a:pt x="1400355" y="1507372"/>
                    <a:pt x="1401149" y="1506975"/>
                  </a:cubicBezTo>
                  <a:cubicBezTo>
                    <a:pt x="1400752" y="1506579"/>
                    <a:pt x="1400355" y="1506215"/>
                    <a:pt x="1399892" y="1505719"/>
                  </a:cubicBezTo>
                  <a:close/>
                  <a:moveTo>
                    <a:pt x="1257381" y="671851"/>
                  </a:moveTo>
                  <a:cubicBezTo>
                    <a:pt x="1256918" y="671388"/>
                    <a:pt x="1256554" y="670991"/>
                    <a:pt x="1256157" y="670594"/>
                  </a:cubicBezTo>
                  <a:cubicBezTo>
                    <a:pt x="1255760" y="671388"/>
                    <a:pt x="1255231" y="672116"/>
                    <a:pt x="1255065" y="672943"/>
                  </a:cubicBezTo>
                  <a:cubicBezTo>
                    <a:pt x="1254999" y="673240"/>
                    <a:pt x="1255760" y="673703"/>
                    <a:pt x="1256157" y="674100"/>
                  </a:cubicBezTo>
                  <a:cubicBezTo>
                    <a:pt x="1256554" y="673339"/>
                    <a:pt x="1256984" y="672579"/>
                    <a:pt x="1257381" y="671851"/>
                  </a:cubicBezTo>
                  <a:close/>
                  <a:moveTo>
                    <a:pt x="1670792" y="1502874"/>
                  </a:moveTo>
                  <a:cubicBezTo>
                    <a:pt x="1670990" y="1503701"/>
                    <a:pt x="1671520" y="1504462"/>
                    <a:pt x="1671883" y="1505223"/>
                  </a:cubicBezTo>
                  <a:cubicBezTo>
                    <a:pt x="1672280" y="1504826"/>
                    <a:pt x="1673041" y="1504363"/>
                    <a:pt x="1673008" y="1504098"/>
                  </a:cubicBezTo>
                  <a:cubicBezTo>
                    <a:pt x="1672809" y="1503271"/>
                    <a:pt x="1672280" y="1502511"/>
                    <a:pt x="1671883" y="1501750"/>
                  </a:cubicBezTo>
                  <a:cubicBezTo>
                    <a:pt x="1671520" y="1502114"/>
                    <a:pt x="1670726" y="1502610"/>
                    <a:pt x="1670792" y="1502874"/>
                  </a:cubicBezTo>
                  <a:close/>
                  <a:moveTo>
                    <a:pt x="2468445" y="1501750"/>
                  </a:moveTo>
                  <a:cubicBezTo>
                    <a:pt x="2468875" y="1500989"/>
                    <a:pt x="2469305" y="1500229"/>
                    <a:pt x="2469701" y="1499501"/>
                  </a:cubicBezTo>
                  <a:cubicBezTo>
                    <a:pt x="2469238" y="1499005"/>
                    <a:pt x="2468842" y="1498641"/>
                    <a:pt x="2468445" y="1498244"/>
                  </a:cubicBezTo>
                  <a:cubicBezTo>
                    <a:pt x="2468048" y="1499005"/>
                    <a:pt x="2467552" y="1499766"/>
                    <a:pt x="2467353" y="1500592"/>
                  </a:cubicBezTo>
                  <a:cubicBezTo>
                    <a:pt x="2467287" y="1500890"/>
                    <a:pt x="2468048" y="1501353"/>
                    <a:pt x="2468445" y="1501750"/>
                  </a:cubicBezTo>
                  <a:close/>
                  <a:moveTo>
                    <a:pt x="973185" y="1519212"/>
                  </a:moveTo>
                  <a:cubicBezTo>
                    <a:pt x="973549" y="1518816"/>
                    <a:pt x="974342" y="1518353"/>
                    <a:pt x="974276" y="1518055"/>
                  </a:cubicBezTo>
                  <a:cubicBezTo>
                    <a:pt x="974078" y="1517228"/>
                    <a:pt x="973549" y="1516500"/>
                    <a:pt x="973185" y="1515707"/>
                  </a:cubicBezTo>
                  <a:cubicBezTo>
                    <a:pt x="972788" y="1516104"/>
                    <a:pt x="972391" y="1516500"/>
                    <a:pt x="971928" y="1516963"/>
                  </a:cubicBezTo>
                  <a:cubicBezTo>
                    <a:pt x="972325" y="1517691"/>
                    <a:pt x="972755" y="1518452"/>
                    <a:pt x="973185" y="1519212"/>
                  </a:cubicBezTo>
                  <a:close/>
                  <a:moveTo>
                    <a:pt x="1830865" y="661863"/>
                  </a:moveTo>
                  <a:cubicBezTo>
                    <a:pt x="1830468" y="661466"/>
                    <a:pt x="1830005" y="660706"/>
                    <a:pt x="1829707" y="660772"/>
                  </a:cubicBezTo>
                  <a:cubicBezTo>
                    <a:pt x="1828881" y="660970"/>
                    <a:pt x="1828120" y="661466"/>
                    <a:pt x="1827359" y="661863"/>
                  </a:cubicBezTo>
                  <a:cubicBezTo>
                    <a:pt x="1827756" y="662260"/>
                    <a:pt x="1828219" y="663021"/>
                    <a:pt x="1828517" y="662955"/>
                  </a:cubicBezTo>
                  <a:cubicBezTo>
                    <a:pt x="1829344" y="662789"/>
                    <a:pt x="1830071" y="662260"/>
                    <a:pt x="1830865" y="661863"/>
                  </a:cubicBezTo>
                  <a:close/>
                  <a:moveTo>
                    <a:pt x="86864" y="1518055"/>
                  </a:moveTo>
                  <a:cubicBezTo>
                    <a:pt x="86698" y="1517228"/>
                    <a:pt x="86169" y="1516467"/>
                    <a:pt x="85772" y="1515707"/>
                  </a:cubicBezTo>
                  <a:cubicBezTo>
                    <a:pt x="85376" y="1516104"/>
                    <a:pt x="85012" y="1516467"/>
                    <a:pt x="84549" y="1516930"/>
                  </a:cubicBezTo>
                  <a:cubicBezTo>
                    <a:pt x="84946" y="1517691"/>
                    <a:pt x="85342" y="1518452"/>
                    <a:pt x="85772" y="1519179"/>
                  </a:cubicBezTo>
                  <a:cubicBezTo>
                    <a:pt x="86169" y="1518816"/>
                    <a:pt x="86930" y="1518319"/>
                    <a:pt x="86864" y="1518055"/>
                  </a:cubicBezTo>
                  <a:close/>
                  <a:moveTo>
                    <a:pt x="1399396" y="1515707"/>
                  </a:moveTo>
                  <a:cubicBezTo>
                    <a:pt x="1399793" y="1514946"/>
                    <a:pt x="1400222" y="1514185"/>
                    <a:pt x="1400619" y="1513458"/>
                  </a:cubicBezTo>
                  <a:cubicBezTo>
                    <a:pt x="1400156" y="1512995"/>
                    <a:pt x="1399793" y="1512598"/>
                    <a:pt x="1399396" y="1512201"/>
                  </a:cubicBezTo>
                  <a:cubicBezTo>
                    <a:pt x="1398999" y="1512995"/>
                    <a:pt x="1398470" y="1513722"/>
                    <a:pt x="1398304" y="1514549"/>
                  </a:cubicBezTo>
                  <a:cubicBezTo>
                    <a:pt x="1398238" y="1514847"/>
                    <a:pt x="1398999" y="1515310"/>
                    <a:pt x="1399396" y="1515707"/>
                  </a:cubicBezTo>
                  <a:close/>
                  <a:moveTo>
                    <a:pt x="1007019" y="1513359"/>
                  </a:moveTo>
                  <a:cubicBezTo>
                    <a:pt x="1007184" y="1514185"/>
                    <a:pt x="1007713" y="1514913"/>
                    <a:pt x="1008110" y="1515707"/>
                  </a:cubicBezTo>
                  <a:cubicBezTo>
                    <a:pt x="1008474" y="1515310"/>
                    <a:pt x="1009267" y="1514847"/>
                    <a:pt x="1009201" y="1514549"/>
                  </a:cubicBezTo>
                  <a:cubicBezTo>
                    <a:pt x="1009003" y="1513722"/>
                    <a:pt x="1008474" y="1512995"/>
                    <a:pt x="1008110" y="1512201"/>
                  </a:cubicBezTo>
                  <a:cubicBezTo>
                    <a:pt x="1007713" y="1512598"/>
                    <a:pt x="1006952" y="1513061"/>
                    <a:pt x="1007019" y="1513359"/>
                  </a:cubicBezTo>
                  <a:close/>
                  <a:moveTo>
                    <a:pt x="1698077" y="1494738"/>
                  </a:moveTo>
                  <a:cubicBezTo>
                    <a:pt x="1697713" y="1493746"/>
                    <a:pt x="1697482" y="1492126"/>
                    <a:pt x="1696920" y="1491993"/>
                  </a:cubicBezTo>
                  <a:cubicBezTo>
                    <a:pt x="1694836" y="1491497"/>
                    <a:pt x="1694472" y="1493052"/>
                    <a:pt x="1694605" y="1494738"/>
                  </a:cubicBezTo>
                  <a:cubicBezTo>
                    <a:pt x="1695762" y="1494738"/>
                    <a:pt x="1696920" y="1494738"/>
                    <a:pt x="1698077" y="1494738"/>
                  </a:cubicBezTo>
                  <a:close/>
                  <a:moveTo>
                    <a:pt x="1739518" y="683327"/>
                  </a:moveTo>
                  <a:cubicBezTo>
                    <a:pt x="1739121" y="682600"/>
                    <a:pt x="1738691" y="681839"/>
                    <a:pt x="1738294" y="681079"/>
                  </a:cubicBezTo>
                  <a:cubicBezTo>
                    <a:pt x="1737897" y="681475"/>
                    <a:pt x="1737136" y="681938"/>
                    <a:pt x="1737202" y="682236"/>
                  </a:cubicBezTo>
                  <a:cubicBezTo>
                    <a:pt x="1737368" y="683030"/>
                    <a:pt x="1737897" y="683791"/>
                    <a:pt x="1738294" y="684551"/>
                  </a:cubicBezTo>
                  <a:cubicBezTo>
                    <a:pt x="1738658" y="684187"/>
                    <a:pt x="1739055" y="683791"/>
                    <a:pt x="1739518" y="683327"/>
                  </a:cubicBezTo>
                  <a:close/>
                  <a:moveTo>
                    <a:pt x="1929323" y="682236"/>
                  </a:moveTo>
                  <a:cubicBezTo>
                    <a:pt x="1929521" y="683030"/>
                    <a:pt x="1930051" y="683791"/>
                    <a:pt x="1930414" y="684551"/>
                  </a:cubicBezTo>
                  <a:cubicBezTo>
                    <a:pt x="1930811" y="684187"/>
                    <a:pt x="1931572" y="683691"/>
                    <a:pt x="1931506" y="683427"/>
                  </a:cubicBezTo>
                  <a:cubicBezTo>
                    <a:pt x="1931340" y="682600"/>
                    <a:pt x="1930811" y="681839"/>
                    <a:pt x="1930414" y="681079"/>
                  </a:cubicBezTo>
                  <a:cubicBezTo>
                    <a:pt x="1930051" y="681475"/>
                    <a:pt x="1929257" y="681938"/>
                    <a:pt x="1929323" y="682236"/>
                  </a:cubicBezTo>
                  <a:close/>
                  <a:moveTo>
                    <a:pt x="1309801" y="1489017"/>
                  </a:moveTo>
                  <a:cubicBezTo>
                    <a:pt x="1309338" y="1488554"/>
                    <a:pt x="1308941" y="1488157"/>
                    <a:pt x="1308577" y="1487760"/>
                  </a:cubicBezTo>
                  <a:cubicBezTo>
                    <a:pt x="1308181" y="1488554"/>
                    <a:pt x="1307651" y="1489281"/>
                    <a:pt x="1307486" y="1490108"/>
                  </a:cubicBezTo>
                  <a:cubicBezTo>
                    <a:pt x="1307420" y="1490406"/>
                    <a:pt x="1308181" y="1490869"/>
                    <a:pt x="1308577" y="1491266"/>
                  </a:cubicBezTo>
                  <a:cubicBezTo>
                    <a:pt x="1308974" y="1490505"/>
                    <a:pt x="1309404" y="1489744"/>
                    <a:pt x="1309801" y="1489017"/>
                  </a:cubicBezTo>
                  <a:close/>
                  <a:moveTo>
                    <a:pt x="1181048" y="1489513"/>
                  </a:moveTo>
                  <a:cubicBezTo>
                    <a:pt x="1181412" y="1489910"/>
                    <a:pt x="1181908" y="1490670"/>
                    <a:pt x="1182173" y="1490604"/>
                  </a:cubicBezTo>
                  <a:cubicBezTo>
                    <a:pt x="1183000" y="1490406"/>
                    <a:pt x="1183760" y="1489910"/>
                    <a:pt x="1184521" y="1489513"/>
                  </a:cubicBezTo>
                  <a:cubicBezTo>
                    <a:pt x="1184157" y="1489116"/>
                    <a:pt x="1183760" y="1488752"/>
                    <a:pt x="1183297" y="1488256"/>
                  </a:cubicBezTo>
                  <a:cubicBezTo>
                    <a:pt x="1182570" y="1488686"/>
                    <a:pt x="1181809" y="1489083"/>
                    <a:pt x="1181048" y="1489513"/>
                  </a:cubicBezTo>
                  <a:close/>
                  <a:moveTo>
                    <a:pt x="1021471" y="1490604"/>
                  </a:moveTo>
                  <a:cubicBezTo>
                    <a:pt x="1022298" y="1490406"/>
                    <a:pt x="1023059" y="1489910"/>
                    <a:pt x="1023820" y="1489513"/>
                  </a:cubicBezTo>
                  <a:cubicBezTo>
                    <a:pt x="1023423" y="1489116"/>
                    <a:pt x="1023059" y="1488752"/>
                    <a:pt x="1022596" y="1488256"/>
                  </a:cubicBezTo>
                  <a:cubicBezTo>
                    <a:pt x="1021835" y="1488686"/>
                    <a:pt x="1021108" y="1489083"/>
                    <a:pt x="1020347" y="1489513"/>
                  </a:cubicBezTo>
                  <a:cubicBezTo>
                    <a:pt x="1020711" y="1489910"/>
                    <a:pt x="1021174" y="1490670"/>
                    <a:pt x="1021471" y="1490604"/>
                  </a:cubicBezTo>
                  <a:close/>
                  <a:moveTo>
                    <a:pt x="2418935" y="1501088"/>
                  </a:moveTo>
                  <a:cubicBezTo>
                    <a:pt x="2419761" y="1500890"/>
                    <a:pt x="2420522" y="1500394"/>
                    <a:pt x="2421283" y="1499997"/>
                  </a:cubicBezTo>
                  <a:cubicBezTo>
                    <a:pt x="2420886" y="1499600"/>
                    <a:pt x="2420522" y="1499203"/>
                    <a:pt x="2420059" y="1498740"/>
                  </a:cubicBezTo>
                  <a:cubicBezTo>
                    <a:pt x="2419298" y="1499170"/>
                    <a:pt x="2418538" y="1499567"/>
                    <a:pt x="2417810" y="1499997"/>
                  </a:cubicBezTo>
                  <a:cubicBezTo>
                    <a:pt x="2418174" y="1500394"/>
                    <a:pt x="2418670" y="1501155"/>
                    <a:pt x="2418935" y="1501088"/>
                  </a:cubicBezTo>
                  <a:close/>
                  <a:moveTo>
                    <a:pt x="1698176" y="1496293"/>
                  </a:moveTo>
                  <a:cubicBezTo>
                    <a:pt x="1698507" y="1496987"/>
                    <a:pt x="1699433" y="1497450"/>
                    <a:pt x="1700194" y="1497847"/>
                  </a:cubicBezTo>
                  <a:cubicBezTo>
                    <a:pt x="1700326" y="1497947"/>
                    <a:pt x="1700921" y="1497186"/>
                    <a:pt x="1701318" y="1496789"/>
                  </a:cubicBezTo>
                  <a:cubicBezTo>
                    <a:pt x="1700756" y="1496094"/>
                    <a:pt x="1700359" y="1495168"/>
                    <a:pt x="1699632" y="1494805"/>
                  </a:cubicBezTo>
                  <a:cubicBezTo>
                    <a:pt x="1698904" y="1494441"/>
                    <a:pt x="1698375" y="1494474"/>
                    <a:pt x="1698110" y="1494738"/>
                  </a:cubicBezTo>
                  <a:cubicBezTo>
                    <a:pt x="1698077" y="1494738"/>
                    <a:pt x="1698077" y="1494738"/>
                    <a:pt x="1698077" y="1494738"/>
                  </a:cubicBezTo>
                  <a:cubicBezTo>
                    <a:pt x="1697813" y="1495036"/>
                    <a:pt x="1697813" y="1495565"/>
                    <a:pt x="1698176" y="1496293"/>
                  </a:cubicBezTo>
                  <a:close/>
                  <a:moveTo>
                    <a:pt x="1692289" y="1497517"/>
                  </a:moveTo>
                  <a:cubicBezTo>
                    <a:pt x="1694373" y="1498013"/>
                    <a:pt x="1694737" y="1496458"/>
                    <a:pt x="1694605" y="1494772"/>
                  </a:cubicBezTo>
                  <a:cubicBezTo>
                    <a:pt x="1693447" y="1494772"/>
                    <a:pt x="1692289" y="1494772"/>
                    <a:pt x="1691099" y="1494772"/>
                  </a:cubicBezTo>
                  <a:cubicBezTo>
                    <a:pt x="1691496" y="1495731"/>
                    <a:pt x="1691727" y="1497384"/>
                    <a:pt x="1692289" y="1497517"/>
                  </a:cubicBezTo>
                  <a:close/>
                  <a:moveTo>
                    <a:pt x="881242" y="1495896"/>
                  </a:moveTo>
                  <a:cubicBezTo>
                    <a:pt x="881408" y="1496723"/>
                    <a:pt x="881937" y="1497484"/>
                    <a:pt x="882334" y="1498244"/>
                  </a:cubicBezTo>
                  <a:cubicBezTo>
                    <a:pt x="882731" y="1497847"/>
                    <a:pt x="883491" y="1497384"/>
                    <a:pt x="883425" y="1497087"/>
                  </a:cubicBezTo>
                  <a:cubicBezTo>
                    <a:pt x="883227" y="1496260"/>
                    <a:pt x="882731" y="1495532"/>
                    <a:pt x="882334" y="1494738"/>
                  </a:cubicBezTo>
                  <a:cubicBezTo>
                    <a:pt x="881937" y="1495135"/>
                    <a:pt x="881176" y="1495598"/>
                    <a:pt x="881242" y="1495896"/>
                  </a:cubicBezTo>
                  <a:close/>
                  <a:moveTo>
                    <a:pt x="1958394" y="646154"/>
                  </a:moveTo>
                  <a:cubicBezTo>
                    <a:pt x="1958791" y="645393"/>
                    <a:pt x="1959221" y="644632"/>
                    <a:pt x="1959618" y="643905"/>
                  </a:cubicBezTo>
                  <a:cubicBezTo>
                    <a:pt x="1959155" y="643442"/>
                    <a:pt x="1958758" y="643045"/>
                    <a:pt x="1958394" y="642648"/>
                  </a:cubicBezTo>
                  <a:cubicBezTo>
                    <a:pt x="1957997" y="643442"/>
                    <a:pt x="1957468" y="644169"/>
                    <a:pt x="1957270" y="644996"/>
                  </a:cubicBezTo>
                  <a:cubicBezTo>
                    <a:pt x="1957237" y="645294"/>
                    <a:pt x="1957997" y="645757"/>
                    <a:pt x="1958394" y="646154"/>
                  </a:cubicBezTo>
                  <a:close/>
                  <a:moveTo>
                    <a:pt x="1440075" y="1535418"/>
                  </a:moveTo>
                  <a:cubicBezTo>
                    <a:pt x="1440538" y="1535881"/>
                    <a:pt x="1440935" y="1536278"/>
                    <a:pt x="1441332" y="1536642"/>
                  </a:cubicBezTo>
                  <a:cubicBezTo>
                    <a:pt x="1441696" y="1535881"/>
                    <a:pt x="1442225" y="1535120"/>
                    <a:pt x="1442424" y="1534327"/>
                  </a:cubicBezTo>
                  <a:cubicBezTo>
                    <a:pt x="1442457" y="1534029"/>
                    <a:pt x="1441696" y="1533566"/>
                    <a:pt x="1441332" y="1533169"/>
                  </a:cubicBezTo>
                  <a:cubicBezTo>
                    <a:pt x="1440902" y="1533930"/>
                    <a:pt x="1440472" y="1534691"/>
                    <a:pt x="1440075" y="1535418"/>
                  </a:cubicBezTo>
                  <a:close/>
                  <a:moveTo>
                    <a:pt x="1227979" y="632230"/>
                  </a:moveTo>
                  <a:cubicBezTo>
                    <a:pt x="1226524" y="631535"/>
                    <a:pt x="1225796" y="632263"/>
                    <a:pt x="1226524" y="633718"/>
                  </a:cubicBezTo>
                  <a:cubicBezTo>
                    <a:pt x="1226854" y="634413"/>
                    <a:pt x="1227813" y="634876"/>
                    <a:pt x="1228574" y="635306"/>
                  </a:cubicBezTo>
                  <a:cubicBezTo>
                    <a:pt x="1228673" y="635372"/>
                    <a:pt x="1229269" y="634611"/>
                    <a:pt x="1229665" y="634214"/>
                  </a:cubicBezTo>
                  <a:cubicBezTo>
                    <a:pt x="1229103" y="633553"/>
                    <a:pt x="1228706" y="632594"/>
                    <a:pt x="1227979" y="632230"/>
                  </a:cubicBezTo>
                  <a:close/>
                  <a:moveTo>
                    <a:pt x="1816875" y="633917"/>
                  </a:moveTo>
                  <a:cubicBezTo>
                    <a:pt x="1816114" y="633553"/>
                    <a:pt x="1815354" y="633024"/>
                    <a:pt x="1814527" y="632825"/>
                  </a:cubicBezTo>
                  <a:cubicBezTo>
                    <a:pt x="1814262" y="632759"/>
                    <a:pt x="1813766" y="633553"/>
                    <a:pt x="1813369" y="633917"/>
                  </a:cubicBezTo>
                  <a:cubicBezTo>
                    <a:pt x="1814130" y="634347"/>
                    <a:pt x="1814891" y="634776"/>
                    <a:pt x="1815618" y="635173"/>
                  </a:cubicBezTo>
                  <a:cubicBezTo>
                    <a:pt x="1816114" y="634710"/>
                    <a:pt x="1816478" y="634313"/>
                    <a:pt x="1816875" y="633917"/>
                  </a:cubicBezTo>
                  <a:close/>
                  <a:moveTo>
                    <a:pt x="74693" y="1546498"/>
                  </a:moveTo>
                  <a:cubicBezTo>
                    <a:pt x="75520" y="1546299"/>
                    <a:pt x="76280" y="1545770"/>
                    <a:pt x="77041" y="1545406"/>
                  </a:cubicBezTo>
                  <a:cubicBezTo>
                    <a:pt x="76644" y="1545009"/>
                    <a:pt x="76280" y="1544612"/>
                    <a:pt x="75784" y="1544149"/>
                  </a:cubicBezTo>
                  <a:cubicBezTo>
                    <a:pt x="75057" y="1544546"/>
                    <a:pt x="74296" y="1544976"/>
                    <a:pt x="73535" y="1545406"/>
                  </a:cubicBezTo>
                  <a:cubicBezTo>
                    <a:pt x="73932" y="1545770"/>
                    <a:pt x="74395" y="1546531"/>
                    <a:pt x="74693" y="1546498"/>
                  </a:cubicBezTo>
                  <a:close/>
                  <a:moveTo>
                    <a:pt x="1898995" y="635669"/>
                  </a:moveTo>
                  <a:cubicBezTo>
                    <a:pt x="1898598" y="636066"/>
                    <a:pt x="1897838" y="636529"/>
                    <a:pt x="1897904" y="636827"/>
                  </a:cubicBezTo>
                  <a:cubicBezTo>
                    <a:pt x="1898069" y="637654"/>
                    <a:pt x="1898598" y="638414"/>
                    <a:pt x="1898995" y="639175"/>
                  </a:cubicBezTo>
                  <a:cubicBezTo>
                    <a:pt x="1899359" y="638778"/>
                    <a:pt x="1899756" y="638414"/>
                    <a:pt x="1900219" y="637918"/>
                  </a:cubicBezTo>
                  <a:cubicBezTo>
                    <a:pt x="1899822" y="637191"/>
                    <a:pt x="1899392" y="636430"/>
                    <a:pt x="1898995" y="635669"/>
                  </a:cubicBezTo>
                  <a:close/>
                  <a:moveTo>
                    <a:pt x="1280002" y="1542992"/>
                  </a:moveTo>
                  <a:cubicBezTo>
                    <a:pt x="1280829" y="1542793"/>
                    <a:pt x="1281590" y="1542297"/>
                    <a:pt x="1282351" y="1541900"/>
                  </a:cubicBezTo>
                  <a:cubicBezTo>
                    <a:pt x="1281954" y="1541504"/>
                    <a:pt x="1281491" y="1540743"/>
                    <a:pt x="1281193" y="1540809"/>
                  </a:cubicBezTo>
                  <a:cubicBezTo>
                    <a:pt x="1280366" y="1540974"/>
                    <a:pt x="1279639" y="1541504"/>
                    <a:pt x="1278845" y="1541900"/>
                  </a:cubicBezTo>
                  <a:cubicBezTo>
                    <a:pt x="1279242" y="1542297"/>
                    <a:pt x="1279738" y="1543058"/>
                    <a:pt x="1280002" y="1542992"/>
                  </a:cubicBezTo>
                  <a:close/>
                  <a:moveTo>
                    <a:pt x="1296340" y="654885"/>
                  </a:moveTo>
                  <a:cubicBezTo>
                    <a:pt x="1295547" y="654488"/>
                    <a:pt x="1294819" y="653992"/>
                    <a:pt x="1293992" y="653793"/>
                  </a:cubicBezTo>
                  <a:cubicBezTo>
                    <a:pt x="1293695" y="653727"/>
                    <a:pt x="1293232" y="654488"/>
                    <a:pt x="1292835" y="654885"/>
                  </a:cubicBezTo>
                  <a:cubicBezTo>
                    <a:pt x="1293595" y="655315"/>
                    <a:pt x="1294356" y="655712"/>
                    <a:pt x="1295084" y="656142"/>
                  </a:cubicBezTo>
                  <a:cubicBezTo>
                    <a:pt x="1295547" y="655645"/>
                    <a:pt x="1295944" y="655282"/>
                    <a:pt x="1296340" y="654885"/>
                  </a:cubicBezTo>
                  <a:close/>
                  <a:moveTo>
                    <a:pt x="1255065" y="1520337"/>
                  </a:moveTo>
                  <a:cubicBezTo>
                    <a:pt x="1255231" y="1521164"/>
                    <a:pt x="1255760" y="1521924"/>
                    <a:pt x="1256157" y="1522685"/>
                  </a:cubicBezTo>
                  <a:cubicBezTo>
                    <a:pt x="1256554" y="1522288"/>
                    <a:pt x="1256918" y="1521924"/>
                    <a:pt x="1257381" y="1521461"/>
                  </a:cubicBezTo>
                  <a:cubicBezTo>
                    <a:pt x="1256984" y="1520701"/>
                    <a:pt x="1256554" y="1519940"/>
                    <a:pt x="1256157" y="1519212"/>
                  </a:cubicBezTo>
                  <a:cubicBezTo>
                    <a:pt x="1255760" y="1519576"/>
                    <a:pt x="1254999" y="1520072"/>
                    <a:pt x="1255065" y="1520337"/>
                  </a:cubicBezTo>
                  <a:close/>
                  <a:moveTo>
                    <a:pt x="1165901" y="657299"/>
                  </a:moveTo>
                  <a:cubicBezTo>
                    <a:pt x="1165074" y="657464"/>
                    <a:pt x="1164346" y="657994"/>
                    <a:pt x="1163553" y="658391"/>
                  </a:cubicBezTo>
                  <a:cubicBezTo>
                    <a:pt x="1163950" y="658754"/>
                    <a:pt x="1164413" y="659548"/>
                    <a:pt x="1164710" y="659482"/>
                  </a:cubicBezTo>
                  <a:cubicBezTo>
                    <a:pt x="1165537" y="659283"/>
                    <a:pt x="1166298" y="658754"/>
                    <a:pt x="1167058" y="658391"/>
                  </a:cubicBezTo>
                  <a:cubicBezTo>
                    <a:pt x="1166662" y="657994"/>
                    <a:pt x="1166199" y="657233"/>
                    <a:pt x="1165901" y="657299"/>
                  </a:cubicBezTo>
                  <a:close/>
                  <a:moveTo>
                    <a:pt x="47342" y="1533169"/>
                  </a:moveTo>
                  <a:cubicBezTo>
                    <a:pt x="46945" y="1533566"/>
                    <a:pt x="46184" y="1534029"/>
                    <a:pt x="46250" y="1534327"/>
                  </a:cubicBezTo>
                  <a:cubicBezTo>
                    <a:pt x="46449" y="1535120"/>
                    <a:pt x="46945" y="1535881"/>
                    <a:pt x="47342" y="1536642"/>
                  </a:cubicBezTo>
                  <a:cubicBezTo>
                    <a:pt x="47739" y="1536278"/>
                    <a:pt x="48135" y="1535881"/>
                    <a:pt x="48598" y="1535418"/>
                  </a:cubicBezTo>
                  <a:cubicBezTo>
                    <a:pt x="48169" y="1534691"/>
                    <a:pt x="47772" y="1533930"/>
                    <a:pt x="47342" y="1533169"/>
                  </a:cubicBezTo>
                  <a:close/>
                  <a:moveTo>
                    <a:pt x="1171226" y="1530821"/>
                  </a:moveTo>
                  <a:cubicBezTo>
                    <a:pt x="1171391" y="1531648"/>
                    <a:pt x="1171920" y="1532375"/>
                    <a:pt x="1172317" y="1533169"/>
                  </a:cubicBezTo>
                  <a:cubicBezTo>
                    <a:pt x="1172681" y="1532772"/>
                    <a:pt x="1173078" y="1532375"/>
                    <a:pt x="1173541" y="1531912"/>
                  </a:cubicBezTo>
                  <a:cubicBezTo>
                    <a:pt x="1173144" y="1531185"/>
                    <a:pt x="1172714" y="1530424"/>
                    <a:pt x="1172317" y="1529663"/>
                  </a:cubicBezTo>
                  <a:cubicBezTo>
                    <a:pt x="1171920" y="1530060"/>
                    <a:pt x="1171159" y="1530523"/>
                    <a:pt x="1171226" y="1530821"/>
                  </a:cubicBezTo>
                  <a:close/>
                  <a:moveTo>
                    <a:pt x="1128628" y="1527911"/>
                  </a:moveTo>
                  <a:cubicBezTo>
                    <a:pt x="1128264" y="1527547"/>
                    <a:pt x="1127768" y="1526753"/>
                    <a:pt x="1127470" y="1526819"/>
                  </a:cubicBezTo>
                  <a:cubicBezTo>
                    <a:pt x="1126676" y="1527018"/>
                    <a:pt x="1125916" y="1527547"/>
                    <a:pt x="1125155" y="1527911"/>
                  </a:cubicBezTo>
                  <a:cubicBezTo>
                    <a:pt x="1125519" y="1528307"/>
                    <a:pt x="1125916" y="1528704"/>
                    <a:pt x="1126379" y="1529167"/>
                  </a:cubicBezTo>
                  <a:cubicBezTo>
                    <a:pt x="1127106" y="1528770"/>
                    <a:pt x="1127867" y="1528341"/>
                    <a:pt x="1128628" y="1527911"/>
                  </a:cubicBezTo>
                  <a:close/>
                  <a:moveTo>
                    <a:pt x="1869296" y="1444104"/>
                  </a:moveTo>
                  <a:cubicBezTo>
                    <a:pt x="1868535" y="1443707"/>
                    <a:pt x="1867774" y="1443277"/>
                    <a:pt x="1867047" y="1442880"/>
                  </a:cubicBezTo>
                  <a:cubicBezTo>
                    <a:pt x="1866584" y="1443343"/>
                    <a:pt x="1866187" y="1443740"/>
                    <a:pt x="1865790" y="1444104"/>
                  </a:cubicBezTo>
                  <a:cubicBezTo>
                    <a:pt x="1866584" y="1444501"/>
                    <a:pt x="1867311" y="1445030"/>
                    <a:pt x="1868138" y="1445195"/>
                  </a:cubicBezTo>
                  <a:cubicBezTo>
                    <a:pt x="1868436" y="1445261"/>
                    <a:pt x="1868899" y="1444501"/>
                    <a:pt x="1869296" y="1444104"/>
                  </a:cubicBezTo>
                  <a:close/>
                  <a:moveTo>
                    <a:pt x="1603786" y="1444104"/>
                  </a:moveTo>
                  <a:cubicBezTo>
                    <a:pt x="1604514" y="1444534"/>
                    <a:pt x="1605275" y="1444964"/>
                    <a:pt x="1606035" y="1445361"/>
                  </a:cubicBezTo>
                  <a:cubicBezTo>
                    <a:pt x="1606498" y="1444898"/>
                    <a:pt x="1606862" y="1444501"/>
                    <a:pt x="1607259" y="1444104"/>
                  </a:cubicBezTo>
                  <a:cubicBezTo>
                    <a:pt x="1606498" y="1443740"/>
                    <a:pt x="1605738" y="1443211"/>
                    <a:pt x="1604911" y="1443012"/>
                  </a:cubicBezTo>
                  <a:cubicBezTo>
                    <a:pt x="1604646" y="1442946"/>
                    <a:pt x="1604150" y="1443740"/>
                    <a:pt x="1603786" y="1444104"/>
                  </a:cubicBezTo>
                  <a:close/>
                  <a:moveTo>
                    <a:pt x="251732" y="1444104"/>
                  </a:moveTo>
                  <a:cubicBezTo>
                    <a:pt x="250972" y="1443707"/>
                    <a:pt x="250211" y="1443277"/>
                    <a:pt x="249483" y="1442880"/>
                  </a:cubicBezTo>
                  <a:cubicBezTo>
                    <a:pt x="249020" y="1443343"/>
                    <a:pt x="248623" y="1443740"/>
                    <a:pt x="248227" y="1444104"/>
                  </a:cubicBezTo>
                  <a:cubicBezTo>
                    <a:pt x="249020" y="1444501"/>
                    <a:pt x="249748" y="1445030"/>
                    <a:pt x="250575" y="1445195"/>
                  </a:cubicBezTo>
                  <a:cubicBezTo>
                    <a:pt x="250872" y="1445261"/>
                    <a:pt x="251335" y="1444501"/>
                    <a:pt x="251732" y="1444104"/>
                  </a:cubicBezTo>
                  <a:close/>
                  <a:moveTo>
                    <a:pt x="1676481" y="1437721"/>
                  </a:moveTo>
                  <a:cubicBezTo>
                    <a:pt x="1676282" y="1436894"/>
                    <a:pt x="1675786" y="1436166"/>
                    <a:pt x="1675389" y="1435373"/>
                  </a:cubicBezTo>
                  <a:cubicBezTo>
                    <a:pt x="1674992" y="1435769"/>
                    <a:pt x="1674232" y="1436232"/>
                    <a:pt x="1674298" y="1436530"/>
                  </a:cubicBezTo>
                  <a:cubicBezTo>
                    <a:pt x="1674496" y="1437357"/>
                    <a:pt x="1674992" y="1438118"/>
                    <a:pt x="1675389" y="1438878"/>
                  </a:cubicBezTo>
                  <a:cubicBezTo>
                    <a:pt x="1675786" y="1438481"/>
                    <a:pt x="1676547" y="1438018"/>
                    <a:pt x="1676481" y="1437721"/>
                  </a:cubicBezTo>
                  <a:close/>
                  <a:moveTo>
                    <a:pt x="1418115" y="1436629"/>
                  </a:moveTo>
                  <a:cubicBezTo>
                    <a:pt x="1417652" y="1436166"/>
                    <a:pt x="1417255" y="1435769"/>
                    <a:pt x="1416858" y="1435373"/>
                  </a:cubicBezTo>
                  <a:cubicBezTo>
                    <a:pt x="1416461" y="1436166"/>
                    <a:pt x="1415965" y="1436894"/>
                    <a:pt x="1415767" y="1437721"/>
                  </a:cubicBezTo>
                  <a:cubicBezTo>
                    <a:pt x="1415701" y="1438018"/>
                    <a:pt x="1416461" y="1438481"/>
                    <a:pt x="1416858" y="1438878"/>
                  </a:cubicBezTo>
                  <a:cubicBezTo>
                    <a:pt x="1417288" y="1438118"/>
                    <a:pt x="1417685" y="1437357"/>
                    <a:pt x="1418115" y="1436629"/>
                  </a:cubicBezTo>
                  <a:close/>
                  <a:moveTo>
                    <a:pt x="126617" y="1450487"/>
                  </a:moveTo>
                  <a:cubicBezTo>
                    <a:pt x="126783" y="1451314"/>
                    <a:pt x="127312" y="1452074"/>
                    <a:pt x="127709" y="1452835"/>
                  </a:cubicBezTo>
                  <a:cubicBezTo>
                    <a:pt x="128106" y="1452471"/>
                    <a:pt x="128470" y="1452074"/>
                    <a:pt x="128933" y="1451611"/>
                  </a:cubicBezTo>
                  <a:cubicBezTo>
                    <a:pt x="128536" y="1450884"/>
                    <a:pt x="128106" y="1450123"/>
                    <a:pt x="127709" y="1449362"/>
                  </a:cubicBezTo>
                  <a:cubicBezTo>
                    <a:pt x="127312" y="1449726"/>
                    <a:pt x="126551" y="1450222"/>
                    <a:pt x="126617" y="1450487"/>
                  </a:cubicBezTo>
                  <a:close/>
                  <a:moveTo>
                    <a:pt x="1165306" y="726488"/>
                  </a:moveTo>
                  <a:cubicBezTo>
                    <a:pt x="1165735" y="725727"/>
                    <a:pt x="1166165" y="724966"/>
                    <a:pt x="1166562" y="724239"/>
                  </a:cubicBezTo>
                  <a:cubicBezTo>
                    <a:pt x="1166099" y="723776"/>
                    <a:pt x="1165702" y="723379"/>
                    <a:pt x="1165306" y="722982"/>
                  </a:cubicBezTo>
                  <a:cubicBezTo>
                    <a:pt x="1164942" y="723776"/>
                    <a:pt x="1164413" y="724503"/>
                    <a:pt x="1164214" y="725330"/>
                  </a:cubicBezTo>
                  <a:cubicBezTo>
                    <a:pt x="1164148" y="725628"/>
                    <a:pt x="1164942" y="726091"/>
                    <a:pt x="1165306" y="726488"/>
                  </a:cubicBezTo>
                  <a:close/>
                  <a:moveTo>
                    <a:pt x="1268394" y="728207"/>
                  </a:moveTo>
                  <a:cubicBezTo>
                    <a:pt x="1267997" y="727844"/>
                    <a:pt x="1267534" y="727050"/>
                    <a:pt x="1267236" y="727116"/>
                  </a:cubicBezTo>
                  <a:cubicBezTo>
                    <a:pt x="1266409" y="727314"/>
                    <a:pt x="1265649" y="727844"/>
                    <a:pt x="1264888" y="728207"/>
                  </a:cubicBezTo>
                  <a:cubicBezTo>
                    <a:pt x="1265285" y="728604"/>
                    <a:pt x="1265748" y="729365"/>
                    <a:pt x="1266046" y="729299"/>
                  </a:cubicBezTo>
                  <a:cubicBezTo>
                    <a:pt x="1266872" y="729133"/>
                    <a:pt x="1267600" y="728604"/>
                    <a:pt x="1268394" y="728207"/>
                  </a:cubicBezTo>
                  <a:close/>
                  <a:moveTo>
                    <a:pt x="953308" y="1448205"/>
                  </a:moveTo>
                  <a:cubicBezTo>
                    <a:pt x="953110" y="1447378"/>
                    <a:pt x="952581" y="1446650"/>
                    <a:pt x="952217" y="1445857"/>
                  </a:cubicBezTo>
                  <a:cubicBezTo>
                    <a:pt x="951820" y="1446254"/>
                    <a:pt x="951423" y="1446650"/>
                    <a:pt x="950960" y="1447113"/>
                  </a:cubicBezTo>
                  <a:cubicBezTo>
                    <a:pt x="951357" y="1447841"/>
                    <a:pt x="951787" y="1448602"/>
                    <a:pt x="952217" y="1449362"/>
                  </a:cubicBezTo>
                  <a:cubicBezTo>
                    <a:pt x="952581" y="1448966"/>
                    <a:pt x="953341" y="1448503"/>
                    <a:pt x="953308" y="1448205"/>
                  </a:cubicBezTo>
                  <a:close/>
                  <a:moveTo>
                    <a:pt x="1558344" y="1428394"/>
                  </a:moveTo>
                  <a:cubicBezTo>
                    <a:pt x="1558046" y="1427501"/>
                    <a:pt x="1557848" y="1426509"/>
                    <a:pt x="1557352" y="1425715"/>
                  </a:cubicBezTo>
                  <a:cubicBezTo>
                    <a:pt x="1556757" y="1424789"/>
                    <a:pt x="1555731" y="1425021"/>
                    <a:pt x="1555301" y="1426377"/>
                  </a:cubicBezTo>
                  <a:cubicBezTo>
                    <a:pt x="1555136" y="1426840"/>
                    <a:pt x="1556260" y="1427733"/>
                    <a:pt x="1556790" y="1428394"/>
                  </a:cubicBezTo>
                  <a:cubicBezTo>
                    <a:pt x="1557319" y="1428394"/>
                    <a:pt x="1557848" y="1428394"/>
                    <a:pt x="1558344" y="1428394"/>
                  </a:cubicBezTo>
                  <a:close/>
                  <a:moveTo>
                    <a:pt x="2261243" y="1422573"/>
                  </a:moveTo>
                  <a:cubicBezTo>
                    <a:pt x="2261408" y="1423400"/>
                    <a:pt x="2261937" y="1424128"/>
                    <a:pt x="2262334" y="1424922"/>
                  </a:cubicBezTo>
                  <a:cubicBezTo>
                    <a:pt x="2262731" y="1424525"/>
                    <a:pt x="2263095" y="1424128"/>
                    <a:pt x="2263558" y="1423665"/>
                  </a:cubicBezTo>
                  <a:cubicBezTo>
                    <a:pt x="2263161" y="1422937"/>
                    <a:pt x="2262731" y="1422176"/>
                    <a:pt x="2262334" y="1421416"/>
                  </a:cubicBezTo>
                  <a:cubicBezTo>
                    <a:pt x="2261937" y="1421813"/>
                    <a:pt x="2261177" y="1422276"/>
                    <a:pt x="2261243" y="1422573"/>
                  </a:cubicBezTo>
                  <a:close/>
                  <a:moveTo>
                    <a:pt x="1149596" y="749176"/>
                  </a:moveTo>
                  <a:cubicBezTo>
                    <a:pt x="1150357" y="749606"/>
                    <a:pt x="1151117" y="750002"/>
                    <a:pt x="1151845" y="750432"/>
                  </a:cubicBezTo>
                  <a:cubicBezTo>
                    <a:pt x="1152308" y="749936"/>
                    <a:pt x="1152705" y="749573"/>
                    <a:pt x="1153069" y="749176"/>
                  </a:cubicBezTo>
                  <a:cubicBezTo>
                    <a:pt x="1152308" y="748779"/>
                    <a:pt x="1151547" y="748283"/>
                    <a:pt x="1150753" y="748084"/>
                  </a:cubicBezTo>
                  <a:cubicBezTo>
                    <a:pt x="1150456" y="748018"/>
                    <a:pt x="1149993" y="748779"/>
                    <a:pt x="1149596" y="749176"/>
                  </a:cubicBezTo>
                  <a:close/>
                  <a:moveTo>
                    <a:pt x="2319980" y="1419663"/>
                  </a:moveTo>
                  <a:cubicBezTo>
                    <a:pt x="2320741" y="1420060"/>
                    <a:pt x="2321502" y="1420589"/>
                    <a:pt x="2322329" y="1420754"/>
                  </a:cubicBezTo>
                  <a:cubicBezTo>
                    <a:pt x="2322593" y="1420820"/>
                    <a:pt x="2323089" y="1420060"/>
                    <a:pt x="2323453" y="1419663"/>
                  </a:cubicBezTo>
                  <a:cubicBezTo>
                    <a:pt x="2322692" y="1419266"/>
                    <a:pt x="2321965" y="1418836"/>
                    <a:pt x="2321204" y="1418439"/>
                  </a:cubicBezTo>
                  <a:cubicBezTo>
                    <a:pt x="2320741" y="1418902"/>
                    <a:pt x="2320377" y="1419299"/>
                    <a:pt x="2319980" y="1419663"/>
                  </a:cubicBezTo>
                  <a:close/>
                  <a:moveTo>
                    <a:pt x="2360131" y="1435373"/>
                  </a:moveTo>
                  <a:cubicBezTo>
                    <a:pt x="2360561" y="1434612"/>
                    <a:pt x="2360991" y="1433851"/>
                    <a:pt x="2361388" y="1433124"/>
                  </a:cubicBezTo>
                  <a:cubicBezTo>
                    <a:pt x="2360925" y="1432661"/>
                    <a:pt x="2360528" y="1432264"/>
                    <a:pt x="2360131" y="1431900"/>
                  </a:cubicBezTo>
                  <a:cubicBezTo>
                    <a:pt x="2359767" y="1432661"/>
                    <a:pt x="2359238" y="1433421"/>
                    <a:pt x="2359039" y="1434248"/>
                  </a:cubicBezTo>
                  <a:cubicBezTo>
                    <a:pt x="2359006" y="1434513"/>
                    <a:pt x="2359767" y="1435009"/>
                    <a:pt x="2360131" y="1435373"/>
                  </a:cubicBezTo>
                  <a:close/>
                  <a:moveTo>
                    <a:pt x="1523419" y="1433653"/>
                  </a:moveTo>
                  <a:cubicBezTo>
                    <a:pt x="1523816" y="1434017"/>
                    <a:pt x="1524279" y="1434810"/>
                    <a:pt x="1524577" y="1434744"/>
                  </a:cubicBezTo>
                  <a:cubicBezTo>
                    <a:pt x="1525370" y="1434546"/>
                    <a:pt x="1526131" y="1434017"/>
                    <a:pt x="1526892" y="1433653"/>
                  </a:cubicBezTo>
                  <a:cubicBezTo>
                    <a:pt x="1526528" y="1433256"/>
                    <a:pt x="1526131" y="1432859"/>
                    <a:pt x="1525668" y="1432396"/>
                  </a:cubicBezTo>
                  <a:cubicBezTo>
                    <a:pt x="1524940" y="1432793"/>
                    <a:pt x="1524180" y="1433223"/>
                    <a:pt x="1523419" y="1433653"/>
                  </a:cubicBezTo>
                  <a:close/>
                  <a:moveTo>
                    <a:pt x="1245673" y="740444"/>
                  </a:moveTo>
                  <a:cubicBezTo>
                    <a:pt x="1246103" y="739684"/>
                    <a:pt x="1246500" y="738923"/>
                    <a:pt x="1246930" y="738195"/>
                  </a:cubicBezTo>
                  <a:cubicBezTo>
                    <a:pt x="1246433" y="737732"/>
                    <a:pt x="1246070" y="737336"/>
                    <a:pt x="1245673" y="736939"/>
                  </a:cubicBezTo>
                  <a:cubicBezTo>
                    <a:pt x="1245276" y="737732"/>
                    <a:pt x="1244780" y="738460"/>
                    <a:pt x="1244581" y="739287"/>
                  </a:cubicBezTo>
                  <a:cubicBezTo>
                    <a:pt x="1244515" y="739585"/>
                    <a:pt x="1245276" y="740048"/>
                    <a:pt x="1245673" y="740444"/>
                  </a:cubicBezTo>
                  <a:close/>
                  <a:moveTo>
                    <a:pt x="1057620" y="1429056"/>
                  </a:moveTo>
                  <a:cubicBezTo>
                    <a:pt x="1056793" y="1429254"/>
                    <a:pt x="1056033" y="1429750"/>
                    <a:pt x="1055272" y="1430147"/>
                  </a:cubicBezTo>
                  <a:cubicBezTo>
                    <a:pt x="1055669" y="1430544"/>
                    <a:pt x="1056132" y="1431305"/>
                    <a:pt x="1056430" y="1431238"/>
                  </a:cubicBezTo>
                  <a:cubicBezTo>
                    <a:pt x="1057256" y="1431040"/>
                    <a:pt x="1057984" y="1430544"/>
                    <a:pt x="1058778" y="1430147"/>
                  </a:cubicBezTo>
                  <a:cubicBezTo>
                    <a:pt x="1058381" y="1429750"/>
                    <a:pt x="1057885" y="1428990"/>
                    <a:pt x="1057620" y="1429056"/>
                  </a:cubicBezTo>
                  <a:close/>
                  <a:moveTo>
                    <a:pt x="747826" y="1430147"/>
                  </a:moveTo>
                  <a:cubicBezTo>
                    <a:pt x="748223" y="1430544"/>
                    <a:pt x="748686" y="1431305"/>
                    <a:pt x="748984" y="1431238"/>
                  </a:cubicBezTo>
                  <a:cubicBezTo>
                    <a:pt x="749810" y="1431040"/>
                    <a:pt x="750538" y="1430544"/>
                    <a:pt x="751332" y="1430147"/>
                  </a:cubicBezTo>
                  <a:cubicBezTo>
                    <a:pt x="750935" y="1429750"/>
                    <a:pt x="750472" y="1428990"/>
                    <a:pt x="750174" y="1429056"/>
                  </a:cubicBezTo>
                  <a:cubicBezTo>
                    <a:pt x="749347" y="1429254"/>
                    <a:pt x="748587" y="1429750"/>
                    <a:pt x="747826" y="1430147"/>
                  </a:cubicBezTo>
                  <a:close/>
                  <a:moveTo>
                    <a:pt x="1729033" y="700790"/>
                  </a:moveTo>
                  <a:cubicBezTo>
                    <a:pt x="1728637" y="700062"/>
                    <a:pt x="1728207" y="699302"/>
                    <a:pt x="1727810" y="698541"/>
                  </a:cubicBezTo>
                  <a:cubicBezTo>
                    <a:pt x="1727413" y="698938"/>
                    <a:pt x="1726652" y="699401"/>
                    <a:pt x="1726718" y="699666"/>
                  </a:cubicBezTo>
                  <a:cubicBezTo>
                    <a:pt x="1726884" y="700492"/>
                    <a:pt x="1727413" y="701253"/>
                    <a:pt x="1727810" y="702014"/>
                  </a:cubicBezTo>
                  <a:cubicBezTo>
                    <a:pt x="1728174" y="701650"/>
                    <a:pt x="1728570" y="701253"/>
                    <a:pt x="1729033" y="700790"/>
                  </a:cubicBezTo>
                  <a:close/>
                  <a:moveTo>
                    <a:pt x="1656835" y="1467949"/>
                  </a:moveTo>
                  <a:cubicBezTo>
                    <a:pt x="1657001" y="1468776"/>
                    <a:pt x="1657530" y="1469537"/>
                    <a:pt x="1657927" y="1470298"/>
                  </a:cubicBezTo>
                  <a:cubicBezTo>
                    <a:pt x="1658324" y="1469934"/>
                    <a:pt x="1658687" y="1469537"/>
                    <a:pt x="1659150" y="1469074"/>
                  </a:cubicBezTo>
                  <a:cubicBezTo>
                    <a:pt x="1658753" y="1468346"/>
                    <a:pt x="1658357" y="1467586"/>
                    <a:pt x="1657927" y="1466825"/>
                  </a:cubicBezTo>
                  <a:cubicBezTo>
                    <a:pt x="1657530" y="1467189"/>
                    <a:pt x="1656769" y="1467685"/>
                    <a:pt x="1656835" y="1467949"/>
                  </a:cubicBezTo>
                  <a:close/>
                  <a:moveTo>
                    <a:pt x="937135" y="1467949"/>
                  </a:moveTo>
                  <a:cubicBezTo>
                    <a:pt x="937334" y="1468776"/>
                    <a:pt x="937830" y="1469537"/>
                    <a:pt x="938227" y="1470298"/>
                  </a:cubicBezTo>
                  <a:cubicBezTo>
                    <a:pt x="938624" y="1469934"/>
                    <a:pt x="939384" y="1469438"/>
                    <a:pt x="939318" y="1469173"/>
                  </a:cubicBezTo>
                  <a:cubicBezTo>
                    <a:pt x="939153" y="1468346"/>
                    <a:pt x="938624" y="1467586"/>
                    <a:pt x="938227" y="1466825"/>
                  </a:cubicBezTo>
                  <a:cubicBezTo>
                    <a:pt x="937830" y="1467189"/>
                    <a:pt x="937069" y="1467685"/>
                    <a:pt x="937135" y="1467949"/>
                  </a:cubicBezTo>
                  <a:close/>
                  <a:moveTo>
                    <a:pt x="2428923" y="1485412"/>
                  </a:moveTo>
                  <a:cubicBezTo>
                    <a:pt x="2429121" y="1486239"/>
                    <a:pt x="2429650" y="1486999"/>
                    <a:pt x="2430014" y="1487760"/>
                  </a:cubicBezTo>
                  <a:cubicBezTo>
                    <a:pt x="2430411" y="1487396"/>
                    <a:pt x="2430808" y="1486999"/>
                    <a:pt x="2431271" y="1486536"/>
                  </a:cubicBezTo>
                  <a:cubicBezTo>
                    <a:pt x="2430874" y="1485809"/>
                    <a:pt x="2430444" y="1485048"/>
                    <a:pt x="2430014" y="1484287"/>
                  </a:cubicBezTo>
                  <a:cubicBezTo>
                    <a:pt x="2429650" y="1484651"/>
                    <a:pt x="2428856" y="1485147"/>
                    <a:pt x="2428923" y="1485412"/>
                  </a:cubicBezTo>
                  <a:close/>
                  <a:moveTo>
                    <a:pt x="1299317" y="690306"/>
                  </a:moveTo>
                  <a:cubicBezTo>
                    <a:pt x="1298920" y="689578"/>
                    <a:pt x="1298490" y="688818"/>
                    <a:pt x="1298093" y="688057"/>
                  </a:cubicBezTo>
                  <a:cubicBezTo>
                    <a:pt x="1297696" y="688454"/>
                    <a:pt x="1296936" y="688917"/>
                    <a:pt x="1296969" y="689214"/>
                  </a:cubicBezTo>
                  <a:cubicBezTo>
                    <a:pt x="1297167" y="690041"/>
                    <a:pt x="1297696" y="690769"/>
                    <a:pt x="1298093" y="691563"/>
                  </a:cubicBezTo>
                  <a:cubicBezTo>
                    <a:pt x="1298457" y="691166"/>
                    <a:pt x="1298854" y="690769"/>
                    <a:pt x="1299317" y="690306"/>
                  </a:cubicBezTo>
                  <a:close/>
                  <a:moveTo>
                    <a:pt x="1147843" y="695035"/>
                  </a:moveTo>
                  <a:cubicBezTo>
                    <a:pt x="1148240" y="694672"/>
                    <a:pt x="1148637" y="694275"/>
                    <a:pt x="1149100" y="693812"/>
                  </a:cubicBezTo>
                  <a:cubicBezTo>
                    <a:pt x="1148670" y="693084"/>
                    <a:pt x="1148273" y="692323"/>
                    <a:pt x="1147843" y="691563"/>
                  </a:cubicBezTo>
                  <a:cubicBezTo>
                    <a:pt x="1147446" y="691960"/>
                    <a:pt x="1146685" y="692423"/>
                    <a:pt x="1146752" y="692687"/>
                  </a:cubicBezTo>
                  <a:cubicBezTo>
                    <a:pt x="1146950" y="693514"/>
                    <a:pt x="1147446" y="694275"/>
                    <a:pt x="1147843" y="695035"/>
                  </a:cubicBezTo>
                  <a:close/>
                  <a:moveTo>
                    <a:pt x="1755756" y="691563"/>
                  </a:moveTo>
                  <a:cubicBezTo>
                    <a:pt x="1755359" y="691926"/>
                    <a:pt x="1754599" y="692423"/>
                    <a:pt x="1754665" y="692687"/>
                  </a:cubicBezTo>
                  <a:cubicBezTo>
                    <a:pt x="1754830" y="693514"/>
                    <a:pt x="1755359" y="694275"/>
                    <a:pt x="1755756" y="695035"/>
                  </a:cubicBezTo>
                  <a:cubicBezTo>
                    <a:pt x="1756120" y="694638"/>
                    <a:pt x="1756517" y="694275"/>
                    <a:pt x="1756980" y="693812"/>
                  </a:cubicBezTo>
                  <a:cubicBezTo>
                    <a:pt x="1756583" y="693084"/>
                    <a:pt x="1756153" y="692323"/>
                    <a:pt x="1755756" y="691563"/>
                  </a:cubicBezTo>
                  <a:close/>
                  <a:moveTo>
                    <a:pt x="1462267" y="1473803"/>
                  </a:moveTo>
                  <a:cubicBezTo>
                    <a:pt x="1461870" y="1474564"/>
                    <a:pt x="1461440" y="1475325"/>
                    <a:pt x="1461044" y="1476052"/>
                  </a:cubicBezTo>
                  <a:cubicBezTo>
                    <a:pt x="1461507" y="1476515"/>
                    <a:pt x="1461903" y="1476912"/>
                    <a:pt x="1462267" y="1477276"/>
                  </a:cubicBezTo>
                  <a:cubicBezTo>
                    <a:pt x="1462664" y="1476515"/>
                    <a:pt x="1463193" y="1475755"/>
                    <a:pt x="1463359" y="1474961"/>
                  </a:cubicBezTo>
                  <a:cubicBezTo>
                    <a:pt x="1463425" y="1474663"/>
                    <a:pt x="1462664" y="1474200"/>
                    <a:pt x="1462267" y="1473803"/>
                  </a:cubicBezTo>
                  <a:close/>
                  <a:moveTo>
                    <a:pt x="975566" y="1474961"/>
                  </a:moveTo>
                  <a:cubicBezTo>
                    <a:pt x="975765" y="1475755"/>
                    <a:pt x="976261" y="1476515"/>
                    <a:pt x="976658" y="1477276"/>
                  </a:cubicBezTo>
                  <a:cubicBezTo>
                    <a:pt x="977054" y="1476912"/>
                    <a:pt x="977451" y="1476515"/>
                    <a:pt x="977914" y="1476052"/>
                  </a:cubicBezTo>
                  <a:cubicBezTo>
                    <a:pt x="977484" y="1475325"/>
                    <a:pt x="977088" y="1474564"/>
                    <a:pt x="976658" y="1473803"/>
                  </a:cubicBezTo>
                  <a:cubicBezTo>
                    <a:pt x="976261" y="1474200"/>
                    <a:pt x="975500" y="1474663"/>
                    <a:pt x="975566" y="1474961"/>
                  </a:cubicBezTo>
                  <a:close/>
                  <a:moveTo>
                    <a:pt x="1700359" y="1453364"/>
                  </a:moveTo>
                  <a:cubicBezTo>
                    <a:pt x="1699632" y="1453761"/>
                    <a:pt x="1698871" y="1454158"/>
                    <a:pt x="1698110" y="1454588"/>
                  </a:cubicBezTo>
                  <a:cubicBezTo>
                    <a:pt x="1698474" y="1454985"/>
                    <a:pt x="1698970" y="1455745"/>
                    <a:pt x="1699235" y="1455679"/>
                  </a:cubicBezTo>
                  <a:cubicBezTo>
                    <a:pt x="1700062" y="1455481"/>
                    <a:pt x="1700822" y="1454985"/>
                    <a:pt x="1701583" y="1454588"/>
                  </a:cubicBezTo>
                  <a:cubicBezTo>
                    <a:pt x="1701219" y="1454191"/>
                    <a:pt x="1700822" y="1453827"/>
                    <a:pt x="1700359" y="1453364"/>
                  </a:cubicBezTo>
                  <a:close/>
                  <a:moveTo>
                    <a:pt x="1639373" y="1453993"/>
                  </a:moveTo>
                  <a:cubicBezTo>
                    <a:pt x="1639538" y="1454819"/>
                    <a:pt x="1640067" y="1455547"/>
                    <a:pt x="1640464" y="1456341"/>
                  </a:cubicBezTo>
                  <a:cubicBezTo>
                    <a:pt x="1640828" y="1455944"/>
                    <a:pt x="1641622" y="1455481"/>
                    <a:pt x="1641556" y="1455183"/>
                  </a:cubicBezTo>
                  <a:cubicBezTo>
                    <a:pt x="1641357" y="1454356"/>
                    <a:pt x="1640828" y="1453629"/>
                    <a:pt x="1640464" y="1452835"/>
                  </a:cubicBezTo>
                  <a:cubicBezTo>
                    <a:pt x="1640067" y="1453232"/>
                    <a:pt x="1639307" y="1453695"/>
                    <a:pt x="1639373" y="1453993"/>
                  </a:cubicBezTo>
                  <a:close/>
                  <a:moveTo>
                    <a:pt x="1429095" y="1454588"/>
                  </a:moveTo>
                  <a:cubicBezTo>
                    <a:pt x="1428334" y="1454191"/>
                    <a:pt x="1427574" y="1453761"/>
                    <a:pt x="1426846" y="1453364"/>
                  </a:cubicBezTo>
                  <a:cubicBezTo>
                    <a:pt x="1426383" y="1453827"/>
                    <a:pt x="1425986" y="1454191"/>
                    <a:pt x="1425589" y="1454588"/>
                  </a:cubicBezTo>
                  <a:cubicBezTo>
                    <a:pt x="1426383" y="1454985"/>
                    <a:pt x="1427111" y="1455514"/>
                    <a:pt x="1427938" y="1455679"/>
                  </a:cubicBezTo>
                  <a:cubicBezTo>
                    <a:pt x="1428235" y="1455745"/>
                    <a:pt x="1428698" y="1454985"/>
                    <a:pt x="1429095" y="1454588"/>
                  </a:cubicBezTo>
                  <a:close/>
                  <a:moveTo>
                    <a:pt x="1320285" y="1450586"/>
                  </a:moveTo>
                  <a:cubicBezTo>
                    <a:pt x="1319822" y="1450123"/>
                    <a:pt x="1319425" y="1449759"/>
                    <a:pt x="1319028" y="1449362"/>
                  </a:cubicBezTo>
                  <a:cubicBezTo>
                    <a:pt x="1318665" y="1450123"/>
                    <a:pt x="1318135" y="1450884"/>
                    <a:pt x="1317937" y="1451711"/>
                  </a:cubicBezTo>
                  <a:cubicBezTo>
                    <a:pt x="1317871" y="1451975"/>
                    <a:pt x="1318665" y="1452471"/>
                    <a:pt x="1319028" y="1452868"/>
                  </a:cubicBezTo>
                  <a:cubicBezTo>
                    <a:pt x="1319458" y="1452074"/>
                    <a:pt x="1319888" y="1451314"/>
                    <a:pt x="1320285" y="1450586"/>
                  </a:cubicBezTo>
                  <a:close/>
                  <a:moveTo>
                    <a:pt x="801966" y="1466825"/>
                  </a:moveTo>
                  <a:cubicBezTo>
                    <a:pt x="802363" y="1466428"/>
                    <a:pt x="803124" y="1465965"/>
                    <a:pt x="803058" y="1465667"/>
                  </a:cubicBezTo>
                  <a:cubicBezTo>
                    <a:pt x="802892" y="1464841"/>
                    <a:pt x="802363" y="1464113"/>
                    <a:pt x="801966" y="1463319"/>
                  </a:cubicBezTo>
                  <a:cubicBezTo>
                    <a:pt x="801603" y="1463716"/>
                    <a:pt x="801206" y="1464113"/>
                    <a:pt x="800743" y="1464576"/>
                  </a:cubicBezTo>
                  <a:cubicBezTo>
                    <a:pt x="801140" y="1465304"/>
                    <a:pt x="801570" y="1466064"/>
                    <a:pt x="801966" y="1466825"/>
                  </a:cubicBezTo>
                  <a:close/>
                  <a:moveTo>
                    <a:pt x="1479134" y="1462658"/>
                  </a:moveTo>
                  <a:cubicBezTo>
                    <a:pt x="1479961" y="1462492"/>
                    <a:pt x="1480722" y="1461963"/>
                    <a:pt x="1481483" y="1461566"/>
                  </a:cubicBezTo>
                  <a:cubicBezTo>
                    <a:pt x="1481119" y="1461203"/>
                    <a:pt x="1480722" y="1460806"/>
                    <a:pt x="1480259" y="1460343"/>
                  </a:cubicBezTo>
                  <a:cubicBezTo>
                    <a:pt x="1479531" y="1460740"/>
                    <a:pt x="1478771" y="1461169"/>
                    <a:pt x="1478010" y="1461566"/>
                  </a:cubicBezTo>
                  <a:cubicBezTo>
                    <a:pt x="1478374" y="1461963"/>
                    <a:pt x="1478870" y="1462724"/>
                    <a:pt x="1479134" y="1462658"/>
                  </a:cubicBezTo>
                  <a:close/>
                  <a:moveTo>
                    <a:pt x="2390988" y="1459185"/>
                  </a:moveTo>
                  <a:cubicBezTo>
                    <a:pt x="2391815" y="1458987"/>
                    <a:pt x="2392575" y="1458457"/>
                    <a:pt x="2393336" y="1458094"/>
                  </a:cubicBezTo>
                  <a:cubicBezTo>
                    <a:pt x="2392939" y="1457697"/>
                    <a:pt x="2392575" y="1457300"/>
                    <a:pt x="2392079" y="1456837"/>
                  </a:cubicBezTo>
                  <a:cubicBezTo>
                    <a:pt x="2391352" y="1457234"/>
                    <a:pt x="2390591" y="1457664"/>
                    <a:pt x="2389830" y="1458094"/>
                  </a:cubicBezTo>
                  <a:cubicBezTo>
                    <a:pt x="2390227" y="1458457"/>
                    <a:pt x="2390690" y="1459251"/>
                    <a:pt x="2390988" y="1459185"/>
                  </a:cubicBezTo>
                  <a:close/>
                  <a:moveTo>
                    <a:pt x="1052924" y="1459185"/>
                  </a:moveTo>
                  <a:cubicBezTo>
                    <a:pt x="1053751" y="1458987"/>
                    <a:pt x="1054478" y="1458457"/>
                    <a:pt x="1055272" y="1458094"/>
                  </a:cubicBezTo>
                  <a:cubicBezTo>
                    <a:pt x="1054875" y="1457697"/>
                    <a:pt x="1054412" y="1456936"/>
                    <a:pt x="1054114" y="1457002"/>
                  </a:cubicBezTo>
                  <a:cubicBezTo>
                    <a:pt x="1053288" y="1457168"/>
                    <a:pt x="1052560" y="1457697"/>
                    <a:pt x="1051766" y="1458094"/>
                  </a:cubicBezTo>
                  <a:cubicBezTo>
                    <a:pt x="1052163" y="1458457"/>
                    <a:pt x="1052626" y="1459251"/>
                    <a:pt x="1052924" y="1459185"/>
                  </a:cubicBezTo>
                  <a:close/>
                  <a:moveTo>
                    <a:pt x="1060299" y="1075638"/>
                  </a:moveTo>
                  <a:cubicBezTo>
                    <a:pt x="1060994" y="1075275"/>
                    <a:pt x="1061457" y="1074349"/>
                    <a:pt x="1061887" y="1073588"/>
                  </a:cubicBezTo>
                  <a:cubicBezTo>
                    <a:pt x="1061953" y="1073456"/>
                    <a:pt x="1061192" y="1072893"/>
                    <a:pt x="1060795" y="1072497"/>
                  </a:cubicBezTo>
                  <a:cubicBezTo>
                    <a:pt x="1060134" y="1073026"/>
                    <a:pt x="1059175" y="1073456"/>
                    <a:pt x="1058811" y="1074150"/>
                  </a:cubicBezTo>
                  <a:cubicBezTo>
                    <a:pt x="1058116" y="1075638"/>
                    <a:pt x="1058844" y="1076366"/>
                    <a:pt x="1060299" y="1075638"/>
                  </a:cubicBezTo>
                  <a:close/>
                  <a:moveTo>
                    <a:pt x="1431939" y="941825"/>
                  </a:moveTo>
                  <a:cubicBezTo>
                    <a:pt x="1431741" y="941032"/>
                    <a:pt x="1431212" y="940271"/>
                    <a:pt x="1430848" y="939510"/>
                  </a:cubicBezTo>
                  <a:cubicBezTo>
                    <a:pt x="1430451" y="939874"/>
                    <a:pt x="1429690" y="940370"/>
                    <a:pt x="1429724" y="940635"/>
                  </a:cubicBezTo>
                  <a:cubicBezTo>
                    <a:pt x="1429922" y="941462"/>
                    <a:pt x="1430451" y="942222"/>
                    <a:pt x="1430848" y="942983"/>
                  </a:cubicBezTo>
                  <a:cubicBezTo>
                    <a:pt x="1431212" y="942586"/>
                    <a:pt x="1432006" y="942123"/>
                    <a:pt x="1431939" y="941825"/>
                  </a:cubicBezTo>
                  <a:close/>
                  <a:moveTo>
                    <a:pt x="1765149" y="1069851"/>
                  </a:moveTo>
                  <a:cubicBezTo>
                    <a:pt x="1765314" y="1070678"/>
                    <a:pt x="1765844" y="1071438"/>
                    <a:pt x="1766240" y="1072199"/>
                  </a:cubicBezTo>
                  <a:cubicBezTo>
                    <a:pt x="1766604" y="1071802"/>
                    <a:pt x="1767001" y="1071438"/>
                    <a:pt x="1767464" y="1070942"/>
                  </a:cubicBezTo>
                  <a:cubicBezTo>
                    <a:pt x="1767067" y="1070215"/>
                    <a:pt x="1766637" y="1069454"/>
                    <a:pt x="1766240" y="1068693"/>
                  </a:cubicBezTo>
                  <a:cubicBezTo>
                    <a:pt x="1765844" y="1069090"/>
                    <a:pt x="1765083" y="1069553"/>
                    <a:pt x="1765149" y="1069851"/>
                  </a:cubicBezTo>
                  <a:close/>
                  <a:moveTo>
                    <a:pt x="82300" y="1068693"/>
                  </a:moveTo>
                  <a:cubicBezTo>
                    <a:pt x="81903" y="1069090"/>
                    <a:pt x="81142" y="1069553"/>
                    <a:pt x="81208" y="1069851"/>
                  </a:cubicBezTo>
                  <a:cubicBezTo>
                    <a:pt x="81374" y="1070678"/>
                    <a:pt x="81903" y="1071438"/>
                    <a:pt x="82300" y="1072199"/>
                  </a:cubicBezTo>
                  <a:cubicBezTo>
                    <a:pt x="82664" y="1071802"/>
                    <a:pt x="83060" y="1071438"/>
                    <a:pt x="83523" y="1070975"/>
                  </a:cubicBezTo>
                  <a:cubicBezTo>
                    <a:pt x="83127" y="1070215"/>
                    <a:pt x="82697" y="1069454"/>
                    <a:pt x="82300" y="1068693"/>
                  </a:cubicBezTo>
                  <a:close/>
                  <a:moveTo>
                    <a:pt x="1522923" y="945232"/>
                  </a:moveTo>
                  <a:cubicBezTo>
                    <a:pt x="1522493" y="944504"/>
                    <a:pt x="1522096" y="943744"/>
                    <a:pt x="1521666" y="942983"/>
                  </a:cubicBezTo>
                  <a:cubicBezTo>
                    <a:pt x="1521269" y="943380"/>
                    <a:pt x="1520509" y="943843"/>
                    <a:pt x="1520575" y="944141"/>
                  </a:cubicBezTo>
                  <a:cubicBezTo>
                    <a:pt x="1520773" y="944967"/>
                    <a:pt x="1521269" y="945695"/>
                    <a:pt x="1521666" y="946489"/>
                  </a:cubicBezTo>
                  <a:cubicBezTo>
                    <a:pt x="1522063" y="946092"/>
                    <a:pt x="1522460" y="945695"/>
                    <a:pt x="1522923" y="945232"/>
                  </a:cubicBezTo>
                  <a:close/>
                  <a:moveTo>
                    <a:pt x="1593931" y="1066378"/>
                  </a:moveTo>
                  <a:cubicBezTo>
                    <a:pt x="1594129" y="1067172"/>
                    <a:pt x="1594658" y="1067932"/>
                    <a:pt x="1595022" y="1068693"/>
                  </a:cubicBezTo>
                  <a:cubicBezTo>
                    <a:pt x="1595419" y="1068329"/>
                    <a:pt x="1595816" y="1067932"/>
                    <a:pt x="1596279" y="1067469"/>
                  </a:cubicBezTo>
                  <a:cubicBezTo>
                    <a:pt x="1595882" y="1066742"/>
                    <a:pt x="1595452" y="1065981"/>
                    <a:pt x="1595022" y="1065220"/>
                  </a:cubicBezTo>
                  <a:cubicBezTo>
                    <a:pt x="1594658" y="1065617"/>
                    <a:pt x="1593897" y="1066080"/>
                    <a:pt x="1593931" y="1066378"/>
                  </a:cubicBezTo>
                  <a:close/>
                  <a:moveTo>
                    <a:pt x="1116391" y="1082683"/>
                  </a:moveTo>
                  <a:cubicBezTo>
                    <a:pt x="1116788" y="1082286"/>
                    <a:pt x="1117548" y="1081823"/>
                    <a:pt x="1117482" y="1081525"/>
                  </a:cubicBezTo>
                  <a:cubicBezTo>
                    <a:pt x="1117317" y="1080699"/>
                    <a:pt x="1116788" y="1079971"/>
                    <a:pt x="1116391" y="1079177"/>
                  </a:cubicBezTo>
                  <a:cubicBezTo>
                    <a:pt x="1116027" y="1079574"/>
                    <a:pt x="1115233" y="1080037"/>
                    <a:pt x="1115299" y="1080335"/>
                  </a:cubicBezTo>
                  <a:cubicBezTo>
                    <a:pt x="1115498" y="1081162"/>
                    <a:pt x="1116027" y="1081889"/>
                    <a:pt x="1116391" y="1082683"/>
                  </a:cubicBezTo>
                  <a:close/>
                  <a:moveTo>
                    <a:pt x="1634544" y="934847"/>
                  </a:moveTo>
                  <a:cubicBezTo>
                    <a:pt x="1634379" y="934020"/>
                    <a:pt x="1633850" y="933293"/>
                    <a:pt x="1633453" y="932499"/>
                  </a:cubicBezTo>
                  <a:cubicBezTo>
                    <a:pt x="1633089" y="932896"/>
                    <a:pt x="1632692" y="933293"/>
                    <a:pt x="1632229" y="933756"/>
                  </a:cubicBezTo>
                  <a:cubicBezTo>
                    <a:pt x="1632626" y="934483"/>
                    <a:pt x="1633056" y="935244"/>
                    <a:pt x="1633453" y="936005"/>
                  </a:cubicBezTo>
                  <a:cubicBezTo>
                    <a:pt x="1633850" y="935608"/>
                    <a:pt x="1634610" y="935145"/>
                    <a:pt x="1634544" y="934847"/>
                  </a:cubicBezTo>
                  <a:close/>
                  <a:moveTo>
                    <a:pt x="1453536" y="955220"/>
                  </a:moveTo>
                  <a:cubicBezTo>
                    <a:pt x="1454297" y="955617"/>
                    <a:pt x="1455057" y="956047"/>
                    <a:pt x="1455785" y="956444"/>
                  </a:cubicBezTo>
                  <a:cubicBezTo>
                    <a:pt x="1456248" y="955981"/>
                    <a:pt x="1456645" y="955584"/>
                    <a:pt x="1457042" y="955220"/>
                  </a:cubicBezTo>
                  <a:cubicBezTo>
                    <a:pt x="1456248" y="954823"/>
                    <a:pt x="1455520" y="954294"/>
                    <a:pt x="1454694" y="954129"/>
                  </a:cubicBezTo>
                  <a:cubicBezTo>
                    <a:pt x="1454396" y="954062"/>
                    <a:pt x="1453933" y="954823"/>
                    <a:pt x="1453536" y="955220"/>
                  </a:cubicBezTo>
                  <a:close/>
                  <a:moveTo>
                    <a:pt x="1234097" y="947646"/>
                  </a:moveTo>
                  <a:cubicBezTo>
                    <a:pt x="1234296" y="948440"/>
                    <a:pt x="1234792" y="949201"/>
                    <a:pt x="1235189" y="949961"/>
                  </a:cubicBezTo>
                  <a:cubicBezTo>
                    <a:pt x="1235585" y="949598"/>
                    <a:pt x="1235949" y="949201"/>
                    <a:pt x="1236412" y="948738"/>
                  </a:cubicBezTo>
                  <a:cubicBezTo>
                    <a:pt x="1236015" y="948010"/>
                    <a:pt x="1235619" y="947249"/>
                    <a:pt x="1235189" y="946489"/>
                  </a:cubicBezTo>
                  <a:cubicBezTo>
                    <a:pt x="1234792" y="946852"/>
                    <a:pt x="1234031" y="947349"/>
                    <a:pt x="1234097" y="947646"/>
                  </a:cubicBezTo>
                  <a:close/>
                  <a:moveTo>
                    <a:pt x="1296837" y="948738"/>
                  </a:moveTo>
                  <a:cubicBezTo>
                    <a:pt x="1297300" y="949201"/>
                    <a:pt x="1297696" y="949598"/>
                    <a:pt x="1298093" y="949961"/>
                  </a:cubicBezTo>
                  <a:cubicBezTo>
                    <a:pt x="1298457" y="949201"/>
                    <a:pt x="1298986" y="948440"/>
                    <a:pt x="1299185" y="947646"/>
                  </a:cubicBezTo>
                  <a:cubicBezTo>
                    <a:pt x="1299251" y="947349"/>
                    <a:pt x="1298457" y="946886"/>
                    <a:pt x="1298093" y="946489"/>
                  </a:cubicBezTo>
                  <a:cubicBezTo>
                    <a:pt x="1297663" y="947249"/>
                    <a:pt x="1297233" y="948010"/>
                    <a:pt x="1296837" y="948738"/>
                  </a:cubicBezTo>
                  <a:close/>
                  <a:moveTo>
                    <a:pt x="1380180" y="948242"/>
                  </a:moveTo>
                  <a:cubicBezTo>
                    <a:pt x="1379783" y="947845"/>
                    <a:pt x="1379387" y="947448"/>
                    <a:pt x="1378924" y="946985"/>
                  </a:cubicBezTo>
                  <a:cubicBezTo>
                    <a:pt x="1378196" y="947382"/>
                    <a:pt x="1377435" y="947812"/>
                    <a:pt x="1376675" y="948242"/>
                  </a:cubicBezTo>
                  <a:cubicBezTo>
                    <a:pt x="1377071" y="948605"/>
                    <a:pt x="1377534" y="949399"/>
                    <a:pt x="1377832" y="949333"/>
                  </a:cubicBezTo>
                  <a:cubicBezTo>
                    <a:pt x="1378659" y="949135"/>
                    <a:pt x="1379387" y="948605"/>
                    <a:pt x="1380180" y="948242"/>
                  </a:cubicBezTo>
                  <a:close/>
                  <a:moveTo>
                    <a:pt x="1690603" y="948738"/>
                  </a:moveTo>
                  <a:cubicBezTo>
                    <a:pt x="1690206" y="948010"/>
                    <a:pt x="1689776" y="947249"/>
                    <a:pt x="1689379" y="946489"/>
                  </a:cubicBezTo>
                  <a:cubicBezTo>
                    <a:pt x="1688982" y="946886"/>
                    <a:pt x="1688221" y="947349"/>
                    <a:pt x="1688288" y="947646"/>
                  </a:cubicBezTo>
                  <a:cubicBezTo>
                    <a:pt x="1688453" y="948440"/>
                    <a:pt x="1688982" y="949201"/>
                    <a:pt x="1689379" y="949961"/>
                  </a:cubicBezTo>
                  <a:cubicBezTo>
                    <a:pt x="1689743" y="949598"/>
                    <a:pt x="1690140" y="949201"/>
                    <a:pt x="1690603" y="948738"/>
                  </a:cubicBezTo>
                  <a:close/>
                  <a:moveTo>
                    <a:pt x="1705750" y="1059367"/>
                  </a:moveTo>
                  <a:cubicBezTo>
                    <a:pt x="1705915" y="1060193"/>
                    <a:pt x="1706445" y="1060954"/>
                    <a:pt x="1706841" y="1061715"/>
                  </a:cubicBezTo>
                  <a:cubicBezTo>
                    <a:pt x="1707205" y="1061351"/>
                    <a:pt x="1707602" y="1060954"/>
                    <a:pt x="1708065" y="1060491"/>
                  </a:cubicBezTo>
                  <a:cubicBezTo>
                    <a:pt x="1707668" y="1059763"/>
                    <a:pt x="1707238" y="1059003"/>
                    <a:pt x="1706841" y="1058242"/>
                  </a:cubicBezTo>
                  <a:cubicBezTo>
                    <a:pt x="1706445" y="1058606"/>
                    <a:pt x="1705684" y="1059102"/>
                    <a:pt x="1705750" y="1059367"/>
                  </a:cubicBezTo>
                  <a:close/>
                  <a:moveTo>
                    <a:pt x="1310297" y="1059962"/>
                  </a:moveTo>
                  <a:cubicBezTo>
                    <a:pt x="1311058" y="1060392"/>
                    <a:pt x="1311819" y="1060822"/>
                    <a:pt x="1312546" y="1061219"/>
                  </a:cubicBezTo>
                  <a:cubicBezTo>
                    <a:pt x="1313009" y="1060756"/>
                    <a:pt x="1313406" y="1060359"/>
                    <a:pt x="1313803" y="1059962"/>
                  </a:cubicBezTo>
                  <a:cubicBezTo>
                    <a:pt x="1313009" y="1059598"/>
                    <a:pt x="1312282" y="1059069"/>
                    <a:pt x="1311455" y="1058870"/>
                  </a:cubicBezTo>
                  <a:cubicBezTo>
                    <a:pt x="1311157" y="1058804"/>
                    <a:pt x="1310694" y="1059598"/>
                    <a:pt x="1310297" y="1059962"/>
                  </a:cubicBezTo>
                  <a:close/>
                  <a:moveTo>
                    <a:pt x="1045449" y="1105966"/>
                  </a:moveTo>
                  <a:cubicBezTo>
                    <a:pt x="1045383" y="1106264"/>
                    <a:pt x="1046144" y="1106727"/>
                    <a:pt x="1046541" y="1107124"/>
                  </a:cubicBezTo>
                  <a:cubicBezTo>
                    <a:pt x="1046938" y="1106363"/>
                    <a:pt x="1047367" y="1105603"/>
                    <a:pt x="1047764" y="1104875"/>
                  </a:cubicBezTo>
                  <a:cubicBezTo>
                    <a:pt x="1047301" y="1104412"/>
                    <a:pt x="1046904" y="1104015"/>
                    <a:pt x="1046541" y="1103618"/>
                  </a:cubicBezTo>
                  <a:cubicBezTo>
                    <a:pt x="1046144" y="1104412"/>
                    <a:pt x="1045615" y="1105140"/>
                    <a:pt x="1045449" y="1105966"/>
                  </a:cubicBezTo>
                  <a:close/>
                  <a:moveTo>
                    <a:pt x="1170564" y="920295"/>
                  </a:moveTo>
                  <a:cubicBezTo>
                    <a:pt x="1170928" y="920692"/>
                    <a:pt x="1171424" y="921452"/>
                    <a:pt x="1171722" y="921386"/>
                  </a:cubicBezTo>
                  <a:cubicBezTo>
                    <a:pt x="1172515" y="921188"/>
                    <a:pt x="1173276" y="920692"/>
                    <a:pt x="1174037" y="920295"/>
                  </a:cubicBezTo>
                  <a:cubicBezTo>
                    <a:pt x="1173673" y="919898"/>
                    <a:pt x="1173276" y="919501"/>
                    <a:pt x="1172813" y="919038"/>
                  </a:cubicBezTo>
                  <a:cubicBezTo>
                    <a:pt x="1172085" y="919468"/>
                    <a:pt x="1171325" y="919865"/>
                    <a:pt x="1170564" y="920295"/>
                  </a:cubicBezTo>
                  <a:close/>
                  <a:moveTo>
                    <a:pt x="1472156" y="921386"/>
                  </a:moveTo>
                  <a:cubicBezTo>
                    <a:pt x="1472983" y="921188"/>
                    <a:pt x="1473744" y="920692"/>
                    <a:pt x="1474504" y="920295"/>
                  </a:cubicBezTo>
                  <a:cubicBezTo>
                    <a:pt x="1474107" y="919898"/>
                    <a:pt x="1473744" y="919501"/>
                    <a:pt x="1473281" y="919038"/>
                  </a:cubicBezTo>
                  <a:cubicBezTo>
                    <a:pt x="1472520" y="919468"/>
                    <a:pt x="1471759" y="919865"/>
                    <a:pt x="1471032" y="920295"/>
                  </a:cubicBezTo>
                  <a:cubicBezTo>
                    <a:pt x="1471395" y="920692"/>
                    <a:pt x="1471891" y="921452"/>
                    <a:pt x="1472156" y="921386"/>
                  </a:cubicBezTo>
                  <a:close/>
                  <a:moveTo>
                    <a:pt x="1778444" y="920295"/>
                  </a:moveTo>
                  <a:cubicBezTo>
                    <a:pt x="1777684" y="919865"/>
                    <a:pt x="1776923" y="919468"/>
                    <a:pt x="1776195" y="919038"/>
                  </a:cubicBezTo>
                  <a:cubicBezTo>
                    <a:pt x="1775732" y="919501"/>
                    <a:pt x="1775335" y="919898"/>
                    <a:pt x="1774972" y="920295"/>
                  </a:cubicBezTo>
                  <a:cubicBezTo>
                    <a:pt x="1775732" y="920692"/>
                    <a:pt x="1776493" y="921188"/>
                    <a:pt x="1777320" y="921386"/>
                  </a:cubicBezTo>
                  <a:cubicBezTo>
                    <a:pt x="1777584" y="921452"/>
                    <a:pt x="1778047" y="920692"/>
                    <a:pt x="1778444" y="920295"/>
                  </a:cubicBezTo>
                  <a:close/>
                  <a:moveTo>
                    <a:pt x="1349257" y="1111853"/>
                  </a:moveTo>
                  <a:cubicBezTo>
                    <a:pt x="1349654" y="1112581"/>
                    <a:pt x="1350051" y="1113342"/>
                    <a:pt x="1350481" y="1114102"/>
                  </a:cubicBezTo>
                  <a:cubicBezTo>
                    <a:pt x="1350878" y="1113705"/>
                    <a:pt x="1351638" y="1113242"/>
                    <a:pt x="1351572" y="1112945"/>
                  </a:cubicBezTo>
                  <a:cubicBezTo>
                    <a:pt x="1351374" y="1112118"/>
                    <a:pt x="1350878" y="1111390"/>
                    <a:pt x="1350481" y="1110597"/>
                  </a:cubicBezTo>
                  <a:cubicBezTo>
                    <a:pt x="1350084" y="1110993"/>
                    <a:pt x="1349720" y="1111390"/>
                    <a:pt x="1349257" y="1111853"/>
                  </a:cubicBezTo>
                  <a:close/>
                  <a:moveTo>
                    <a:pt x="1484492" y="1090918"/>
                  </a:moveTo>
                  <a:cubicBezTo>
                    <a:pt x="1484029" y="1090455"/>
                    <a:pt x="1483632" y="1090058"/>
                    <a:pt x="1483235" y="1089661"/>
                  </a:cubicBezTo>
                  <a:cubicBezTo>
                    <a:pt x="1482839" y="1090455"/>
                    <a:pt x="1482343" y="1091183"/>
                    <a:pt x="1482144" y="1092010"/>
                  </a:cubicBezTo>
                  <a:cubicBezTo>
                    <a:pt x="1482078" y="1092307"/>
                    <a:pt x="1482839" y="1092770"/>
                    <a:pt x="1483235" y="1093167"/>
                  </a:cubicBezTo>
                  <a:cubicBezTo>
                    <a:pt x="1483665" y="1092406"/>
                    <a:pt x="1484062" y="1091646"/>
                    <a:pt x="1484492" y="1090918"/>
                  </a:cubicBezTo>
                  <a:close/>
                  <a:moveTo>
                    <a:pt x="1700921" y="931374"/>
                  </a:moveTo>
                  <a:cubicBezTo>
                    <a:pt x="1700756" y="930548"/>
                    <a:pt x="1700227" y="929787"/>
                    <a:pt x="1699830" y="929026"/>
                  </a:cubicBezTo>
                  <a:cubicBezTo>
                    <a:pt x="1699466" y="929423"/>
                    <a:pt x="1698672" y="929886"/>
                    <a:pt x="1698739" y="930184"/>
                  </a:cubicBezTo>
                  <a:cubicBezTo>
                    <a:pt x="1698937" y="931011"/>
                    <a:pt x="1699466" y="931738"/>
                    <a:pt x="1699830" y="932532"/>
                  </a:cubicBezTo>
                  <a:cubicBezTo>
                    <a:pt x="1700227" y="932135"/>
                    <a:pt x="1700988" y="931639"/>
                    <a:pt x="1700921" y="931374"/>
                  </a:cubicBezTo>
                  <a:close/>
                  <a:moveTo>
                    <a:pt x="1765612" y="929688"/>
                  </a:moveTo>
                  <a:cubicBezTo>
                    <a:pt x="1765347" y="929622"/>
                    <a:pt x="1764884" y="930382"/>
                    <a:pt x="1764488" y="930779"/>
                  </a:cubicBezTo>
                  <a:cubicBezTo>
                    <a:pt x="1765248" y="931176"/>
                    <a:pt x="1766009" y="931606"/>
                    <a:pt x="1766737" y="932003"/>
                  </a:cubicBezTo>
                  <a:cubicBezTo>
                    <a:pt x="1767200" y="931540"/>
                    <a:pt x="1767596" y="931143"/>
                    <a:pt x="1767960" y="930779"/>
                  </a:cubicBezTo>
                  <a:cubicBezTo>
                    <a:pt x="1767200" y="930382"/>
                    <a:pt x="1766439" y="929853"/>
                    <a:pt x="1765612" y="929688"/>
                  </a:cubicBezTo>
                  <a:close/>
                  <a:moveTo>
                    <a:pt x="1023820" y="1084436"/>
                  </a:moveTo>
                  <a:cubicBezTo>
                    <a:pt x="1024216" y="1084800"/>
                    <a:pt x="1024679" y="1085593"/>
                    <a:pt x="1024977" y="1085527"/>
                  </a:cubicBezTo>
                  <a:cubicBezTo>
                    <a:pt x="1025804" y="1085329"/>
                    <a:pt x="1026532" y="1084800"/>
                    <a:pt x="1027325" y="1084436"/>
                  </a:cubicBezTo>
                  <a:cubicBezTo>
                    <a:pt x="1026928" y="1084039"/>
                    <a:pt x="1026532" y="1083642"/>
                    <a:pt x="1026069" y="1083179"/>
                  </a:cubicBezTo>
                  <a:cubicBezTo>
                    <a:pt x="1025341" y="1083576"/>
                    <a:pt x="1024580" y="1084006"/>
                    <a:pt x="1023820" y="1084436"/>
                  </a:cubicBezTo>
                  <a:close/>
                  <a:moveTo>
                    <a:pt x="1355078" y="927869"/>
                  </a:moveTo>
                  <a:cubicBezTo>
                    <a:pt x="1354880" y="927042"/>
                    <a:pt x="1354350" y="926314"/>
                    <a:pt x="1353987" y="925520"/>
                  </a:cubicBezTo>
                  <a:cubicBezTo>
                    <a:pt x="1353590" y="925917"/>
                    <a:pt x="1353193" y="926314"/>
                    <a:pt x="1352730" y="926777"/>
                  </a:cubicBezTo>
                  <a:cubicBezTo>
                    <a:pt x="1353127" y="927505"/>
                    <a:pt x="1353557" y="928266"/>
                    <a:pt x="1353987" y="929026"/>
                  </a:cubicBezTo>
                  <a:cubicBezTo>
                    <a:pt x="1354350" y="928629"/>
                    <a:pt x="1355144" y="928166"/>
                    <a:pt x="1355078" y="927869"/>
                  </a:cubicBezTo>
                  <a:close/>
                  <a:moveTo>
                    <a:pt x="1457042" y="1094887"/>
                  </a:moveTo>
                  <a:cubicBezTo>
                    <a:pt x="1457802" y="1095317"/>
                    <a:pt x="1458563" y="1095747"/>
                    <a:pt x="1459291" y="1096144"/>
                  </a:cubicBezTo>
                  <a:cubicBezTo>
                    <a:pt x="1459754" y="1095681"/>
                    <a:pt x="1460151" y="1095284"/>
                    <a:pt x="1460514" y="1094887"/>
                  </a:cubicBezTo>
                  <a:cubicBezTo>
                    <a:pt x="1459754" y="1094523"/>
                    <a:pt x="1458993" y="1093994"/>
                    <a:pt x="1458166" y="1093795"/>
                  </a:cubicBezTo>
                  <a:cubicBezTo>
                    <a:pt x="1457902" y="1093729"/>
                    <a:pt x="1457439" y="1094523"/>
                    <a:pt x="1457042" y="1094887"/>
                  </a:cubicBezTo>
                  <a:close/>
                  <a:moveTo>
                    <a:pt x="992367" y="1094722"/>
                  </a:moveTo>
                  <a:cubicBezTo>
                    <a:pt x="992367" y="1094192"/>
                    <a:pt x="992367" y="1093663"/>
                    <a:pt x="992367" y="1093167"/>
                  </a:cubicBezTo>
                  <a:cubicBezTo>
                    <a:pt x="991474" y="1093465"/>
                    <a:pt x="990482" y="1093663"/>
                    <a:pt x="989688" y="1094159"/>
                  </a:cubicBezTo>
                  <a:cubicBezTo>
                    <a:pt x="988762" y="1094722"/>
                    <a:pt x="988994" y="1095780"/>
                    <a:pt x="990350" y="1096210"/>
                  </a:cubicBezTo>
                  <a:cubicBezTo>
                    <a:pt x="990813" y="1096375"/>
                    <a:pt x="991706" y="1095251"/>
                    <a:pt x="992367" y="1094722"/>
                  </a:cubicBezTo>
                  <a:close/>
                  <a:moveTo>
                    <a:pt x="118316" y="1095482"/>
                  </a:moveTo>
                  <a:cubicBezTo>
                    <a:pt x="118118" y="1094688"/>
                    <a:pt x="117622" y="1093928"/>
                    <a:pt x="117225" y="1093167"/>
                  </a:cubicBezTo>
                  <a:cubicBezTo>
                    <a:pt x="116828" y="1093531"/>
                    <a:pt x="116431" y="1093928"/>
                    <a:pt x="115968" y="1094391"/>
                  </a:cubicBezTo>
                  <a:cubicBezTo>
                    <a:pt x="116398" y="1095118"/>
                    <a:pt x="116795" y="1095879"/>
                    <a:pt x="117225" y="1096640"/>
                  </a:cubicBezTo>
                  <a:cubicBezTo>
                    <a:pt x="117622" y="1096243"/>
                    <a:pt x="118382" y="1095780"/>
                    <a:pt x="118316" y="1095482"/>
                  </a:cubicBezTo>
                  <a:close/>
                  <a:moveTo>
                    <a:pt x="1433097" y="983663"/>
                  </a:moveTo>
                  <a:cubicBezTo>
                    <a:pt x="1433560" y="984126"/>
                    <a:pt x="1433957" y="984489"/>
                    <a:pt x="1434321" y="984886"/>
                  </a:cubicBezTo>
                  <a:cubicBezTo>
                    <a:pt x="1434718" y="984126"/>
                    <a:pt x="1435247" y="983365"/>
                    <a:pt x="1435412" y="982538"/>
                  </a:cubicBezTo>
                  <a:cubicBezTo>
                    <a:pt x="1435478" y="982274"/>
                    <a:pt x="1434718" y="981777"/>
                    <a:pt x="1434321" y="981414"/>
                  </a:cubicBezTo>
                  <a:cubicBezTo>
                    <a:pt x="1433924" y="982174"/>
                    <a:pt x="1433494" y="982902"/>
                    <a:pt x="1433097" y="983663"/>
                  </a:cubicBezTo>
                  <a:close/>
                  <a:moveTo>
                    <a:pt x="1505295" y="983762"/>
                  </a:moveTo>
                  <a:cubicBezTo>
                    <a:pt x="1505097" y="982935"/>
                    <a:pt x="1504601" y="982174"/>
                    <a:pt x="1504204" y="981414"/>
                  </a:cubicBezTo>
                  <a:cubicBezTo>
                    <a:pt x="1503807" y="981777"/>
                    <a:pt x="1503046" y="982274"/>
                    <a:pt x="1503112" y="982538"/>
                  </a:cubicBezTo>
                  <a:cubicBezTo>
                    <a:pt x="1503278" y="983365"/>
                    <a:pt x="1503807" y="984126"/>
                    <a:pt x="1504204" y="984886"/>
                  </a:cubicBezTo>
                  <a:cubicBezTo>
                    <a:pt x="1504601" y="984489"/>
                    <a:pt x="1505361" y="984026"/>
                    <a:pt x="1505295" y="983762"/>
                  </a:cubicBezTo>
                  <a:close/>
                  <a:moveTo>
                    <a:pt x="1664310" y="984258"/>
                  </a:moveTo>
                  <a:cubicBezTo>
                    <a:pt x="1665137" y="984060"/>
                    <a:pt x="1665864" y="983530"/>
                    <a:pt x="1666658" y="983167"/>
                  </a:cubicBezTo>
                  <a:cubicBezTo>
                    <a:pt x="1666261" y="982770"/>
                    <a:pt x="1665864" y="982373"/>
                    <a:pt x="1665401" y="981910"/>
                  </a:cubicBezTo>
                  <a:cubicBezTo>
                    <a:pt x="1664674" y="982307"/>
                    <a:pt x="1663913" y="982737"/>
                    <a:pt x="1663152" y="983167"/>
                  </a:cubicBezTo>
                  <a:cubicBezTo>
                    <a:pt x="1663549" y="983530"/>
                    <a:pt x="1664012" y="984291"/>
                    <a:pt x="1664310" y="984258"/>
                  </a:cubicBezTo>
                  <a:close/>
                  <a:moveTo>
                    <a:pt x="1783703" y="984886"/>
                  </a:moveTo>
                  <a:cubicBezTo>
                    <a:pt x="1784100" y="984523"/>
                    <a:pt x="1784860" y="984026"/>
                    <a:pt x="1784794" y="983762"/>
                  </a:cubicBezTo>
                  <a:cubicBezTo>
                    <a:pt x="1784596" y="982935"/>
                    <a:pt x="1784100" y="982174"/>
                    <a:pt x="1783703" y="981414"/>
                  </a:cubicBezTo>
                  <a:cubicBezTo>
                    <a:pt x="1783306" y="981777"/>
                    <a:pt x="1782545" y="982274"/>
                    <a:pt x="1782612" y="982538"/>
                  </a:cubicBezTo>
                  <a:cubicBezTo>
                    <a:pt x="1782777" y="983365"/>
                    <a:pt x="1783306" y="984126"/>
                    <a:pt x="1783703" y="984886"/>
                  </a:cubicBezTo>
                  <a:close/>
                  <a:moveTo>
                    <a:pt x="103235" y="1016339"/>
                  </a:moveTo>
                  <a:cubicBezTo>
                    <a:pt x="102838" y="1016702"/>
                    <a:pt x="102077" y="1017199"/>
                    <a:pt x="102144" y="1017463"/>
                  </a:cubicBezTo>
                  <a:cubicBezTo>
                    <a:pt x="102342" y="1018290"/>
                    <a:pt x="102838" y="1019051"/>
                    <a:pt x="103235" y="1019811"/>
                  </a:cubicBezTo>
                  <a:cubicBezTo>
                    <a:pt x="103632" y="1019414"/>
                    <a:pt x="104029" y="1019051"/>
                    <a:pt x="104492" y="1018588"/>
                  </a:cubicBezTo>
                  <a:cubicBezTo>
                    <a:pt x="104095" y="1017827"/>
                    <a:pt x="103665" y="1017099"/>
                    <a:pt x="103235" y="1016339"/>
                  </a:cubicBezTo>
                  <a:close/>
                  <a:moveTo>
                    <a:pt x="1156574" y="1014586"/>
                  </a:moveTo>
                  <a:cubicBezTo>
                    <a:pt x="1157335" y="1014983"/>
                    <a:pt x="1158096" y="1015413"/>
                    <a:pt x="1158823" y="1015810"/>
                  </a:cubicBezTo>
                  <a:cubicBezTo>
                    <a:pt x="1159286" y="1015347"/>
                    <a:pt x="1159683" y="1014983"/>
                    <a:pt x="1160080" y="1014586"/>
                  </a:cubicBezTo>
                  <a:cubicBezTo>
                    <a:pt x="1159286" y="1014189"/>
                    <a:pt x="1158559" y="1013660"/>
                    <a:pt x="1157732" y="1013494"/>
                  </a:cubicBezTo>
                  <a:cubicBezTo>
                    <a:pt x="1157434" y="1013428"/>
                    <a:pt x="1156971" y="1014189"/>
                    <a:pt x="1156574" y="1014586"/>
                  </a:cubicBezTo>
                  <a:close/>
                  <a:moveTo>
                    <a:pt x="1685576" y="991435"/>
                  </a:moveTo>
                  <a:cubicBezTo>
                    <a:pt x="1686072" y="991600"/>
                    <a:pt x="1686932" y="990476"/>
                    <a:pt x="1687626" y="989947"/>
                  </a:cubicBezTo>
                  <a:cubicBezTo>
                    <a:pt x="1687626" y="989450"/>
                    <a:pt x="1687626" y="988921"/>
                    <a:pt x="1687626" y="988425"/>
                  </a:cubicBezTo>
                  <a:cubicBezTo>
                    <a:pt x="1687626" y="988425"/>
                    <a:pt x="1687593" y="988392"/>
                    <a:pt x="1687593" y="988392"/>
                  </a:cubicBezTo>
                  <a:cubicBezTo>
                    <a:pt x="1686700" y="988723"/>
                    <a:pt x="1685708" y="988888"/>
                    <a:pt x="1684914" y="989384"/>
                  </a:cubicBezTo>
                  <a:cubicBezTo>
                    <a:pt x="1684021" y="989980"/>
                    <a:pt x="1684220" y="991038"/>
                    <a:pt x="1685576" y="991435"/>
                  </a:cubicBezTo>
                  <a:close/>
                  <a:moveTo>
                    <a:pt x="1741766" y="991865"/>
                  </a:moveTo>
                  <a:cubicBezTo>
                    <a:pt x="1742163" y="991501"/>
                    <a:pt x="1742560" y="991104"/>
                    <a:pt x="1743023" y="990641"/>
                  </a:cubicBezTo>
                  <a:cubicBezTo>
                    <a:pt x="1742593" y="989913"/>
                    <a:pt x="1742196" y="989153"/>
                    <a:pt x="1741766" y="988392"/>
                  </a:cubicBezTo>
                  <a:cubicBezTo>
                    <a:pt x="1741370" y="988789"/>
                    <a:pt x="1740609" y="989252"/>
                    <a:pt x="1740675" y="989517"/>
                  </a:cubicBezTo>
                  <a:cubicBezTo>
                    <a:pt x="1740874" y="990343"/>
                    <a:pt x="1741370" y="991104"/>
                    <a:pt x="1741766" y="991865"/>
                  </a:cubicBezTo>
                  <a:close/>
                  <a:moveTo>
                    <a:pt x="1756352" y="989054"/>
                  </a:moveTo>
                  <a:cubicBezTo>
                    <a:pt x="1755525" y="989219"/>
                    <a:pt x="1754764" y="989748"/>
                    <a:pt x="1754003" y="990145"/>
                  </a:cubicBezTo>
                  <a:cubicBezTo>
                    <a:pt x="1754400" y="990509"/>
                    <a:pt x="1754863" y="991302"/>
                    <a:pt x="1755128" y="991236"/>
                  </a:cubicBezTo>
                  <a:cubicBezTo>
                    <a:pt x="1755955" y="991038"/>
                    <a:pt x="1756715" y="990509"/>
                    <a:pt x="1757476" y="990145"/>
                  </a:cubicBezTo>
                  <a:cubicBezTo>
                    <a:pt x="1757112" y="989748"/>
                    <a:pt x="1756616" y="988987"/>
                    <a:pt x="1756352" y="989054"/>
                  </a:cubicBezTo>
                  <a:close/>
                  <a:moveTo>
                    <a:pt x="1120988" y="994213"/>
                  </a:moveTo>
                  <a:cubicBezTo>
                    <a:pt x="1120822" y="993386"/>
                    <a:pt x="1120293" y="992658"/>
                    <a:pt x="1119896" y="991865"/>
                  </a:cubicBezTo>
                  <a:cubicBezTo>
                    <a:pt x="1119500" y="992262"/>
                    <a:pt x="1118739" y="992725"/>
                    <a:pt x="1118805" y="993022"/>
                  </a:cubicBezTo>
                  <a:cubicBezTo>
                    <a:pt x="1119003" y="993849"/>
                    <a:pt x="1119500" y="994577"/>
                    <a:pt x="1119896" y="995370"/>
                  </a:cubicBezTo>
                  <a:cubicBezTo>
                    <a:pt x="1120293" y="994974"/>
                    <a:pt x="1121054" y="994511"/>
                    <a:pt x="1120988" y="994213"/>
                  </a:cubicBezTo>
                  <a:close/>
                  <a:moveTo>
                    <a:pt x="65896" y="993022"/>
                  </a:moveTo>
                  <a:cubicBezTo>
                    <a:pt x="65962" y="992758"/>
                    <a:pt x="65201" y="992262"/>
                    <a:pt x="64804" y="991898"/>
                  </a:cubicBezTo>
                  <a:cubicBezTo>
                    <a:pt x="64407" y="992625"/>
                    <a:pt x="63977" y="993386"/>
                    <a:pt x="63580" y="994147"/>
                  </a:cubicBezTo>
                  <a:cubicBezTo>
                    <a:pt x="64044" y="994610"/>
                    <a:pt x="64440" y="994974"/>
                    <a:pt x="64804" y="995370"/>
                  </a:cubicBezTo>
                  <a:cubicBezTo>
                    <a:pt x="65201" y="994610"/>
                    <a:pt x="65730" y="993849"/>
                    <a:pt x="65896" y="993022"/>
                  </a:cubicBezTo>
                  <a:close/>
                  <a:moveTo>
                    <a:pt x="1291082" y="1005855"/>
                  </a:moveTo>
                  <a:cubicBezTo>
                    <a:pt x="1291479" y="1005458"/>
                    <a:pt x="1292239" y="1004995"/>
                    <a:pt x="1292173" y="1004697"/>
                  </a:cubicBezTo>
                  <a:cubicBezTo>
                    <a:pt x="1292008" y="1003870"/>
                    <a:pt x="1291479" y="1003143"/>
                    <a:pt x="1291082" y="1002349"/>
                  </a:cubicBezTo>
                  <a:cubicBezTo>
                    <a:pt x="1290718" y="1002746"/>
                    <a:pt x="1290321" y="1003143"/>
                    <a:pt x="1289858" y="1003606"/>
                  </a:cubicBezTo>
                  <a:cubicBezTo>
                    <a:pt x="1290255" y="1004333"/>
                    <a:pt x="1290685" y="1005094"/>
                    <a:pt x="1291082" y="1005855"/>
                  </a:cubicBezTo>
                  <a:close/>
                  <a:moveTo>
                    <a:pt x="1252056" y="1005193"/>
                  </a:moveTo>
                  <a:cubicBezTo>
                    <a:pt x="1252883" y="1005028"/>
                    <a:pt x="1253610" y="1004499"/>
                    <a:pt x="1254404" y="1004102"/>
                  </a:cubicBezTo>
                  <a:cubicBezTo>
                    <a:pt x="1254007" y="1003705"/>
                    <a:pt x="1253610" y="1003341"/>
                    <a:pt x="1253147" y="1002878"/>
                  </a:cubicBezTo>
                  <a:cubicBezTo>
                    <a:pt x="1252420" y="1003275"/>
                    <a:pt x="1251659" y="1003672"/>
                    <a:pt x="1250898" y="1004102"/>
                  </a:cubicBezTo>
                  <a:cubicBezTo>
                    <a:pt x="1251295" y="1004499"/>
                    <a:pt x="1251758" y="1005259"/>
                    <a:pt x="1252056" y="1005193"/>
                  </a:cubicBezTo>
                  <a:close/>
                  <a:moveTo>
                    <a:pt x="1687626" y="988425"/>
                  </a:moveTo>
                  <a:cubicBezTo>
                    <a:pt x="1687891" y="988690"/>
                    <a:pt x="1688420" y="988690"/>
                    <a:pt x="1689147" y="988326"/>
                  </a:cubicBezTo>
                  <a:cubicBezTo>
                    <a:pt x="1689842" y="987995"/>
                    <a:pt x="1690305" y="987036"/>
                    <a:pt x="1690735" y="986275"/>
                  </a:cubicBezTo>
                  <a:cubicBezTo>
                    <a:pt x="1690801" y="986143"/>
                    <a:pt x="1690040" y="985581"/>
                    <a:pt x="1689644" y="985184"/>
                  </a:cubicBezTo>
                  <a:cubicBezTo>
                    <a:pt x="1688982" y="985713"/>
                    <a:pt x="1688023" y="986143"/>
                    <a:pt x="1687659" y="986871"/>
                  </a:cubicBezTo>
                  <a:cubicBezTo>
                    <a:pt x="1687328" y="987565"/>
                    <a:pt x="1687328" y="988127"/>
                    <a:pt x="1687593" y="988392"/>
                  </a:cubicBezTo>
                  <a:cubicBezTo>
                    <a:pt x="1687593" y="988392"/>
                    <a:pt x="1687626" y="988425"/>
                    <a:pt x="1687626" y="988425"/>
                  </a:cubicBezTo>
                  <a:close/>
                  <a:moveTo>
                    <a:pt x="1617743" y="1000596"/>
                  </a:moveTo>
                  <a:cubicBezTo>
                    <a:pt x="1616982" y="1000232"/>
                    <a:pt x="1616222" y="999703"/>
                    <a:pt x="1615395" y="999505"/>
                  </a:cubicBezTo>
                  <a:cubicBezTo>
                    <a:pt x="1615130" y="999438"/>
                    <a:pt x="1614634" y="1000232"/>
                    <a:pt x="1614237" y="1000596"/>
                  </a:cubicBezTo>
                  <a:cubicBezTo>
                    <a:pt x="1614998" y="1001026"/>
                    <a:pt x="1615759" y="1001456"/>
                    <a:pt x="1616486" y="1001853"/>
                  </a:cubicBezTo>
                  <a:cubicBezTo>
                    <a:pt x="1616982" y="1001390"/>
                    <a:pt x="1617346" y="1000993"/>
                    <a:pt x="1617743" y="1000596"/>
                  </a:cubicBezTo>
                  <a:close/>
                  <a:moveTo>
                    <a:pt x="1563603" y="963951"/>
                  </a:moveTo>
                  <a:cubicBezTo>
                    <a:pt x="1563206" y="964348"/>
                    <a:pt x="1562445" y="964811"/>
                    <a:pt x="1562511" y="965109"/>
                  </a:cubicBezTo>
                  <a:cubicBezTo>
                    <a:pt x="1562677" y="965902"/>
                    <a:pt x="1563206" y="966663"/>
                    <a:pt x="1563603" y="967424"/>
                  </a:cubicBezTo>
                  <a:cubicBezTo>
                    <a:pt x="1563966" y="967060"/>
                    <a:pt x="1564363" y="966663"/>
                    <a:pt x="1564826" y="966200"/>
                  </a:cubicBezTo>
                  <a:cubicBezTo>
                    <a:pt x="1564430" y="965473"/>
                    <a:pt x="1564000" y="964712"/>
                    <a:pt x="1563603" y="963951"/>
                  </a:cubicBezTo>
                  <a:close/>
                  <a:moveTo>
                    <a:pt x="1677803" y="1038431"/>
                  </a:moveTo>
                  <a:cubicBezTo>
                    <a:pt x="1677969" y="1039258"/>
                    <a:pt x="1678498" y="1039986"/>
                    <a:pt x="1678895" y="1040780"/>
                  </a:cubicBezTo>
                  <a:cubicBezTo>
                    <a:pt x="1679259" y="1040383"/>
                    <a:pt x="1680052" y="1039920"/>
                    <a:pt x="1679986" y="1039622"/>
                  </a:cubicBezTo>
                  <a:cubicBezTo>
                    <a:pt x="1679788" y="1038795"/>
                    <a:pt x="1679259" y="1038068"/>
                    <a:pt x="1678895" y="1037274"/>
                  </a:cubicBezTo>
                  <a:cubicBezTo>
                    <a:pt x="1678498" y="1037671"/>
                    <a:pt x="1677737" y="1038134"/>
                    <a:pt x="1677803" y="1038431"/>
                  </a:cubicBezTo>
                  <a:close/>
                  <a:moveTo>
                    <a:pt x="1416263" y="1040118"/>
                  </a:moveTo>
                  <a:cubicBezTo>
                    <a:pt x="1417090" y="1039920"/>
                    <a:pt x="1417817" y="1039424"/>
                    <a:pt x="1418611" y="1039027"/>
                  </a:cubicBezTo>
                  <a:cubicBezTo>
                    <a:pt x="1418214" y="1038630"/>
                    <a:pt x="1417817" y="1038233"/>
                    <a:pt x="1417354" y="1037770"/>
                  </a:cubicBezTo>
                  <a:cubicBezTo>
                    <a:pt x="1416627" y="1038200"/>
                    <a:pt x="1415866" y="1038597"/>
                    <a:pt x="1415105" y="1039027"/>
                  </a:cubicBezTo>
                  <a:cubicBezTo>
                    <a:pt x="1415502" y="1039424"/>
                    <a:pt x="1415965" y="1040184"/>
                    <a:pt x="1416263" y="1040118"/>
                  </a:cubicBezTo>
                  <a:close/>
                  <a:moveTo>
                    <a:pt x="26373" y="967424"/>
                  </a:moveTo>
                  <a:cubicBezTo>
                    <a:pt x="25977" y="968185"/>
                    <a:pt x="25547" y="968945"/>
                    <a:pt x="25150" y="969673"/>
                  </a:cubicBezTo>
                  <a:cubicBezTo>
                    <a:pt x="25613" y="970136"/>
                    <a:pt x="26010" y="970533"/>
                    <a:pt x="26373" y="970930"/>
                  </a:cubicBezTo>
                  <a:cubicBezTo>
                    <a:pt x="26770" y="970136"/>
                    <a:pt x="27299" y="969408"/>
                    <a:pt x="27465" y="968581"/>
                  </a:cubicBezTo>
                  <a:cubicBezTo>
                    <a:pt x="27531" y="968284"/>
                    <a:pt x="26770" y="967821"/>
                    <a:pt x="26373" y="967424"/>
                  </a:cubicBezTo>
                  <a:close/>
                  <a:moveTo>
                    <a:pt x="1366852" y="1045410"/>
                  </a:moveTo>
                  <a:cubicBezTo>
                    <a:pt x="1367050" y="1046237"/>
                    <a:pt x="1367546" y="1046964"/>
                    <a:pt x="1367943" y="1047758"/>
                  </a:cubicBezTo>
                  <a:cubicBezTo>
                    <a:pt x="1368340" y="1047361"/>
                    <a:pt x="1368737" y="1046964"/>
                    <a:pt x="1369200" y="1046501"/>
                  </a:cubicBezTo>
                  <a:cubicBezTo>
                    <a:pt x="1368770" y="1045774"/>
                    <a:pt x="1368373" y="1045013"/>
                    <a:pt x="1367943" y="1044252"/>
                  </a:cubicBezTo>
                  <a:cubicBezTo>
                    <a:pt x="1367546" y="1044649"/>
                    <a:pt x="1366786" y="1045112"/>
                    <a:pt x="1366852" y="1045410"/>
                  </a:cubicBezTo>
                  <a:close/>
                  <a:moveTo>
                    <a:pt x="78794" y="1044252"/>
                  </a:moveTo>
                  <a:cubicBezTo>
                    <a:pt x="78397" y="1044649"/>
                    <a:pt x="77636" y="1045112"/>
                    <a:pt x="77703" y="1045410"/>
                  </a:cubicBezTo>
                  <a:cubicBezTo>
                    <a:pt x="77868" y="1046237"/>
                    <a:pt x="78397" y="1046964"/>
                    <a:pt x="78794" y="1047758"/>
                  </a:cubicBezTo>
                  <a:cubicBezTo>
                    <a:pt x="79191" y="1047361"/>
                    <a:pt x="79555" y="1046964"/>
                    <a:pt x="80018" y="1046501"/>
                  </a:cubicBezTo>
                  <a:cubicBezTo>
                    <a:pt x="79621" y="1045774"/>
                    <a:pt x="79191" y="1045013"/>
                    <a:pt x="78794" y="1044252"/>
                  </a:cubicBezTo>
                  <a:close/>
                  <a:moveTo>
                    <a:pt x="1119896" y="1026790"/>
                  </a:moveTo>
                  <a:cubicBezTo>
                    <a:pt x="1120293" y="1026426"/>
                    <a:pt x="1121054" y="1025930"/>
                    <a:pt x="1120988" y="1025665"/>
                  </a:cubicBezTo>
                  <a:cubicBezTo>
                    <a:pt x="1120822" y="1024838"/>
                    <a:pt x="1120293" y="1024078"/>
                    <a:pt x="1119896" y="1023317"/>
                  </a:cubicBezTo>
                  <a:cubicBezTo>
                    <a:pt x="1119500" y="1023714"/>
                    <a:pt x="1118739" y="1024177"/>
                    <a:pt x="1118805" y="1024442"/>
                  </a:cubicBezTo>
                  <a:cubicBezTo>
                    <a:pt x="1119003" y="1025268"/>
                    <a:pt x="1119500" y="1026029"/>
                    <a:pt x="1119896" y="1026790"/>
                  </a:cubicBezTo>
                  <a:close/>
                  <a:moveTo>
                    <a:pt x="1595022" y="977908"/>
                  </a:moveTo>
                  <a:cubicBezTo>
                    <a:pt x="1594658" y="978305"/>
                    <a:pt x="1593864" y="978768"/>
                    <a:pt x="1593931" y="979066"/>
                  </a:cubicBezTo>
                  <a:cubicBezTo>
                    <a:pt x="1594129" y="979892"/>
                    <a:pt x="1594658" y="980620"/>
                    <a:pt x="1595022" y="981414"/>
                  </a:cubicBezTo>
                  <a:cubicBezTo>
                    <a:pt x="1595419" y="981017"/>
                    <a:pt x="1595816" y="980620"/>
                    <a:pt x="1596279" y="980157"/>
                  </a:cubicBezTo>
                  <a:cubicBezTo>
                    <a:pt x="1595882" y="979429"/>
                    <a:pt x="1595452" y="978669"/>
                    <a:pt x="1595022" y="977908"/>
                  </a:cubicBezTo>
                  <a:close/>
                  <a:moveTo>
                    <a:pt x="1773219" y="977908"/>
                  </a:moveTo>
                  <a:cubicBezTo>
                    <a:pt x="1772822" y="978305"/>
                    <a:pt x="1772061" y="978768"/>
                    <a:pt x="1772127" y="979066"/>
                  </a:cubicBezTo>
                  <a:cubicBezTo>
                    <a:pt x="1772293" y="979892"/>
                    <a:pt x="1772822" y="980620"/>
                    <a:pt x="1773219" y="981414"/>
                  </a:cubicBezTo>
                  <a:cubicBezTo>
                    <a:pt x="1773616" y="981017"/>
                    <a:pt x="1773980" y="980620"/>
                    <a:pt x="1774443" y="980157"/>
                  </a:cubicBezTo>
                  <a:cubicBezTo>
                    <a:pt x="1774046" y="979429"/>
                    <a:pt x="1773616" y="978669"/>
                    <a:pt x="1773219" y="977908"/>
                  </a:cubicBezTo>
                  <a:close/>
                  <a:moveTo>
                    <a:pt x="1782612" y="1031453"/>
                  </a:moveTo>
                  <a:cubicBezTo>
                    <a:pt x="1782777" y="1032280"/>
                    <a:pt x="1783306" y="1033007"/>
                    <a:pt x="1783703" y="1033801"/>
                  </a:cubicBezTo>
                  <a:cubicBezTo>
                    <a:pt x="1784100" y="1033404"/>
                    <a:pt x="1784464" y="1033007"/>
                    <a:pt x="1784927" y="1032544"/>
                  </a:cubicBezTo>
                  <a:cubicBezTo>
                    <a:pt x="1784530" y="1031817"/>
                    <a:pt x="1784100" y="1031056"/>
                    <a:pt x="1783703" y="1030295"/>
                  </a:cubicBezTo>
                  <a:cubicBezTo>
                    <a:pt x="1783306" y="1030692"/>
                    <a:pt x="1782545" y="1031155"/>
                    <a:pt x="1782612" y="1031453"/>
                  </a:cubicBezTo>
                  <a:close/>
                  <a:moveTo>
                    <a:pt x="135944" y="1031552"/>
                  </a:moveTo>
                  <a:cubicBezTo>
                    <a:pt x="135481" y="1031056"/>
                    <a:pt x="135084" y="1030692"/>
                    <a:pt x="134687" y="1030295"/>
                  </a:cubicBezTo>
                  <a:cubicBezTo>
                    <a:pt x="134290" y="1031056"/>
                    <a:pt x="133794" y="1031817"/>
                    <a:pt x="133596" y="1032644"/>
                  </a:cubicBezTo>
                  <a:cubicBezTo>
                    <a:pt x="133530" y="1032941"/>
                    <a:pt x="134290" y="1033404"/>
                    <a:pt x="134687" y="1033801"/>
                  </a:cubicBezTo>
                  <a:cubicBezTo>
                    <a:pt x="135117" y="1033041"/>
                    <a:pt x="135514" y="1032280"/>
                    <a:pt x="135944" y="1031552"/>
                  </a:cubicBezTo>
                  <a:close/>
                  <a:moveTo>
                    <a:pt x="94570" y="1031817"/>
                  </a:moveTo>
                  <a:cubicBezTo>
                    <a:pt x="94934" y="1032511"/>
                    <a:pt x="95860" y="1033007"/>
                    <a:pt x="96620" y="1033404"/>
                  </a:cubicBezTo>
                  <a:cubicBezTo>
                    <a:pt x="96753" y="1033470"/>
                    <a:pt x="97315" y="1032743"/>
                    <a:pt x="97712" y="1032346"/>
                  </a:cubicBezTo>
                  <a:cubicBezTo>
                    <a:pt x="97183" y="1031651"/>
                    <a:pt x="96753" y="1030692"/>
                    <a:pt x="96058" y="1030362"/>
                  </a:cubicBezTo>
                  <a:cubicBezTo>
                    <a:pt x="95330" y="1029998"/>
                    <a:pt x="94801" y="1029998"/>
                    <a:pt x="94504" y="1030262"/>
                  </a:cubicBezTo>
                  <a:cubicBezTo>
                    <a:pt x="94504" y="1030262"/>
                    <a:pt x="94504" y="1030295"/>
                    <a:pt x="94504" y="1030295"/>
                  </a:cubicBezTo>
                  <a:cubicBezTo>
                    <a:pt x="94504" y="1030295"/>
                    <a:pt x="94504" y="1030295"/>
                    <a:pt x="94471" y="1030295"/>
                  </a:cubicBezTo>
                  <a:cubicBezTo>
                    <a:pt x="94206" y="1030560"/>
                    <a:pt x="94206" y="1031089"/>
                    <a:pt x="94570" y="1031817"/>
                  </a:cubicBezTo>
                  <a:close/>
                  <a:moveTo>
                    <a:pt x="1066418" y="1027947"/>
                  </a:moveTo>
                  <a:cubicBezTo>
                    <a:pt x="1066583" y="1028774"/>
                    <a:pt x="1067112" y="1029535"/>
                    <a:pt x="1067509" y="1030295"/>
                  </a:cubicBezTo>
                  <a:cubicBezTo>
                    <a:pt x="1067873" y="1029899"/>
                    <a:pt x="1068270" y="1029535"/>
                    <a:pt x="1068733" y="1029072"/>
                  </a:cubicBezTo>
                  <a:cubicBezTo>
                    <a:pt x="1068336" y="1028311"/>
                    <a:pt x="1067906" y="1027550"/>
                    <a:pt x="1067509" y="1026823"/>
                  </a:cubicBezTo>
                  <a:cubicBezTo>
                    <a:pt x="1067112" y="1027187"/>
                    <a:pt x="1066351" y="1027650"/>
                    <a:pt x="1066418" y="1027947"/>
                  </a:cubicBezTo>
                  <a:close/>
                  <a:moveTo>
                    <a:pt x="94504" y="1030262"/>
                  </a:moveTo>
                  <a:cubicBezTo>
                    <a:pt x="94173" y="1029369"/>
                    <a:pt x="94008" y="1028377"/>
                    <a:pt x="93511" y="1027583"/>
                  </a:cubicBezTo>
                  <a:cubicBezTo>
                    <a:pt x="92916" y="1026691"/>
                    <a:pt x="91858" y="1026922"/>
                    <a:pt x="91461" y="1028245"/>
                  </a:cubicBezTo>
                  <a:cubicBezTo>
                    <a:pt x="91296" y="1028741"/>
                    <a:pt x="92420" y="1029601"/>
                    <a:pt x="92949" y="1030295"/>
                  </a:cubicBezTo>
                  <a:cubicBezTo>
                    <a:pt x="93445" y="1030295"/>
                    <a:pt x="93974" y="1030295"/>
                    <a:pt x="94471" y="1030295"/>
                  </a:cubicBezTo>
                  <a:cubicBezTo>
                    <a:pt x="94504" y="1030295"/>
                    <a:pt x="94504" y="1030295"/>
                    <a:pt x="94504" y="1030295"/>
                  </a:cubicBezTo>
                  <a:cubicBezTo>
                    <a:pt x="94504" y="1030295"/>
                    <a:pt x="94504" y="1030262"/>
                    <a:pt x="94504" y="1030262"/>
                  </a:cubicBezTo>
                  <a:close/>
                  <a:moveTo>
                    <a:pt x="1656174" y="857423"/>
                  </a:moveTo>
                  <a:cubicBezTo>
                    <a:pt x="1655777" y="857060"/>
                    <a:pt x="1655314" y="856266"/>
                    <a:pt x="1655016" y="856332"/>
                  </a:cubicBezTo>
                  <a:cubicBezTo>
                    <a:pt x="1654222" y="856530"/>
                    <a:pt x="1653462" y="857060"/>
                    <a:pt x="1652701" y="857423"/>
                  </a:cubicBezTo>
                  <a:cubicBezTo>
                    <a:pt x="1653065" y="857820"/>
                    <a:pt x="1653528" y="858581"/>
                    <a:pt x="1653826" y="858515"/>
                  </a:cubicBezTo>
                  <a:cubicBezTo>
                    <a:pt x="1654652" y="858349"/>
                    <a:pt x="1655413" y="857820"/>
                    <a:pt x="1656174" y="857423"/>
                  </a:cubicBezTo>
                  <a:close/>
                  <a:moveTo>
                    <a:pt x="1238165" y="1215868"/>
                  </a:moveTo>
                  <a:cubicBezTo>
                    <a:pt x="1237702" y="1216364"/>
                    <a:pt x="1237338" y="1216728"/>
                    <a:pt x="1236941" y="1217124"/>
                  </a:cubicBezTo>
                  <a:cubicBezTo>
                    <a:pt x="1237702" y="1217521"/>
                    <a:pt x="1238463" y="1218017"/>
                    <a:pt x="1239290" y="1218216"/>
                  </a:cubicBezTo>
                  <a:cubicBezTo>
                    <a:pt x="1239554" y="1218282"/>
                    <a:pt x="1240050" y="1217521"/>
                    <a:pt x="1240414" y="1217124"/>
                  </a:cubicBezTo>
                  <a:cubicBezTo>
                    <a:pt x="1239653" y="1216694"/>
                    <a:pt x="1238926" y="1216298"/>
                    <a:pt x="1238165" y="1215868"/>
                  </a:cubicBezTo>
                  <a:close/>
                  <a:moveTo>
                    <a:pt x="1126676" y="862616"/>
                  </a:moveTo>
                  <a:cubicBezTo>
                    <a:pt x="1127371" y="862252"/>
                    <a:pt x="1127834" y="861326"/>
                    <a:pt x="1128264" y="860565"/>
                  </a:cubicBezTo>
                  <a:cubicBezTo>
                    <a:pt x="1128330" y="860433"/>
                    <a:pt x="1127569" y="859871"/>
                    <a:pt x="1127172" y="859474"/>
                  </a:cubicBezTo>
                  <a:cubicBezTo>
                    <a:pt x="1126478" y="860003"/>
                    <a:pt x="1125552" y="860433"/>
                    <a:pt x="1125188" y="861127"/>
                  </a:cubicBezTo>
                  <a:cubicBezTo>
                    <a:pt x="1124494" y="862616"/>
                    <a:pt x="1125221" y="863310"/>
                    <a:pt x="1126676" y="862616"/>
                  </a:cubicBezTo>
                  <a:close/>
                  <a:moveTo>
                    <a:pt x="1353987" y="1225856"/>
                  </a:moveTo>
                  <a:cubicBezTo>
                    <a:pt x="1353590" y="1226253"/>
                    <a:pt x="1352829" y="1226716"/>
                    <a:pt x="1352895" y="1227013"/>
                  </a:cubicBezTo>
                  <a:cubicBezTo>
                    <a:pt x="1353060" y="1227840"/>
                    <a:pt x="1353590" y="1228568"/>
                    <a:pt x="1353987" y="1229361"/>
                  </a:cubicBezTo>
                  <a:cubicBezTo>
                    <a:pt x="1354350" y="1228965"/>
                    <a:pt x="1354747" y="1228568"/>
                    <a:pt x="1355210" y="1228105"/>
                  </a:cubicBezTo>
                  <a:cubicBezTo>
                    <a:pt x="1354813" y="1227377"/>
                    <a:pt x="1354383" y="1226616"/>
                    <a:pt x="1353987" y="1225856"/>
                  </a:cubicBezTo>
                  <a:close/>
                  <a:moveTo>
                    <a:pt x="1179295" y="1225856"/>
                  </a:moveTo>
                  <a:cubicBezTo>
                    <a:pt x="1178899" y="1226253"/>
                    <a:pt x="1178138" y="1226716"/>
                    <a:pt x="1178204" y="1227013"/>
                  </a:cubicBezTo>
                  <a:cubicBezTo>
                    <a:pt x="1178369" y="1227840"/>
                    <a:pt x="1178899" y="1228568"/>
                    <a:pt x="1179295" y="1229361"/>
                  </a:cubicBezTo>
                  <a:cubicBezTo>
                    <a:pt x="1179692" y="1228965"/>
                    <a:pt x="1180056" y="1228568"/>
                    <a:pt x="1180519" y="1228105"/>
                  </a:cubicBezTo>
                  <a:cubicBezTo>
                    <a:pt x="1180122" y="1227377"/>
                    <a:pt x="1179725" y="1226616"/>
                    <a:pt x="1179295" y="1225856"/>
                  </a:cubicBezTo>
                  <a:close/>
                  <a:moveTo>
                    <a:pt x="1210152" y="1225194"/>
                  </a:moveTo>
                  <a:cubicBezTo>
                    <a:pt x="1210946" y="1225029"/>
                    <a:pt x="1211707" y="1224500"/>
                    <a:pt x="1212468" y="1224103"/>
                  </a:cubicBezTo>
                  <a:cubicBezTo>
                    <a:pt x="1212104" y="1223706"/>
                    <a:pt x="1211707" y="1223342"/>
                    <a:pt x="1211244" y="1222879"/>
                  </a:cubicBezTo>
                  <a:cubicBezTo>
                    <a:pt x="1210516" y="1223276"/>
                    <a:pt x="1209756" y="1223706"/>
                    <a:pt x="1208995" y="1224103"/>
                  </a:cubicBezTo>
                  <a:cubicBezTo>
                    <a:pt x="1209392" y="1224500"/>
                    <a:pt x="1209855" y="1225260"/>
                    <a:pt x="1210152" y="1225194"/>
                  </a:cubicBezTo>
                  <a:close/>
                  <a:moveTo>
                    <a:pt x="1184951" y="857159"/>
                  </a:moveTo>
                  <a:cubicBezTo>
                    <a:pt x="1184819" y="857622"/>
                    <a:pt x="1185943" y="858482"/>
                    <a:pt x="1186472" y="859176"/>
                  </a:cubicBezTo>
                  <a:cubicBezTo>
                    <a:pt x="1186968" y="859176"/>
                    <a:pt x="1187497" y="859176"/>
                    <a:pt x="1188027" y="859176"/>
                  </a:cubicBezTo>
                  <a:cubicBezTo>
                    <a:pt x="1187696" y="858283"/>
                    <a:pt x="1187531" y="857291"/>
                    <a:pt x="1187034" y="856497"/>
                  </a:cubicBezTo>
                  <a:cubicBezTo>
                    <a:pt x="1186439" y="855571"/>
                    <a:pt x="1185381" y="855803"/>
                    <a:pt x="1184951" y="857159"/>
                  </a:cubicBezTo>
                  <a:close/>
                  <a:moveTo>
                    <a:pt x="1036553" y="1219373"/>
                  </a:moveTo>
                  <a:cubicBezTo>
                    <a:pt x="1035825" y="1219770"/>
                    <a:pt x="1035064" y="1220200"/>
                    <a:pt x="1034304" y="1220630"/>
                  </a:cubicBezTo>
                  <a:cubicBezTo>
                    <a:pt x="1034701" y="1220994"/>
                    <a:pt x="1035164" y="1221788"/>
                    <a:pt x="1035461" y="1221722"/>
                  </a:cubicBezTo>
                  <a:cubicBezTo>
                    <a:pt x="1036288" y="1221523"/>
                    <a:pt x="1037016" y="1220994"/>
                    <a:pt x="1037809" y="1220630"/>
                  </a:cubicBezTo>
                  <a:cubicBezTo>
                    <a:pt x="1037413" y="1220233"/>
                    <a:pt x="1037016" y="1219836"/>
                    <a:pt x="1036553" y="1219373"/>
                  </a:cubicBezTo>
                  <a:close/>
                  <a:moveTo>
                    <a:pt x="1367943" y="855670"/>
                  </a:moveTo>
                  <a:cubicBezTo>
                    <a:pt x="1367546" y="856067"/>
                    <a:pt x="1366786" y="856530"/>
                    <a:pt x="1366852" y="856828"/>
                  </a:cubicBezTo>
                  <a:cubicBezTo>
                    <a:pt x="1367050" y="857655"/>
                    <a:pt x="1367546" y="858382"/>
                    <a:pt x="1367943" y="859176"/>
                  </a:cubicBezTo>
                  <a:cubicBezTo>
                    <a:pt x="1368340" y="858779"/>
                    <a:pt x="1368737" y="858382"/>
                    <a:pt x="1369200" y="857919"/>
                  </a:cubicBezTo>
                  <a:cubicBezTo>
                    <a:pt x="1368803" y="857192"/>
                    <a:pt x="1368373" y="856431"/>
                    <a:pt x="1367943" y="855670"/>
                  </a:cubicBezTo>
                  <a:close/>
                  <a:moveTo>
                    <a:pt x="1560097" y="855670"/>
                  </a:moveTo>
                  <a:cubicBezTo>
                    <a:pt x="1559700" y="856067"/>
                    <a:pt x="1558939" y="856530"/>
                    <a:pt x="1559006" y="856828"/>
                  </a:cubicBezTo>
                  <a:cubicBezTo>
                    <a:pt x="1559204" y="857655"/>
                    <a:pt x="1559700" y="858382"/>
                    <a:pt x="1560097" y="859176"/>
                  </a:cubicBezTo>
                  <a:cubicBezTo>
                    <a:pt x="1560494" y="858779"/>
                    <a:pt x="1560891" y="858382"/>
                    <a:pt x="1561354" y="857919"/>
                  </a:cubicBezTo>
                  <a:cubicBezTo>
                    <a:pt x="1560924" y="857192"/>
                    <a:pt x="1560527" y="856431"/>
                    <a:pt x="1560097" y="855670"/>
                  </a:cubicBezTo>
                  <a:close/>
                  <a:moveTo>
                    <a:pt x="1704427" y="1196751"/>
                  </a:moveTo>
                  <a:cubicBezTo>
                    <a:pt x="1704262" y="1195958"/>
                    <a:pt x="1703733" y="1195197"/>
                    <a:pt x="1703336" y="1194436"/>
                  </a:cubicBezTo>
                  <a:cubicBezTo>
                    <a:pt x="1702939" y="1194800"/>
                    <a:pt x="1702575" y="1195197"/>
                    <a:pt x="1702112" y="1195660"/>
                  </a:cubicBezTo>
                  <a:cubicBezTo>
                    <a:pt x="1702509" y="1196388"/>
                    <a:pt x="1702939" y="1197148"/>
                    <a:pt x="1703336" y="1197909"/>
                  </a:cubicBezTo>
                  <a:cubicBezTo>
                    <a:pt x="1703733" y="1197545"/>
                    <a:pt x="1704493" y="1197049"/>
                    <a:pt x="1704427" y="1196751"/>
                  </a:cubicBezTo>
                  <a:close/>
                  <a:moveTo>
                    <a:pt x="1171722" y="1197248"/>
                  </a:moveTo>
                  <a:cubicBezTo>
                    <a:pt x="1172515" y="1197082"/>
                    <a:pt x="1173276" y="1196553"/>
                    <a:pt x="1174037" y="1196156"/>
                  </a:cubicBezTo>
                  <a:cubicBezTo>
                    <a:pt x="1173673" y="1195792"/>
                    <a:pt x="1173276" y="1195395"/>
                    <a:pt x="1172813" y="1194932"/>
                  </a:cubicBezTo>
                  <a:cubicBezTo>
                    <a:pt x="1172085" y="1195329"/>
                    <a:pt x="1171325" y="1195759"/>
                    <a:pt x="1170564" y="1196156"/>
                  </a:cubicBezTo>
                  <a:cubicBezTo>
                    <a:pt x="1170928" y="1196553"/>
                    <a:pt x="1171424" y="1197314"/>
                    <a:pt x="1171722" y="1197248"/>
                  </a:cubicBezTo>
                  <a:close/>
                  <a:moveTo>
                    <a:pt x="944114" y="1196751"/>
                  </a:moveTo>
                  <a:cubicBezTo>
                    <a:pt x="944048" y="1197049"/>
                    <a:pt x="944841" y="1197512"/>
                    <a:pt x="945205" y="1197909"/>
                  </a:cubicBezTo>
                  <a:cubicBezTo>
                    <a:pt x="945635" y="1197148"/>
                    <a:pt x="946065" y="1196388"/>
                    <a:pt x="946462" y="1195660"/>
                  </a:cubicBezTo>
                  <a:cubicBezTo>
                    <a:pt x="945999" y="1195197"/>
                    <a:pt x="945602" y="1194800"/>
                    <a:pt x="945205" y="1194436"/>
                  </a:cubicBezTo>
                  <a:cubicBezTo>
                    <a:pt x="944841" y="1195197"/>
                    <a:pt x="944312" y="1195958"/>
                    <a:pt x="944114" y="1196751"/>
                  </a:cubicBezTo>
                  <a:close/>
                  <a:moveTo>
                    <a:pt x="1848989" y="1209551"/>
                  </a:moveTo>
                  <a:cubicBezTo>
                    <a:pt x="1849154" y="1210378"/>
                    <a:pt x="1849683" y="1211105"/>
                    <a:pt x="1850080" y="1211899"/>
                  </a:cubicBezTo>
                  <a:cubicBezTo>
                    <a:pt x="1850444" y="1211502"/>
                    <a:pt x="1850841" y="1211105"/>
                    <a:pt x="1851304" y="1210642"/>
                  </a:cubicBezTo>
                  <a:cubicBezTo>
                    <a:pt x="1850907" y="1209915"/>
                    <a:pt x="1850477" y="1209154"/>
                    <a:pt x="1850080" y="1208393"/>
                  </a:cubicBezTo>
                  <a:cubicBezTo>
                    <a:pt x="1849683" y="1208790"/>
                    <a:pt x="1848923" y="1209253"/>
                    <a:pt x="1848989" y="1209551"/>
                  </a:cubicBezTo>
                  <a:close/>
                  <a:moveTo>
                    <a:pt x="1277125" y="862682"/>
                  </a:moveTo>
                  <a:cubicBezTo>
                    <a:pt x="1276728" y="863046"/>
                    <a:pt x="1275968" y="863542"/>
                    <a:pt x="1276034" y="863806"/>
                  </a:cubicBezTo>
                  <a:cubicBezTo>
                    <a:pt x="1276199" y="864633"/>
                    <a:pt x="1276728" y="865394"/>
                    <a:pt x="1277125" y="866155"/>
                  </a:cubicBezTo>
                  <a:cubicBezTo>
                    <a:pt x="1277489" y="865791"/>
                    <a:pt x="1277886" y="865394"/>
                    <a:pt x="1278349" y="864931"/>
                  </a:cubicBezTo>
                  <a:cubicBezTo>
                    <a:pt x="1277952" y="864170"/>
                    <a:pt x="1277522" y="863410"/>
                    <a:pt x="1277125" y="862682"/>
                  </a:cubicBezTo>
                  <a:close/>
                  <a:moveTo>
                    <a:pt x="1540882" y="1210146"/>
                  </a:moveTo>
                  <a:cubicBezTo>
                    <a:pt x="1540485" y="1209749"/>
                    <a:pt x="1540022" y="1208988"/>
                    <a:pt x="1539757" y="1209055"/>
                  </a:cubicBezTo>
                  <a:cubicBezTo>
                    <a:pt x="1538930" y="1209220"/>
                    <a:pt x="1538170" y="1209749"/>
                    <a:pt x="1537409" y="1210146"/>
                  </a:cubicBezTo>
                  <a:cubicBezTo>
                    <a:pt x="1537773" y="1210543"/>
                    <a:pt x="1538269" y="1211304"/>
                    <a:pt x="1538533" y="1211237"/>
                  </a:cubicBezTo>
                  <a:cubicBezTo>
                    <a:pt x="1539360" y="1211039"/>
                    <a:pt x="1540121" y="1210543"/>
                    <a:pt x="1540882" y="1210146"/>
                  </a:cubicBezTo>
                  <a:close/>
                  <a:moveTo>
                    <a:pt x="974905" y="1262534"/>
                  </a:moveTo>
                  <a:cubicBezTo>
                    <a:pt x="974144" y="1262137"/>
                    <a:pt x="973383" y="1261607"/>
                    <a:pt x="972557" y="1261442"/>
                  </a:cubicBezTo>
                  <a:cubicBezTo>
                    <a:pt x="972292" y="1261376"/>
                    <a:pt x="971796" y="1262137"/>
                    <a:pt x="971399" y="1262534"/>
                  </a:cubicBezTo>
                  <a:cubicBezTo>
                    <a:pt x="972160" y="1262930"/>
                    <a:pt x="972920" y="1263360"/>
                    <a:pt x="973648" y="1263757"/>
                  </a:cubicBezTo>
                  <a:cubicBezTo>
                    <a:pt x="974144" y="1263294"/>
                    <a:pt x="974508" y="1262897"/>
                    <a:pt x="974905" y="1262534"/>
                  </a:cubicBezTo>
                  <a:close/>
                  <a:moveTo>
                    <a:pt x="944610" y="1263625"/>
                  </a:moveTo>
                  <a:cubicBezTo>
                    <a:pt x="945437" y="1263426"/>
                    <a:pt x="946197" y="1262897"/>
                    <a:pt x="946958" y="1262534"/>
                  </a:cubicBezTo>
                  <a:cubicBezTo>
                    <a:pt x="946561" y="1262137"/>
                    <a:pt x="946098" y="1261376"/>
                    <a:pt x="945801" y="1261442"/>
                  </a:cubicBezTo>
                  <a:cubicBezTo>
                    <a:pt x="945007" y="1261607"/>
                    <a:pt x="944246" y="1262137"/>
                    <a:pt x="943485" y="1262534"/>
                  </a:cubicBezTo>
                  <a:cubicBezTo>
                    <a:pt x="943849" y="1262897"/>
                    <a:pt x="944345" y="1263691"/>
                    <a:pt x="944610" y="1263625"/>
                  </a:cubicBezTo>
                  <a:close/>
                  <a:moveTo>
                    <a:pt x="1176385" y="838869"/>
                  </a:moveTo>
                  <a:cubicBezTo>
                    <a:pt x="1175558" y="839068"/>
                    <a:pt x="1174831" y="839597"/>
                    <a:pt x="1174037" y="839961"/>
                  </a:cubicBezTo>
                  <a:cubicBezTo>
                    <a:pt x="1174434" y="840358"/>
                    <a:pt x="1174930" y="841118"/>
                    <a:pt x="1175194" y="841052"/>
                  </a:cubicBezTo>
                  <a:cubicBezTo>
                    <a:pt x="1176021" y="840887"/>
                    <a:pt x="1176782" y="840358"/>
                    <a:pt x="1177543" y="839961"/>
                  </a:cubicBezTo>
                  <a:cubicBezTo>
                    <a:pt x="1177146" y="839564"/>
                    <a:pt x="1176683" y="838803"/>
                    <a:pt x="1176385" y="838869"/>
                  </a:cubicBezTo>
                  <a:close/>
                  <a:moveTo>
                    <a:pt x="532951" y="1253802"/>
                  </a:moveTo>
                  <a:cubicBezTo>
                    <a:pt x="532554" y="1254563"/>
                    <a:pt x="532125" y="1255291"/>
                    <a:pt x="531728" y="1256051"/>
                  </a:cubicBezTo>
                  <a:cubicBezTo>
                    <a:pt x="532191" y="1256514"/>
                    <a:pt x="532588" y="1256878"/>
                    <a:pt x="532951" y="1257275"/>
                  </a:cubicBezTo>
                  <a:cubicBezTo>
                    <a:pt x="533348" y="1256514"/>
                    <a:pt x="533877" y="1255754"/>
                    <a:pt x="534043" y="1254927"/>
                  </a:cubicBezTo>
                  <a:cubicBezTo>
                    <a:pt x="534109" y="1254662"/>
                    <a:pt x="533348" y="1254166"/>
                    <a:pt x="532951" y="1253802"/>
                  </a:cubicBezTo>
                  <a:close/>
                  <a:moveTo>
                    <a:pt x="1271205" y="840556"/>
                  </a:moveTo>
                  <a:cubicBezTo>
                    <a:pt x="1271040" y="839729"/>
                    <a:pt x="1270510" y="839002"/>
                    <a:pt x="1270114" y="838208"/>
                  </a:cubicBezTo>
                  <a:cubicBezTo>
                    <a:pt x="1269750" y="838605"/>
                    <a:pt x="1269353" y="839002"/>
                    <a:pt x="1268890" y="839465"/>
                  </a:cubicBezTo>
                  <a:cubicBezTo>
                    <a:pt x="1269287" y="840192"/>
                    <a:pt x="1269717" y="840953"/>
                    <a:pt x="1270114" y="841714"/>
                  </a:cubicBezTo>
                  <a:cubicBezTo>
                    <a:pt x="1270510" y="841317"/>
                    <a:pt x="1271271" y="840854"/>
                    <a:pt x="1271205" y="840556"/>
                  </a:cubicBezTo>
                  <a:close/>
                  <a:moveTo>
                    <a:pt x="1678895" y="838208"/>
                  </a:moveTo>
                  <a:cubicBezTo>
                    <a:pt x="1678498" y="838605"/>
                    <a:pt x="1677737" y="839068"/>
                    <a:pt x="1677803" y="839366"/>
                  </a:cubicBezTo>
                  <a:cubicBezTo>
                    <a:pt x="1677969" y="840192"/>
                    <a:pt x="1678498" y="840953"/>
                    <a:pt x="1678895" y="841714"/>
                  </a:cubicBezTo>
                  <a:cubicBezTo>
                    <a:pt x="1679259" y="841317"/>
                    <a:pt x="1680052" y="840854"/>
                    <a:pt x="1679986" y="840556"/>
                  </a:cubicBezTo>
                  <a:cubicBezTo>
                    <a:pt x="1679788" y="839729"/>
                    <a:pt x="1679259" y="839002"/>
                    <a:pt x="1678895" y="838208"/>
                  </a:cubicBezTo>
                  <a:close/>
                  <a:moveTo>
                    <a:pt x="906775" y="1271265"/>
                  </a:moveTo>
                  <a:cubicBezTo>
                    <a:pt x="906411" y="1272025"/>
                    <a:pt x="905882" y="1272786"/>
                    <a:pt x="905683" y="1273613"/>
                  </a:cubicBezTo>
                  <a:cubicBezTo>
                    <a:pt x="905617" y="1273878"/>
                    <a:pt x="906411" y="1274341"/>
                    <a:pt x="906775" y="1274737"/>
                  </a:cubicBezTo>
                  <a:cubicBezTo>
                    <a:pt x="907204" y="1273977"/>
                    <a:pt x="907634" y="1273216"/>
                    <a:pt x="908031" y="1272488"/>
                  </a:cubicBezTo>
                  <a:cubicBezTo>
                    <a:pt x="907568" y="1272025"/>
                    <a:pt x="907171" y="1271629"/>
                    <a:pt x="906775" y="1271265"/>
                  </a:cubicBezTo>
                  <a:close/>
                  <a:moveTo>
                    <a:pt x="693686" y="1271265"/>
                  </a:moveTo>
                  <a:cubicBezTo>
                    <a:pt x="693289" y="1271629"/>
                    <a:pt x="692528" y="1272125"/>
                    <a:pt x="692594" y="1272422"/>
                  </a:cubicBezTo>
                  <a:cubicBezTo>
                    <a:pt x="692760" y="1273216"/>
                    <a:pt x="693289" y="1273977"/>
                    <a:pt x="693686" y="1274737"/>
                  </a:cubicBezTo>
                  <a:cubicBezTo>
                    <a:pt x="694050" y="1274374"/>
                    <a:pt x="694446" y="1273977"/>
                    <a:pt x="694909" y="1273514"/>
                  </a:cubicBezTo>
                  <a:cubicBezTo>
                    <a:pt x="694513" y="1272786"/>
                    <a:pt x="694083" y="1272025"/>
                    <a:pt x="693686" y="1271265"/>
                  </a:cubicBezTo>
                  <a:close/>
                  <a:moveTo>
                    <a:pt x="477058" y="1271265"/>
                  </a:moveTo>
                  <a:cubicBezTo>
                    <a:pt x="476661" y="1271629"/>
                    <a:pt x="475901" y="1272125"/>
                    <a:pt x="475967" y="1272422"/>
                  </a:cubicBezTo>
                  <a:cubicBezTo>
                    <a:pt x="476165" y="1273216"/>
                    <a:pt x="476661" y="1273977"/>
                    <a:pt x="477058" y="1274737"/>
                  </a:cubicBezTo>
                  <a:cubicBezTo>
                    <a:pt x="477455" y="1274374"/>
                    <a:pt x="477852" y="1273977"/>
                    <a:pt x="478315" y="1273514"/>
                  </a:cubicBezTo>
                  <a:cubicBezTo>
                    <a:pt x="477918" y="1272786"/>
                    <a:pt x="477488" y="1272025"/>
                    <a:pt x="477058" y="1271265"/>
                  </a:cubicBezTo>
                  <a:close/>
                  <a:moveTo>
                    <a:pt x="1463359" y="830072"/>
                  </a:moveTo>
                  <a:cubicBezTo>
                    <a:pt x="1463193" y="829278"/>
                    <a:pt x="1462664" y="828518"/>
                    <a:pt x="1462267" y="827757"/>
                  </a:cubicBezTo>
                  <a:cubicBezTo>
                    <a:pt x="1461903" y="828121"/>
                    <a:pt x="1461110" y="828617"/>
                    <a:pt x="1461176" y="828881"/>
                  </a:cubicBezTo>
                  <a:cubicBezTo>
                    <a:pt x="1461374" y="829708"/>
                    <a:pt x="1461903" y="830469"/>
                    <a:pt x="1462267" y="831230"/>
                  </a:cubicBezTo>
                  <a:cubicBezTo>
                    <a:pt x="1462664" y="830866"/>
                    <a:pt x="1463425" y="830370"/>
                    <a:pt x="1463359" y="830072"/>
                  </a:cubicBezTo>
                  <a:close/>
                  <a:moveTo>
                    <a:pt x="1291677" y="1267098"/>
                  </a:moveTo>
                  <a:cubicBezTo>
                    <a:pt x="1291975" y="1267164"/>
                    <a:pt x="1292438" y="1266403"/>
                    <a:pt x="1292835" y="1266006"/>
                  </a:cubicBezTo>
                  <a:cubicBezTo>
                    <a:pt x="1292074" y="1265609"/>
                    <a:pt x="1291313" y="1265179"/>
                    <a:pt x="1290586" y="1264782"/>
                  </a:cubicBezTo>
                  <a:cubicBezTo>
                    <a:pt x="1290123" y="1265245"/>
                    <a:pt x="1289726" y="1265642"/>
                    <a:pt x="1289362" y="1266006"/>
                  </a:cubicBezTo>
                  <a:cubicBezTo>
                    <a:pt x="1290123" y="1266403"/>
                    <a:pt x="1290850" y="1266932"/>
                    <a:pt x="1291677" y="1267098"/>
                  </a:cubicBezTo>
                  <a:close/>
                  <a:moveTo>
                    <a:pt x="1760982" y="829477"/>
                  </a:moveTo>
                  <a:cubicBezTo>
                    <a:pt x="1760221" y="829113"/>
                    <a:pt x="1759460" y="828584"/>
                    <a:pt x="1758634" y="828385"/>
                  </a:cubicBezTo>
                  <a:cubicBezTo>
                    <a:pt x="1758369" y="828319"/>
                    <a:pt x="1757873" y="829113"/>
                    <a:pt x="1757509" y="829477"/>
                  </a:cubicBezTo>
                  <a:cubicBezTo>
                    <a:pt x="1758237" y="829907"/>
                    <a:pt x="1758997" y="830337"/>
                    <a:pt x="1759758" y="830733"/>
                  </a:cubicBezTo>
                  <a:cubicBezTo>
                    <a:pt x="1760221" y="830270"/>
                    <a:pt x="1760585" y="829874"/>
                    <a:pt x="1760982" y="829477"/>
                  </a:cubicBezTo>
                  <a:close/>
                  <a:moveTo>
                    <a:pt x="1911662" y="1262236"/>
                  </a:moveTo>
                  <a:cubicBezTo>
                    <a:pt x="1911497" y="1262699"/>
                    <a:pt x="1912621" y="1263592"/>
                    <a:pt x="1913150" y="1264286"/>
                  </a:cubicBezTo>
                  <a:cubicBezTo>
                    <a:pt x="1913680" y="1264286"/>
                    <a:pt x="1914176" y="1264286"/>
                    <a:pt x="1914705" y="1264286"/>
                  </a:cubicBezTo>
                  <a:cubicBezTo>
                    <a:pt x="1914374" y="1263360"/>
                    <a:pt x="1914209" y="1262368"/>
                    <a:pt x="1913713" y="1261574"/>
                  </a:cubicBezTo>
                  <a:cubicBezTo>
                    <a:pt x="1913117" y="1260648"/>
                    <a:pt x="1912059" y="1260880"/>
                    <a:pt x="1911662" y="1262236"/>
                  </a:cubicBezTo>
                  <a:close/>
                  <a:moveTo>
                    <a:pt x="1825110" y="834239"/>
                  </a:moveTo>
                  <a:cubicBezTo>
                    <a:pt x="1825838" y="833809"/>
                    <a:pt x="1826599" y="833412"/>
                    <a:pt x="1827359" y="832982"/>
                  </a:cubicBezTo>
                  <a:cubicBezTo>
                    <a:pt x="1826962" y="832586"/>
                    <a:pt x="1826499" y="831825"/>
                    <a:pt x="1826202" y="831891"/>
                  </a:cubicBezTo>
                  <a:cubicBezTo>
                    <a:pt x="1825375" y="832089"/>
                    <a:pt x="1824647" y="832586"/>
                    <a:pt x="1823853" y="832982"/>
                  </a:cubicBezTo>
                  <a:cubicBezTo>
                    <a:pt x="1824250" y="833379"/>
                    <a:pt x="1824647" y="833776"/>
                    <a:pt x="1825110" y="834239"/>
                  </a:cubicBezTo>
                  <a:close/>
                  <a:moveTo>
                    <a:pt x="968588" y="1240970"/>
                  </a:moveTo>
                  <a:cubicBezTo>
                    <a:pt x="968753" y="1241797"/>
                    <a:pt x="969282" y="1242524"/>
                    <a:pt x="969679" y="1243318"/>
                  </a:cubicBezTo>
                  <a:cubicBezTo>
                    <a:pt x="970076" y="1242921"/>
                    <a:pt x="970837" y="1242458"/>
                    <a:pt x="970771" y="1242161"/>
                  </a:cubicBezTo>
                  <a:cubicBezTo>
                    <a:pt x="970572" y="1241334"/>
                    <a:pt x="970076" y="1240606"/>
                    <a:pt x="969679" y="1239812"/>
                  </a:cubicBezTo>
                  <a:cubicBezTo>
                    <a:pt x="969282" y="1240209"/>
                    <a:pt x="968522" y="1240672"/>
                    <a:pt x="968588" y="1240970"/>
                  </a:cubicBezTo>
                  <a:close/>
                  <a:moveTo>
                    <a:pt x="889312" y="1239812"/>
                  </a:moveTo>
                  <a:cubicBezTo>
                    <a:pt x="889742" y="1239052"/>
                    <a:pt x="890172" y="1238291"/>
                    <a:pt x="890569" y="1237563"/>
                  </a:cubicBezTo>
                  <a:cubicBezTo>
                    <a:pt x="890106" y="1237100"/>
                    <a:pt x="889709" y="1236704"/>
                    <a:pt x="889312" y="1236340"/>
                  </a:cubicBezTo>
                  <a:cubicBezTo>
                    <a:pt x="888915" y="1237100"/>
                    <a:pt x="888419" y="1237861"/>
                    <a:pt x="888221" y="1238688"/>
                  </a:cubicBezTo>
                  <a:cubicBezTo>
                    <a:pt x="888154" y="1238953"/>
                    <a:pt x="888915" y="1239449"/>
                    <a:pt x="889312" y="1239812"/>
                  </a:cubicBezTo>
                  <a:close/>
                  <a:moveTo>
                    <a:pt x="1128628" y="850445"/>
                  </a:moveTo>
                  <a:cubicBezTo>
                    <a:pt x="1129025" y="850842"/>
                    <a:pt x="1129488" y="851602"/>
                    <a:pt x="1129785" y="851536"/>
                  </a:cubicBezTo>
                  <a:cubicBezTo>
                    <a:pt x="1130612" y="851338"/>
                    <a:pt x="1131340" y="850842"/>
                    <a:pt x="1132133" y="850445"/>
                  </a:cubicBezTo>
                  <a:cubicBezTo>
                    <a:pt x="1131737" y="850048"/>
                    <a:pt x="1131340" y="849684"/>
                    <a:pt x="1130877" y="849221"/>
                  </a:cubicBezTo>
                  <a:cubicBezTo>
                    <a:pt x="1130149" y="849618"/>
                    <a:pt x="1129388" y="850015"/>
                    <a:pt x="1128628" y="850445"/>
                  </a:cubicBezTo>
                  <a:close/>
                  <a:moveTo>
                    <a:pt x="1267865" y="849949"/>
                  </a:moveTo>
                  <a:cubicBezTo>
                    <a:pt x="1267402" y="849486"/>
                    <a:pt x="1267038" y="849089"/>
                    <a:pt x="1266641" y="848692"/>
                  </a:cubicBezTo>
                  <a:cubicBezTo>
                    <a:pt x="1266244" y="849486"/>
                    <a:pt x="1265715" y="850213"/>
                    <a:pt x="1265550" y="851040"/>
                  </a:cubicBezTo>
                  <a:cubicBezTo>
                    <a:pt x="1265483" y="851338"/>
                    <a:pt x="1266244" y="851801"/>
                    <a:pt x="1266641" y="852198"/>
                  </a:cubicBezTo>
                  <a:cubicBezTo>
                    <a:pt x="1267038" y="851437"/>
                    <a:pt x="1267468" y="850676"/>
                    <a:pt x="1267865" y="849949"/>
                  </a:cubicBezTo>
                  <a:close/>
                  <a:moveTo>
                    <a:pt x="1527421" y="849949"/>
                  </a:moveTo>
                  <a:cubicBezTo>
                    <a:pt x="1527818" y="850676"/>
                    <a:pt x="1528248" y="851437"/>
                    <a:pt x="1528645" y="852198"/>
                  </a:cubicBezTo>
                  <a:cubicBezTo>
                    <a:pt x="1529041" y="851801"/>
                    <a:pt x="1529802" y="851338"/>
                    <a:pt x="1529736" y="851040"/>
                  </a:cubicBezTo>
                  <a:cubicBezTo>
                    <a:pt x="1529571" y="850213"/>
                    <a:pt x="1529041" y="849486"/>
                    <a:pt x="1528645" y="848692"/>
                  </a:cubicBezTo>
                  <a:cubicBezTo>
                    <a:pt x="1528281" y="849089"/>
                    <a:pt x="1527884" y="849486"/>
                    <a:pt x="1527421" y="849949"/>
                  </a:cubicBezTo>
                  <a:close/>
                  <a:moveTo>
                    <a:pt x="885839" y="1232834"/>
                  </a:moveTo>
                  <a:cubicBezTo>
                    <a:pt x="886236" y="1232073"/>
                    <a:pt x="886666" y="1231313"/>
                    <a:pt x="887063" y="1230585"/>
                  </a:cubicBezTo>
                  <a:cubicBezTo>
                    <a:pt x="886600" y="1230122"/>
                    <a:pt x="886203" y="1229725"/>
                    <a:pt x="885839" y="1229361"/>
                  </a:cubicBezTo>
                  <a:cubicBezTo>
                    <a:pt x="885442" y="1230122"/>
                    <a:pt x="884913" y="1230883"/>
                    <a:pt x="884748" y="1231676"/>
                  </a:cubicBezTo>
                  <a:cubicBezTo>
                    <a:pt x="884682" y="1231974"/>
                    <a:pt x="885442" y="1232437"/>
                    <a:pt x="885839" y="1232834"/>
                  </a:cubicBezTo>
                  <a:close/>
                  <a:moveTo>
                    <a:pt x="1829112" y="845219"/>
                  </a:moveTo>
                  <a:cubicBezTo>
                    <a:pt x="1829509" y="844823"/>
                    <a:pt x="1830270" y="844360"/>
                    <a:pt x="1830203" y="844062"/>
                  </a:cubicBezTo>
                  <a:cubicBezTo>
                    <a:pt x="1830005" y="843235"/>
                    <a:pt x="1829509" y="842474"/>
                    <a:pt x="1829112" y="841714"/>
                  </a:cubicBezTo>
                  <a:cubicBezTo>
                    <a:pt x="1828715" y="842111"/>
                    <a:pt x="1828351" y="842474"/>
                    <a:pt x="1827888" y="842970"/>
                  </a:cubicBezTo>
                  <a:cubicBezTo>
                    <a:pt x="1828285" y="843698"/>
                    <a:pt x="1828682" y="844459"/>
                    <a:pt x="1829112" y="845219"/>
                  </a:cubicBezTo>
                  <a:close/>
                  <a:moveTo>
                    <a:pt x="2416057" y="1250297"/>
                  </a:moveTo>
                  <a:cubicBezTo>
                    <a:pt x="2416421" y="1249900"/>
                    <a:pt x="2417215" y="1249437"/>
                    <a:pt x="2417149" y="1249139"/>
                  </a:cubicBezTo>
                  <a:cubicBezTo>
                    <a:pt x="2416950" y="1248312"/>
                    <a:pt x="2416421" y="1247585"/>
                    <a:pt x="2416057" y="1246791"/>
                  </a:cubicBezTo>
                  <a:cubicBezTo>
                    <a:pt x="2415660" y="1247188"/>
                    <a:pt x="2414900" y="1247684"/>
                    <a:pt x="2414966" y="1247948"/>
                  </a:cubicBezTo>
                  <a:cubicBezTo>
                    <a:pt x="2415131" y="1248775"/>
                    <a:pt x="2415660" y="1249536"/>
                    <a:pt x="2416057" y="1250297"/>
                  </a:cubicBezTo>
                  <a:close/>
                  <a:moveTo>
                    <a:pt x="1238694" y="1246791"/>
                  </a:moveTo>
                  <a:cubicBezTo>
                    <a:pt x="1238264" y="1247551"/>
                    <a:pt x="1237834" y="1248312"/>
                    <a:pt x="1237438" y="1249040"/>
                  </a:cubicBezTo>
                  <a:cubicBezTo>
                    <a:pt x="1237901" y="1249536"/>
                    <a:pt x="1238297" y="1249900"/>
                    <a:pt x="1238694" y="1250297"/>
                  </a:cubicBezTo>
                  <a:cubicBezTo>
                    <a:pt x="1239058" y="1249536"/>
                    <a:pt x="1239587" y="1248775"/>
                    <a:pt x="1239786" y="1247948"/>
                  </a:cubicBezTo>
                  <a:cubicBezTo>
                    <a:pt x="1239852" y="1247684"/>
                    <a:pt x="1239058" y="1247188"/>
                    <a:pt x="1238694" y="1246791"/>
                  </a:cubicBezTo>
                  <a:close/>
                  <a:moveTo>
                    <a:pt x="1855967" y="1244476"/>
                  </a:moveTo>
                  <a:cubicBezTo>
                    <a:pt x="1856166" y="1245269"/>
                    <a:pt x="1856662" y="1246030"/>
                    <a:pt x="1857059" y="1246791"/>
                  </a:cubicBezTo>
                  <a:cubicBezTo>
                    <a:pt x="1857456" y="1246427"/>
                    <a:pt x="1858216" y="1245931"/>
                    <a:pt x="1858150" y="1245666"/>
                  </a:cubicBezTo>
                  <a:cubicBezTo>
                    <a:pt x="1857952" y="1244840"/>
                    <a:pt x="1857456" y="1244079"/>
                    <a:pt x="1857059" y="1243318"/>
                  </a:cubicBezTo>
                  <a:cubicBezTo>
                    <a:pt x="1856662" y="1243715"/>
                    <a:pt x="1855901" y="1244178"/>
                    <a:pt x="1855967" y="1244476"/>
                  </a:cubicBezTo>
                  <a:close/>
                  <a:moveTo>
                    <a:pt x="1699830" y="1246791"/>
                  </a:moveTo>
                  <a:cubicBezTo>
                    <a:pt x="1700227" y="1246427"/>
                    <a:pt x="1700988" y="1245931"/>
                    <a:pt x="1700921" y="1245666"/>
                  </a:cubicBezTo>
                  <a:cubicBezTo>
                    <a:pt x="1700756" y="1244840"/>
                    <a:pt x="1700227" y="1244079"/>
                    <a:pt x="1699830" y="1243318"/>
                  </a:cubicBezTo>
                  <a:cubicBezTo>
                    <a:pt x="1699466" y="1243682"/>
                    <a:pt x="1698672" y="1244178"/>
                    <a:pt x="1698739" y="1244476"/>
                  </a:cubicBezTo>
                  <a:cubicBezTo>
                    <a:pt x="1698937" y="1245269"/>
                    <a:pt x="1699466" y="1246030"/>
                    <a:pt x="1699830" y="1246791"/>
                  </a:cubicBezTo>
                  <a:close/>
                  <a:moveTo>
                    <a:pt x="1758005" y="1242061"/>
                  </a:moveTo>
                  <a:cubicBezTo>
                    <a:pt x="1758468" y="1242524"/>
                    <a:pt x="1758865" y="1242921"/>
                    <a:pt x="1759229" y="1243318"/>
                  </a:cubicBezTo>
                  <a:cubicBezTo>
                    <a:pt x="1759626" y="1242524"/>
                    <a:pt x="1760155" y="1241797"/>
                    <a:pt x="1760320" y="1240970"/>
                  </a:cubicBezTo>
                  <a:cubicBezTo>
                    <a:pt x="1760387" y="1240672"/>
                    <a:pt x="1759626" y="1240209"/>
                    <a:pt x="1759229" y="1239812"/>
                  </a:cubicBezTo>
                  <a:cubicBezTo>
                    <a:pt x="1758832" y="1240573"/>
                    <a:pt x="1758402" y="1241334"/>
                    <a:pt x="1758005" y="1242061"/>
                  </a:cubicBezTo>
                  <a:close/>
                  <a:moveTo>
                    <a:pt x="1602530" y="898103"/>
                  </a:moveTo>
                  <a:cubicBezTo>
                    <a:pt x="1601802" y="898500"/>
                    <a:pt x="1601041" y="898930"/>
                    <a:pt x="1600281" y="899327"/>
                  </a:cubicBezTo>
                  <a:cubicBezTo>
                    <a:pt x="1600677" y="899724"/>
                    <a:pt x="1601140" y="900484"/>
                    <a:pt x="1601438" y="900418"/>
                  </a:cubicBezTo>
                  <a:cubicBezTo>
                    <a:pt x="1602265" y="900253"/>
                    <a:pt x="1602993" y="899724"/>
                    <a:pt x="1603786" y="899327"/>
                  </a:cubicBezTo>
                  <a:cubicBezTo>
                    <a:pt x="1603389" y="898930"/>
                    <a:pt x="1602993" y="898566"/>
                    <a:pt x="1602530" y="898103"/>
                  </a:cubicBezTo>
                  <a:close/>
                  <a:moveTo>
                    <a:pt x="1581065" y="1138543"/>
                  </a:moveTo>
                  <a:cubicBezTo>
                    <a:pt x="1580668" y="1138940"/>
                    <a:pt x="1579908" y="1139403"/>
                    <a:pt x="1579974" y="1139701"/>
                  </a:cubicBezTo>
                  <a:cubicBezTo>
                    <a:pt x="1580172" y="1140528"/>
                    <a:pt x="1580668" y="1141255"/>
                    <a:pt x="1581065" y="1142049"/>
                  </a:cubicBezTo>
                  <a:cubicBezTo>
                    <a:pt x="1581462" y="1141652"/>
                    <a:pt x="1581826" y="1141255"/>
                    <a:pt x="1582322" y="1140792"/>
                  </a:cubicBezTo>
                  <a:cubicBezTo>
                    <a:pt x="1581892" y="1140065"/>
                    <a:pt x="1581495" y="1139304"/>
                    <a:pt x="1581065" y="1138543"/>
                  </a:cubicBezTo>
                  <a:close/>
                  <a:moveTo>
                    <a:pt x="907634" y="1141189"/>
                  </a:moveTo>
                  <a:cubicBezTo>
                    <a:pt x="907271" y="1141387"/>
                    <a:pt x="906940" y="1141553"/>
                    <a:pt x="906609" y="1141718"/>
                  </a:cubicBezTo>
                  <a:cubicBezTo>
                    <a:pt x="906675" y="1141817"/>
                    <a:pt x="906741" y="1141917"/>
                    <a:pt x="906775" y="1142049"/>
                  </a:cubicBezTo>
                  <a:cubicBezTo>
                    <a:pt x="907039" y="1141784"/>
                    <a:pt x="907337" y="1141487"/>
                    <a:pt x="907634" y="1141189"/>
                  </a:cubicBezTo>
                  <a:close/>
                  <a:moveTo>
                    <a:pt x="1645194" y="1158255"/>
                  </a:moveTo>
                  <a:cubicBezTo>
                    <a:pt x="1644797" y="1157527"/>
                    <a:pt x="1644367" y="1156766"/>
                    <a:pt x="1643937" y="1156006"/>
                  </a:cubicBezTo>
                  <a:cubicBezTo>
                    <a:pt x="1643573" y="1156403"/>
                    <a:pt x="1642779" y="1156866"/>
                    <a:pt x="1642845" y="1157163"/>
                  </a:cubicBezTo>
                  <a:cubicBezTo>
                    <a:pt x="1643044" y="1157990"/>
                    <a:pt x="1643573" y="1158718"/>
                    <a:pt x="1643937" y="1159511"/>
                  </a:cubicBezTo>
                  <a:cubicBezTo>
                    <a:pt x="1644334" y="1159115"/>
                    <a:pt x="1644731" y="1158718"/>
                    <a:pt x="1645194" y="1158255"/>
                  </a:cubicBezTo>
                  <a:close/>
                  <a:moveTo>
                    <a:pt x="1527553" y="1157163"/>
                  </a:moveTo>
                  <a:cubicBezTo>
                    <a:pt x="1527752" y="1157990"/>
                    <a:pt x="1528281" y="1158718"/>
                    <a:pt x="1528645" y="1159511"/>
                  </a:cubicBezTo>
                  <a:cubicBezTo>
                    <a:pt x="1529041" y="1159115"/>
                    <a:pt x="1529438" y="1158718"/>
                    <a:pt x="1529901" y="1158255"/>
                  </a:cubicBezTo>
                  <a:cubicBezTo>
                    <a:pt x="1529505" y="1157527"/>
                    <a:pt x="1529075" y="1156766"/>
                    <a:pt x="1528645" y="1156006"/>
                  </a:cubicBezTo>
                  <a:cubicBezTo>
                    <a:pt x="1528281" y="1156403"/>
                    <a:pt x="1527487" y="1156866"/>
                    <a:pt x="1527553" y="1157163"/>
                  </a:cubicBezTo>
                  <a:close/>
                  <a:moveTo>
                    <a:pt x="1590954" y="1151872"/>
                  </a:moveTo>
                  <a:cubicBezTo>
                    <a:pt x="1591781" y="1151673"/>
                    <a:pt x="1592508" y="1151144"/>
                    <a:pt x="1593302" y="1150780"/>
                  </a:cubicBezTo>
                  <a:cubicBezTo>
                    <a:pt x="1592905" y="1150383"/>
                    <a:pt x="1592442" y="1149623"/>
                    <a:pt x="1592145" y="1149689"/>
                  </a:cubicBezTo>
                  <a:cubicBezTo>
                    <a:pt x="1591318" y="1149854"/>
                    <a:pt x="1590557" y="1150383"/>
                    <a:pt x="1589796" y="1150780"/>
                  </a:cubicBezTo>
                  <a:cubicBezTo>
                    <a:pt x="1590193" y="1151144"/>
                    <a:pt x="1590656" y="1151938"/>
                    <a:pt x="1590954" y="1151872"/>
                  </a:cubicBezTo>
                  <a:close/>
                  <a:moveTo>
                    <a:pt x="1727810" y="897607"/>
                  </a:moveTo>
                  <a:cubicBezTo>
                    <a:pt x="1728174" y="896813"/>
                    <a:pt x="1728703" y="896086"/>
                    <a:pt x="1728901" y="895259"/>
                  </a:cubicBezTo>
                  <a:cubicBezTo>
                    <a:pt x="1728967" y="894961"/>
                    <a:pt x="1728174" y="894498"/>
                    <a:pt x="1727810" y="894101"/>
                  </a:cubicBezTo>
                  <a:cubicBezTo>
                    <a:pt x="1727380" y="894862"/>
                    <a:pt x="1726950" y="895623"/>
                    <a:pt x="1726553" y="896350"/>
                  </a:cubicBezTo>
                  <a:cubicBezTo>
                    <a:pt x="1727016" y="896813"/>
                    <a:pt x="1727413" y="897210"/>
                    <a:pt x="1727810" y="897607"/>
                  </a:cubicBezTo>
                  <a:close/>
                  <a:moveTo>
                    <a:pt x="1374922" y="1124586"/>
                  </a:moveTo>
                  <a:cubicBezTo>
                    <a:pt x="1374558" y="1124983"/>
                    <a:pt x="1373764" y="1125446"/>
                    <a:pt x="1373830" y="1125711"/>
                  </a:cubicBezTo>
                  <a:cubicBezTo>
                    <a:pt x="1374029" y="1126538"/>
                    <a:pt x="1374558" y="1127298"/>
                    <a:pt x="1374922" y="1128059"/>
                  </a:cubicBezTo>
                  <a:cubicBezTo>
                    <a:pt x="1375319" y="1127695"/>
                    <a:pt x="1375715" y="1127298"/>
                    <a:pt x="1376178" y="1126835"/>
                  </a:cubicBezTo>
                  <a:cubicBezTo>
                    <a:pt x="1375782" y="1126108"/>
                    <a:pt x="1375352" y="1125347"/>
                    <a:pt x="1374922" y="1124586"/>
                  </a:cubicBezTo>
                  <a:close/>
                  <a:moveTo>
                    <a:pt x="1129289" y="1126935"/>
                  </a:moveTo>
                  <a:cubicBezTo>
                    <a:pt x="1129223" y="1127199"/>
                    <a:pt x="1129984" y="1127695"/>
                    <a:pt x="1130381" y="1128059"/>
                  </a:cubicBezTo>
                  <a:cubicBezTo>
                    <a:pt x="1130810" y="1127298"/>
                    <a:pt x="1131207" y="1126571"/>
                    <a:pt x="1131604" y="1125810"/>
                  </a:cubicBezTo>
                  <a:cubicBezTo>
                    <a:pt x="1131141" y="1125347"/>
                    <a:pt x="1130777" y="1124950"/>
                    <a:pt x="1130381" y="1124586"/>
                  </a:cubicBezTo>
                  <a:cubicBezTo>
                    <a:pt x="1129984" y="1125347"/>
                    <a:pt x="1129455" y="1126108"/>
                    <a:pt x="1129289" y="1126935"/>
                  </a:cubicBezTo>
                  <a:close/>
                  <a:moveTo>
                    <a:pt x="1635206" y="1122834"/>
                  </a:moveTo>
                  <a:cubicBezTo>
                    <a:pt x="1635966" y="1123263"/>
                    <a:pt x="1636727" y="1123660"/>
                    <a:pt x="1637455" y="1124090"/>
                  </a:cubicBezTo>
                  <a:cubicBezTo>
                    <a:pt x="1637918" y="1123594"/>
                    <a:pt x="1638314" y="1123230"/>
                    <a:pt x="1638711" y="1122834"/>
                  </a:cubicBezTo>
                  <a:cubicBezTo>
                    <a:pt x="1637918" y="1122437"/>
                    <a:pt x="1637190" y="1121941"/>
                    <a:pt x="1636363" y="1121742"/>
                  </a:cubicBezTo>
                  <a:cubicBezTo>
                    <a:pt x="1636065" y="1121676"/>
                    <a:pt x="1635602" y="1122437"/>
                    <a:pt x="1635206" y="1122834"/>
                  </a:cubicBezTo>
                  <a:close/>
                  <a:moveTo>
                    <a:pt x="1592641" y="910406"/>
                  </a:moveTo>
                  <a:cubicBezTo>
                    <a:pt x="1592442" y="909579"/>
                    <a:pt x="1591946" y="908852"/>
                    <a:pt x="1591549" y="908058"/>
                  </a:cubicBezTo>
                  <a:cubicBezTo>
                    <a:pt x="1591152" y="908455"/>
                    <a:pt x="1590756" y="908852"/>
                    <a:pt x="1590293" y="909315"/>
                  </a:cubicBezTo>
                  <a:cubicBezTo>
                    <a:pt x="1590722" y="910042"/>
                    <a:pt x="1591119" y="910803"/>
                    <a:pt x="1591549" y="911564"/>
                  </a:cubicBezTo>
                  <a:cubicBezTo>
                    <a:pt x="1591946" y="911167"/>
                    <a:pt x="1592707" y="910704"/>
                    <a:pt x="1592641" y="910406"/>
                  </a:cubicBezTo>
                  <a:close/>
                  <a:moveTo>
                    <a:pt x="1482640" y="1137882"/>
                  </a:moveTo>
                  <a:cubicBezTo>
                    <a:pt x="1483467" y="1137716"/>
                    <a:pt x="1484195" y="1137187"/>
                    <a:pt x="1484988" y="1136790"/>
                  </a:cubicBezTo>
                  <a:cubicBezTo>
                    <a:pt x="1484591" y="1136426"/>
                    <a:pt x="1484128" y="1135633"/>
                    <a:pt x="1483831" y="1135699"/>
                  </a:cubicBezTo>
                  <a:cubicBezTo>
                    <a:pt x="1483004" y="1135897"/>
                    <a:pt x="1482276" y="1136426"/>
                    <a:pt x="1481483" y="1136790"/>
                  </a:cubicBezTo>
                  <a:cubicBezTo>
                    <a:pt x="1481880" y="1137187"/>
                    <a:pt x="1482343" y="1137948"/>
                    <a:pt x="1482640" y="1137882"/>
                  </a:cubicBezTo>
                  <a:close/>
                  <a:moveTo>
                    <a:pt x="1137954" y="1135699"/>
                  </a:moveTo>
                  <a:cubicBezTo>
                    <a:pt x="1137160" y="1135897"/>
                    <a:pt x="1136400" y="1136426"/>
                    <a:pt x="1135639" y="1136790"/>
                  </a:cubicBezTo>
                  <a:cubicBezTo>
                    <a:pt x="1136003" y="1137187"/>
                    <a:pt x="1136466" y="1137948"/>
                    <a:pt x="1136764" y="1137882"/>
                  </a:cubicBezTo>
                  <a:cubicBezTo>
                    <a:pt x="1137590" y="1137716"/>
                    <a:pt x="1138351" y="1137187"/>
                    <a:pt x="1139112" y="1136790"/>
                  </a:cubicBezTo>
                  <a:cubicBezTo>
                    <a:pt x="1138715" y="1136426"/>
                    <a:pt x="1138252" y="1135633"/>
                    <a:pt x="1137954" y="1135699"/>
                  </a:cubicBezTo>
                  <a:close/>
                  <a:moveTo>
                    <a:pt x="1753342" y="903428"/>
                  </a:moveTo>
                  <a:cubicBezTo>
                    <a:pt x="1753144" y="902601"/>
                    <a:pt x="1752647" y="901840"/>
                    <a:pt x="1752251" y="901080"/>
                  </a:cubicBezTo>
                  <a:cubicBezTo>
                    <a:pt x="1751854" y="901476"/>
                    <a:pt x="1751093" y="901939"/>
                    <a:pt x="1751159" y="902237"/>
                  </a:cubicBezTo>
                  <a:cubicBezTo>
                    <a:pt x="1751358" y="903064"/>
                    <a:pt x="1751854" y="903792"/>
                    <a:pt x="1752251" y="904585"/>
                  </a:cubicBezTo>
                  <a:cubicBezTo>
                    <a:pt x="1752647" y="904188"/>
                    <a:pt x="1753408" y="903725"/>
                    <a:pt x="1753342" y="903428"/>
                  </a:cubicBezTo>
                  <a:close/>
                  <a:moveTo>
                    <a:pt x="1118805" y="1181604"/>
                  </a:moveTo>
                  <a:cubicBezTo>
                    <a:pt x="1119003" y="1182431"/>
                    <a:pt x="1119500" y="1183159"/>
                    <a:pt x="1119896" y="1183952"/>
                  </a:cubicBezTo>
                  <a:cubicBezTo>
                    <a:pt x="1120293" y="1183555"/>
                    <a:pt x="1121054" y="1183092"/>
                    <a:pt x="1120988" y="1182795"/>
                  </a:cubicBezTo>
                  <a:cubicBezTo>
                    <a:pt x="1120822" y="1181968"/>
                    <a:pt x="1120293" y="1181240"/>
                    <a:pt x="1119896" y="1180447"/>
                  </a:cubicBezTo>
                  <a:cubicBezTo>
                    <a:pt x="1119500" y="1180843"/>
                    <a:pt x="1118739" y="1181306"/>
                    <a:pt x="1118805" y="1181604"/>
                  </a:cubicBezTo>
                  <a:close/>
                  <a:moveTo>
                    <a:pt x="307626" y="1182199"/>
                  </a:moveTo>
                  <a:cubicBezTo>
                    <a:pt x="308022" y="1182596"/>
                    <a:pt x="308485" y="1183357"/>
                    <a:pt x="308783" y="1183291"/>
                  </a:cubicBezTo>
                  <a:cubicBezTo>
                    <a:pt x="309577" y="1183092"/>
                    <a:pt x="310338" y="1182596"/>
                    <a:pt x="311098" y="1182199"/>
                  </a:cubicBezTo>
                  <a:cubicBezTo>
                    <a:pt x="310734" y="1181803"/>
                    <a:pt x="310338" y="1181439"/>
                    <a:pt x="309875" y="1180976"/>
                  </a:cubicBezTo>
                  <a:cubicBezTo>
                    <a:pt x="309147" y="1181373"/>
                    <a:pt x="308386" y="1181769"/>
                    <a:pt x="307626" y="1182199"/>
                  </a:cubicBezTo>
                  <a:close/>
                  <a:moveTo>
                    <a:pt x="1356864" y="1193775"/>
                  </a:moveTo>
                  <a:cubicBezTo>
                    <a:pt x="1357691" y="1193576"/>
                    <a:pt x="1358451" y="1193080"/>
                    <a:pt x="1359212" y="1192684"/>
                  </a:cubicBezTo>
                  <a:cubicBezTo>
                    <a:pt x="1358815" y="1192287"/>
                    <a:pt x="1358352" y="1191526"/>
                    <a:pt x="1358055" y="1191592"/>
                  </a:cubicBezTo>
                  <a:cubicBezTo>
                    <a:pt x="1357228" y="1191791"/>
                    <a:pt x="1356500" y="1192287"/>
                    <a:pt x="1355706" y="1192684"/>
                  </a:cubicBezTo>
                  <a:cubicBezTo>
                    <a:pt x="1356103" y="1193080"/>
                    <a:pt x="1356566" y="1193841"/>
                    <a:pt x="1356864" y="1193775"/>
                  </a:cubicBezTo>
                  <a:close/>
                  <a:moveTo>
                    <a:pt x="1182173" y="875977"/>
                  </a:moveTo>
                  <a:cubicBezTo>
                    <a:pt x="1183000" y="875812"/>
                    <a:pt x="1183760" y="875283"/>
                    <a:pt x="1184521" y="874886"/>
                  </a:cubicBezTo>
                  <a:cubicBezTo>
                    <a:pt x="1184157" y="874489"/>
                    <a:pt x="1183661" y="873728"/>
                    <a:pt x="1183363" y="873794"/>
                  </a:cubicBezTo>
                  <a:cubicBezTo>
                    <a:pt x="1182570" y="873993"/>
                    <a:pt x="1181809" y="874489"/>
                    <a:pt x="1181048" y="874886"/>
                  </a:cubicBezTo>
                  <a:cubicBezTo>
                    <a:pt x="1181412" y="875283"/>
                    <a:pt x="1181908" y="876043"/>
                    <a:pt x="1182173" y="875977"/>
                  </a:cubicBezTo>
                  <a:close/>
                  <a:moveTo>
                    <a:pt x="1431443" y="873794"/>
                  </a:moveTo>
                  <a:cubicBezTo>
                    <a:pt x="1430616" y="873993"/>
                    <a:pt x="1429856" y="874489"/>
                    <a:pt x="1429095" y="874886"/>
                  </a:cubicBezTo>
                  <a:cubicBezTo>
                    <a:pt x="1429492" y="875283"/>
                    <a:pt x="1429955" y="876043"/>
                    <a:pt x="1430220" y="875977"/>
                  </a:cubicBezTo>
                  <a:cubicBezTo>
                    <a:pt x="1431046" y="875812"/>
                    <a:pt x="1431807" y="875283"/>
                    <a:pt x="1432568" y="874886"/>
                  </a:cubicBezTo>
                  <a:cubicBezTo>
                    <a:pt x="1432204" y="874489"/>
                    <a:pt x="1431708" y="873728"/>
                    <a:pt x="1431443" y="873794"/>
                  </a:cubicBezTo>
                  <a:close/>
                  <a:moveTo>
                    <a:pt x="1633453" y="873133"/>
                  </a:moveTo>
                  <a:cubicBezTo>
                    <a:pt x="1633056" y="873894"/>
                    <a:pt x="1632626" y="874654"/>
                    <a:pt x="1632229" y="875382"/>
                  </a:cubicBezTo>
                  <a:cubicBezTo>
                    <a:pt x="1632692" y="875845"/>
                    <a:pt x="1633089" y="876242"/>
                    <a:pt x="1633453" y="876639"/>
                  </a:cubicBezTo>
                  <a:cubicBezTo>
                    <a:pt x="1633850" y="875845"/>
                    <a:pt x="1634379" y="875117"/>
                    <a:pt x="1634544" y="874291"/>
                  </a:cubicBezTo>
                  <a:cubicBezTo>
                    <a:pt x="1634610" y="873993"/>
                    <a:pt x="1633850" y="873530"/>
                    <a:pt x="1633453" y="873133"/>
                  </a:cubicBezTo>
                  <a:close/>
                  <a:moveTo>
                    <a:pt x="1643937" y="1190931"/>
                  </a:moveTo>
                  <a:cubicBezTo>
                    <a:pt x="1644334" y="1190534"/>
                    <a:pt x="1645094" y="1190071"/>
                    <a:pt x="1645028" y="1189773"/>
                  </a:cubicBezTo>
                  <a:cubicBezTo>
                    <a:pt x="1644863" y="1188946"/>
                    <a:pt x="1644334" y="1188219"/>
                    <a:pt x="1643937" y="1187425"/>
                  </a:cubicBezTo>
                  <a:cubicBezTo>
                    <a:pt x="1643573" y="1187822"/>
                    <a:pt x="1643176" y="1188219"/>
                    <a:pt x="1642713" y="1188682"/>
                  </a:cubicBezTo>
                  <a:cubicBezTo>
                    <a:pt x="1643110" y="1189409"/>
                    <a:pt x="1643540" y="1190170"/>
                    <a:pt x="1643937" y="1190931"/>
                  </a:cubicBezTo>
                  <a:close/>
                  <a:moveTo>
                    <a:pt x="1707437" y="873794"/>
                  </a:moveTo>
                  <a:cubicBezTo>
                    <a:pt x="1706610" y="873993"/>
                    <a:pt x="1705849" y="874489"/>
                    <a:pt x="1705089" y="874886"/>
                  </a:cubicBezTo>
                  <a:cubicBezTo>
                    <a:pt x="1705485" y="875283"/>
                    <a:pt x="1705949" y="876043"/>
                    <a:pt x="1706246" y="875977"/>
                  </a:cubicBezTo>
                  <a:cubicBezTo>
                    <a:pt x="1707073" y="875812"/>
                    <a:pt x="1707801" y="875283"/>
                    <a:pt x="1708594" y="874886"/>
                  </a:cubicBezTo>
                  <a:cubicBezTo>
                    <a:pt x="1708197" y="874489"/>
                    <a:pt x="1707734" y="873728"/>
                    <a:pt x="1707437" y="873794"/>
                  </a:cubicBezTo>
                  <a:close/>
                  <a:moveTo>
                    <a:pt x="1725395" y="874291"/>
                  </a:moveTo>
                  <a:cubicBezTo>
                    <a:pt x="1725462" y="873993"/>
                    <a:pt x="1724701" y="873530"/>
                    <a:pt x="1724304" y="873133"/>
                  </a:cubicBezTo>
                  <a:cubicBezTo>
                    <a:pt x="1723874" y="873894"/>
                    <a:pt x="1723477" y="874654"/>
                    <a:pt x="1723047" y="875382"/>
                  </a:cubicBezTo>
                  <a:cubicBezTo>
                    <a:pt x="1723543" y="875845"/>
                    <a:pt x="1723907" y="876242"/>
                    <a:pt x="1724304" y="876639"/>
                  </a:cubicBezTo>
                  <a:cubicBezTo>
                    <a:pt x="1724701" y="875878"/>
                    <a:pt x="1725197" y="875117"/>
                    <a:pt x="1725395" y="874291"/>
                  </a:cubicBezTo>
                  <a:close/>
                  <a:moveTo>
                    <a:pt x="1430848" y="1166490"/>
                  </a:moveTo>
                  <a:cubicBezTo>
                    <a:pt x="1431212" y="1166093"/>
                    <a:pt x="1432006" y="1165630"/>
                    <a:pt x="1431939" y="1165332"/>
                  </a:cubicBezTo>
                  <a:cubicBezTo>
                    <a:pt x="1431741" y="1164505"/>
                    <a:pt x="1431212" y="1163778"/>
                    <a:pt x="1430848" y="1162984"/>
                  </a:cubicBezTo>
                  <a:cubicBezTo>
                    <a:pt x="1430451" y="1163381"/>
                    <a:pt x="1429690" y="1163844"/>
                    <a:pt x="1429757" y="1164142"/>
                  </a:cubicBezTo>
                  <a:cubicBezTo>
                    <a:pt x="1429922" y="1164968"/>
                    <a:pt x="1430451" y="1165729"/>
                    <a:pt x="1430848" y="1166490"/>
                  </a:cubicBezTo>
                  <a:close/>
                  <a:moveTo>
                    <a:pt x="1600777" y="1161760"/>
                  </a:moveTo>
                  <a:cubicBezTo>
                    <a:pt x="1601240" y="1162223"/>
                    <a:pt x="1601637" y="1162620"/>
                    <a:pt x="1602033" y="1162984"/>
                  </a:cubicBezTo>
                  <a:cubicBezTo>
                    <a:pt x="1602397" y="1162223"/>
                    <a:pt x="1602926" y="1161463"/>
                    <a:pt x="1603125" y="1160636"/>
                  </a:cubicBezTo>
                  <a:cubicBezTo>
                    <a:pt x="1603191" y="1160371"/>
                    <a:pt x="1602397" y="1159908"/>
                    <a:pt x="1602033" y="1159511"/>
                  </a:cubicBezTo>
                  <a:cubicBezTo>
                    <a:pt x="1601603" y="1160272"/>
                    <a:pt x="1601174" y="1161033"/>
                    <a:pt x="1600777" y="1161760"/>
                  </a:cubicBezTo>
                  <a:close/>
                  <a:moveTo>
                    <a:pt x="1500698" y="1159511"/>
                  </a:moveTo>
                  <a:cubicBezTo>
                    <a:pt x="1500334" y="1159908"/>
                    <a:pt x="1499540" y="1160371"/>
                    <a:pt x="1499607" y="1160636"/>
                  </a:cubicBezTo>
                  <a:cubicBezTo>
                    <a:pt x="1499805" y="1161463"/>
                    <a:pt x="1500334" y="1162223"/>
                    <a:pt x="1500698" y="1162984"/>
                  </a:cubicBezTo>
                  <a:cubicBezTo>
                    <a:pt x="1501095" y="1162620"/>
                    <a:pt x="1501492" y="1162223"/>
                    <a:pt x="1501955" y="1161760"/>
                  </a:cubicBezTo>
                  <a:cubicBezTo>
                    <a:pt x="1501558" y="1161033"/>
                    <a:pt x="1501128" y="1160272"/>
                    <a:pt x="1500698" y="1159511"/>
                  </a:cubicBezTo>
                  <a:close/>
                  <a:moveTo>
                    <a:pt x="1491967" y="1161231"/>
                  </a:moveTo>
                  <a:cubicBezTo>
                    <a:pt x="1492364" y="1161628"/>
                    <a:pt x="1492827" y="1162389"/>
                    <a:pt x="1493124" y="1162323"/>
                  </a:cubicBezTo>
                  <a:cubicBezTo>
                    <a:pt x="1493951" y="1162157"/>
                    <a:pt x="1494679" y="1161628"/>
                    <a:pt x="1495472" y="1161231"/>
                  </a:cubicBezTo>
                  <a:cubicBezTo>
                    <a:pt x="1495076" y="1160867"/>
                    <a:pt x="1494613" y="1160074"/>
                    <a:pt x="1494315" y="1160140"/>
                  </a:cubicBezTo>
                  <a:cubicBezTo>
                    <a:pt x="1493488" y="1160338"/>
                    <a:pt x="1492760" y="1160867"/>
                    <a:pt x="1491967" y="1161231"/>
                  </a:cubicBezTo>
                  <a:close/>
                  <a:moveTo>
                    <a:pt x="1438422" y="1160140"/>
                  </a:moveTo>
                  <a:cubicBezTo>
                    <a:pt x="1437595" y="1160338"/>
                    <a:pt x="1436867" y="1160867"/>
                    <a:pt x="1436074" y="1161231"/>
                  </a:cubicBezTo>
                  <a:cubicBezTo>
                    <a:pt x="1436470" y="1161628"/>
                    <a:pt x="1436933" y="1162389"/>
                    <a:pt x="1437231" y="1162323"/>
                  </a:cubicBezTo>
                  <a:cubicBezTo>
                    <a:pt x="1438058" y="1162157"/>
                    <a:pt x="1438785" y="1161628"/>
                    <a:pt x="1439579" y="1161231"/>
                  </a:cubicBezTo>
                  <a:cubicBezTo>
                    <a:pt x="1439182" y="1160867"/>
                    <a:pt x="1438719" y="1160107"/>
                    <a:pt x="1438422" y="1160140"/>
                  </a:cubicBezTo>
                  <a:close/>
                  <a:moveTo>
                    <a:pt x="2509290" y="1171120"/>
                  </a:moveTo>
                  <a:cubicBezTo>
                    <a:pt x="2509455" y="1171947"/>
                    <a:pt x="2509984" y="1172707"/>
                    <a:pt x="2510381" y="1173468"/>
                  </a:cubicBezTo>
                  <a:cubicBezTo>
                    <a:pt x="2510745" y="1173071"/>
                    <a:pt x="2511539" y="1172608"/>
                    <a:pt x="2511473" y="1172344"/>
                  </a:cubicBezTo>
                  <a:cubicBezTo>
                    <a:pt x="2511274" y="1171517"/>
                    <a:pt x="2510745" y="1170756"/>
                    <a:pt x="2510381" y="1169995"/>
                  </a:cubicBezTo>
                  <a:cubicBezTo>
                    <a:pt x="2509984" y="1170359"/>
                    <a:pt x="2509224" y="1170822"/>
                    <a:pt x="2509290" y="1171120"/>
                  </a:cubicBezTo>
                  <a:close/>
                  <a:moveTo>
                    <a:pt x="1588044" y="1169995"/>
                  </a:moveTo>
                  <a:cubicBezTo>
                    <a:pt x="1587680" y="1170359"/>
                    <a:pt x="1586886" y="1170822"/>
                    <a:pt x="1586952" y="1171120"/>
                  </a:cubicBezTo>
                  <a:cubicBezTo>
                    <a:pt x="1587151" y="1171947"/>
                    <a:pt x="1587680" y="1172707"/>
                    <a:pt x="1588044" y="1173468"/>
                  </a:cubicBezTo>
                  <a:cubicBezTo>
                    <a:pt x="1588440" y="1173071"/>
                    <a:pt x="1588837" y="1172707"/>
                    <a:pt x="1589300" y="1172244"/>
                  </a:cubicBezTo>
                  <a:cubicBezTo>
                    <a:pt x="1588903" y="1171484"/>
                    <a:pt x="1588474" y="1170723"/>
                    <a:pt x="1588044" y="1169995"/>
                  </a:cubicBezTo>
                  <a:close/>
                  <a:moveTo>
                    <a:pt x="1497225" y="1173468"/>
                  </a:moveTo>
                  <a:cubicBezTo>
                    <a:pt x="1497589" y="1173071"/>
                    <a:pt x="1497986" y="1172707"/>
                    <a:pt x="1498449" y="1172244"/>
                  </a:cubicBezTo>
                  <a:cubicBezTo>
                    <a:pt x="1498052" y="1171484"/>
                    <a:pt x="1497622" y="1170756"/>
                    <a:pt x="1497225" y="1169995"/>
                  </a:cubicBezTo>
                  <a:cubicBezTo>
                    <a:pt x="1496828" y="1170359"/>
                    <a:pt x="1496068" y="1170855"/>
                    <a:pt x="1496134" y="1171120"/>
                  </a:cubicBezTo>
                  <a:cubicBezTo>
                    <a:pt x="1496299" y="1171947"/>
                    <a:pt x="1496828" y="1172707"/>
                    <a:pt x="1497225" y="1173468"/>
                  </a:cubicBezTo>
                  <a:close/>
                  <a:moveTo>
                    <a:pt x="1388912" y="883617"/>
                  </a:moveTo>
                  <a:cubicBezTo>
                    <a:pt x="1388515" y="884014"/>
                    <a:pt x="1387754" y="884477"/>
                    <a:pt x="1387820" y="884775"/>
                  </a:cubicBezTo>
                  <a:cubicBezTo>
                    <a:pt x="1388019" y="885601"/>
                    <a:pt x="1388515" y="886329"/>
                    <a:pt x="1388912" y="887123"/>
                  </a:cubicBezTo>
                  <a:cubicBezTo>
                    <a:pt x="1389308" y="886726"/>
                    <a:pt x="1389672" y="886329"/>
                    <a:pt x="1390168" y="885866"/>
                  </a:cubicBezTo>
                  <a:cubicBezTo>
                    <a:pt x="1389738" y="885138"/>
                    <a:pt x="1389341" y="884378"/>
                    <a:pt x="1388912" y="883617"/>
                  </a:cubicBezTo>
                  <a:close/>
                  <a:moveTo>
                    <a:pt x="1438422" y="884279"/>
                  </a:moveTo>
                  <a:cubicBezTo>
                    <a:pt x="1437595" y="884477"/>
                    <a:pt x="1436867" y="884973"/>
                    <a:pt x="1436074" y="885370"/>
                  </a:cubicBezTo>
                  <a:cubicBezTo>
                    <a:pt x="1436470" y="885767"/>
                    <a:pt x="1436933" y="886527"/>
                    <a:pt x="1437231" y="886461"/>
                  </a:cubicBezTo>
                  <a:cubicBezTo>
                    <a:pt x="1438058" y="886263"/>
                    <a:pt x="1438785" y="885767"/>
                    <a:pt x="1439579" y="885370"/>
                  </a:cubicBezTo>
                  <a:cubicBezTo>
                    <a:pt x="1439182" y="884973"/>
                    <a:pt x="1438719" y="884212"/>
                    <a:pt x="1438422" y="884279"/>
                  </a:cubicBezTo>
                  <a:close/>
                  <a:moveTo>
                    <a:pt x="1835826" y="886693"/>
                  </a:moveTo>
                  <a:cubicBezTo>
                    <a:pt x="1836289" y="886825"/>
                    <a:pt x="1837149" y="885701"/>
                    <a:pt x="1837843" y="885172"/>
                  </a:cubicBezTo>
                  <a:cubicBezTo>
                    <a:pt x="1837843" y="884675"/>
                    <a:pt x="1837843" y="884146"/>
                    <a:pt x="1837843" y="883617"/>
                  </a:cubicBezTo>
                  <a:cubicBezTo>
                    <a:pt x="1836950" y="883948"/>
                    <a:pt x="1835958" y="884113"/>
                    <a:pt x="1835164" y="884609"/>
                  </a:cubicBezTo>
                  <a:cubicBezTo>
                    <a:pt x="1834238" y="885205"/>
                    <a:pt x="1834470" y="886263"/>
                    <a:pt x="1835826" y="886693"/>
                  </a:cubicBezTo>
                  <a:close/>
                  <a:moveTo>
                    <a:pt x="1791938" y="889372"/>
                  </a:moveTo>
                  <a:cubicBezTo>
                    <a:pt x="1791508" y="888611"/>
                    <a:pt x="1791111" y="887883"/>
                    <a:pt x="1790681" y="887123"/>
                  </a:cubicBezTo>
                  <a:cubicBezTo>
                    <a:pt x="1790284" y="887487"/>
                    <a:pt x="1789524" y="887983"/>
                    <a:pt x="1789590" y="888247"/>
                  </a:cubicBezTo>
                  <a:cubicBezTo>
                    <a:pt x="1789788" y="889074"/>
                    <a:pt x="1790284" y="889835"/>
                    <a:pt x="1790681" y="890595"/>
                  </a:cubicBezTo>
                  <a:cubicBezTo>
                    <a:pt x="1791078" y="890232"/>
                    <a:pt x="1791442" y="889835"/>
                    <a:pt x="1791938" y="889372"/>
                  </a:cubicBezTo>
                  <a:close/>
                  <a:moveTo>
                    <a:pt x="2188945" y="356302"/>
                  </a:moveTo>
                  <a:cubicBezTo>
                    <a:pt x="2188582" y="356699"/>
                    <a:pt x="2187788" y="357162"/>
                    <a:pt x="2187854" y="357460"/>
                  </a:cubicBezTo>
                  <a:cubicBezTo>
                    <a:pt x="2188052" y="358287"/>
                    <a:pt x="2188582" y="359014"/>
                    <a:pt x="2188945" y="359808"/>
                  </a:cubicBezTo>
                  <a:cubicBezTo>
                    <a:pt x="2189342" y="359411"/>
                    <a:pt x="2189739" y="359014"/>
                    <a:pt x="2190202" y="358551"/>
                  </a:cubicBezTo>
                  <a:cubicBezTo>
                    <a:pt x="2189805" y="357824"/>
                    <a:pt x="2189375" y="357063"/>
                    <a:pt x="2188945" y="356302"/>
                  </a:cubicBezTo>
                  <a:close/>
                  <a:moveTo>
                    <a:pt x="2127165" y="351672"/>
                  </a:moveTo>
                  <a:cubicBezTo>
                    <a:pt x="2126967" y="350845"/>
                    <a:pt x="2126471" y="350085"/>
                    <a:pt x="2126074" y="349324"/>
                  </a:cubicBezTo>
                  <a:cubicBezTo>
                    <a:pt x="2125677" y="349721"/>
                    <a:pt x="2124916" y="350184"/>
                    <a:pt x="2124982" y="350482"/>
                  </a:cubicBezTo>
                  <a:cubicBezTo>
                    <a:pt x="2125181" y="351275"/>
                    <a:pt x="2125677" y="352036"/>
                    <a:pt x="2126074" y="352797"/>
                  </a:cubicBezTo>
                  <a:cubicBezTo>
                    <a:pt x="2126471" y="352433"/>
                    <a:pt x="2127231" y="351937"/>
                    <a:pt x="2127165" y="351672"/>
                  </a:cubicBezTo>
                  <a:close/>
                  <a:moveTo>
                    <a:pt x="683202" y="1941752"/>
                  </a:moveTo>
                  <a:cubicBezTo>
                    <a:pt x="682805" y="1942149"/>
                    <a:pt x="682044" y="1942612"/>
                    <a:pt x="682110" y="1942910"/>
                  </a:cubicBezTo>
                  <a:cubicBezTo>
                    <a:pt x="682276" y="1943703"/>
                    <a:pt x="682805" y="1944464"/>
                    <a:pt x="683202" y="1945225"/>
                  </a:cubicBezTo>
                  <a:cubicBezTo>
                    <a:pt x="683565" y="1944861"/>
                    <a:pt x="683962" y="1944464"/>
                    <a:pt x="684425" y="1944001"/>
                  </a:cubicBezTo>
                  <a:cubicBezTo>
                    <a:pt x="684028" y="1943273"/>
                    <a:pt x="683598" y="1942513"/>
                    <a:pt x="683202" y="1941752"/>
                  </a:cubicBezTo>
                  <a:close/>
                  <a:moveTo>
                    <a:pt x="1227119" y="1923132"/>
                  </a:moveTo>
                  <a:cubicBezTo>
                    <a:pt x="1227053" y="1923430"/>
                    <a:pt x="1227813" y="1923893"/>
                    <a:pt x="1228210" y="1924290"/>
                  </a:cubicBezTo>
                  <a:cubicBezTo>
                    <a:pt x="1228607" y="1923529"/>
                    <a:pt x="1229037" y="1922768"/>
                    <a:pt x="1229434" y="1922041"/>
                  </a:cubicBezTo>
                  <a:cubicBezTo>
                    <a:pt x="1228971" y="1921578"/>
                    <a:pt x="1228574" y="1921181"/>
                    <a:pt x="1228210" y="1920784"/>
                  </a:cubicBezTo>
                  <a:cubicBezTo>
                    <a:pt x="1227813" y="1921578"/>
                    <a:pt x="1227284" y="1922338"/>
                    <a:pt x="1227119" y="1923132"/>
                  </a:cubicBezTo>
                  <a:close/>
                  <a:moveTo>
                    <a:pt x="1384314" y="1911457"/>
                  </a:moveTo>
                  <a:cubicBezTo>
                    <a:pt x="1384513" y="1912284"/>
                    <a:pt x="1385042" y="1913045"/>
                    <a:pt x="1385406" y="1913805"/>
                  </a:cubicBezTo>
                  <a:cubicBezTo>
                    <a:pt x="1385803" y="1913409"/>
                    <a:pt x="1386200" y="1913045"/>
                    <a:pt x="1386663" y="1912582"/>
                  </a:cubicBezTo>
                  <a:cubicBezTo>
                    <a:pt x="1386266" y="1911821"/>
                    <a:pt x="1385836" y="1911093"/>
                    <a:pt x="1385406" y="1910333"/>
                  </a:cubicBezTo>
                  <a:cubicBezTo>
                    <a:pt x="1385042" y="1910697"/>
                    <a:pt x="1384248" y="1911193"/>
                    <a:pt x="1384314" y="1911457"/>
                  </a:cubicBezTo>
                  <a:close/>
                  <a:moveTo>
                    <a:pt x="1351572" y="1968541"/>
                  </a:moveTo>
                  <a:cubicBezTo>
                    <a:pt x="1351374" y="1967714"/>
                    <a:pt x="1350878" y="1966954"/>
                    <a:pt x="1350481" y="1966193"/>
                  </a:cubicBezTo>
                  <a:cubicBezTo>
                    <a:pt x="1350084" y="1966590"/>
                    <a:pt x="1349323" y="1967053"/>
                    <a:pt x="1349389" y="1967350"/>
                  </a:cubicBezTo>
                  <a:cubicBezTo>
                    <a:pt x="1349588" y="1968177"/>
                    <a:pt x="1350084" y="1968905"/>
                    <a:pt x="1350481" y="1969699"/>
                  </a:cubicBezTo>
                  <a:cubicBezTo>
                    <a:pt x="1350878" y="1969302"/>
                    <a:pt x="1351638" y="1968839"/>
                    <a:pt x="1351572" y="1968541"/>
                  </a:cubicBezTo>
                  <a:close/>
                  <a:moveTo>
                    <a:pt x="627275" y="1980150"/>
                  </a:moveTo>
                  <a:cubicBezTo>
                    <a:pt x="626912" y="1980547"/>
                    <a:pt x="626118" y="1981010"/>
                    <a:pt x="626184" y="1981307"/>
                  </a:cubicBezTo>
                  <a:cubicBezTo>
                    <a:pt x="626382" y="1982134"/>
                    <a:pt x="626912" y="1982895"/>
                    <a:pt x="627275" y="1983655"/>
                  </a:cubicBezTo>
                  <a:cubicBezTo>
                    <a:pt x="627672" y="1983259"/>
                    <a:pt x="628069" y="1982895"/>
                    <a:pt x="628532" y="1982432"/>
                  </a:cubicBezTo>
                  <a:cubicBezTo>
                    <a:pt x="628135" y="1981671"/>
                    <a:pt x="627705" y="1980910"/>
                    <a:pt x="627275" y="1980150"/>
                  </a:cubicBezTo>
                  <a:close/>
                  <a:moveTo>
                    <a:pt x="1380180" y="1978430"/>
                  </a:moveTo>
                  <a:cubicBezTo>
                    <a:pt x="1379387" y="1978033"/>
                    <a:pt x="1378659" y="1977504"/>
                    <a:pt x="1377832" y="1977338"/>
                  </a:cubicBezTo>
                  <a:cubicBezTo>
                    <a:pt x="1377534" y="1977272"/>
                    <a:pt x="1377071" y="1978033"/>
                    <a:pt x="1376675" y="1978430"/>
                  </a:cubicBezTo>
                  <a:cubicBezTo>
                    <a:pt x="1377435" y="1978827"/>
                    <a:pt x="1378196" y="1979257"/>
                    <a:pt x="1378924" y="1979654"/>
                  </a:cubicBezTo>
                  <a:cubicBezTo>
                    <a:pt x="1379387" y="1979191"/>
                    <a:pt x="1379783" y="1978794"/>
                    <a:pt x="1380180" y="1978430"/>
                  </a:cubicBezTo>
                  <a:close/>
                  <a:moveTo>
                    <a:pt x="1041977" y="344595"/>
                  </a:moveTo>
                  <a:cubicBezTo>
                    <a:pt x="1042340" y="344992"/>
                    <a:pt x="1042704" y="345421"/>
                    <a:pt x="1043035" y="345818"/>
                  </a:cubicBezTo>
                  <a:cubicBezTo>
                    <a:pt x="1043465" y="345058"/>
                    <a:pt x="1043862" y="344297"/>
                    <a:pt x="1044292" y="343569"/>
                  </a:cubicBezTo>
                  <a:cubicBezTo>
                    <a:pt x="1043829" y="343106"/>
                    <a:pt x="1043432" y="342710"/>
                    <a:pt x="1043035" y="342346"/>
                  </a:cubicBezTo>
                  <a:cubicBezTo>
                    <a:pt x="1042671" y="343073"/>
                    <a:pt x="1042175" y="343801"/>
                    <a:pt x="1041977" y="344595"/>
                  </a:cubicBezTo>
                  <a:close/>
                  <a:moveTo>
                    <a:pt x="1434916" y="1963349"/>
                  </a:moveTo>
                  <a:cubicBezTo>
                    <a:pt x="1434089" y="1963547"/>
                    <a:pt x="1433362" y="1964076"/>
                    <a:pt x="1432568" y="1964440"/>
                  </a:cubicBezTo>
                  <a:cubicBezTo>
                    <a:pt x="1432965" y="1964837"/>
                    <a:pt x="1433362" y="1965234"/>
                    <a:pt x="1433825" y="1965697"/>
                  </a:cubicBezTo>
                  <a:cubicBezTo>
                    <a:pt x="1434552" y="1965300"/>
                    <a:pt x="1435313" y="1964870"/>
                    <a:pt x="1436074" y="1964440"/>
                  </a:cubicBezTo>
                  <a:cubicBezTo>
                    <a:pt x="1435677" y="1964076"/>
                    <a:pt x="1435214" y="1963282"/>
                    <a:pt x="1434916" y="1963349"/>
                  </a:cubicBezTo>
                  <a:close/>
                  <a:moveTo>
                    <a:pt x="642357" y="1963845"/>
                  </a:moveTo>
                  <a:cubicBezTo>
                    <a:pt x="642423" y="1963547"/>
                    <a:pt x="641662" y="1963084"/>
                    <a:pt x="641265" y="1962720"/>
                  </a:cubicBezTo>
                  <a:cubicBezTo>
                    <a:pt x="640835" y="1963448"/>
                    <a:pt x="640438" y="1964209"/>
                    <a:pt x="640041" y="1964969"/>
                  </a:cubicBezTo>
                  <a:cubicBezTo>
                    <a:pt x="640504" y="1965432"/>
                    <a:pt x="640868" y="1965796"/>
                    <a:pt x="641265" y="1966193"/>
                  </a:cubicBezTo>
                  <a:cubicBezTo>
                    <a:pt x="641662" y="1965432"/>
                    <a:pt x="642158" y="1964672"/>
                    <a:pt x="642357" y="1963845"/>
                  </a:cubicBezTo>
                  <a:close/>
                  <a:moveTo>
                    <a:pt x="1213129" y="413320"/>
                  </a:moveTo>
                  <a:cubicBezTo>
                    <a:pt x="1213327" y="414147"/>
                    <a:pt x="1213824" y="414908"/>
                    <a:pt x="1214220" y="415668"/>
                  </a:cubicBezTo>
                  <a:cubicBezTo>
                    <a:pt x="1214617" y="415271"/>
                    <a:pt x="1215014" y="414908"/>
                    <a:pt x="1215477" y="414412"/>
                  </a:cubicBezTo>
                  <a:cubicBezTo>
                    <a:pt x="1215047" y="413684"/>
                    <a:pt x="1214650" y="412923"/>
                    <a:pt x="1214220" y="412163"/>
                  </a:cubicBezTo>
                  <a:cubicBezTo>
                    <a:pt x="1213857" y="412560"/>
                    <a:pt x="1213063" y="413023"/>
                    <a:pt x="1213129" y="413320"/>
                  </a:cubicBezTo>
                  <a:close/>
                  <a:moveTo>
                    <a:pt x="1967754" y="406342"/>
                  </a:moveTo>
                  <a:cubicBezTo>
                    <a:pt x="1967952" y="407169"/>
                    <a:pt x="1968481" y="407896"/>
                    <a:pt x="1968845" y="408690"/>
                  </a:cubicBezTo>
                  <a:cubicBezTo>
                    <a:pt x="1969242" y="408293"/>
                    <a:pt x="1969639" y="407896"/>
                    <a:pt x="1970102" y="407433"/>
                  </a:cubicBezTo>
                  <a:cubicBezTo>
                    <a:pt x="1969705" y="406706"/>
                    <a:pt x="1969275" y="405945"/>
                    <a:pt x="1968845" y="405184"/>
                  </a:cubicBezTo>
                  <a:cubicBezTo>
                    <a:pt x="1968481" y="405581"/>
                    <a:pt x="1967688" y="406044"/>
                    <a:pt x="1967754" y="406342"/>
                  </a:cubicBezTo>
                  <a:close/>
                  <a:moveTo>
                    <a:pt x="2012038" y="407433"/>
                  </a:moveTo>
                  <a:cubicBezTo>
                    <a:pt x="2011608" y="406706"/>
                    <a:pt x="2011212" y="405945"/>
                    <a:pt x="2010782" y="405184"/>
                  </a:cubicBezTo>
                  <a:cubicBezTo>
                    <a:pt x="2010385" y="405581"/>
                    <a:pt x="2009624" y="406044"/>
                    <a:pt x="2009690" y="406342"/>
                  </a:cubicBezTo>
                  <a:cubicBezTo>
                    <a:pt x="2009889" y="407169"/>
                    <a:pt x="2010385" y="407896"/>
                    <a:pt x="2010782" y="408690"/>
                  </a:cubicBezTo>
                  <a:cubicBezTo>
                    <a:pt x="2011178" y="408293"/>
                    <a:pt x="2011575" y="407929"/>
                    <a:pt x="2012038" y="407433"/>
                  </a:cubicBezTo>
                  <a:close/>
                  <a:moveTo>
                    <a:pt x="2088734" y="407532"/>
                  </a:moveTo>
                  <a:cubicBezTo>
                    <a:pt x="2088536" y="406706"/>
                    <a:pt x="2088040" y="405978"/>
                    <a:pt x="2087643" y="405184"/>
                  </a:cubicBezTo>
                  <a:cubicBezTo>
                    <a:pt x="2087246" y="405581"/>
                    <a:pt x="2086485" y="406044"/>
                    <a:pt x="2086552" y="406342"/>
                  </a:cubicBezTo>
                  <a:cubicBezTo>
                    <a:pt x="2086750" y="407169"/>
                    <a:pt x="2087246" y="407896"/>
                    <a:pt x="2087643" y="408690"/>
                  </a:cubicBezTo>
                  <a:cubicBezTo>
                    <a:pt x="2088040" y="408293"/>
                    <a:pt x="2088801" y="407830"/>
                    <a:pt x="2088734" y="407532"/>
                  </a:cubicBezTo>
                  <a:close/>
                  <a:moveTo>
                    <a:pt x="1162924" y="418017"/>
                  </a:moveTo>
                  <a:cubicBezTo>
                    <a:pt x="1162726" y="417190"/>
                    <a:pt x="1162230" y="416429"/>
                    <a:pt x="1161833" y="415668"/>
                  </a:cubicBezTo>
                  <a:cubicBezTo>
                    <a:pt x="1161436" y="416065"/>
                    <a:pt x="1160675" y="416528"/>
                    <a:pt x="1160741" y="416826"/>
                  </a:cubicBezTo>
                  <a:cubicBezTo>
                    <a:pt x="1160907" y="417653"/>
                    <a:pt x="1161436" y="418380"/>
                    <a:pt x="1161833" y="419174"/>
                  </a:cubicBezTo>
                  <a:cubicBezTo>
                    <a:pt x="1162230" y="418777"/>
                    <a:pt x="1162990" y="418314"/>
                    <a:pt x="1162924" y="418017"/>
                  </a:cubicBezTo>
                  <a:close/>
                  <a:moveTo>
                    <a:pt x="768794" y="1898096"/>
                  </a:moveTo>
                  <a:cubicBezTo>
                    <a:pt x="769191" y="1898493"/>
                    <a:pt x="769654" y="1899253"/>
                    <a:pt x="769919" y="1899187"/>
                  </a:cubicBezTo>
                  <a:cubicBezTo>
                    <a:pt x="770746" y="1899022"/>
                    <a:pt x="771506" y="1898493"/>
                    <a:pt x="772267" y="1898096"/>
                  </a:cubicBezTo>
                  <a:cubicBezTo>
                    <a:pt x="771903" y="1897699"/>
                    <a:pt x="771407" y="1896938"/>
                    <a:pt x="771142" y="1897004"/>
                  </a:cubicBezTo>
                  <a:cubicBezTo>
                    <a:pt x="770316" y="1897203"/>
                    <a:pt x="769555" y="1897699"/>
                    <a:pt x="768794" y="1898096"/>
                  </a:cubicBezTo>
                  <a:close/>
                  <a:moveTo>
                    <a:pt x="676190" y="1903321"/>
                  </a:moveTo>
                  <a:cubicBezTo>
                    <a:pt x="675826" y="1903718"/>
                    <a:pt x="675033" y="1904181"/>
                    <a:pt x="675099" y="1904479"/>
                  </a:cubicBezTo>
                  <a:cubicBezTo>
                    <a:pt x="675297" y="1905306"/>
                    <a:pt x="675826" y="1906066"/>
                    <a:pt x="676190" y="1906827"/>
                  </a:cubicBezTo>
                  <a:cubicBezTo>
                    <a:pt x="676587" y="1906430"/>
                    <a:pt x="676984" y="1906066"/>
                    <a:pt x="677447" y="1905570"/>
                  </a:cubicBezTo>
                  <a:cubicBezTo>
                    <a:pt x="677050" y="1904843"/>
                    <a:pt x="676620" y="1904082"/>
                    <a:pt x="676190" y="1903321"/>
                  </a:cubicBezTo>
                  <a:close/>
                  <a:moveTo>
                    <a:pt x="784504" y="1882386"/>
                  </a:moveTo>
                  <a:cubicBezTo>
                    <a:pt x="784934" y="1881625"/>
                    <a:pt x="785364" y="1880865"/>
                    <a:pt x="785761" y="1880137"/>
                  </a:cubicBezTo>
                  <a:cubicBezTo>
                    <a:pt x="785298" y="1879674"/>
                    <a:pt x="784901" y="1879277"/>
                    <a:pt x="784504" y="1878880"/>
                  </a:cubicBezTo>
                  <a:cubicBezTo>
                    <a:pt x="784107" y="1879674"/>
                    <a:pt x="783611" y="1880402"/>
                    <a:pt x="783413" y="1881229"/>
                  </a:cubicBezTo>
                  <a:cubicBezTo>
                    <a:pt x="783346" y="1881526"/>
                    <a:pt x="784107" y="1881989"/>
                    <a:pt x="784504" y="1882386"/>
                  </a:cubicBezTo>
                  <a:close/>
                  <a:moveTo>
                    <a:pt x="1409284" y="1876069"/>
                  </a:moveTo>
                  <a:cubicBezTo>
                    <a:pt x="1408987" y="1876003"/>
                    <a:pt x="1408524" y="1876764"/>
                    <a:pt x="1408127" y="1877161"/>
                  </a:cubicBezTo>
                  <a:cubicBezTo>
                    <a:pt x="1408888" y="1877557"/>
                    <a:pt x="1409648" y="1877987"/>
                    <a:pt x="1410376" y="1878384"/>
                  </a:cubicBezTo>
                  <a:cubicBezTo>
                    <a:pt x="1410839" y="1877921"/>
                    <a:pt x="1411236" y="1877524"/>
                    <a:pt x="1411633" y="1877161"/>
                  </a:cubicBezTo>
                  <a:cubicBezTo>
                    <a:pt x="1410839" y="1876764"/>
                    <a:pt x="1410111" y="1876235"/>
                    <a:pt x="1409284" y="1876069"/>
                  </a:cubicBezTo>
                  <a:close/>
                  <a:moveTo>
                    <a:pt x="1365562" y="1876532"/>
                  </a:moveTo>
                  <a:cubicBezTo>
                    <a:pt x="1365628" y="1876268"/>
                    <a:pt x="1364834" y="1875805"/>
                    <a:pt x="1364471" y="1875408"/>
                  </a:cubicBezTo>
                  <a:cubicBezTo>
                    <a:pt x="1364041" y="1876168"/>
                    <a:pt x="1363611" y="1876929"/>
                    <a:pt x="1363214" y="1877657"/>
                  </a:cubicBezTo>
                  <a:cubicBezTo>
                    <a:pt x="1363677" y="1878120"/>
                    <a:pt x="1364074" y="1878517"/>
                    <a:pt x="1364471" y="1878880"/>
                  </a:cubicBezTo>
                  <a:cubicBezTo>
                    <a:pt x="1364834" y="1878120"/>
                    <a:pt x="1365364" y="1877359"/>
                    <a:pt x="1365562" y="1876532"/>
                  </a:cubicBezTo>
                  <a:close/>
                  <a:moveTo>
                    <a:pt x="2091149" y="384249"/>
                  </a:moveTo>
                  <a:cubicBezTo>
                    <a:pt x="2090752" y="384613"/>
                    <a:pt x="2089991" y="385109"/>
                    <a:pt x="2090057" y="385374"/>
                  </a:cubicBezTo>
                  <a:cubicBezTo>
                    <a:pt x="2090223" y="386200"/>
                    <a:pt x="2090752" y="386961"/>
                    <a:pt x="2091149" y="387722"/>
                  </a:cubicBezTo>
                  <a:cubicBezTo>
                    <a:pt x="2091513" y="387325"/>
                    <a:pt x="2091909" y="386961"/>
                    <a:pt x="2092372" y="386498"/>
                  </a:cubicBezTo>
                  <a:cubicBezTo>
                    <a:pt x="2091976" y="385770"/>
                    <a:pt x="2091546" y="385010"/>
                    <a:pt x="2091149" y="384249"/>
                  </a:cubicBezTo>
                  <a:close/>
                  <a:moveTo>
                    <a:pt x="455495" y="2084263"/>
                  </a:moveTo>
                  <a:cubicBezTo>
                    <a:pt x="456321" y="2084098"/>
                    <a:pt x="457082" y="2083569"/>
                    <a:pt x="457843" y="2083172"/>
                  </a:cubicBezTo>
                  <a:cubicBezTo>
                    <a:pt x="457446" y="2082808"/>
                    <a:pt x="456983" y="2082014"/>
                    <a:pt x="456685" y="2082080"/>
                  </a:cubicBezTo>
                  <a:cubicBezTo>
                    <a:pt x="455858" y="2082279"/>
                    <a:pt x="455131" y="2082808"/>
                    <a:pt x="454337" y="2083172"/>
                  </a:cubicBezTo>
                  <a:cubicBezTo>
                    <a:pt x="454734" y="2083569"/>
                    <a:pt x="455230" y="2084329"/>
                    <a:pt x="455495" y="2084263"/>
                  </a:cubicBezTo>
                  <a:close/>
                  <a:moveTo>
                    <a:pt x="422918" y="2083172"/>
                  </a:moveTo>
                  <a:cubicBezTo>
                    <a:pt x="422521" y="2082808"/>
                    <a:pt x="422058" y="2082014"/>
                    <a:pt x="421760" y="2082080"/>
                  </a:cubicBezTo>
                  <a:cubicBezTo>
                    <a:pt x="420933" y="2082279"/>
                    <a:pt x="420206" y="2082808"/>
                    <a:pt x="419412" y="2083172"/>
                  </a:cubicBezTo>
                  <a:cubicBezTo>
                    <a:pt x="419809" y="2083569"/>
                    <a:pt x="420272" y="2084329"/>
                    <a:pt x="420570" y="2084263"/>
                  </a:cubicBezTo>
                  <a:cubicBezTo>
                    <a:pt x="421396" y="2084098"/>
                    <a:pt x="422124" y="2083569"/>
                    <a:pt x="422918" y="2083172"/>
                  </a:cubicBezTo>
                  <a:close/>
                  <a:moveTo>
                    <a:pt x="293636" y="2093656"/>
                  </a:moveTo>
                  <a:cubicBezTo>
                    <a:pt x="294396" y="2094086"/>
                    <a:pt x="295157" y="2094516"/>
                    <a:pt x="295885" y="2094913"/>
                  </a:cubicBezTo>
                  <a:cubicBezTo>
                    <a:pt x="296348" y="2094450"/>
                    <a:pt x="296745" y="2094053"/>
                    <a:pt x="297141" y="2093656"/>
                  </a:cubicBezTo>
                  <a:cubicBezTo>
                    <a:pt x="296348" y="2093259"/>
                    <a:pt x="295620" y="2092763"/>
                    <a:pt x="294793" y="2092565"/>
                  </a:cubicBezTo>
                  <a:cubicBezTo>
                    <a:pt x="294529" y="2092498"/>
                    <a:pt x="294033" y="2093259"/>
                    <a:pt x="293636" y="2093656"/>
                  </a:cubicBezTo>
                  <a:close/>
                  <a:moveTo>
                    <a:pt x="161542" y="2093061"/>
                  </a:moveTo>
                  <a:cubicBezTo>
                    <a:pt x="161741" y="2093887"/>
                    <a:pt x="162237" y="2094648"/>
                    <a:pt x="162634" y="2095409"/>
                  </a:cubicBezTo>
                  <a:cubicBezTo>
                    <a:pt x="163031" y="2095012"/>
                    <a:pt x="163395" y="2094648"/>
                    <a:pt x="163891" y="2094152"/>
                  </a:cubicBezTo>
                  <a:cubicBezTo>
                    <a:pt x="163461" y="2093424"/>
                    <a:pt x="163064" y="2092664"/>
                    <a:pt x="162634" y="2091903"/>
                  </a:cubicBezTo>
                  <a:cubicBezTo>
                    <a:pt x="162237" y="2092300"/>
                    <a:pt x="161476" y="2092763"/>
                    <a:pt x="161542" y="2093061"/>
                  </a:cubicBezTo>
                  <a:close/>
                  <a:moveTo>
                    <a:pt x="380981" y="2090150"/>
                  </a:moveTo>
                  <a:cubicBezTo>
                    <a:pt x="380617" y="2089786"/>
                    <a:pt x="380121" y="2088993"/>
                    <a:pt x="379857" y="2089059"/>
                  </a:cubicBezTo>
                  <a:cubicBezTo>
                    <a:pt x="379030" y="2089257"/>
                    <a:pt x="378269" y="2089786"/>
                    <a:pt x="377509" y="2090150"/>
                  </a:cubicBezTo>
                  <a:cubicBezTo>
                    <a:pt x="377872" y="2090547"/>
                    <a:pt x="378369" y="2091308"/>
                    <a:pt x="378633" y="2091242"/>
                  </a:cubicBezTo>
                  <a:cubicBezTo>
                    <a:pt x="379460" y="2091076"/>
                    <a:pt x="380221" y="2090547"/>
                    <a:pt x="380981" y="2090150"/>
                  </a:cubicBezTo>
                  <a:close/>
                  <a:moveTo>
                    <a:pt x="384487" y="2055258"/>
                  </a:moveTo>
                  <a:cubicBezTo>
                    <a:pt x="385248" y="2055622"/>
                    <a:pt x="386008" y="2056151"/>
                    <a:pt x="386835" y="2056350"/>
                  </a:cubicBezTo>
                  <a:cubicBezTo>
                    <a:pt x="387100" y="2056416"/>
                    <a:pt x="387596" y="2055622"/>
                    <a:pt x="387960" y="2055258"/>
                  </a:cubicBezTo>
                  <a:cubicBezTo>
                    <a:pt x="387199" y="2054828"/>
                    <a:pt x="386471" y="2054398"/>
                    <a:pt x="385711" y="2054001"/>
                  </a:cubicBezTo>
                  <a:cubicBezTo>
                    <a:pt x="385248" y="2054465"/>
                    <a:pt x="384884" y="2054861"/>
                    <a:pt x="384487" y="2055258"/>
                  </a:cubicBezTo>
                  <a:close/>
                  <a:moveTo>
                    <a:pt x="190580" y="2070968"/>
                  </a:moveTo>
                  <a:cubicBezTo>
                    <a:pt x="190977" y="2070571"/>
                    <a:pt x="191738" y="2070108"/>
                    <a:pt x="191672" y="2069810"/>
                  </a:cubicBezTo>
                  <a:cubicBezTo>
                    <a:pt x="191507" y="2068984"/>
                    <a:pt x="190977" y="2068223"/>
                    <a:pt x="190580" y="2067462"/>
                  </a:cubicBezTo>
                  <a:cubicBezTo>
                    <a:pt x="190184" y="2067859"/>
                    <a:pt x="189820" y="2068223"/>
                    <a:pt x="189357" y="2068719"/>
                  </a:cubicBezTo>
                  <a:cubicBezTo>
                    <a:pt x="189754" y="2069447"/>
                    <a:pt x="190184" y="2070207"/>
                    <a:pt x="190580" y="2070968"/>
                  </a:cubicBezTo>
                  <a:close/>
                  <a:moveTo>
                    <a:pt x="644176" y="2066801"/>
                  </a:moveTo>
                  <a:cubicBezTo>
                    <a:pt x="644969" y="2066635"/>
                    <a:pt x="645730" y="2066106"/>
                    <a:pt x="646491" y="2065709"/>
                  </a:cubicBezTo>
                  <a:cubicBezTo>
                    <a:pt x="646127" y="2065345"/>
                    <a:pt x="645730" y="2064949"/>
                    <a:pt x="645267" y="2064486"/>
                  </a:cubicBezTo>
                  <a:cubicBezTo>
                    <a:pt x="644539" y="2064882"/>
                    <a:pt x="643779" y="2065312"/>
                    <a:pt x="643018" y="2065709"/>
                  </a:cubicBezTo>
                  <a:cubicBezTo>
                    <a:pt x="643415" y="2066106"/>
                    <a:pt x="643878" y="2066867"/>
                    <a:pt x="644176" y="2066801"/>
                  </a:cubicBezTo>
                  <a:close/>
                  <a:moveTo>
                    <a:pt x="391465" y="2065709"/>
                  </a:moveTo>
                  <a:cubicBezTo>
                    <a:pt x="391069" y="2065345"/>
                    <a:pt x="390605" y="2064552"/>
                    <a:pt x="390308" y="2064618"/>
                  </a:cubicBezTo>
                  <a:cubicBezTo>
                    <a:pt x="389514" y="2064816"/>
                    <a:pt x="388753" y="2065345"/>
                    <a:pt x="387993" y="2065709"/>
                  </a:cubicBezTo>
                  <a:cubicBezTo>
                    <a:pt x="388357" y="2066106"/>
                    <a:pt x="388753" y="2066503"/>
                    <a:pt x="389216" y="2066966"/>
                  </a:cubicBezTo>
                  <a:cubicBezTo>
                    <a:pt x="389944" y="2066569"/>
                    <a:pt x="390705" y="2066139"/>
                    <a:pt x="391465" y="2065709"/>
                  </a:cubicBezTo>
                  <a:close/>
                  <a:moveTo>
                    <a:pt x="994120" y="258506"/>
                  </a:moveTo>
                  <a:cubicBezTo>
                    <a:pt x="993723" y="258903"/>
                    <a:pt x="992963" y="259366"/>
                    <a:pt x="993029" y="259663"/>
                  </a:cubicBezTo>
                  <a:cubicBezTo>
                    <a:pt x="993227" y="260490"/>
                    <a:pt x="993723" y="261251"/>
                    <a:pt x="994120" y="262012"/>
                  </a:cubicBezTo>
                  <a:cubicBezTo>
                    <a:pt x="994517" y="261615"/>
                    <a:pt x="994914" y="261251"/>
                    <a:pt x="995377" y="260788"/>
                  </a:cubicBezTo>
                  <a:cubicBezTo>
                    <a:pt x="994980" y="260027"/>
                    <a:pt x="994550" y="259300"/>
                    <a:pt x="994120" y="258506"/>
                  </a:cubicBezTo>
                  <a:close/>
                  <a:moveTo>
                    <a:pt x="603430" y="2136651"/>
                  </a:moveTo>
                  <a:cubicBezTo>
                    <a:pt x="603727" y="2136717"/>
                    <a:pt x="604190" y="2135956"/>
                    <a:pt x="604587" y="2135559"/>
                  </a:cubicBezTo>
                  <a:cubicBezTo>
                    <a:pt x="603827" y="2135162"/>
                    <a:pt x="603066" y="2134733"/>
                    <a:pt x="602338" y="2134336"/>
                  </a:cubicBezTo>
                  <a:cubicBezTo>
                    <a:pt x="601875" y="2134799"/>
                    <a:pt x="601478" y="2135196"/>
                    <a:pt x="601082" y="2135559"/>
                  </a:cubicBezTo>
                  <a:cubicBezTo>
                    <a:pt x="601875" y="2135956"/>
                    <a:pt x="602603" y="2136485"/>
                    <a:pt x="603430" y="2136651"/>
                  </a:cubicBezTo>
                  <a:close/>
                  <a:moveTo>
                    <a:pt x="527726" y="2132087"/>
                  </a:moveTo>
                  <a:cubicBezTo>
                    <a:pt x="528123" y="2132451"/>
                    <a:pt x="528586" y="2133244"/>
                    <a:pt x="528883" y="2133178"/>
                  </a:cubicBezTo>
                  <a:cubicBezTo>
                    <a:pt x="529710" y="2132980"/>
                    <a:pt x="530438" y="2132451"/>
                    <a:pt x="531232" y="2132087"/>
                  </a:cubicBezTo>
                  <a:cubicBezTo>
                    <a:pt x="530835" y="2131690"/>
                    <a:pt x="530372" y="2130929"/>
                    <a:pt x="530074" y="2130995"/>
                  </a:cubicBezTo>
                  <a:cubicBezTo>
                    <a:pt x="529247" y="2131161"/>
                    <a:pt x="528487" y="2131690"/>
                    <a:pt x="527726" y="2132087"/>
                  </a:cubicBezTo>
                  <a:close/>
                  <a:moveTo>
                    <a:pt x="1940402" y="240547"/>
                  </a:moveTo>
                  <a:cubicBezTo>
                    <a:pt x="1941130" y="240150"/>
                    <a:pt x="1941891" y="239720"/>
                    <a:pt x="1942651" y="239324"/>
                  </a:cubicBezTo>
                  <a:cubicBezTo>
                    <a:pt x="1942255" y="238927"/>
                    <a:pt x="1941791" y="238166"/>
                    <a:pt x="1941494" y="238232"/>
                  </a:cubicBezTo>
                  <a:cubicBezTo>
                    <a:pt x="1940998" y="238331"/>
                    <a:pt x="1940568" y="238563"/>
                    <a:pt x="1940105" y="238827"/>
                  </a:cubicBezTo>
                  <a:cubicBezTo>
                    <a:pt x="1940072" y="239290"/>
                    <a:pt x="1940072" y="239754"/>
                    <a:pt x="1940072" y="240217"/>
                  </a:cubicBezTo>
                  <a:cubicBezTo>
                    <a:pt x="1940171" y="240349"/>
                    <a:pt x="1940270" y="240415"/>
                    <a:pt x="1940402" y="240547"/>
                  </a:cubicBezTo>
                  <a:close/>
                  <a:moveTo>
                    <a:pt x="574292" y="2112210"/>
                  </a:moveTo>
                  <a:cubicBezTo>
                    <a:pt x="575119" y="2112011"/>
                    <a:pt x="575847" y="2111515"/>
                    <a:pt x="576641" y="2111118"/>
                  </a:cubicBezTo>
                  <a:cubicBezTo>
                    <a:pt x="576244" y="2110722"/>
                    <a:pt x="575781" y="2109961"/>
                    <a:pt x="575483" y="2110027"/>
                  </a:cubicBezTo>
                  <a:cubicBezTo>
                    <a:pt x="574656" y="2110226"/>
                    <a:pt x="573929" y="2110722"/>
                    <a:pt x="573135" y="2111118"/>
                  </a:cubicBezTo>
                  <a:cubicBezTo>
                    <a:pt x="573532" y="2111515"/>
                    <a:pt x="573995" y="2112276"/>
                    <a:pt x="574292" y="2112210"/>
                  </a:cubicBezTo>
                  <a:close/>
                  <a:moveTo>
                    <a:pt x="314604" y="2107646"/>
                  </a:moveTo>
                  <a:cubicBezTo>
                    <a:pt x="315365" y="2108043"/>
                    <a:pt x="316125" y="2108473"/>
                    <a:pt x="316853" y="2108870"/>
                  </a:cubicBezTo>
                  <a:cubicBezTo>
                    <a:pt x="317316" y="2108406"/>
                    <a:pt x="317713" y="2108010"/>
                    <a:pt x="318110" y="2107646"/>
                  </a:cubicBezTo>
                  <a:cubicBezTo>
                    <a:pt x="317316" y="2107249"/>
                    <a:pt x="316588" y="2106720"/>
                    <a:pt x="315761" y="2106554"/>
                  </a:cubicBezTo>
                  <a:cubicBezTo>
                    <a:pt x="315464" y="2106488"/>
                    <a:pt x="315001" y="2107249"/>
                    <a:pt x="314604" y="2107646"/>
                  </a:cubicBezTo>
                  <a:close/>
                  <a:moveTo>
                    <a:pt x="86368" y="2105231"/>
                  </a:moveTo>
                  <a:cubicBezTo>
                    <a:pt x="86665" y="2105298"/>
                    <a:pt x="87128" y="2104537"/>
                    <a:pt x="87525" y="2104140"/>
                  </a:cubicBezTo>
                  <a:cubicBezTo>
                    <a:pt x="86765" y="2103710"/>
                    <a:pt x="86004" y="2103313"/>
                    <a:pt x="85276" y="2102883"/>
                  </a:cubicBezTo>
                  <a:cubicBezTo>
                    <a:pt x="84813" y="2103346"/>
                    <a:pt x="84416" y="2103743"/>
                    <a:pt x="84020" y="2104140"/>
                  </a:cubicBezTo>
                  <a:cubicBezTo>
                    <a:pt x="84813" y="2104537"/>
                    <a:pt x="85541" y="2105033"/>
                    <a:pt x="86368" y="2105231"/>
                  </a:cubicBezTo>
                  <a:close/>
                  <a:moveTo>
                    <a:pt x="626680" y="2007435"/>
                  </a:moveTo>
                  <a:cubicBezTo>
                    <a:pt x="627507" y="2007269"/>
                    <a:pt x="628267" y="2006740"/>
                    <a:pt x="629028" y="2006343"/>
                  </a:cubicBezTo>
                  <a:cubicBezTo>
                    <a:pt x="628664" y="2005980"/>
                    <a:pt x="628168" y="2005186"/>
                    <a:pt x="627904" y="2005252"/>
                  </a:cubicBezTo>
                  <a:cubicBezTo>
                    <a:pt x="627077" y="2005450"/>
                    <a:pt x="626316" y="2005980"/>
                    <a:pt x="625556" y="2006343"/>
                  </a:cubicBezTo>
                  <a:cubicBezTo>
                    <a:pt x="625952" y="2006740"/>
                    <a:pt x="626415" y="2007501"/>
                    <a:pt x="626680" y="2007435"/>
                  </a:cubicBezTo>
                  <a:close/>
                  <a:moveTo>
                    <a:pt x="581866" y="2008096"/>
                  </a:moveTo>
                  <a:cubicBezTo>
                    <a:pt x="582296" y="2007336"/>
                    <a:pt x="582726" y="2006575"/>
                    <a:pt x="583123" y="2005847"/>
                  </a:cubicBezTo>
                  <a:cubicBezTo>
                    <a:pt x="582660" y="2005384"/>
                    <a:pt x="582263" y="2004987"/>
                    <a:pt x="581866" y="2004624"/>
                  </a:cubicBezTo>
                  <a:cubicBezTo>
                    <a:pt x="581502" y="2005384"/>
                    <a:pt x="580973" y="2006145"/>
                    <a:pt x="580775" y="2006972"/>
                  </a:cubicBezTo>
                  <a:cubicBezTo>
                    <a:pt x="580709" y="2007236"/>
                    <a:pt x="581502" y="2007699"/>
                    <a:pt x="581866" y="2008096"/>
                  </a:cubicBezTo>
                  <a:close/>
                  <a:moveTo>
                    <a:pt x="2229129" y="302162"/>
                  </a:moveTo>
                  <a:cubicBezTo>
                    <a:pt x="2228368" y="301765"/>
                    <a:pt x="2227608" y="301335"/>
                    <a:pt x="2226880" y="300938"/>
                  </a:cubicBezTo>
                  <a:cubicBezTo>
                    <a:pt x="2226417" y="301401"/>
                    <a:pt x="2226020" y="301798"/>
                    <a:pt x="2225656" y="302162"/>
                  </a:cubicBezTo>
                  <a:cubicBezTo>
                    <a:pt x="2226417" y="302559"/>
                    <a:pt x="2227178" y="303088"/>
                    <a:pt x="2227971" y="303254"/>
                  </a:cubicBezTo>
                  <a:cubicBezTo>
                    <a:pt x="2228269" y="303320"/>
                    <a:pt x="2228732" y="302559"/>
                    <a:pt x="2229129" y="302162"/>
                  </a:cubicBezTo>
                  <a:close/>
                  <a:moveTo>
                    <a:pt x="485789" y="2016828"/>
                  </a:moveTo>
                  <a:cubicBezTo>
                    <a:pt x="485426" y="2016431"/>
                    <a:pt x="484929" y="2015670"/>
                    <a:pt x="484665" y="2015736"/>
                  </a:cubicBezTo>
                  <a:cubicBezTo>
                    <a:pt x="483838" y="2015935"/>
                    <a:pt x="483077" y="2016431"/>
                    <a:pt x="482317" y="2016828"/>
                  </a:cubicBezTo>
                  <a:cubicBezTo>
                    <a:pt x="482714" y="2017224"/>
                    <a:pt x="483177" y="2017985"/>
                    <a:pt x="483474" y="2017919"/>
                  </a:cubicBezTo>
                  <a:cubicBezTo>
                    <a:pt x="484268" y="2017754"/>
                    <a:pt x="485029" y="2017224"/>
                    <a:pt x="485789" y="2016828"/>
                  </a:cubicBezTo>
                  <a:close/>
                  <a:moveTo>
                    <a:pt x="1945000" y="294092"/>
                  </a:moveTo>
                  <a:cubicBezTo>
                    <a:pt x="1944173" y="294291"/>
                    <a:pt x="1943445" y="294820"/>
                    <a:pt x="1942651" y="295184"/>
                  </a:cubicBezTo>
                  <a:cubicBezTo>
                    <a:pt x="1943048" y="295581"/>
                    <a:pt x="1943511" y="296341"/>
                    <a:pt x="1943809" y="296275"/>
                  </a:cubicBezTo>
                  <a:cubicBezTo>
                    <a:pt x="1944636" y="296110"/>
                    <a:pt x="1945363" y="295581"/>
                    <a:pt x="1946157" y="295184"/>
                  </a:cubicBezTo>
                  <a:cubicBezTo>
                    <a:pt x="1945760" y="294820"/>
                    <a:pt x="1945297" y="294026"/>
                    <a:pt x="1945000" y="294092"/>
                  </a:cubicBezTo>
                  <a:close/>
                  <a:moveTo>
                    <a:pt x="1321939" y="1996984"/>
                  </a:moveTo>
                  <a:cubicBezTo>
                    <a:pt x="1322766" y="1996785"/>
                    <a:pt x="1323493" y="1996256"/>
                    <a:pt x="1324287" y="1995892"/>
                  </a:cubicBezTo>
                  <a:cubicBezTo>
                    <a:pt x="1323890" y="1995495"/>
                    <a:pt x="1323427" y="1994735"/>
                    <a:pt x="1323130" y="1994801"/>
                  </a:cubicBezTo>
                  <a:cubicBezTo>
                    <a:pt x="1322303" y="1994966"/>
                    <a:pt x="1321575" y="1995495"/>
                    <a:pt x="1320781" y="1995892"/>
                  </a:cubicBezTo>
                  <a:cubicBezTo>
                    <a:pt x="1321178" y="1996256"/>
                    <a:pt x="1321641" y="1997050"/>
                    <a:pt x="1321939" y="1996984"/>
                  </a:cubicBezTo>
                  <a:close/>
                  <a:moveTo>
                    <a:pt x="1422117" y="2037796"/>
                  </a:moveTo>
                  <a:cubicBezTo>
                    <a:pt x="1421720" y="2037399"/>
                    <a:pt x="1421224" y="2036638"/>
                    <a:pt x="1420959" y="2036704"/>
                  </a:cubicBezTo>
                  <a:cubicBezTo>
                    <a:pt x="1420132" y="2036870"/>
                    <a:pt x="1419372" y="2037399"/>
                    <a:pt x="1418611" y="2037796"/>
                  </a:cubicBezTo>
                  <a:cubicBezTo>
                    <a:pt x="1419008" y="2038160"/>
                    <a:pt x="1419372" y="2038556"/>
                    <a:pt x="1419835" y="2039019"/>
                  </a:cubicBezTo>
                  <a:cubicBezTo>
                    <a:pt x="1420595" y="2038623"/>
                    <a:pt x="1421356" y="2038193"/>
                    <a:pt x="1422117" y="2037796"/>
                  </a:cubicBezTo>
                  <a:close/>
                  <a:moveTo>
                    <a:pt x="689089" y="2019738"/>
                  </a:moveTo>
                  <a:cubicBezTo>
                    <a:pt x="689155" y="2019969"/>
                    <a:pt x="689254" y="2020201"/>
                    <a:pt x="689353" y="2020432"/>
                  </a:cubicBezTo>
                  <a:cubicBezTo>
                    <a:pt x="689783" y="2020069"/>
                    <a:pt x="690180" y="2019705"/>
                    <a:pt x="690577" y="2019308"/>
                  </a:cubicBezTo>
                  <a:cubicBezTo>
                    <a:pt x="690445" y="2019076"/>
                    <a:pt x="690312" y="2018812"/>
                    <a:pt x="690180" y="2018580"/>
                  </a:cubicBezTo>
                  <a:cubicBezTo>
                    <a:pt x="689783" y="2018977"/>
                    <a:pt x="689022" y="2019440"/>
                    <a:pt x="689089" y="2019738"/>
                  </a:cubicBezTo>
                  <a:close/>
                  <a:moveTo>
                    <a:pt x="534043" y="2020929"/>
                  </a:moveTo>
                  <a:cubicBezTo>
                    <a:pt x="533877" y="2020102"/>
                    <a:pt x="533348" y="2019341"/>
                    <a:pt x="532951" y="2018580"/>
                  </a:cubicBezTo>
                  <a:cubicBezTo>
                    <a:pt x="532588" y="2018977"/>
                    <a:pt x="531794" y="2019440"/>
                    <a:pt x="531860" y="2019705"/>
                  </a:cubicBezTo>
                  <a:cubicBezTo>
                    <a:pt x="532058" y="2020532"/>
                    <a:pt x="532588" y="2021292"/>
                    <a:pt x="532951" y="2022053"/>
                  </a:cubicBezTo>
                  <a:cubicBezTo>
                    <a:pt x="533348" y="2021689"/>
                    <a:pt x="534109" y="2021226"/>
                    <a:pt x="534043" y="2020929"/>
                  </a:cubicBezTo>
                  <a:close/>
                  <a:moveTo>
                    <a:pt x="677943" y="2030784"/>
                  </a:moveTo>
                  <a:cubicBezTo>
                    <a:pt x="678108" y="2030950"/>
                    <a:pt x="678241" y="2031148"/>
                    <a:pt x="678406" y="2031313"/>
                  </a:cubicBezTo>
                  <a:cubicBezTo>
                    <a:pt x="678869" y="2030817"/>
                    <a:pt x="679332" y="2030288"/>
                    <a:pt x="679795" y="2029792"/>
                  </a:cubicBezTo>
                  <a:cubicBezTo>
                    <a:pt x="679200" y="2030123"/>
                    <a:pt x="678571" y="2030454"/>
                    <a:pt x="677943" y="2030784"/>
                  </a:cubicBezTo>
                  <a:close/>
                  <a:moveTo>
                    <a:pt x="1253908" y="291182"/>
                  </a:moveTo>
                  <a:cubicBezTo>
                    <a:pt x="1253445" y="290719"/>
                    <a:pt x="1253048" y="290355"/>
                    <a:pt x="1252651" y="289958"/>
                  </a:cubicBezTo>
                  <a:cubicBezTo>
                    <a:pt x="1252287" y="290719"/>
                    <a:pt x="1251758" y="291480"/>
                    <a:pt x="1251560" y="292306"/>
                  </a:cubicBezTo>
                  <a:cubicBezTo>
                    <a:pt x="1251494" y="292571"/>
                    <a:pt x="1252287" y="293067"/>
                    <a:pt x="1252651" y="293431"/>
                  </a:cubicBezTo>
                  <a:cubicBezTo>
                    <a:pt x="1253081" y="292670"/>
                    <a:pt x="1253511" y="291943"/>
                    <a:pt x="1253908" y="291182"/>
                  </a:cubicBezTo>
                  <a:close/>
                  <a:moveTo>
                    <a:pt x="1374922" y="2025559"/>
                  </a:moveTo>
                  <a:cubicBezTo>
                    <a:pt x="1374558" y="2025956"/>
                    <a:pt x="1373764" y="2026419"/>
                    <a:pt x="1373830" y="2026716"/>
                  </a:cubicBezTo>
                  <a:cubicBezTo>
                    <a:pt x="1374029" y="2027543"/>
                    <a:pt x="1374558" y="2028271"/>
                    <a:pt x="1374922" y="2029065"/>
                  </a:cubicBezTo>
                  <a:cubicBezTo>
                    <a:pt x="1375319" y="2028668"/>
                    <a:pt x="1375715" y="2028271"/>
                    <a:pt x="1376178" y="2027808"/>
                  </a:cubicBezTo>
                  <a:cubicBezTo>
                    <a:pt x="1375782" y="2027080"/>
                    <a:pt x="1375352" y="2026319"/>
                    <a:pt x="1374922" y="2025559"/>
                  </a:cubicBezTo>
                  <a:close/>
                  <a:moveTo>
                    <a:pt x="1016841" y="1650148"/>
                  </a:moveTo>
                  <a:cubicBezTo>
                    <a:pt x="1017238" y="1650545"/>
                    <a:pt x="1017701" y="1651306"/>
                    <a:pt x="1017999" y="1651240"/>
                  </a:cubicBezTo>
                  <a:cubicBezTo>
                    <a:pt x="1018792" y="1651074"/>
                    <a:pt x="1019553" y="1650545"/>
                    <a:pt x="1020314" y="1650148"/>
                  </a:cubicBezTo>
                  <a:cubicBezTo>
                    <a:pt x="1019950" y="1649784"/>
                    <a:pt x="1019454" y="1648991"/>
                    <a:pt x="1019189" y="1649057"/>
                  </a:cubicBezTo>
                  <a:cubicBezTo>
                    <a:pt x="1018363" y="1649255"/>
                    <a:pt x="1017602" y="1649784"/>
                    <a:pt x="1016841" y="1650148"/>
                  </a:cubicBezTo>
                  <a:close/>
                  <a:moveTo>
                    <a:pt x="2643136" y="1641417"/>
                  </a:moveTo>
                  <a:cubicBezTo>
                    <a:pt x="2642706" y="1642178"/>
                    <a:pt x="2642309" y="1642938"/>
                    <a:pt x="2641879" y="1643666"/>
                  </a:cubicBezTo>
                  <a:cubicBezTo>
                    <a:pt x="2642342" y="1644129"/>
                    <a:pt x="2642739" y="1644526"/>
                    <a:pt x="2643136" y="1644923"/>
                  </a:cubicBezTo>
                  <a:cubicBezTo>
                    <a:pt x="2643533" y="1644129"/>
                    <a:pt x="2644029" y="1643401"/>
                    <a:pt x="2644227" y="1642574"/>
                  </a:cubicBezTo>
                  <a:cubicBezTo>
                    <a:pt x="2644293" y="1642277"/>
                    <a:pt x="2643533" y="1641814"/>
                    <a:pt x="2643136" y="1641417"/>
                  </a:cubicBezTo>
                  <a:close/>
                  <a:moveTo>
                    <a:pt x="1345288" y="1642938"/>
                  </a:moveTo>
                  <a:cubicBezTo>
                    <a:pt x="1345652" y="1643666"/>
                    <a:pt x="1346578" y="1644129"/>
                    <a:pt x="1347339" y="1644526"/>
                  </a:cubicBezTo>
                  <a:cubicBezTo>
                    <a:pt x="1347471" y="1644592"/>
                    <a:pt x="1348033" y="1643864"/>
                    <a:pt x="1348463" y="1643467"/>
                  </a:cubicBezTo>
                  <a:cubicBezTo>
                    <a:pt x="1347901" y="1642773"/>
                    <a:pt x="1347471" y="1641814"/>
                    <a:pt x="1346777" y="1641483"/>
                  </a:cubicBezTo>
                  <a:cubicBezTo>
                    <a:pt x="1346049" y="1641119"/>
                    <a:pt x="1345520" y="1641152"/>
                    <a:pt x="1345222" y="1641384"/>
                  </a:cubicBezTo>
                  <a:cubicBezTo>
                    <a:pt x="1345222" y="1641417"/>
                    <a:pt x="1345222" y="1641417"/>
                    <a:pt x="1345222" y="1641417"/>
                  </a:cubicBezTo>
                  <a:cubicBezTo>
                    <a:pt x="1344958" y="1641715"/>
                    <a:pt x="1344958" y="1642244"/>
                    <a:pt x="1345288" y="1642938"/>
                  </a:cubicBezTo>
                  <a:close/>
                  <a:moveTo>
                    <a:pt x="1086724" y="1643170"/>
                  </a:moveTo>
                  <a:cubicBezTo>
                    <a:pt x="1086327" y="1642773"/>
                    <a:pt x="1085864" y="1642012"/>
                    <a:pt x="1085567" y="1642078"/>
                  </a:cubicBezTo>
                  <a:cubicBezTo>
                    <a:pt x="1084740" y="1642277"/>
                    <a:pt x="1083979" y="1642773"/>
                    <a:pt x="1083219" y="1643170"/>
                  </a:cubicBezTo>
                  <a:cubicBezTo>
                    <a:pt x="1083615" y="1643567"/>
                    <a:pt x="1083979" y="1643930"/>
                    <a:pt x="1084442" y="1644426"/>
                  </a:cubicBezTo>
                  <a:cubicBezTo>
                    <a:pt x="1085203" y="1643997"/>
                    <a:pt x="1085964" y="1643600"/>
                    <a:pt x="1086724" y="1643170"/>
                  </a:cubicBezTo>
                  <a:close/>
                  <a:moveTo>
                    <a:pt x="2067270" y="559502"/>
                  </a:moveTo>
                  <a:cubicBezTo>
                    <a:pt x="2066443" y="559701"/>
                    <a:pt x="2065716" y="560197"/>
                    <a:pt x="2064922" y="560594"/>
                  </a:cubicBezTo>
                  <a:cubicBezTo>
                    <a:pt x="2065319" y="560991"/>
                    <a:pt x="2065716" y="561355"/>
                    <a:pt x="2066179" y="561851"/>
                  </a:cubicBezTo>
                  <a:cubicBezTo>
                    <a:pt x="2066906" y="561421"/>
                    <a:pt x="2067667" y="561024"/>
                    <a:pt x="2068428" y="560594"/>
                  </a:cubicBezTo>
                  <a:cubicBezTo>
                    <a:pt x="2068031" y="560197"/>
                    <a:pt x="2067568" y="559436"/>
                    <a:pt x="2067270" y="559502"/>
                  </a:cubicBezTo>
                  <a:close/>
                  <a:moveTo>
                    <a:pt x="991739" y="1661228"/>
                  </a:moveTo>
                  <a:cubicBezTo>
                    <a:pt x="991540" y="1660401"/>
                    <a:pt x="991011" y="1659673"/>
                    <a:pt x="990647" y="1658879"/>
                  </a:cubicBezTo>
                  <a:cubicBezTo>
                    <a:pt x="990251" y="1659276"/>
                    <a:pt x="989490" y="1659739"/>
                    <a:pt x="989556" y="1660037"/>
                  </a:cubicBezTo>
                  <a:cubicBezTo>
                    <a:pt x="989721" y="1660864"/>
                    <a:pt x="990251" y="1661591"/>
                    <a:pt x="990647" y="1662385"/>
                  </a:cubicBezTo>
                  <a:cubicBezTo>
                    <a:pt x="991011" y="1661988"/>
                    <a:pt x="991805" y="1661525"/>
                    <a:pt x="991739" y="1661228"/>
                  </a:cubicBezTo>
                  <a:close/>
                  <a:moveTo>
                    <a:pt x="1959485" y="547232"/>
                  </a:moveTo>
                  <a:cubicBezTo>
                    <a:pt x="1959287" y="546406"/>
                    <a:pt x="1958758" y="545645"/>
                    <a:pt x="1958394" y="544884"/>
                  </a:cubicBezTo>
                  <a:cubicBezTo>
                    <a:pt x="1957997" y="545281"/>
                    <a:pt x="1957237" y="545744"/>
                    <a:pt x="1957270" y="546042"/>
                  </a:cubicBezTo>
                  <a:cubicBezTo>
                    <a:pt x="1957468" y="546836"/>
                    <a:pt x="1957997" y="547596"/>
                    <a:pt x="1958394" y="548357"/>
                  </a:cubicBezTo>
                  <a:cubicBezTo>
                    <a:pt x="1958758" y="547993"/>
                    <a:pt x="1959519" y="547497"/>
                    <a:pt x="1959485" y="547232"/>
                  </a:cubicBezTo>
                  <a:close/>
                  <a:moveTo>
                    <a:pt x="2124982" y="546042"/>
                  </a:moveTo>
                  <a:cubicBezTo>
                    <a:pt x="2125181" y="546836"/>
                    <a:pt x="2125677" y="547596"/>
                    <a:pt x="2126074" y="548357"/>
                  </a:cubicBezTo>
                  <a:cubicBezTo>
                    <a:pt x="2126471" y="547993"/>
                    <a:pt x="2126835" y="547596"/>
                    <a:pt x="2127298" y="547133"/>
                  </a:cubicBezTo>
                  <a:cubicBezTo>
                    <a:pt x="2126901" y="546406"/>
                    <a:pt x="2126504" y="545645"/>
                    <a:pt x="2126074" y="544884"/>
                  </a:cubicBezTo>
                  <a:cubicBezTo>
                    <a:pt x="2125677" y="545281"/>
                    <a:pt x="2124916" y="545744"/>
                    <a:pt x="2124982" y="546042"/>
                  </a:cubicBezTo>
                  <a:close/>
                  <a:moveTo>
                    <a:pt x="1238694" y="1651901"/>
                  </a:moveTo>
                  <a:cubicBezTo>
                    <a:pt x="1238297" y="1652298"/>
                    <a:pt x="1237537" y="1652761"/>
                    <a:pt x="1237603" y="1653059"/>
                  </a:cubicBezTo>
                  <a:cubicBezTo>
                    <a:pt x="1237768" y="1653885"/>
                    <a:pt x="1238297" y="1654613"/>
                    <a:pt x="1238694" y="1655407"/>
                  </a:cubicBezTo>
                  <a:cubicBezTo>
                    <a:pt x="1239058" y="1655010"/>
                    <a:pt x="1239455" y="1654613"/>
                    <a:pt x="1239918" y="1654150"/>
                  </a:cubicBezTo>
                  <a:cubicBezTo>
                    <a:pt x="1239521" y="1653422"/>
                    <a:pt x="1239091" y="1652662"/>
                    <a:pt x="1238694" y="1651901"/>
                  </a:cubicBezTo>
                  <a:close/>
                  <a:moveTo>
                    <a:pt x="2026491" y="571078"/>
                  </a:moveTo>
                  <a:cubicBezTo>
                    <a:pt x="2025731" y="570648"/>
                    <a:pt x="2024970" y="570251"/>
                    <a:pt x="2024242" y="569821"/>
                  </a:cubicBezTo>
                  <a:cubicBezTo>
                    <a:pt x="2023779" y="570284"/>
                    <a:pt x="2023382" y="570681"/>
                    <a:pt x="2023019" y="571078"/>
                  </a:cubicBezTo>
                  <a:cubicBezTo>
                    <a:pt x="2023779" y="571475"/>
                    <a:pt x="2024540" y="571971"/>
                    <a:pt x="2025367" y="572169"/>
                  </a:cubicBezTo>
                  <a:cubicBezTo>
                    <a:pt x="2025631" y="572236"/>
                    <a:pt x="2026127" y="571475"/>
                    <a:pt x="2026491" y="571078"/>
                  </a:cubicBezTo>
                  <a:close/>
                  <a:moveTo>
                    <a:pt x="1423837" y="1630933"/>
                  </a:moveTo>
                  <a:cubicBezTo>
                    <a:pt x="1424266" y="1630205"/>
                    <a:pt x="1424696" y="1629444"/>
                    <a:pt x="1425093" y="1628684"/>
                  </a:cubicBezTo>
                  <a:cubicBezTo>
                    <a:pt x="1424630" y="1628221"/>
                    <a:pt x="1424233" y="1627857"/>
                    <a:pt x="1423837" y="1627460"/>
                  </a:cubicBezTo>
                  <a:cubicBezTo>
                    <a:pt x="1423473" y="1628221"/>
                    <a:pt x="1422944" y="1628981"/>
                    <a:pt x="1422745" y="1629808"/>
                  </a:cubicBezTo>
                  <a:cubicBezTo>
                    <a:pt x="1422679" y="1630073"/>
                    <a:pt x="1423473" y="1630569"/>
                    <a:pt x="1423837" y="1630933"/>
                  </a:cubicBezTo>
                  <a:close/>
                  <a:moveTo>
                    <a:pt x="1262044" y="1626303"/>
                  </a:moveTo>
                  <a:cubicBezTo>
                    <a:pt x="1261978" y="1626600"/>
                    <a:pt x="1262738" y="1627063"/>
                    <a:pt x="1263135" y="1627460"/>
                  </a:cubicBezTo>
                  <a:cubicBezTo>
                    <a:pt x="1263565" y="1626699"/>
                    <a:pt x="1263995" y="1625939"/>
                    <a:pt x="1264392" y="1625211"/>
                  </a:cubicBezTo>
                  <a:cubicBezTo>
                    <a:pt x="1263929" y="1624748"/>
                    <a:pt x="1263532" y="1624351"/>
                    <a:pt x="1263135" y="1623954"/>
                  </a:cubicBezTo>
                  <a:cubicBezTo>
                    <a:pt x="1262738" y="1624748"/>
                    <a:pt x="1262242" y="1625476"/>
                    <a:pt x="1262044" y="1626303"/>
                  </a:cubicBezTo>
                  <a:close/>
                  <a:moveTo>
                    <a:pt x="800247" y="1622201"/>
                  </a:moveTo>
                  <a:cubicBezTo>
                    <a:pt x="800610" y="1622598"/>
                    <a:pt x="801007" y="1622995"/>
                    <a:pt x="801470" y="1623458"/>
                  </a:cubicBezTo>
                  <a:cubicBezTo>
                    <a:pt x="802198" y="1623061"/>
                    <a:pt x="802959" y="1622631"/>
                    <a:pt x="803719" y="1622201"/>
                  </a:cubicBezTo>
                  <a:cubicBezTo>
                    <a:pt x="803322" y="1621838"/>
                    <a:pt x="802859" y="1621044"/>
                    <a:pt x="802562" y="1621110"/>
                  </a:cubicBezTo>
                  <a:cubicBezTo>
                    <a:pt x="801768" y="1621309"/>
                    <a:pt x="801007" y="1621838"/>
                    <a:pt x="800247" y="1622201"/>
                  </a:cubicBezTo>
                  <a:close/>
                  <a:moveTo>
                    <a:pt x="1190375" y="1617637"/>
                  </a:moveTo>
                  <a:cubicBezTo>
                    <a:pt x="1189548" y="1617836"/>
                    <a:pt x="1188787" y="1618332"/>
                    <a:pt x="1188027" y="1618729"/>
                  </a:cubicBezTo>
                  <a:cubicBezTo>
                    <a:pt x="1188424" y="1619126"/>
                    <a:pt x="1188887" y="1619886"/>
                    <a:pt x="1189184" y="1619820"/>
                  </a:cubicBezTo>
                  <a:cubicBezTo>
                    <a:pt x="1189978" y="1619622"/>
                    <a:pt x="1190739" y="1619126"/>
                    <a:pt x="1191499" y="1618729"/>
                  </a:cubicBezTo>
                  <a:cubicBezTo>
                    <a:pt x="1191135" y="1618332"/>
                    <a:pt x="1190672" y="1617571"/>
                    <a:pt x="1190375" y="1617637"/>
                  </a:cubicBezTo>
                  <a:close/>
                  <a:moveTo>
                    <a:pt x="1118805" y="1619324"/>
                  </a:moveTo>
                  <a:cubicBezTo>
                    <a:pt x="1118739" y="1619622"/>
                    <a:pt x="1119500" y="1620085"/>
                    <a:pt x="1119896" y="1620482"/>
                  </a:cubicBezTo>
                  <a:cubicBezTo>
                    <a:pt x="1120326" y="1619721"/>
                    <a:pt x="1120756" y="1618960"/>
                    <a:pt x="1121153" y="1618233"/>
                  </a:cubicBezTo>
                  <a:cubicBezTo>
                    <a:pt x="1120690" y="1617770"/>
                    <a:pt x="1120293" y="1617373"/>
                    <a:pt x="1119896" y="1616976"/>
                  </a:cubicBezTo>
                  <a:cubicBezTo>
                    <a:pt x="1119500" y="1617770"/>
                    <a:pt x="1119003" y="1618497"/>
                    <a:pt x="1118805" y="1619324"/>
                  </a:cubicBezTo>
                  <a:close/>
                  <a:moveTo>
                    <a:pt x="1345222" y="1641384"/>
                  </a:moveTo>
                  <a:cubicBezTo>
                    <a:pt x="1344925" y="1640491"/>
                    <a:pt x="1344726" y="1639532"/>
                    <a:pt x="1344230" y="1638738"/>
                  </a:cubicBezTo>
                  <a:cubicBezTo>
                    <a:pt x="1343668" y="1637812"/>
                    <a:pt x="1342609" y="1638043"/>
                    <a:pt x="1342180" y="1639399"/>
                  </a:cubicBezTo>
                  <a:cubicBezTo>
                    <a:pt x="1342014" y="1639862"/>
                    <a:pt x="1343139" y="1640722"/>
                    <a:pt x="1343668" y="1641417"/>
                  </a:cubicBezTo>
                  <a:cubicBezTo>
                    <a:pt x="1344197" y="1641417"/>
                    <a:pt x="1344693" y="1641417"/>
                    <a:pt x="1345222" y="1641417"/>
                  </a:cubicBezTo>
                  <a:cubicBezTo>
                    <a:pt x="1345222" y="1641417"/>
                    <a:pt x="1345222" y="1641417"/>
                    <a:pt x="1345222" y="1641384"/>
                  </a:cubicBezTo>
                  <a:close/>
                  <a:moveTo>
                    <a:pt x="1219479" y="1639664"/>
                  </a:moveTo>
                  <a:cubicBezTo>
                    <a:pt x="1220240" y="1640094"/>
                    <a:pt x="1221000" y="1640524"/>
                    <a:pt x="1221728" y="1640921"/>
                  </a:cubicBezTo>
                  <a:cubicBezTo>
                    <a:pt x="1222191" y="1640458"/>
                    <a:pt x="1222588" y="1640061"/>
                    <a:pt x="1222952" y="1639664"/>
                  </a:cubicBezTo>
                  <a:cubicBezTo>
                    <a:pt x="1222191" y="1639300"/>
                    <a:pt x="1221430" y="1638771"/>
                    <a:pt x="1220603" y="1638573"/>
                  </a:cubicBezTo>
                  <a:cubicBezTo>
                    <a:pt x="1220339" y="1638540"/>
                    <a:pt x="1219843" y="1639300"/>
                    <a:pt x="1219479" y="1639664"/>
                  </a:cubicBezTo>
                  <a:close/>
                  <a:moveTo>
                    <a:pt x="1378427" y="1634438"/>
                  </a:moveTo>
                  <a:cubicBezTo>
                    <a:pt x="1378857" y="1633678"/>
                    <a:pt x="1379254" y="1632917"/>
                    <a:pt x="1379684" y="1632190"/>
                  </a:cubicBezTo>
                  <a:cubicBezTo>
                    <a:pt x="1379221" y="1631726"/>
                    <a:pt x="1378824" y="1631330"/>
                    <a:pt x="1378427" y="1630933"/>
                  </a:cubicBezTo>
                  <a:cubicBezTo>
                    <a:pt x="1378031" y="1631726"/>
                    <a:pt x="1377534" y="1632454"/>
                    <a:pt x="1377336" y="1633281"/>
                  </a:cubicBezTo>
                  <a:cubicBezTo>
                    <a:pt x="1377270" y="1633579"/>
                    <a:pt x="1378031" y="1634042"/>
                    <a:pt x="1378427" y="1634438"/>
                  </a:cubicBezTo>
                  <a:close/>
                  <a:moveTo>
                    <a:pt x="1038934" y="1686165"/>
                  </a:moveTo>
                  <a:cubicBezTo>
                    <a:pt x="1039761" y="1685966"/>
                    <a:pt x="1040521" y="1685470"/>
                    <a:pt x="1041282" y="1685073"/>
                  </a:cubicBezTo>
                  <a:cubicBezTo>
                    <a:pt x="1040918" y="1684676"/>
                    <a:pt x="1040521" y="1684312"/>
                    <a:pt x="1040058" y="1683816"/>
                  </a:cubicBezTo>
                  <a:cubicBezTo>
                    <a:pt x="1039331" y="1684246"/>
                    <a:pt x="1038570" y="1684643"/>
                    <a:pt x="1037809" y="1685073"/>
                  </a:cubicBezTo>
                  <a:cubicBezTo>
                    <a:pt x="1038173" y="1685470"/>
                    <a:pt x="1038669" y="1686231"/>
                    <a:pt x="1038934" y="1686165"/>
                  </a:cubicBezTo>
                  <a:close/>
                  <a:moveTo>
                    <a:pt x="1373830" y="1680972"/>
                  </a:moveTo>
                  <a:cubicBezTo>
                    <a:pt x="1374029" y="1681799"/>
                    <a:pt x="1374558" y="1682560"/>
                    <a:pt x="1374922" y="1683320"/>
                  </a:cubicBezTo>
                  <a:cubicBezTo>
                    <a:pt x="1375319" y="1682956"/>
                    <a:pt x="1376079" y="1682460"/>
                    <a:pt x="1376013" y="1682196"/>
                  </a:cubicBezTo>
                  <a:cubicBezTo>
                    <a:pt x="1375848" y="1681369"/>
                    <a:pt x="1375319" y="1680608"/>
                    <a:pt x="1374922" y="1679848"/>
                  </a:cubicBezTo>
                  <a:cubicBezTo>
                    <a:pt x="1374558" y="1680211"/>
                    <a:pt x="1373764" y="1680707"/>
                    <a:pt x="1373830" y="1680972"/>
                  </a:cubicBezTo>
                  <a:close/>
                  <a:moveTo>
                    <a:pt x="1175790" y="1697310"/>
                  </a:moveTo>
                  <a:cubicBezTo>
                    <a:pt x="1176220" y="1696549"/>
                    <a:pt x="1176650" y="1695789"/>
                    <a:pt x="1177046" y="1695061"/>
                  </a:cubicBezTo>
                  <a:cubicBezTo>
                    <a:pt x="1176583" y="1694598"/>
                    <a:pt x="1176187" y="1694201"/>
                    <a:pt x="1175790" y="1693804"/>
                  </a:cubicBezTo>
                  <a:cubicBezTo>
                    <a:pt x="1175426" y="1694598"/>
                    <a:pt x="1174897" y="1695326"/>
                    <a:pt x="1174698" y="1696153"/>
                  </a:cubicBezTo>
                  <a:cubicBezTo>
                    <a:pt x="1174632" y="1696450"/>
                    <a:pt x="1175393" y="1696913"/>
                    <a:pt x="1175790" y="1697310"/>
                  </a:cubicBezTo>
                  <a:close/>
                  <a:moveTo>
                    <a:pt x="968588" y="1691456"/>
                  </a:moveTo>
                  <a:cubicBezTo>
                    <a:pt x="968753" y="1692283"/>
                    <a:pt x="969282" y="1693044"/>
                    <a:pt x="969679" y="1693804"/>
                  </a:cubicBezTo>
                  <a:cubicBezTo>
                    <a:pt x="970076" y="1693407"/>
                    <a:pt x="970440" y="1693044"/>
                    <a:pt x="970903" y="1692581"/>
                  </a:cubicBezTo>
                  <a:cubicBezTo>
                    <a:pt x="970506" y="1691820"/>
                    <a:pt x="970076" y="1691059"/>
                    <a:pt x="969679" y="1690332"/>
                  </a:cubicBezTo>
                  <a:cubicBezTo>
                    <a:pt x="969282" y="1690695"/>
                    <a:pt x="968522" y="1691192"/>
                    <a:pt x="968588" y="1691456"/>
                  </a:cubicBezTo>
                  <a:close/>
                  <a:moveTo>
                    <a:pt x="1182173" y="1665229"/>
                  </a:moveTo>
                  <a:cubicBezTo>
                    <a:pt x="1183000" y="1665031"/>
                    <a:pt x="1183760" y="1664502"/>
                    <a:pt x="1184521" y="1664138"/>
                  </a:cubicBezTo>
                  <a:cubicBezTo>
                    <a:pt x="1184157" y="1663741"/>
                    <a:pt x="1183760" y="1663344"/>
                    <a:pt x="1183297" y="1662881"/>
                  </a:cubicBezTo>
                  <a:cubicBezTo>
                    <a:pt x="1182570" y="1663278"/>
                    <a:pt x="1181809" y="1663708"/>
                    <a:pt x="1181048" y="1664138"/>
                  </a:cubicBezTo>
                  <a:cubicBezTo>
                    <a:pt x="1181412" y="1664502"/>
                    <a:pt x="1181908" y="1665262"/>
                    <a:pt x="1182173" y="1665229"/>
                  </a:cubicBezTo>
                  <a:close/>
                  <a:moveTo>
                    <a:pt x="1136764" y="1661724"/>
                  </a:moveTo>
                  <a:cubicBezTo>
                    <a:pt x="1137590" y="1661525"/>
                    <a:pt x="1138351" y="1661029"/>
                    <a:pt x="1139112" y="1660632"/>
                  </a:cubicBezTo>
                  <a:cubicBezTo>
                    <a:pt x="1138715" y="1660235"/>
                    <a:pt x="1138252" y="1659475"/>
                    <a:pt x="1137954" y="1659541"/>
                  </a:cubicBezTo>
                  <a:cubicBezTo>
                    <a:pt x="1137160" y="1659739"/>
                    <a:pt x="1136400" y="1660235"/>
                    <a:pt x="1135639" y="1660632"/>
                  </a:cubicBezTo>
                  <a:cubicBezTo>
                    <a:pt x="1136003" y="1661029"/>
                    <a:pt x="1136466" y="1661790"/>
                    <a:pt x="1136764" y="1661724"/>
                  </a:cubicBezTo>
                  <a:close/>
                  <a:moveTo>
                    <a:pt x="1230591" y="532052"/>
                  </a:moveTo>
                  <a:cubicBezTo>
                    <a:pt x="1230790" y="532879"/>
                    <a:pt x="1231319" y="533639"/>
                    <a:pt x="1231683" y="534400"/>
                  </a:cubicBezTo>
                  <a:cubicBezTo>
                    <a:pt x="1232080" y="534003"/>
                    <a:pt x="1232477" y="533639"/>
                    <a:pt x="1232940" y="533176"/>
                  </a:cubicBezTo>
                  <a:cubicBezTo>
                    <a:pt x="1232543" y="532416"/>
                    <a:pt x="1232113" y="531655"/>
                    <a:pt x="1231683" y="530927"/>
                  </a:cubicBezTo>
                  <a:cubicBezTo>
                    <a:pt x="1231319" y="531291"/>
                    <a:pt x="1230525" y="531787"/>
                    <a:pt x="1230591" y="532052"/>
                  </a:cubicBezTo>
                  <a:close/>
                  <a:moveTo>
                    <a:pt x="1067509" y="1672836"/>
                  </a:moveTo>
                  <a:cubicBezTo>
                    <a:pt x="1067112" y="1673233"/>
                    <a:pt x="1066351" y="1673696"/>
                    <a:pt x="1066418" y="1673994"/>
                  </a:cubicBezTo>
                  <a:cubicBezTo>
                    <a:pt x="1066583" y="1674820"/>
                    <a:pt x="1067112" y="1675581"/>
                    <a:pt x="1067509" y="1676342"/>
                  </a:cubicBezTo>
                  <a:cubicBezTo>
                    <a:pt x="1067873" y="1675945"/>
                    <a:pt x="1068270" y="1675581"/>
                    <a:pt x="1068733" y="1675085"/>
                  </a:cubicBezTo>
                  <a:cubicBezTo>
                    <a:pt x="1068336" y="1674357"/>
                    <a:pt x="1067906" y="1673597"/>
                    <a:pt x="1067509" y="1672836"/>
                  </a:cubicBezTo>
                  <a:close/>
                  <a:moveTo>
                    <a:pt x="1050377" y="1675945"/>
                  </a:moveTo>
                  <a:cubicBezTo>
                    <a:pt x="1050509" y="1676044"/>
                    <a:pt x="1051072" y="1675284"/>
                    <a:pt x="1051469" y="1674887"/>
                  </a:cubicBezTo>
                  <a:cubicBezTo>
                    <a:pt x="1050939" y="1674192"/>
                    <a:pt x="1050509" y="1673266"/>
                    <a:pt x="1049815" y="1672902"/>
                  </a:cubicBezTo>
                  <a:cubicBezTo>
                    <a:pt x="1048327" y="1672208"/>
                    <a:pt x="1047632" y="1672902"/>
                    <a:pt x="1048327" y="1674357"/>
                  </a:cubicBezTo>
                  <a:cubicBezTo>
                    <a:pt x="1048690" y="1675085"/>
                    <a:pt x="1049616" y="1675548"/>
                    <a:pt x="1050377" y="1675945"/>
                  </a:cubicBezTo>
                  <a:close/>
                  <a:moveTo>
                    <a:pt x="789729" y="1674589"/>
                  </a:moveTo>
                  <a:cubicBezTo>
                    <a:pt x="789002" y="1674192"/>
                    <a:pt x="788241" y="1673762"/>
                    <a:pt x="787481" y="1673365"/>
                  </a:cubicBezTo>
                  <a:cubicBezTo>
                    <a:pt x="787017" y="1673828"/>
                    <a:pt x="786654" y="1674225"/>
                    <a:pt x="786257" y="1674589"/>
                  </a:cubicBezTo>
                  <a:cubicBezTo>
                    <a:pt x="787017" y="1674986"/>
                    <a:pt x="787778" y="1675515"/>
                    <a:pt x="788605" y="1675680"/>
                  </a:cubicBezTo>
                  <a:cubicBezTo>
                    <a:pt x="788903" y="1675747"/>
                    <a:pt x="789366" y="1674986"/>
                    <a:pt x="789729" y="1674589"/>
                  </a:cubicBezTo>
                  <a:close/>
                  <a:moveTo>
                    <a:pt x="1363379" y="1670521"/>
                  </a:moveTo>
                  <a:cubicBezTo>
                    <a:pt x="1363545" y="1671315"/>
                    <a:pt x="1364074" y="1672075"/>
                    <a:pt x="1364471" y="1672836"/>
                  </a:cubicBezTo>
                  <a:cubicBezTo>
                    <a:pt x="1364834" y="1672472"/>
                    <a:pt x="1365628" y="1671976"/>
                    <a:pt x="1365562" y="1671712"/>
                  </a:cubicBezTo>
                  <a:cubicBezTo>
                    <a:pt x="1365364" y="1670885"/>
                    <a:pt x="1364834" y="1670124"/>
                    <a:pt x="1364471" y="1669363"/>
                  </a:cubicBezTo>
                  <a:cubicBezTo>
                    <a:pt x="1364074" y="1669760"/>
                    <a:pt x="1363313" y="1670223"/>
                    <a:pt x="1363379" y="1670521"/>
                  </a:cubicBezTo>
                  <a:close/>
                  <a:moveTo>
                    <a:pt x="1005696" y="1671712"/>
                  </a:moveTo>
                  <a:cubicBezTo>
                    <a:pt x="1005530" y="1670885"/>
                    <a:pt x="1005001" y="1670124"/>
                    <a:pt x="1004604" y="1669363"/>
                  </a:cubicBezTo>
                  <a:cubicBezTo>
                    <a:pt x="1004207" y="1669760"/>
                    <a:pt x="1003447" y="1670223"/>
                    <a:pt x="1003513" y="1670521"/>
                  </a:cubicBezTo>
                  <a:cubicBezTo>
                    <a:pt x="1003711" y="1671315"/>
                    <a:pt x="1004207" y="1672075"/>
                    <a:pt x="1004604" y="1672836"/>
                  </a:cubicBezTo>
                  <a:cubicBezTo>
                    <a:pt x="1005001" y="1672472"/>
                    <a:pt x="1005762" y="1671976"/>
                    <a:pt x="1005696" y="1671712"/>
                  </a:cubicBezTo>
                  <a:close/>
                  <a:moveTo>
                    <a:pt x="1438422" y="1574411"/>
                  </a:moveTo>
                  <a:cubicBezTo>
                    <a:pt x="1438719" y="1574477"/>
                    <a:pt x="1439182" y="1573717"/>
                    <a:pt x="1439579" y="1573320"/>
                  </a:cubicBezTo>
                  <a:cubicBezTo>
                    <a:pt x="1438819" y="1572923"/>
                    <a:pt x="1438058" y="1572493"/>
                    <a:pt x="1437330" y="1572096"/>
                  </a:cubicBezTo>
                  <a:cubicBezTo>
                    <a:pt x="1436867" y="1572559"/>
                    <a:pt x="1436470" y="1572956"/>
                    <a:pt x="1436074" y="1573320"/>
                  </a:cubicBezTo>
                  <a:cubicBezTo>
                    <a:pt x="1436867" y="1573717"/>
                    <a:pt x="1437595" y="1574246"/>
                    <a:pt x="1438422" y="1574411"/>
                  </a:cubicBezTo>
                  <a:close/>
                  <a:moveTo>
                    <a:pt x="2523246" y="1569252"/>
                  </a:moveTo>
                  <a:cubicBezTo>
                    <a:pt x="2523445" y="1570045"/>
                    <a:pt x="2523974" y="1570806"/>
                    <a:pt x="2524338" y="1571567"/>
                  </a:cubicBezTo>
                  <a:cubicBezTo>
                    <a:pt x="2524735" y="1571203"/>
                    <a:pt x="2525495" y="1570707"/>
                    <a:pt x="2525429" y="1570442"/>
                  </a:cubicBezTo>
                  <a:cubicBezTo>
                    <a:pt x="2525264" y="1569616"/>
                    <a:pt x="2524735" y="1568855"/>
                    <a:pt x="2524338" y="1568094"/>
                  </a:cubicBezTo>
                  <a:cubicBezTo>
                    <a:pt x="2523974" y="1568458"/>
                    <a:pt x="2523180" y="1568954"/>
                    <a:pt x="2523246" y="1569252"/>
                  </a:cubicBezTo>
                  <a:close/>
                  <a:moveTo>
                    <a:pt x="1041282" y="1568094"/>
                  </a:moveTo>
                  <a:cubicBezTo>
                    <a:pt x="1040389" y="1568425"/>
                    <a:pt x="1039397" y="1568590"/>
                    <a:pt x="1038603" y="1569086"/>
                  </a:cubicBezTo>
                  <a:cubicBezTo>
                    <a:pt x="1037677" y="1569682"/>
                    <a:pt x="1037909" y="1570740"/>
                    <a:pt x="1039265" y="1571137"/>
                  </a:cubicBezTo>
                  <a:cubicBezTo>
                    <a:pt x="1039728" y="1571302"/>
                    <a:pt x="1040621" y="1570178"/>
                    <a:pt x="1041282" y="1569649"/>
                  </a:cubicBezTo>
                  <a:cubicBezTo>
                    <a:pt x="1041282" y="1569153"/>
                    <a:pt x="1041282" y="1568623"/>
                    <a:pt x="1041282" y="1568127"/>
                  </a:cubicBezTo>
                  <a:cubicBezTo>
                    <a:pt x="1041282" y="1568094"/>
                    <a:pt x="1041282" y="1568094"/>
                    <a:pt x="1041282" y="1568094"/>
                  </a:cubicBezTo>
                  <a:close/>
                  <a:moveTo>
                    <a:pt x="1246930" y="1580827"/>
                  </a:moveTo>
                  <a:cubicBezTo>
                    <a:pt x="1246500" y="1580067"/>
                    <a:pt x="1246103" y="1579339"/>
                    <a:pt x="1245673" y="1578578"/>
                  </a:cubicBezTo>
                  <a:cubicBezTo>
                    <a:pt x="1245276" y="1578942"/>
                    <a:pt x="1244515" y="1579438"/>
                    <a:pt x="1244581" y="1579703"/>
                  </a:cubicBezTo>
                  <a:cubicBezTo>
                    <a:pt x="1244780" y="1580530"/>
                    <a:pt x="1245276" y="1581290"/>
                    <a:pt x="1245673" y="1582051"/>
                  </a:cubicBezTo>
                  <a:cubicBezTo>
                    <a:pt x="1246070" y="1581654"/>
                    <a:pt x="1246433" y="1581290"/>
                    <a:pt x="1246930" y="1580827"/>
                  </a:cubicBezTo>
                  <a:close/>
                  <a:moveTo>
                    <a:pt x="1471660" y="1551756"/>
                  </a:moveTo>
                  <a:cubicBezTo>
                    <a:pt x="1471858" y="1552583"/>
                    <a:pt x="1472355" y="1553344"/>
                    <a:pt x="1472751" y="1554104"/>
                  </a:cubicBezTo>
                  <a:cubicBezTo>
                    <a:pt x="1473148" y="1553741"/>
                    <a:pt x="1473909" y="1553244"/>
                    <a:pt x="1473843" y="1552980"/>
                  </a:cubicBezTo>
                  <a:cubicBezTo>
                    <a:pt x="1473677" y="1552153"/>
                    <a:pt x="1473148" y="1551392"/>
                    <a:pt x="1472751" y="1550632"/>
                  </a:cubicBezTo>
                  <a:cubicBezTo>
                    <a:pt x="1472355" y="1551029"/>
                    <a:pt x="1471594" y="1551492"/>
                    <a:pt x="1471660" y="1551756"/>
                  </a:cubicBezTo>
                  <a:close/>
                  <a:moveTo>
                    <a:pt x="1278216" y="1552980"/>
                  </a:moveTo>
                  <a:cubicBezTo>
                    <a:pt x="1278018" y="1552153"/>
                    <a:pt x="1277489" y="1551392"/>
                    <a:pt x="1277125" y="1550632"/>
                  </a:cubicBezTo>
                  <a:cubicBezTo>
                    <a:pt x="1276728" y="1551029"/>
                    <a:pt x="1275968" y="1551492"/>
                    <a:pt x="1276034" y="1551789"/>
                  </a:cubicBezTo>
                  <a:cubicBezTo>
                    <a:pt x="1276199" y="1552616"/>
                    <a:pt x="1276728" y="1553344"/>
                    <a:pt x="1277125" y="1554137"/>
                  </a:cubicBezTo>
                  <a:cubicBezTo>
                    <a:pt x="1277489" y="1553741"/>
                    <a:pt x="1278283" y="1553244"/>
                    <a:pt x="1278216" y="1552980"/>
                  </a:cubicBezTo>
                  <a:close/>
                  <a:moveTo>
                    <a:pt x="70724" y="1551756"/>
                  </a:moveTo>
                  <a:cubicBezTo>
                    <a:pt x="70890" y="1552583"/>
                    <a:pt x="71419" y="1553344"/>
                    <a:pt x="71816" y="1554104"/>
                  </a:cubicBezTo>
                  <a:cubicBezTo>
                    <a:pt x="72179" y="1553741"/>
                    <a:pt x="72576" y="1553344"/>
                    <a:pt x="73039" y="1552881"/>
                  </a:cubicBezTo>
                  <a:cubicBezTo>
                    <a:pt x="72642" y="1552153"/>
                    <a:pt x="72213" y="1551392"/>
                    <a:pt x="71816" y="1550632"/>
                  </a:cubicBezTo>
                  <a:cubicBezTo>
                    <a:pt x="71419" y="1551029"/>
                    <a:pt x="70658" y="1551492"/>
                    <a:pt x="70724" y="1551756"/>
                  </a:cubicBezTo>
                  <a:close/>
                  <a:moveTo>
                    <a:pt x="1042803" y="1568028"/>
                  </a:moveTo>
                  <a:cubicBezTo>
                    <a:pt x="1043531" y="1567664"/>
                    <a:pt x="1043994" y="1566738"/>
                    <a:pt x="1044391" y="1565978"/>
                  </a:cubicBezTo>
                  <a:cubicBezTo>
                    <a:pt x="1044457" y="1565845"/>
                    <a:pt x="1043729" y="1565283"/>
                    <a:pt x="1043333" y="1564886"/>
                  </a:cubicBezTo>
                  <a:cubicBezTo>
                    <a:pt x="1042638" y="1565415"/>
                    <a:pt x="1041712" y="1565845"/>
                    <a:pt x="1041348" y="1566540"/>
                  </a:cubicBezTo>
                  <a:cubicBezTo>
                    <a:pt x="1040984" y="1567267"/>
                    <a:pt x="1041017" y="1567797"/>
                    <a:pt x="1041282" y="1568094"/>
                  </a:cubicBezTo>
                  <a:cubicBezTo>
                    <a:pt x="1041282" y="1568094"/>
                    <a:pt x="1041282" y="1568094"/>
                    <a:pt x="1041282" y="1568127"/>
                  </a:cubicBezTo>
                  <a:cubicBezTo>
                    <a:pt x="1041580" y="1568392"/>
                    <a:pt x="1042109" y="1568392"/>
                    <a:pt x="1042803" y="1568028"/>
                  </a:cubicBezTo>
                  <a:close/>
                  <a:moveTo>
                    <a:pt x="829318" y="1563927"/>
                  </a:moveTo>
                  <a:cubicBezTo>
                    <a:pt x="830145" y="1563762"/>
                    <a:pt x="830905" y="1563232"/>
                    <a:pt x="831666" y="1562836"/>
                  </a:cubicBezTo>
                  <a:cubicBezTo>
                    <a:pt x="831269" y="1562472"/>
                    <a:pt x="830905" y="1562075"/>
                    <a:pt x="830442" y="1561612"/>
                  </a:cubicBezTo>
                  <a:cubicBezTo>
                    <a:pt x="829682" y="1562009"/>
                    <a:pt x="828954" y="1562439"/>
                    <a:pt x="828193" y="1562836"/>
                  </a:cubicBezTo>
                  <a:cubicBezTo>
                    <a:pt x="828557" y="1563232"/>
                    <a:pt x="829053" y="1563993"/>
                    <a:pt x="829318" y="1563927"/>
                  </a:cubicBezTo>
                  <a:close/>
                  <a:moveTo>
                    <a:pt x="1051766" y="1615223"/>
                  </a:moveTo>
                  <a:cubicBezTo>
                    <a:pt x="1052163" y="1615620"/>
                    <a:pt x="1052560" y="1616017"/>
                    <a:pt x="1053023" y="1616480"/>
                  </a:cubicBezTo>
                  <a:cubicBezTo>
                    <a:pt x="1053751" y="1616083"/>
                    <a:pt x="1054511" y="1615653"/>
                    <a:pt x="1055272" y="1615223"/>
                  </a:cubicBezTo>
                  <a:cubicBezTo>
                    <a:pt x="1054875" y="1614859"/>
                    <a:pt x="1054412" y="1614066"/>
                    <a:pt x="1054114" y="1614132"/>
                  </a:cubicBezTo>
                  <a:cubicBezTo>
                    <a:pt x="1053288" y="1614330"/>
                    <a:pt x="1052560" y="1614859"/>
                    <a:pt x="1051766" y="1615223"/>
                  </a:cubicBezTo>
                  <a:close/>
                  <a:moveTo>
                    <a:pt x="978410" y="1615223"/>
                  </a:moveTo>
                  <a:cubicBezTo>
                    <a:pt x="978807" y="1615620"/>
                    <a:pt x="979171" y="1616017"/>
                    <a:pt x="979634" y="1616480"/>
                  </a:cubicBezTo>
                  <a:cubicBezTo>
                    <a:pt x="980395" y="1616083"/>
                    <a:pt x="981156" y="1615653"/>
                    <a:pt x="981883" y="1615223"/>
                  </a:cubicBezTo>
                  <a:cubicBezTo>
                    <a:pt x="981519" y="1614859"/>
                    <a:pt x="981056" y="1614066"/>
                    <a:pt x="980759" y="1614132"/>
                  </a:cubicBezTo>
                  <a:cubicBezTo>
                    <a:pt x="979932" y="1614330"/>
                    <a:pt x="979171" y="1614859"/>
                    <a:pt x="978410" y="1615223"/>
                  </a:cubicBezTo>
                  <a:close/>
                  <a:moveTo>
                    <a:pt x="940641" y="1614628"/>
                  </a:moveTo>
                  <a:cubicBezTo>
                    <a:pt x="940807" y="1615455"/>
                    <a:pt x="941336" y="1616215"/>
                    <a:pt x="941733" y="1616976"/>
                  </a:cubicBezTo>
                  <a:cubicBezTo>
                    <a:pt x="942096" y="1616579"/>
                    <a:pt x="942493" y="1616215"/>
                    <a:pt x="942956" y="1615752"/>
                  </a:cubicBezTo>
                  <a:cubicBezTo>
                    <a:pt x="942559" y="1614992"/>
                    <a:pt x="942129" y="1614264"/>
                    <a:pt x="941733" y="1613503"/>
                  </a:cubicBezTo>
                  <a:cubicBezTo>
                    <a:pt x="941336" y="1613867"/>
                    <a:pt x="940575" y="1614363"/>
                    <a:pt x="940641" y="1614628"/>
                  </a:cubicBezTo>
                  <a:close/>
                  <a:moveTo>
                    <a:pt x="1198511" y="585035"/>
                  </a:moveTo>
                  <a:cubicBezTo>
                    <a:pt x="1199271" y="585465"/>
                    <a:pt x="1200032" y="585895"/>
                    <a:pt x="1200760" y="586292"/>
                  </a:cubicBezTo>
                  <a:cubicBezTo>
                    <a:pt x="1201223" y="585829"/>
                    <a:pt x="1201620" y="585432"/>
                    <a:pt x="1201983" y="585035"/>
                  </a:cubicBezTo>
                  <a:cubicBezTo>
                    <a:pt x="1201223" y="584671"/>
                    <a:pt x="1200462" y="584142"/>
                    <a:pt x="1199668" y="583943"/>
                  </a:cubicBezTo>
                  <a:cubicBezTo>
                    <a:pt x="1199371" y="583877"/>
                    <a:pt x="1198908" y="584638"/>
                    <a:pt x="1198511" y="585035"/>
                  </a:cubicBezTo>
                  <a:close/>
                  <a:moveTo>
                    <a:pt x="1424928" y="1612346"/>
                  </a:moveTo>
                  <a:cubicBezTo>
                    <a:pt x="1424763" y="1611519"/>
                    <a:pt x="1424233" y="1610758"/>
                    <a:pt x="1423837" y="1609998"/>
                  </a:cubicBezTo>
                  <a:cubicBezTo>
                    <a:pt x="1423473" y="1610394"/>
                    <a:pt x="1422679" y="1610857"/>
                    <a:pt x="1422745" y="1611155"/>
                  </a:cubicBezTo>
                  <a:cubicBezTo>
                    <a:pt x="1422944" y="1611949"/>
                    <a:pt x="1423473" y="1612710"/>
                    <a:pt x="1423837" y="1613470"/>
                  </a:cubicBezTo>
                  <a:cubicBezTo>
                    <a:pt x="1424233" y="1613106"/>
                    <a:pt x="1424994" y="1612610"/>
                    <a:pt x="1424928" y="1612346"/>
                  </a:cubicBezTo>
                  <a:close/>
                  <a:moveTo>
                    <a:pt x="1271866" y="1611750"/>
                  </a:moveTo>
                  <a:cubicBezTo>
                    <a:pt x="1272660" y="1612114"/>
                    <a:pt x="1273388" y="1612643"/>
                    <a:pt x="1274215" y="1612842"/>
                  </a:cubicBezTo>
                  <a:cubicBezTo>
                    <a:pt x="1274512" y="1612908"/>
                    <a:pt x="1274975" y="1612114"/>
                    <a:pt x="1275372" y="1611750"/>
                  </a:cubicBezTo>
                  <a:cubicBezTo>
                    <a:pt x="1274612" y="1611320"/>
                    <a:pt x="1273851" y="1610891"/>
                    <a:pt x="1273123" y="1610494"/>
                  </a:cubicBezTo>
                  <a:cubicBezTo>
                    <a:pt x="1272660" y="1610957"/>
                    <a:pt x="1272263" y="1611354"/>
                    <a:pt x="1271866" y="1611750"/>
                  </a:cubicBezTo>
                  <a:close/>
                  <a:moveTo>
                    <a:pt x="1170068" y="1611221"/>
                  </a:moveTo>
                  <a:cubicBezTo>
                    <a:pt x="1169605" y="1610758"/>
                    <a:pt x="1169208" y="1610394"/>
                    <a:pt x="1168811" y="1609998"/>
                  </a:cubicBezTo>
                  <a:cubicBezTo>
                    <a:pt x="1168414" y="1610758"/>
                    <a:pt x="1167885" y="1611519"/>
                    <a:pt x="1167720" y="1612346"/>
                  </a:cubicBezTo>
                  <a:cubicBezTo>
                    <a:pt x="1167654" y="1612610"/>
                    <a:pt x="1168414" y="1613106"/>
                    <a:pt x="1168811" y="1613470"/>
                  </a:cubicBezTo>
                  <a:cubicBezTo>
                    <a:pt x="1169241" y="1612743"/>
                    <a:pt x="1169638" y="1611982"/>
                    <a:pt x="1170068" y="1611221"/>
                  </a:cubicBezTo>
                  <a:close/>
                  <a:moveTo>
                    <a:pt x="1319028" y="1589029"/>
                  </a:moveTo>
                  <a:cubicBezTo>
                    <a:pt x="1319425" y="1588269"/>
                    <a:pt x="1319955" y="1587508"/>
                    <a:pt x="1320120" y="1586681"/>
                  </a:cubicBezTo>
                  <a:cubicBezTo>
                    <a:pt x="1320186" y="1586417"/>
                    <a:pt x="1319425" y="1585954"/>
                    <a:pt x="1319028" y="1585557"/>
                  </a:cubicBezTo>
                  <a:cubicBezTo>
                    <a:pt x="1318632" y="1586317"/>
                    <a:pt x="1318202" y="1587078"/>
                    <a:pt x="1317805" y="1587806"/>
                  </a:cubicBezTo>
                  <a:cubicBezTo>
                    <a:pt x="1318268" y="1588269"/>
                    <a:pt x="1318665" y="1588666"/>
                    <a:pt x="1319028" y="1589029"/>
                  </a:cubicBezTo>
                  <a:close/>
                  <a:moveTo>
                    <a:pt x="1985712" y="593105"/>
                  </a:moveTo>
                  <a:cubicBezTo>
                    <a:pt x="1986539" y="592939"/>
                    <a:pt x="1987300" y="592410"/>
                    <a:pt x="1988060" y="592013"/>
                  </a:cubicBezTo>
                  <a:cubicBezTo>
                    <a:pt x="1987697" y="591649"/>
                    <a:pt x="1987201" y="590856"/>
                    <a:pt x="1986936" y="590922"/>
                  </a:cubicBezTo>
                  <a:cubicBezTo>
                    <a:pt x="1986109" y="591120"/>
                    <a:pt x="1985349" y="591649"/>
                    <a:pt x="1984588" y="592013"/>
                  </a:cubicBezTo>
                  <a:cubicBezTo>
                    <a:pt x="1984985" y="592410"/>
                    <a:pt x="1985448" y="593171"/>
                    <a:pt x="1985712" y="593105"/>
                  </a:cubicBezTo>
                  <a:close/>
                  <a:moveTo>
                    <a:pt x="1406374" y="1582051"/>
                  </a:moveTo>
                  <a:cubicBezTo>
                    <a:pt x="1405977" y="1582448"/>
                    <a:pt x="1405216" y="1582911"/>
                    <a:pt x="1405283" y="1583209"/>
                  </a:cubicBezTo>
                  <a:cubicBezTo>
                    <a:pt x="1405481" y="1584035"/>
                    <a:pt x="1405977" y="1584763"/>
                    <a:pt x="1406374" y="1585557"/>
                  </a:cubicBezTo>
                  <a:cubicBezTo>
                    <a:pt x="1406771" y="1585160"/>
                    <a:pt x="1407168" y="1584763"/>
                    <a:pt x="1407631" y="1584300"/>
                  </a:cubicBezTo>
                  <a:cubicBezTo>
                    <a:pt x="1407234" y="1583572"/>
                    <a:pt x="1406804" y="1582812"/>
                    <a:pt x="1406374" y="1582051"/>
                  </a:cubicBezTo>
                  <a:close/>
                  <a:moveTo>
                    <a:pt x="8911" y="1582051"/>
                  </a:moveTo>
                  <a:cubicBezTo>
                    <a:pt x="8514" y="1582812"/>
                    <a:pt x="8084" y="1583572"/>
                    <a:pt x="7687" y="1584300"/>
                  </a:cubicBezTo>
                  <a:cubicBezTo>
                    <a:pt x="8150" y="1584763"/>
                    <a:pt x="8514" y="1585160"/>
                    <a:pt x="8911" y="1585557"/>
                  </a:cubicBezTo>
                  <a:cubicBezTo>
                    <a:pt x="9308" y="1584763"/>
                    <a:pt x="9837" y="1584035"/>
                    <a:pt x="10002" y="1583209"/>
                  </a:cubicBezTo>
                  <a:cubicBezTo>
                    <a:pt x="10069" y="1582911"/>
                    <a:pt x="9308" y="1582448"/>
                    <a:pt x="8911" y="1582051"/>
                  </a:cubicBezTo>
                  <a:close/>
                  <a:moveTo>
                    <a:pt x="1252651" y="1606492"/>
                  </a:moveTo>
                  <a:cubicBezTo>
                    <a:pt x="1253081" y="1605731"/>
                    <a:pt x="1253511" y="1604970"/>
                    <a:pt x="1253908" y="1604243"/>
                  </a:cubicBezTo>
                  <a:cubicBezTo>
                    <a:pt x="1253445" y="1603780"/>
                    <a:pt x="1253048" y="1603383"/>
                    <a:pt x="1252651" y="1603019"/>
                  </a:cubicBezTo>
                  <a:cubicBezTo>
                    <a:pt x="1252287" y="1603780"/>
                    <a:pt x="1251758" y="1604541"/>
                    <a:pt x="1251560" y="1605367"/>
                  </a:cubicBezTo>
                  <a:cubicBezTo>
                    <a:pt x="1251494" y="1605632"/>
                    <a:pt x="1252287" y="1606128"/>
                    <a:pt x="1252651" y="1606492"/>
                  </a:cubicBezTo>
                  <a:close/>
                  <a:moveTo>
                    <a:pt x="1112323" y="1602358"/>
                  </a:moveTo>
                  <a:cubicBezTo>
                    <a:pt x="1113150" y="1602159"/>
                    <a:pt x="1113877" y="1601663"/>
                    <a:pt x="1114671" y="1601266"/>
                  </a:cubicBezTo>
                  <a:cubicBezTo>
                    <a:pt x="1114274" y="1600869"/>
                    <a:pt x="1113877" y="1600473"/>
                    <a:pt x="1113414" y="1600010"/>
                  </a:cubicBezTo>
                  <a:cubicBezTo>
                    <a:pt x="1112687" y="1600440"/>
                    <a:pt x="1111926" y="1600836"/>
                    <a:pt x="1111165" y="1601266"/>
                  </a:cubicBezTo>
                  <a:cubicBezTo>
                    <a:pt x="1111562" y="1601663"/>
                    <a:pt x="1112025" y="1602424"/>
                    <a:pt x="1112323" y="1602358"/>
                  </a:cubicBezTo>
                  <a:close/>
                  <a:moveTo>
                    <a:pt x="1454197" y="1597165"/>
                  </a:moveTo>
                  <a:cubicBezTo>
                    <a:pt x="1454396" y="1597992"/>
                    <a:pt x="1454892" y="1598753"/>
                    <a:pt x="1455289" y="1599513"/>
                  </a:cubicBezTo>
                  <a:cubicBezTo>
                    <a:pt x="1455686" y="1599117"/>
                    <a:pt x="1456446" y="1598654"/>
                    <a:pt x="1456380" y="1598356"/>
                  </a:cubicBezTo>
                  <a:cubicBezTo>
                    <a:pt x="1456215" y="1597529"/>
                    <a:pt x="1455686" y="1596801"/>
                    <a:pt x="1455289" y="1596008"/>
                  </a:cubicBezTo>
                  <a:cubicBezTo>
                    <a:pt x="1454892" y="1596405"/>
                    <a:pt x="1454131" y="1596868"/>
                    <a:pt x="1454197" y="1597165"/>
                  </a:cubicBezTo>
                  <a:close/>
                  <a:moveTo>
                    <a:pt x="2064426" y="448344"/>
                  </a:moveTo>
                  <a:cubicBezTo>
                    <a:pt x="2063963" y="447881"/>
                    <a:pt x="2063566" y="447485"/>
                    <a:pt x="2063202" y="447088"/>
                  </a:cubicBezTo>
                  <a:cubicBezTo>
                    <a:pt x="2062805" y="447881"/>
                    <a:pt x="2062276" y="448609"/>
                    <a:pt x="2062111" y="449436"/>
                  </a:cubicBezTo>
                  <a:cubicBezTo>
                    <a:pt x="2062045" y="449733"/>
                    <a:pt x="2062805" y="450196"/>
                    <a:pt x="2063202" y="450593"/>
                  </a:cubicBezTo>
                  <a:cubicBezTo>
                    <a:pt x="2063599" y="449833"/>
                    <a:pt x="2064029" y="449072"/>
                    <a:pt x="2064426" y="448344"/>
                  </a:cubicBezTo>
                  <a:close/>
                  <a:moveTo>
                    <a:pt x="2406664" y="449436"/>
                  </a:moveTo>
                  <a:cubicBezTo>
                    <a:pt x="2406466" y="448609"/>
                    <a:pt x="2405970" y="447881"/>
                    <a:pt x="2405573" y="447088"/>
                  </a:cubicBezTo>
                  <a:cubicBezTo>
                    <a:pt x="2405176" y="447485"/>
                    <a:pt x="2404779" y="447881"/>
                    <a:pt x="2404316" y="448344"/>
                  </a:cubicBezTo>
                  <a:cubicBezTo>
                    <a:pt x="2404746" y="449072"/>
                    <a:pt x="2405143" y="449833"/>
                    <a:pt x="2405573" y="450593"/>
                  </a:cubicBezTo>
                  <a:cubicBezTo>
                    <a:pt x="2405937" y="450196"/>
                    <a:pt x="2406731" y="449733"/>
                    <a:pt x="2406664" y="449436"/>
                  </a:cubicBezTo>
                  <a:close/>
                  <a:moveTo>
                    <a:pt x="1186274" y="454099"/>
                  </a:moveTo>
                  <a:cubicBezTo>
                    <a:pt x="1186671" y="453702"/>
                    <a:pt x="1187068" y="453305"/>
                    <a:pt x="1187531" y="452842"/>
                  </a:cubicBezTo>
                  <a:cubicBezTo>
                    <a:pt x="1187101" y="452115"/>
                    <a:pt x="1186704" y="451354"/>
                    <a:pt x="1186274" y="450593"/>
                  </a:cubicBezTo>
                  <a:cubicBezTo>
                    <a:pt x="1185877" y="450990"/>
                    <a:pt x="1185116" y="451453"/>
                    <a:pt x="1185182" y="451751"/>
                  </a:cubicBezTo>
                  <a:cubicBezTo>
                    <a:pt x="1185381" y="452545"/>
                    <a:pt x="1185877" y="453305"/>
                    <a:pt x="1186274" y="454099"/>
                  </a:cubicBezTo>
                  <a:close/>
                  <a:moveTo>
                    <a:pt x="1122311" y="1789253"/>
                  </a:moveTo>
                  <a:cubicBezTo>
                    <a:pt x="1122476" y="1790080"/>
                    <a:pt x="1123005" y="1790807"/>
                    <a:pt x="1123402" y="1791601"/>
                  </a:cubicBezTo>
                  <a:cubicBezTo>
                    <a:pt x="1123766" y="1791204"/>
                    <a:pt x="1124163" y="1790807"/>
                    <a:pt x="1124626" y="1790344"/>
                  </a:cubicBezTo>
                  <a:cubicBezTo>
                    <a:pt x="1124229" y="1789617"/>
                    <a:pt x="1123799" y="1788856"/>
                    <a:pt x="1123402" y="1788095"/>
                  </a:cubicBezTo>
                  <a:cubicBezTo>
                    <a:pt x="1123005" y="1788492"/>
                    <a:pt x="1122245" y="1788955"/>
                    <a:pt x="1122311" y="1789253"/>
                  </a:cubicBezTo>
                  <a:close/>
                  <a:moveTo>
                    <a:pt x="1013335" y="1789848"/>
                  </a:moveTo>
                  <a:cubicBezTo>
                    <a:pt x="1013732" y="1790212"/>
                    <a:pt x="1014195" y="1791006"/>
                    <a:pt x="1014493" y="1790940"/>
                  </a:cubicBezTo>
                  <a:cubicBezTo>
                    <a:pt x="1015320" y="1790741"/>
                    <a:pt x="1016047" y="1790212"/>
                    <a:pt x="1016841" y="1789848"/>
                  </a:cubicBezTo>
                  <a:cubicBezTo>
                    <a:pt x="1016444" y="1789451"/>
                    <a:pt x="1016047" y="1789054"/>
                    <a:pt x="1015584" y="1788591"/>
                  </a:cubicBezTo>
                  <a:cubicBezTo>
                    <a:pt x="1014857" y="1788988"/>
                    <a:pt x="1014096" y="1789418"/>
                    <a:pt x="1013335" y="1789848"/>
                  </a:cubicBezTo>
                  <a:close/>
                  <a:moveTo>
                    <a:pt x="1955980" y="456447"/>
                  </a:moveTo>
                  <a:cubicBezTo>
                    <a:pt x="1955781" y="455620"/>
                    <a:pt x="1955285" y="454860"/>
                    <a:pt x="1954888" y="454099"/>
                  </a:cubicBezTo>
                  <a:cubicBezTo>
                    <a:pt x="1954491" y="454463"/>
                    <a:pt x="1954128" y="454860"/>
                    <a:pt x="1953632" y="455323"/>
                  </a:cubicBezTo>
                  <a:cubicBezTo>
                    <a:pt x="1954062" y="456050"/>
                    <a:pt x="1954458" y="456811"/>
                    <a:pt x="1954888" y="457572"/>
                  </a:cubicBezTo>
                  <a:cubicBezTo>
                    <a:pt x="1955285" y="457175"/>
                    <a:pt x="1956046" y="456712"/>
                    <a:pt x="1955980" y="456447"/>
                  </a:cubicBezTo>
                  <a:close/>
                  <a:moveTo>
                    <a:pt x="1309140" y="1783961"/>
                  </a:moveTo>
                  <a:cubicBezTo>
                    <a:pt x="1309437" y="1784027"/>
                    <a:pt x="1309900" y="1783234"/>
                    <a:pt x="1310297" y="1782870"/>
                  </a:cubicBezTo>
                  <a:cubicBezTo>
                    <a:pt x="1309537" y="1782440"/>
                    <a:pt x="1308776" y="1782010"/>
                    <a:pt x="1308048" y="1781613"/>
                  </a:cubicBezTo>
                  <a:cubicBezTo>
                    <a:pt x="1307585" y="1782076"/>
                    <a:pt x="1307188" y="1782473"/>
                    <a:pt x="1306791" y="1782870"/>
                  </a:cubicBezTo>
                  <a:cubicBezTo>
                    <a:pt x="1307585" y="1783234"/>
                    <a:pt x="1308346" y="1783763"/>
                    <a:pt x="1309140" y="1783961"/>
                  </a:cubicBezTo>
                  <a:close/>
                  <a:moveTo>
                    <a:pt x="2384605" y="454099"/>
                  </a:moveTo>
                  <a:cubicBezTo>
                    <a:pt x="2384208" y="454463"/>
                    <a:pt x="2383447" y="454959"/>
                    <a:pt x="2383513" y="455224"/>
                  </a:cubicBezTo>
                  <a:cubicBezTo>
                    <a:pt x="2383712" y="456050"/>
                    <a:pt x="2384208" y="456811"/>
                    <a:pt x="2384605" y="457572"/>
                  </a:cubicBezTo>
                  <a:cubicBezTo>
                    <a:pt x="2385002" y="457208"/>
                    <a:pt x="2385366" y="456811"/>
                    <a:pt x="2385862" y="456348"/>
                  </a:cubicBezTo>
                  <a:cubicBezTo>
                    <a:pt x="2385432" y="455587"/>
                    <a:pt x="2385035" y="454860"/>
                    <a:pt x="2384605" y="454099"/>
                  </a:cubicBezTo>
                  <a:close/>
                  <a:moveTo>
                    <a:pt x="2039224" y="426649"/>
                  </a:moveTo>
                  <a:cubicBezTo>
                    <a:pt x="2038497" y="427045"/>
                    <a:pt x="2037736" y="427475"/>
                    <a:pt x="2036975" y="427905"/>
                  </a:cubicBezTo>
                  <a:cubicBezTo>
                    <a:pt x="2037372" y="428269"/>
                    <a:pt x="2037835" y="429063"/>
                    <a:pt x="2038133" y="428997"/>
                  </a:cubicBezTo>
                  <a:cubicBezTo>
                    <a:pt x="2038960" y="428798"/>
                    <a:pt x="2039687" y="428269"/>
                    <a:pt x="2040481" y="427905"/>
                  </a:cubicBezTo>
                  <a:cubicBezTo>
                    <a:pt x="2040084" y="427508"/>
                    <a:pt x="2039687" y="427112"/>
                    <a:pt x="2039224" y="426649"/>
                  </a:cubicBezTo>
                  <a:close/>
                  <a:moveTo>
                    <a:pt x="1461672" y="1836316"/>
                  </a:moveTo>
                  <a:cubicBezTo>
                    <a:pt x="1462499" y="1836150"/>
                    <a:pt x="1463259" y="1835621"/>
                    <a:pt x="1464020" y="1835224"/>
                  </a:cubicBezTo>
                  <a:cubicBezTo>
                    <a:pt x="1463623" y="1834860"/>
                    <a:pt x="1463259" y="1834463"/>
                    <a:pt x="1462796" y="1834000"/>
                  </a:cubicBezTo>
                  <a:cubicBezTo>
                    <a:pt x="1462036" y="1834397"/>
                    <a:pt x="1461275" y="1834827"/>
                    <a:pt x="1460547" y="1835224"/>
                  </a:cubicBezTo>
                  <a:cubicBezTo>
                    <a:pt x="1460911" y="1835621"/>
                    <a:pt x="1461374" y="1836382"/>
                    <a:pt x="1461672" y="1836316"/>
                  </a:cubicBezTo>
                  <a:close/>
                  <a:moveTo>
                    <a:pt x="960948" y="1835224"/>
                  </a:moveTo>
                  <a:cubicBezTo>
                    <a:pt x="961312" y="1835621"/>
                    <a:pt x="961709" y="1836018"/>
                    <a:pt x="962172" y="1836481"/>
                  </a:cubicBezTo>
                  <a:cubicBezTo>
                    <a:pt x="962899" y="1836084"/>
                    <a:pt x="963660" y="1835654"/>
                    <a:pt x="964421" y="1835224"/>
                  </a:cubicBezTo>
                  <a:cubicBezTo>
                    <a:pt x="964024" y="1834860"/>
                    <a:pt x="963561" y="1834067"/>
                    <a:pt x="963296" y="1834133"/>
                  </a:cubicBezTo>
                  <a:cubicBezTo>
                    <a:pt x="962469" y="1834331"/>
                    <a:pt x="961709" y="1834860"/>
                    <a:pt x="960948" y="1835224"/>
                  </a:cubicBezTo>
                  <a:close/>
                  <a:moveTo>
                    <a:pt x="969183" y="1808534"/>
                  </a:moveTo>
                  <a:cubicBezTo>
                    <a:pt x="969911" y="1808137"/>
                    <a:pt x="970671" y="1807707"/>
                    <a:pt x="971432" y="1807311"/>
                  </a:cubicBezTo>
                  <a:cubicBezTo>
                    <a:pt x="971035" y="1806914"/>
                    <a:pt x="970572" y="1806153"/>
                    <a:pt x="970275" y="1806219"/>
                  </a:cubicBezTo>
                  <a:cubicBezTo>
                    <a:pt x="969448" y="1806385"/>
                    <a:pt x="968720" y="1806914"/>
                    <a:pt x="967926" y="1807311"/>
                  </a:cubicBezTo>
                  <a:cubicBezTo>
                    <a:pt x="968323" y="1807707"/>
                    <a:pt x="968687" y="1808071"/>
                    <a:pt x="969183" y="1808534"/>
                  </a:cubicBezTo>
                  <a:close/>
                  <a:moveTo>
                    <a:pt x="1988060" y="431378"/>
                  </a:moveTo>
                  <a:cubicBezTo>
                    <a:pt x="1988821" y="431808"/>
                    <a:pt x="1989582" y="432205"/>
                    <a:pt x="1990309" y="432635"/>
                  </a:cubicBezTo>
                  <a:cubicBezTo>
                    <a:pt x="1990772" y="432172"/>
                    <a:pt x="1991169" y="431775"/>
                    <a:pt x="1991566" y="431378"/>
                  </a:cubicBezTo>
                  <a:cubicBezTo>
                    <a:pt x="1990772" y="430981"/>
                    <a:pt x="1990045" y="430485"/>
                    <a:pt x="1989218" y="430287"/>
                  </a:cubicBezTo>
                  <a:cubicBezTo>
                    <a:pt x="1988920" y="430220"/>
                    <a:pt x="1988457" y="430981"/>
                    <a:pt x="1988060" y="431378"/>
                  </a:cubicBezTo>
                  <a:close/>
                  <a:moveTo>
                    <a:pt x="2050965" y="502948"/>
                  </a:moveTo>
                  <a:cubicBezTo>
                    <a:pt x="2050634" y="502055"/>
                    <a:pt x="2050436" y="501063"/>
                    <a:pt x="2049940" y="500269"/>
                  </a:cubicBezTo>
                  <a:cubicBezTo>
                    <a:pt x="2049378" y="499376"/>
                    <a:pt x="2048319" y="499607"/>
                    <a:pt x="2047889" y="500930"/>
                  </a:cubicBezTo>
                  <a:cubicBezTo>
                    <a:pt x="2047757" y="501426"/>
                    <a:pt x="2048849" y="502286"/>
                    <a:pt x="2049411" y="502981"/>
                  </a:cubicBezTo>
                  <a:cubicBezTo>
                    <a:pt x="2049907" y="502981"/>
                    <a:pt x="2050403" y="502981"/>
                    <a:pt x="2050932" y="502981"/>
                  </a:cubicBezTo>
                  <a:cubicBezTo>
                    <a:pt x="2050932" y="502981"/>
                    <a:pt x="2050932" y="502948"/>
                    <a:pt x="2050965" y="502948"/>
                  </a:cubicBezTo>
                  <a:close/>
                  <a:moveTo>
                    <a:pt x="2051031" y="504502"/>
                  </a:moveTo>
                  <a:cubicBezTo>
                    <a:pt x="2051362" y="505197"/>
                    <a:pt x="2052321" y="505660"/>
                    <a:pt x="2053082" y="506090"/>
                  </a:cubicBezTo>
                  <a:cubicBezTo>
                    <a:pt x="2053214" y="506156"/>
                    <a:pt x="2053776" y="505395"/>
                    <a:pt x="2054173" y="504998"/>
                  </a:cubicBezTo>
                  <a:cubicBezTo>
                    <a:pt x="2053611" y="504337"/>
                    <a:pt x="2053214" y="503378"/>
                    <a:pt x="2052487" y="503014"/>
                  </a:cubicBezTo>
                  <a:cubicBezTo>
                    <a:pt x="2051759" y="502683"/>
                    <a:pt x="2051230" y="502683"/>
                    <a:pt x="2050965" y="502948"/>
                  </a:cubicBezTo>
                  <a:cubicBezTo>
                    <a:pt x="2050965" y="502948"/>
                    <a:pt x="2050932" y="502948"/>
                    <a:pt x="2050932" y="502981"/>
                  </a:cubicBezTo>
                  <a:cubicBezTo>
                    <a:pt x="2050668" y="503245"/>
                    <a:pt x="2050668" y="503775"/>
                    <a:pt x="2051031" y="504502"/>
                  </a:cubicBezTo>
                  <a:close/>
                  <a:moveTo>
                    <a:pt x="1004604" y="1735708"/>
                  </a:moveTo>
                  <a:cubicBezTo>
                    <a:pt x="1005001" y="1735311"/>
                    <a:pt x="1005398" y="1734947"/>
                    <a:pt x="1005861" y="1734484"/>
                  </a:cubicBezTo>
                  <a:cubicBezTo>
                    <a:pt x="1005431" y="1733756"/>
                    <a:pt x="1005034" y="1732996"/>
                    <a:pt x="1004604" y="1732235"/>
                  </a:cubicBezTo>
                  <a:cubicBezTo>
                    <a:pt x="1004207" y="1732599"/>
                    <a:pt x="1003447" y="1733095"/>
                    <a:pt x="1003513" y="1733360"/>
                  </a:cubicBezTo>
                  <a:cubicBezTo>
                    <a:pt x="1003711" y="1734186"/>
                    <a:pt x="1004207" y="1734947"/>
                    <a:pt x="1004604" y="1735708"/>
                  </a:cubicBezTo>
                  <a:close/>
                  <a:moveTo>
                    <a:pt x="1197056" y="489289"/>
                  </a:moveTo>
                  <a:cubicBezTo>
                    <a:pt x="1196361" y="489851"/>
                    <a:pt x="1195402" y="490248"/>
                    <a:pt x="1195071" y="490975"/>
                  </a:cubicBezTo>
                  <a:cubicBezTo>
                    <a:pt x="1194344" y="492431"/>
                    <a:pt x="1195071" y="493158"/>
                    <a:pt x="1196559" y="492431"/>
                  </a:cubicBezTo>
                  <a:cubicBezTo>
                    <a:pt x="1197254" y="492100"/>
                    <a:pt x="1197717" y="491141"/>
                    <a:pt x="1198114" y="490380"/>
                  </a:cubicBezTo>
                  <a:cubicBezTo>
                    <a:pt x="1198180" y="490248"/>
                    <a:pt x="1197452" y="489686"/>
                    <a:pt x="1197056" y="489289"/>
                  </a:cubicBezTo>
                  <a:close/>
                  <a:moveTo>
                    <a:pt x="1066418" y="1698435"/>
                  </a:moveTo>
                  <a:cubicBezTo>
                    <a:pt x="1066583" y="1699261"/>
                    <a:pt x="1067112" y="1700022"/>
                    <a:pt x="1067509" y="1700783"/>
                  </a:cubicBezTo>
                  <a:cubicBezTo>
                    <a:pt x="1067873" y="1700419"/>
                    <a:pt x="1068666" y="1699923"/>
                    <a:pt x="1068600" y="1699625"/>
                  </a:cubicBezTo>
                  <a:cubicBezTo>
                    <a:pt x="1068402" y="1698831"/>
                    <a:pt x="1067873" y="1698071"/>
                    <a:pt x="1067509" y="1697310"/>
                  </a:cubicBezTo>
                  <a:cubicBezTo>
                    <a:pt x="1067112" y="1697674"/>
                    <a:pt x="1066351" y="1698170"/>
                    <a:pt x="1066418" y="1698435"/>
                  </a:cubicBezTo>
                  <a:close/>
                  <a:moveTo>
                    <a:pt x="1963620" y="522196"/>
                  </a:moveTo>
                  <a:cubicBezTo>
                    <a:pt x="1962859" y="521766"/>
                    <a:pt x="1962098" y="521336"/>
                    <a:pt x="1961371" y="520939"/>
                  </a:cubicBezTo>
                  <a:cubicBezTo>
                    <a:pt x="1960908" y="521402"/>
                    <a:pt x="1960511" y="521799"/>
                    <a:pt x="1960114" y="522196"/>
                  </a:cubicBezTo>
                  <a:cubicBezTo>
                    <a:pt x="1960908" y="522560"/>
                    <a:pt x="1961635" y="523089"/>
                    <a:pt x="1962462" y="523288"/>
                  </a:cubicBezTo>
                  <a:cubicBezTo>
                    <a:pt x="1962760" y="523354"/>
                    <a:pt x="1963223" y="522560"/>
                    <a:pt x="1963620" y="522196"/>
                  </a:cubicBezTo>
                  <a:close/>
                  <a:moveTo>
                    <a:pt x="847409" y="1714773"/>
                  </a:moveTo>
                  <a:cubicBezTo>
                    <a:pt x="846979" y="1715533"/>
                    <a:pt x="846549" y="1716261"/>
                    <a:pt x="846152" y="1717022"/>
                  </a:cubicBezTo>
                  <a:cubicBezTo>
                    <a:pt x="846615" y="1717485"/>
                    <a:pt x="847012" y="1717848"/>
                    <a:pt x="847409" y="1718245"/>
                  </a:cubicBezTo>
                  <a:cubicBezTo>
                    <a:pt x="847772" y="1717485"/>
                    <a:pt x="848302" y="1716724"/>
                    <a:pt x="848500" y="1715897"/>
                  </a:cubicBezTo>
                  <a:cubicBezTo>
                    <a:pt x="848533" y="1715632"/>
                    <a:pt x="847772" y="1715136"/>
                    <a:pt x="847409" y="1714773"/>
                  </a:cubicBezTo>
                  <a:close/>
                  <a:moveTo>
                    <a:pt x="1944404" y="509959"/>
                  </a:moveTo>
                  <a:cubicBezTo>
                    <a:pt x="1944801" y="509562"/>
                    <a:pt x="1945562" y="509099"/>
                    <a:pt x="1945496" y="508802"/>
                  </a:cubicBezTo>
                  <a:cubicBezTo>
                    <a:pt x="1945297" y="507975"/>
                    <a:pt x="1944801" y="507247"/>
                    <a:pt x="1944404" y="506454"/>
                  </a:cubicBezTo>
                  <a:cubicBezTo>
                    <a:pt x="1944007" y="506850"/>
                    <a:pt x="1943610" y="507247"/>
                    <a:pt x="1943147" y="507710"/>
                  </a:cubicBezTo>
                  <a:cubicBezTo>
                    <a:pt x="1943577" y="508438"/>
                    <a:pt x="1943974" y="509199"/>
                    <a:pt x="1944404" y="509959"/>
                  </a:cubicBezTo>
                  <a:close/>
                  <a:moveTo>
                    <a:pt x="1988722" y="511117"/>
                  </a:moveTo>
                  <a:cubicBezTo>
                    <a:pt x="1988920" y="511944"/>
                    <a:pt x="1989416" y="512671"/>
                    <a:pt x="1989813" y="513432"/>
                  </a:cubicBezTo>
                  <a:cubicBezTo>
                    <a:pt x="1990210" y="513068"/>
                    <a:pt x="1990971" y="512605"/>
                    <a:pt x="1990905" y="512307"/>
                  </a:cubicBezTo>
                  <a:cubicBezTo>
                    <a:pt x="1990739" y="511481"/>
                    <a:pt x="1990210" y="510720"/>
                    <a:pt x="1989813" y="509959"/>
                  </a:cubicBezTo>
                  <a:cubicBezTo>
                    <a:pt x="1989416" y="510356"/>
                    <a:pt x="1988656" y="510819"/>
                    <a:pt x="1988722" y="511117"/>
                  </a:cubicBezTo>
                  <a:close/>
                  <a:moveTo>
                    <a:pt x="810698" y="1709514"/>
                  </a:moveTo>
                  <a:cubicBezTo>
                    <a:pt x="809937" y="1709117"/>
                    <a:pt x="809176" y="1708687"/>
                    <a:pt x="808449" y="1708290"/>
                  </a:cubicBezTo>
                  <a:cubicBezTo>
                    <a:pt x="807986" y="1708753"/>
                    <a:pt x="807622" y="1709150"/>
                    <a:pt x="807225" y="1709514"/>
                  </a:cubicBezTo>
                  <a:cubicBezTo>
                    <a:pt x="807986" y="1709911"/>
                    <a:pt x="808746" y="1710440"/>
                    <a:pt x="809573" y="1710605"/>
                  </a:cubicBezTo>
                  <a:cubicBezTo>
                    <a:pt x="809838" y="1710672"/>
                    <a:pt x="810334" y="1709911"/>
                    <a:pt x="810698" y="1709514"/>
                  </a:cubicBezTo>
                  <a:close/>
                  <a:moveTo>
                    <a:pt x="1210748" y="1763654"/>
                  </a:moveTo>
                  <a:cubicBezTo>
                    <a:pt x="1211145" y="1762894"/>
                    <a:pt x="1211575" y="1762133"/>
                    <a:pt x="1211971" y="1761405"/>
                  </a:cubicBezTo>
                  <a:cubicBezTo>
                    <a:pt x="1211508" y="1760942"/>
                    <a:pt x="1211112" y="1760545"/>
                    <a:pt x="1210748" y="1760149"/>
                  </a:cubicBezTo>
                  <a:cubicBezTo>
                    <a:pt x="1210351" y="1760942"/>
                    <a:pt x="1209822" y="1761670"/>
                    <a:pt x="1209656" y="1762497"/>
                  </a:cubicBezTo>
                  <a:cubicBezTo>
                    <a:pt x="1209590" y="1762794"/>
                    <a:pt x="1210351" y="1763257"/>
                    <a:pt x="1210748" y="1763654"/>
                  </a:cubicBezTo>
                  <a:close/>
                  <a:moveTo>
                    <a:pt x="742601" y="1760149"/>
                  </a:moveTo>
                  <a:cubicBezTo>
                    <a:pt x="742997" y="1759388"/>
                    <a:pt x="743427" y="1758627"/>
                    <a:pt x="743824" y="1757900"/>
                  </a:cubicBezTo>
                  <a:cubicBezTo>
                    <a:pt x="743361" y="1757437"/>
                    <a:pt x="742964" y="1757040"/>
                    <a:pt x="742601" y="1756676"/>
                  </a:cubicBezTo>
                  <a:cubicBezTo>
                    <a:pt x="742204" y="1757437"/>
                    <a:pt x="741675" y="1758197"/>
                    <a:pt x="741509" y="1759024"/>
                  </a:cubicBezTo>
                  <a:cubicBezTo>
                    <a:pt x="741443" y="1759289"/>
                    <a:pt x="742204" y="1759785"/>
                    <a:pt x="742601" y="1760149"/>
                  </a:cubicBezTo>
                  <a:close/>
                  <a:moveTo>
                    <a:pt x="2302485" y="462797"/>
                  </a:moveTo>
                  <a:cubicBezTo>
                    <a:pt x="2302121" y="462433"/>
                    <a:pt x="2301658" y="461640"/>
                    <a:pt x="2301360" y="461706"/>
                  </a:cubicBezTo>
                  <a:cubicBezTo>
                    <a:pt x="2300533" y="461904"/>
                    <a:pt x="2299773" y="462433"/>
                    <a:pt x="2299012" y="462797"/>
                  </a:cubicBezTo>
                  <a:cubicBezTo>
                    <a:pt x="2299376" y="463194"/>
                    <a:pt x="2299872" y="463955"/>
                    <a:pt x="2300137" y="463889"/>
                  </a:cubicBezTo>
                  <a:cubicBezTo>
                    <a:pt x="2300963" y="463723"/>
                    <a:pt x="2301724" y="463194"/>
                    <a:pt x="2302485" y="462797"/>
                  </a:cubicBezTo>
                  <a:close/>
                  <a:moveTo>
                    <a:pt x="2183720" y="483766"/>
                  </a:moveTo>
                  <a:cubicBezTo>
                    <a:pt x="2183323" y="483369"/>
                    <a:pt x="2182926" y="483005"/>
                    <a:pt x="2182463" y="482542"/>
                  </a:cubicBezTo>
                  <a:cubicBezTo>
                    <a:pt x="2181736" y="482939"/>
                    <a:pt x="2180975" y="483336"/>
                    <a:pt x="2180214" y="483766"/>
                  </a:cubicBezTo>
                  <a:cubicBezTo>
                    <a:pt x="2180611" y="484162"/>
                    <a:pt x="2181074" y="484923"/>
                    <a:pt x="2181372" y="484857"/>
                  </a:cubicBezTo>
                  <a:cubicBezTo>
                    <a:pt x="2182199" y="484658"/>
                    <a:pt x="2182926" y="484162"/>
                    <a:pt x="2183720" y="483766"/>
                  </a:cubicBezTo>
                  <a:close/>
                  <a:moveTo>
                    <a:pt x="1434916" y="1736369"/>
                  </a:moveTo>
                  <a:cubicBezTo>
                    <a:pt x="1434089" y="1736535"/>
                    <a:pt x="1433362" y="1737064"/>
                    <a:pt x="1432568" y="1737461"/>
                  </a:cubicBezTo>
                  <a:cubicBezTo>
                    <a:pt x="1432965" y="1737857"/>
                    <a:pt x="1433428" y="1738618"/>
                    <a:pt x="1433725" y="1738552"/>
                  </a:cubicBezTo>
                  <a:cubicBezTo>
                    <a:pt x="1434552" y="1738354"/>
                    <a:pt x="1435280" y="1737857"/>
                    <a:pt x="1436074" y="1737461"/>
                  </a:cubicBezTo>
                  <a:cubicBezTo>
                    <a:pt x="1435677" y="1737064"/>
                    <a:pt x="1435214" y="1736303"/>
                    <a:pt x="1434916" y="1736369"/>
                  </a:cubicBezTo>
                  <a:close/>
                  <a:moveTo>
                    <a:pt x="897547" y="1737957"/>
                  </a:moveTo>
                  <a:cubicBezTo>
                    <a:pt x="897150" y="1737229"/>
                    <a:pt x="896720" y="1736468"/>
                    <a:pt x="896290" y="1735708"/>
                  </a:cubicBezTo>
                  <a:cubicBezTo>
                    <a:pt x="895927" y="1736105"/>
                    <a:pt x="895133" y="1736568"/>
                    <a:pt x="895199" y="1736865"/>
                  </a:cubicBezTo>
                  <a:cubicBezTo>
                    <a:pt x="895397" y="1737692"/>
                    <a:pt x="895927" y="1738420"/>
                    <a:pt x="896290" y="1739213"/>
                  </a:cubicBezTo>
                  <a:cubicBezTo>
                    <a:pt x="896687" y="1738817"/>
                    <a:pt x="897084" y="1738420"/>
                    <a:pt x="897547" y="1737957"/>
                  </a:cubicBezTo>
                  <a:close/>
                  <a:moveTo>
                    <a:pt x="2037637" y="486676"/>
                  </a:moveTo>
                  <a:cubicBezTo>
                    <a:pt x="2037835" y="487470"/>
                    <a:pt x="2038331" y="488230"/>
                    <a:pt x="2038728" y="488991"/>
                  </a:cubicBezTo>
                  <a:cubicBezTo>
                    <a:pt x="2039125" y="488627"/>
                    <a:pt x="2039522" y="488230"/>
                    <a:pt x="2039985" y="487767"/>
                  </a:cubicBezTo>
                  <a:cubicBezTo>
                    <a:pt x="2039555" y="487040"/>
                    <a:pt x="2039158" y="486279"/>
                    <a:pt x="2038728" y="485518"/>
                  </a:cubicBezTo>
                  <a:cubicBezTo>
                    <a:pt x="2038331" y="485915"/>
                    <a:pt x="2037571" y="486378"/>
                    <a:pt x="2037637" y="486676"/>
                  </a:cubicBezTo>
                  <a:close/>
                  <a:moveTo>
                    <a:pt x="926651" y="1750822"/>
                  </a:moveTo>
                  <a:cubicBezTo>
                    <a:pt x="926850" y="1751649"/>
                    <a:pt x="927346" y="1752410"/>
                    <a:pt x="927743" y="1753170"/>
                  </a:cubicBezTo>
                  <a:cubicBezTo>
                    <a:pt x="928140" y="1752773"/>
                    <a:pt x="928537" y="1752410"/>
                    <a:pt x="929000" y="1751947"/>
                  </a:cubicBezTo>
                  <a:cubicBezTo>
                    <a:pt x="928570" y="1751186"/>
                    <a:pt x="928173" y="1750425"/>
                    <a:pt x="927743" y="1749698"/>
                  </a:cubicBezTo>
                  <a:cubicBezTo>
                    <a:pt x="927346" y="1750061"/>
                    <a:pt x="926585" y="1750557"/>
                    <a:pt x="926651" y="1750822"/>
                  </a:cubicBezTo>
                  <a:close/>
                  <a:moveTo>
                    <a:pt x="861365" y="1746192"/>
                  </a:moveTo>
                  <a:cubicBezTo>
                    <a:pt x="860969" y="1746589"/>
                    <a:pt x="860208" y="1747052"/>
                    <a:pt x="860274" y="1747349"/>
                  </a:cubicBezTo>
                  <a:cubicBezTo>
                    <a:pt x="860472" y="1748176"/>
                    <a:pt x="860969" y="1748904"/>
                    <a:pt x="861365" y="1749698"/>
                  </a:cubicBezTo>
                  <a:cubicBezTo>
                    <a:pt x="861762" y="1749301"/>
                    <a:pt x="862159" y="1748904"/>
                    <a:pt x="862622" y="1748441"/>
                  </a:cubicBezTo>
                  <a:cubicBezTo>
                    <a:pt x="862192" y="1747713"/>
                    <a:pt x="861795" y="1746953"/>
                    <a:pt x="861365" y="1746192"/>
                  </a:cubicBezTo>
                  <a:close/>
                  <a:moveTo>
                    <a:pt x="2198834" y="479201"/>
                  </a:moveTo>
                  <a:cubicBezTo>
                    <a:pt x="2198570" y="479135"/>
                    <a:pt x="2198074" y="479896"/>
                    <a:pt x="2197710" y="480293"/>
                  </a:cubicBezTo>
                  <a:cubicBezTo>
                    <a:pt x="2198470" y="480690"/>
                    <a:pt x="2199198" y="481120"/>
                    <a:pt x="2199959" y="481517"/>
                  </a:cubicBezTo>
                  <a:cubicBezTo>
                    <a:pt x="2200422" y="481054"/>
                    <a:pt x="2200786" y="480657"/>
                    <a:pt x="2201182" y="480293"/>
                  </a:cubicBezTo>
                  <a:cubicBezTo>
                    <a:pt x="2200422" y="479896"/>
                    <a:pt x="2199661" y="479367"/>
                    <a:pt x="2198834" y="47920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331CF617-CFFA-8F54-DCB8-F4E6F2ED101C}"/>
              </a:ext>
            </a:extLst>
          </p:cNvPr>
          <p:cNvGrpSpPr/>
          <p:nvPr/>
        </p:nvGrpSpPr>
        <p:grpSpPr>
          <a:xfrm rot="1381639">
            <a:off x="9084248" y="-496941"/>
            <a:ext cx="1411936" cy="1260424"/>
            <a:chOff x="6452894" y="5331089"/>
            <a:chExt cx="1200142" cy="1221256"/>
          </a:xfrm>
        </p:grpSpPr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865B33E0-284E-2697-286F-059C27093FDD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290028C6-4596-A694-26AB-3F8D631CD05F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8293FC53-752D-7812-DCED-EF009E0A254E}"/>
              </a:ext>
            </a:extLst>
          </p:cNvPr>
          <p:cNvGrpSpPr/>
          <p:nvPr/>
        </p:nvGrpSpPr>
        <p:grpSpPr>
          <a:xfrm rot="10856068">
            <a:off x="977818" y="943605"/>
            <a:ext cx="782550" cy="796317"/>
            <a:chOff x="6452894" y="5331089"/>
            <a:chExt cx="1200142" cy="1221256"/>
          </a:xfrm>
        </p:grpSpPr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B5ACA710-CB41-3689-5730-D46BEC8238E7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501F7884-1F21-5FC6-210A-D190374D947B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1F17F12C-73BC-1B4A-9445-C5125BA9628B}"/>
              </a:ext>
            </a:extLst>
          </p:cNvPr>
          <p:cNvGrpSpPr/>
          <p:nvPr/>
        </p:nvGrpSpPr>
        <p:grpSpPr>
          <a:xfrm rot="10856068">
            <a:off x="10111556" y="648692"/>
            <a:ext cx="782550" cy="796317"/>
            <a:chOff x="6452894" y="5331089"/>
            <a:chExt cx="1200142" cy="1221256"/>
          </a:xfrm>
        </p:grpSpPr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F1AD92E-182F-50D6-4823-4F5C8ABA0AED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578624DE-17AA-63FD-11D4-FC6F328F2700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6320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A7279E-E50E-8BBC-89D4-2F065566D2E0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A2E03D5-B1FD-ED7A-B134-CF1D6170BF62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19</a:t>
            </a:fld>
            <a:endParaRPr lang="en-US" sz="11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EE70260-A713-7FC5-C352-83C06B838A3C}"/>
              </a:ext>
            </a:extLst>
          </p:cNvPr>
          <p:cNvSpPr/>
          <p:nvPr/>
        </p:nvSpPr>
        <p:spPr>
          <a:xfrm rot="10800000">
            <a:off x="6096000" y="2130424"/>
            <a:ext cx="6096000" cy="3508376"/>
          </a:xfrm>
          <a:custGeom>
            <a:avLst/>
            <a:gdLst>
              <a:gd name="connsiteX0" fmla="*/ 0 w 6502400"/>
              <a:gd name="connsiteY0" fmla="*/ 0 h 4210050"/>
              <a:gd name="connsiteX1" fmla="*/ 5800711 w 6502400"/>
              <a:gd name="connsiteY1" fmla="*/ 0 h 4210050"/>
              <a:gd name="connsiteX2" fmla="*/ 6502400 w 6502400"/>
              <a:gd name="connsiteY2" fmla="*/ 701689 h 4210050"/>
              <a:gd name="connsiteX3" fmla="*/ 6502400 w 6502400"/>
              <a:gd name="connsiteY3" fmla="*/ 3508361 h 4210050"/>
              <a:gd name="connsiteX4" fmla="*/ 5800711 w 6502400"/>
              <a:gd name="connsiteY4" fmla="*/ 4210050 h 4210050"/>
              <a:gd name="connsiteX5" fmla="*/ 0 w 6502400"/>
              <a:gd name="connsiteY5" fmla="*/ 4210050 h 421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2400" h="4210050">
                <a:moveTo>
                  <a:pt x="0" y="0"/>
                </a:moveTo>
                <a:lnTo>
                  <a:pt x="5800711" y="0"/>
                </a:lnTo>
                <a:cubicBezTo>
                  <a:pt x="6188243" y="0"/>
                  <a:pt x="6502400" y="314157"/>
                  <a:pt x="6502400" y="701689"/>
                </a:cubicBezTo>
                <a:lnTo>
                  <a:pt x="6502400" y="3508361"/>
                </a:lnTo>
                <a:cubicBezTo>
                  <a:pt x="6502400" y="3895893"/>
                  <a:pt x="6188243" y="4210050"/>
                  <a:pt x="5800711" y="4210050"/>
                </a:cubicBezTo>
                <a:lnTo>
                  <a:pt x="0" y="421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1EE0C-3FE7-E46F-1912-2CAAC072A2C3}"/>
              </a:ext>
            </a:extLst>
          </p:cNvPr>
          <p:cNvSpPr txBox="1"/>
          <p:nvPr/>
        </p:nvSpPr>
        <p:spPr>
          <a:xfrm>
            <a:off x="7014115" y="4909554"/>
            <a:ext cx="336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i="1" dirty="0">
                <a:solidFill>
                  <a:schemeClr val="bg1"/>
                </a:solidFill>
              </a:rPr>
              <a:t>Harumi Kobayashi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139BEF4-C454-D0F7-29A1-3438CE01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115" y="2485480"/>
            <a:ext cx="405969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"Biology opens our eyes to the intricate beauty and complexity of life, inspiring curiosity and a deeper appreciation for the world around us."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EF3664-F803-6721-FD4A-4956E33D9CC7}"/>
              </a:ext>
            </a:extLst>
          </p:cNvPr>
          <p:cNvSpPr txBox="1"/>
          <p:nvPr/>
        </p:nvSpPr>
        <p:spPr>
          <a:xfrm>
            <a:off x="3804571" y="443699"/>
            <a:ext cx="45828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accent2"/>
                </a:solidFill>
                <a:latin typeface="+mj-lt"/>
              </a:rPr>
              <a:t>Testimonial</a:t>
            </a:r>
            <a:endParaRPr lang="en-ID" sz="7200" b="1" dirty="0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B88081-92C3-296B-F5A9-440E45652687}"/>
              </a:ext>
            </a:extLst>
          </p:cNvPr>
          <p:cNvGrpSpPr/>
          <p:nvPr/>
        </p:nvGrpSpPr>
        <p:grpSpPr>
          <a:xfrm>
            <a:off x="5206146" y="4331877"/>
            <a:ext cx="1579958" cy="1557349"/>
            <a:chOff x="10149732" y="3972565"/>
            <a:chExt cx="1579958" cy="155734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7ED783B-2E38-87BF-01D2-C9B9827D18E6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E30872-91C3-015F-F08E-FC2794277032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DBD8A78-42CB-29A7-D6B1-A26909BD95E0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056F518-89EF-8A6B-4C6B-24F5630578D0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5AE3A2A-B3DC-5354-2BBD-A75A9A46052C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6EB181D-7ED0-5BE2-88DB-FAD7057F6C6B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1D1B2E-479F-E30E-88B2-A30D5E913938}"/>
              </a:ext>
            </a:extLst>
          </p:cNvPr>
          <p:cNvGrpSpPr/>
          <p:nvPr/>
        </p:nvGrpSpPr>
        <p:grpSpPr>
          <a:xfrm>
            <a:off x="969142" y="895215"/>
            <a:ext cx="1712486" cy="1736578"/>
            <a:chOff x="9761542" y="1403215"/>
            <a:chExt cx="1712486" cy="173657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1224D9-AE4C-F17F-EDD2-318A976F6D93}"/>
                </a:ext>
              </a:extLst>
            </p:cNvPr>
            <p:cNvSpPr/>
            <p:nvPr/>
          </p:nvSpPr>
          <p:spPr>
            <a:xfrm>
              <a:off x="9761542" y="1403215"/>
              <a:ext cx="1712486" cy="1736578"/>
            </a:xfrm>
            <a:custGeom>
              <a:avLst/>
              <a:gdLst>
                <a:gd name="connsiteX0" fmla="*/ 877615 w 2686210"/>
                <a:gd name="connsiteY0" fmla="*/ 2721666 h 2724000"/>
                <a:gd name="connsiteX1" fmla="*/ 775188 w 2686210"/>
                <a:gd name="connsiteY1" fmla="*/ 2638389 h 2724000"/>
                <a:gd name="connsiteX2" fmla="*/ 748928 w 2686210"/>
                <a:gd name="connsiteY2" fmla="*/ 2500640 h 2724000"/>
                <a:gd name="connsiteX3" fmla="*/ 750879 w 2686210"/>
                <a:gd name="connsiteY3" fmla="*/ 2488204 h 2724000"/>
                <a:gd name="connsiteX4" fmla="*/ 753525 w 2686210"/>
                <a:gd name="connsiteY4" fmla="*/ 2475736 h 2724000"/>
                <a:gd name="connsiteX5" fmla="*/ 674713 w 2686210"/>
                <a:gd name="connsiteY5" fmla="*/ 2462606 h 2724000"/>
                <a:gd name="connsiteX6" fmla="*/ 600530 w 2686210"/>
                <a:gd name="connsiteY6" fmla="*/ 2341956 h 2724000"/>
                <a:gd name="connsiteX7" fmla="*/ 621531 w 2686210"/>
                <a:gd name="connsiteY7" fmla="*/ 2210789 h 2724000"/>
                <a:gd name="connsiteX8" fmla="*/ 632710 w 2686210"/>
                <a:gd name="connsiteY8" fmla="*/ 2192433 h 2724000"/>
                <a:gd name="connsiteX9" fmla="*/ 640581 w 2686210"/>
                <a:gd name="connsiteY9" fmla="*/ 2176691 h 2724000"/>
                <a:gd name="connsiteX10" fmla="*/ 637969 w 2686210"/>
                <a:gd name="connsiteY10" fmla="*/ 2161609 h 2724000"/>
                <a:gd name="connsiteX11" fmla="*/ 616306 w 2686210"/>
                <a:gd name="connsiteY11" fmla="*/ 2156351 h 2724000"/>
                <a:gd name="connsiteX12" fmla="*/ 601853 w 2686210"/>
                <a:gd name="connsiteY12" fmla="*/ 2168819 h 2724000"/>
                <a:gd name="connsiteX13" fmla="*/ 589384 w 2686210"/>
                <a:gd name="connsiteY13" fmla="*/ 2185223 h 2724000"/>
                <a:gd name="connsiteX14" fmla="*/ 483650 w 2686210"/>
                <a:gd name="connsiteY14" fmla="*/ 2243597 h 2724000"/>
                <a:gd name="connsiteX15" fmla="*/ 356286 w 2686210"/>
                <a:gd name="connsiteY15" fmla="*/ 2216047 h 2724000"/>
                <a:gd name="connsiteX16" fmla="*/ 318220 w 2686210"/>
                <a:gd name="connsiteY16" fmla="*/ 2138657 h 2724000"/>
                <a:gd name="connsiteX17" fmla="*/ 368093 w 2686210"/>
                <a:gd name="connsiteY17" fmla="*/ 1981263 h 2724000"/>
                <a:gd name="connsiteX18" fmla="*/ 391741 w 2686210"/>
                <a:gd name="connsiteY18" fmla="*/ 1960294 h 2724000"/>
                <a:gd name="connsiteX19" fmla="*/ 416049 w 2686210"/>
                <a:gd name="connsiteY19" fmla="*/ 1943229 h 2724000"/>
                <a:gd name="connsiteX20" fmla="*/ 419985 w 2686210"/>
                <a:gd name="connsiteY20" fmla="*/ 1939293 h 2724000"/>
                <a:gd name="connsiteX21" fmla="*/ 421936 w 2686210"/>
                <a:gd name="connsiteY21" fmla="*/ 1934696 h 2724000"/>
                <a:gd name="connsiteX22" fmla="*/ 420646 w 2686210"/>
                <a:gd name="connsiteY22" fmla="*/ 1928809 h 2724000"/>
                <a:gd name="connsiteX23" fmla="*/ 415388 w 2686210"/>
                <a:gd name="connsiteY23" fmla="*/ 1927486 h 2724000"/>
                <a:gd name="connsiteX24" fmla="*/ 383208 w 2686210"/>
                <a:gd name="connsiteY24" fmla="*/ 1936680 h 2724000"/>
                <a:gd name="connsiteX25" fmla="*/ 263715 w 2686210"/>
                <a:gd name="connsiteY25" fmla="*/ 1943890 h 2724000"/>
                <a:gd name="connsiteX26" fmla="*/ 160627 w 2686210"/>
                <a:gd name="connsiteY26" fmla="*/ 1865177 h 2724000"/>
                <a:gd name="connsiteX27" fmla="*/ 153417 w 2686210"/>
                <a:gd name="connsiteY27" fmla="*/ 1837660 h 2724000"/>
                <a:gd name="connsiteX28" fmla="*/ 159966 w 2686210"/>
                <a:gd name="connsiteY28" fmla="*/ 1779286 h 2724000"/>
                <a:gd name="connsiteX29" fmla="*/ 211196 w 2686210"/>
                <a:gd name="connsiteY29" fmla="*/ 1700573 h 2724000"/>
                <a:gd name="connsiteX30" fmla="*/ 263715 w 2686210"/>
                <a:gd name="connsiteY30" fmla="*/ 1665185 h 2724000"/>
                <a:gd name="connsiteX31" fmla="*/ 284055 w 2686210"/>
                <a:gd name="connsiteY31" fmla="*/ 1651393 h 2724000"/>
                <a:gd name="connsiteX32" fmla="*/ 284055 w 2686210"/>
                <a:gd name="connsiteY32" fmla="*/ 1622554 h 2724000"/>
                <a:gd name="connsiteX33" fmla="*/ 265700 w 2686210"/>
                <a:gd name="connsiteY33" fmla="*/ 1615344 h 2724000"/>
                <a:gd name="connsiteX34" fmla="*/ 220390 w 2686210"/>
                <a:gd name="connsiteY34" fmla="*/ 1622554 h 2724000"/>
                <a:gd name="connsiteX35" fmla="*/ 219067 w 2686210"/>
                <a:gd name="connsiteY35" fmla="*/ 1622554 h 2724000"/>
                <a:gd name="connsiteX36" fmla="*/ 1083 w 2686210"/>
                <a:gd name="connsiteY36" fmla="*/ 1485467 h 2724000"/>
                <a:gd name="connsiteX37" fmla="*/ 177064 w 2686210"/>
                <a:gd name="connsiteY37" fmla="*/ 1297910 h 2724000"/>
                <a:gd name="connsiteX38" fmla="*/ 217083 w 2686210"/>
                <a:gd name="connsiteY38" fmla="*/ 1297282 h 2724000"/>
                <a:gd name="connsiteX39" fmla="*/ 238778 w 2686210"/>
                <a:gd name="connsiteY39" fmla="*/ 1293346 h 2724000"/>
                <a:gd name="connsiteX40" fmla="*/ 246650 w 2686210"/>
                <a:gd name="connsiteY40" fmla="*/ 1268409 h 2724000"/>
                <a:gd name="connsiteX41" fmla="*/ 221051 w 2686210"/>
                <a:gd name="connsiteY41" fmla="*/ 1253328 h 2724000"/>
                <a:gd name="connsiteX42" fmla="*/ 182951 w 2686210"/>
                <a:gd name="connsiteY42" fmla="*/ 1242844 h 2724000"/>
                <a:gd name="connsiteX43" fmla="*/ 121899 w 2686210"/>
                <a:gd name="connsiteY43" fmla="*/ 1208745 h 2724000"/>
                <a:gd name="connsiteX44" fmla="*/ 47716 w 2686210"/>
                <a:gd name="connsiteY44" fmla="*/ 1091337 h 2724000"/>
                <a:gd name="connsiteX45" fmla="*/ 49006 w 2686210"/>
                <a:gd name="connsiteY45" fmla="*/ 1051351 h 2724000"/>
                <a:gd name="connsiteX46" fmla="*/ 275522 w 2686210"/>
                <a:gd name="connsiteY46" fmla="*/ 929379 h 2724000"/>
                <a:gd name="connsiteX47" fmla="*/ 304428 w 2686210"/>
                <a:gd name="connsiteY47" fmla="*/ 937878 h 2724000"/>
                <a:gd name="connsiteX48" fmla="*/ 330027 w 2686210"/>
                <a:gd name="connsiteY48" fmla="*/ 945750 h 2724000"/>
                <a:gd name="connsiteX49" fmla="*/ 345802 w 2686210"/>
                <a:gd name="connsiteY49" fmla="*/ 933314 h 2724000"/>
                <a:gd name="connsiteX50" fmla="*/ 342495 w 2686210"/>
                <a:gd name="connsiteY50" fmla="*/ 920184 h 2724000"/>
                <a:gd name="connsiteX51" fmla="*/ 310977 w 2686210"/>
                <a:gd name="connsiteY51" fmla="*/ 909700 h 2724000"/>
                <a:gd name="connsiteX52" fmla="*/ 282765 w 2686210"/>
                <a:gd name="connsiteY52" fmla="*/ 909700 h 2724000"/>
                <a:gd name="connsiteX53" fmla="*/ 219728 w 2686210"/>
                <a:gd name="connsiteY53" fmla="*/ 887409 h 2724000"/>
                <a:gd name="connsiteX54" fmla="*/ 131093 w 2686210"/>
                <a:gd name="connsiteY54" fmla="*/ 748370 h 2724000"/>
                <a:gd name="connsiteX55" fmla="*/ 148159 w 2686210"/>
                <a:gd name="connsiteY55" fmla="*/ 664431 h 2724000"/>
                <a:gd name="connsiteX56" fmla="*/ 177064 w 2686210"/>
                <a:gd name="connsiteY56" fmla="*/ 634269 h 2724000"/>
                <a:gd name="connsiteX57" fmla="*/ 144884 w 2686210"/>
                <a:gd name="connsiteY57" fmla="*/ 594912 h 2724000"/>
                <a:gd name="connsiteX58" fmla="*/ 119914 w 2686210"/>
                <a:gd name="connsiteY58" fmla="*/ 526716 h 2724000"/>
                <a:gd name="connsiteX59" fmla="*/ 117302 w 2686210"/>
                <a:gd name="connsiteY59" fmla="*/ 450648 h 2724000"/>
                <a:gd name="connsiteX60" fmla="*/ 186887 w 2686210"/>
                <a:gd name="connsiteY60" fmla="*/ 333239 h 2724000"/>
                <a:gd name="connsiteX61" fmla="*/ 333962 w 2686210"/>
                <a:gd name="connsiteY61" fmla="*/ 333239 h 2724000"/>
                <a:gd name="connsiteX62" fmla="*/ 434438 w 2686210"/>
                <a:gd name="connsiteY62" fmla="*/ 418501 h 2724000"/>
                <a:gd name="connsiteX63" fmla="*/ 552607 w 2686210"/>
                <a:gd name="connsiteY63" fmla="*/ 404743 h 2724000"/>
                <a:gd name="connsiteX64" fmla="*/ 573609 w 2686210"/>
                <a:gd name="connsiteY64" fmla="*/ 410630 h 2724000"/>
                <a:gd name="connsiteX65" fmla="*/ 594610 w 2686210"/>
                <a:gd name="connsiteY65" fmla="*/ 418501 h 2724000"/>
                <a:gd name="connsiteX66" fmla="*/ 639920 w 2686210"/>
                <a:gd name="connsiteY66" fmla="*/ 444067 h 2724000"/>
                <a:gd name="connsiteX67" fmla="*/ 658970 w 2686210"/>
                <a:gd name="connsiteY67" fmla="*/ 459809 h 2724000"/>
                <a:gd name="connsiteX68" fmla="*/ 675374 w 2686210"/>
                <a:gd name="connsiteY68" fmla="*/ 476875 h 2724000"/>
                <a:gd name="connsiteX69" fmla="*/ 683907 w 2686210"/>
                <a:gd name="connsiteY69" fmla="*/ 483423 h 2724000"/>
                <a:gd name="connsiteX70" fmla="*/ 694424 w 2686210"/>
                <a:gd name="connsiteY70" fmla="*/ 484085 h 2724000"/>
                <a:gd name="connsiteX71" fmla="*/ 697698 w 2686210"/>
                <a:gd name="connsiteY71" fmla="*/ 481472 h 2724000"/>
                <a:gd name="connsiteX72" fmla="*/ 697698 w 2686210"/>
                <a:gd name="connsiteY72" fmla="*/ 477536 h 2724000"/>
                <a:gd name="connsiteX73" fmla="*/ 686553 w 2686210"/>
                <a:gd name="connsiteY73" fmla="*/ 449987 h 2724000"/>
                <a:gd name="connsiteX74" fmla="*/ 679971 w 2686210"/>
                <a:gd name="connsiteY74" fmla="*/ 419163 h 2724000"/>
                <a:gd name="connsiteX75" fmla="*/ 773865 w 2686210"/>
                <a:gd name="connsiteY75" fmla="*/ 232268 h 2724000"/>
                <a:gd name="connsiteX76" fmla="*/ 881551 w 2686210"/>
                <a:gd name="connsiteY76" fmla="*/ 247977 h 2724000"/>
                <a:gd name="connsiteX77" fmla="*/ 928812 w 2686210"/>
                <a:gd name="connsiteY77" fmla="*/ 285383 h 2724000"/>
                <a:gd name="connsiteX78" fmla="*/ 960330 w 2686210"/>
                <a:gd name="connsiteY78" fmla="*/ 328014 h 2724000"/>
                <a:gd name="connsiteX79" fmla="*/ 965589 w 2686210"/>
                <a:gd name="connsiteY79" fmla="*/ 339159 h 2724000"/>
                <a:gd name="connsiteX80" fmla="*/ 974122 w 2686210"/>
                <a:gd name="connsiteY80" fmla="*/ 352918 h 2724000"/>
                <a:gd name="connsiteX81" fmla="*/ 1000382 w 2686210"/>
                <a:gd name="connsiteY81" fmla="*/ 352918 h 2724000"/>
                <a:gd name="connsiteX82" fmla="*/ 1002994 w 2686210"/>
                <a:gd name="connsiteY82" fmla="*/ 341111 h 2724000"/>
                <a:gd name="connsiteX83" fmla="*/ 986590 w 2686210"/>
                <a:gd name="connsiteY83" fmla="*/ 263092 h 2724000"/>
                <a:gd name="connsiteX84" fmla="*/ 999059 w 2686210"/>
                <a:gd name="connsiteY84" fmla="*/ 190926 h 2724000"/>
                <a:gd name="connsiteX85" fmla="*/ 1090340 w 2686210"/>
                <a:gd name="connsiteY85" fmla="*/ 91245 h 2724000"/>
                <a:gd name="connsiteX86" fmla="*/ 1274821 w 2686210"/>
                <a:gd name="connsiteY86" fmla="*/ 188975 h 2724000"/>
                <a:gd name="connsiteX87" fmla="*/ 1282064 w 2686210"/>
                <a:gd name="connsiteY87" fmla="*/ 215863 h 2724000"/>
                <a:gd name="connsiteX88" fmla="*/ 1285999 w 2686210"/>
                <a:gd name="connsiteY88" fmla="*/ 217815 h 2724000"/>
                <a:gd name="connsiteX89" fmla="*/ 1287289 w 2686210"/>
                <a:gd name="connsiteY89" fmla="*/ 213879 h 2724000"/>
                <a:gd name="connsiteX90" fmla="*/ 1289273 w 2686210"/>
                <a:gd name="connsiteY90" fmla="*/ 139134 h 2724000"/>
                <a:gd name="connsiteX91" fmla="*/ 1318146 w 2686210"/>
                <a:gd name="connsiteY91" fmla="*/ 68954 h 2724000"/>
                <a:gd name="connsiteX92" fmla="*/ 1425832 w 2686210"/>
                <a:gd name="connsiteY92" fmla="*/ 96 h 2724000"/>
                <a:gd name="connsiteX93" fmla="*/ 1578827 w 2686210"/>
                <a:gd name="connsiteY93" fmla="*/ 156167 h 2724000"/>
                <a:gd name="connsiteX94" fmla="*/ 1580117 w 2686210"/>
                <a:gd name="connsiteY94" fmla="*/ 169958 h 2724000"/>
                <a:gd name="connsiteX95" fmla="*/ 1570294 w 2686210"/>
                <a:gd name="connsiteY95" fmla="*/ 228960 h 2724000"/>
                <a:gd name="connsiteX96" fmla="*/ 1557792 w 2686210"/>
                <a:gd name="connsiteY96" fmla="*/ 286673 h 2724000"/>
                <a:gd name="connsiteX97" fmla="*/ 1560438 w 2686210"/>
                <a:gd name="connsiteY97" fmla="*/ 293254 h 2724000"/>
                <a:gd name="connsiteX98" fmla="*/ 1574230 w 2686210"/>
                <a:gd name="connsiteY98" fmla="*/ 291270 h 2724000"/>
                <a:gd name="connsiteX99" fmla="*/ 1586037 w 2686210"/>
                <a:gd name="connsiteY99" fmla="*/ 271591 h 2724000"/>
                <a:gd name="connsiteX100" fmla="*/ 1630024 w 2686210"/>
                <a:gd name="connsiteY100" fmla="*/ 207331 h 2724000"/>
                <a:gd name="connsiteX101" fmla="*/ 1699609 w 2686210"/>
                <a:gd name="connsiteY101" fmla="*/ 162748 h 2724000"/>
                <a:gd name="connsiteX102" fmla="*/ 1841459 w 2686210"/>
                <a:gd name="connsiteY102" fmla="*/ 167312 h 2724000"/>
                <a:gd name="connsiteX103" fmla="*/ 1903801 w 2686210"/>
                <a:gd name="connsiteY103" fmla="*/ 275527 h 2724000"/>
                <a:gd name="connsiteX104" fmla="*/ 1901189 w 2686210"/>
                <a:gd name="connsiteY104" fmla="*/ 348982 h 2724000"/>
                <a:gd name="connsiteX105" fmla="*/ 1868347 w 2686210"/>
                <a:gd name="connsiteY105" fmla="*/ 407356 h 2724000"/>
                <a:gd name="connsiteX106" fmla="*/ 1852604 w 2686210"/>
                <a:gd name="connsiteY106" fmla="*/ 440792 h 2724000"/>
                <a:gd name="connsiteX107" fmla="*/ 1852604 w 2686210"/>
                <a:gd name="connsiteY107" fmla="*/ 447341 h 2724000"/>
                <a:gd name="connsiteX108" fmla="*/ 1864412 w 2686210"/>
                <a:gd name="connsiteY108" fmla="*/ 452599 h 2724000"/>
                <a:gd name="connsiteX109" fmla="*/ 1876252 w 2686210"/>
                <a:gd name="connsiteY109" fmla="*/ 445389 h 2724000"/>
                <a:gd name="connsiteX110" fmla="*/ 1907109 w 2686210"/>
                <a:gd name="connsiteY110" fmla="*/ 407356 h 2724000"/>
                <a:gd name="connsiteX111" fmla="*/ 1923513 w 2686210"/>
                <a:gd name="connsiteY111" fmla="*/ 379144 h 2724000"/>
                <a:gd name="connsiteX112" fmla="*/ 1949111 w 2686210"/>
                <a:gd name="connsiteY112" fmla="*/ 359466 h 2724000"/>
                <a:gd name="connsiteX113" fmla="*/ 2008213 w 2686210"/>
                <a:gd name="connsiteY113" fmla="*/ 329965 h 2724000"/>
                <a:gd name="connsiteX114" fmla="*/ 2133625 w 2686210"/>
                <a:gd name="connsiteY114" fmla="*/ 340449 h 2724000"/>
                <a:gd name="connsiteX115" fmla="*/ 2196001 w 2686210"/>
                <a:gd name="connsiteY115" fmla="*/ 448664 h 2724000"/>
                <a:gd name="connsiteX116" fmla="*/ 2184161 w 2686210"/>
                <a:gd name="connsiteY116" fmla="*/ 556878 h 2724000"/>
                <a:gd name="connsiteX117" fmla="*/ 2123108 w 2686210"/>
                <a:gd name="connsiteY117" fmla="*/ 645414 h 2724000"/>
                <a:gd name="connsiteX118" fmla="*/ 2112591 w 2686210"/>
                <a:gd name="connsiteY118" fmla="*/ 678190 h 2724000"/>
                <a:gd name="connsiteX119" fmla="*/ 2243923 w 2686210"/>
                <a:gd name="connsiteY119" fmla="*/ 683448 h 2724000"/>
                <a:gd name="connsiteX120" fmla="*/ 2276103 w 2686210"/>
                <a:gd name="connsiteY120" fmla="*/ 680174 h 2724000"/>
                <a:gd name="connsiteX121" fmla="*/ 2344366 w 2686210"/>
                <a:gd name="connsiteY121" fmla="*/ 684738 h 2724000"/>
                <a:gd name="connsiteX122" fmla="*/ 2448777 w 2686210"/>
                <a:gd name="connsiteY122" fmla="*/ 760177 h 2724000"/>
                <a:gd name="connsiteX123" fmla="*/ 2460584 w 2686210"/>
                <a:gd name="connsiteY123" fmla="*/ 798211 h 2724000"/>
                <a:gd name="connsiteX124" fmla="*/ 2434324 w 2686210"/>
                <a:gd name="connsiteY124" fmla="*/ 907054 h 2724000"/>
                <a:gd name="connsiteX125" fmla="*/ 2353560 w 2686210"/>
                <a:gd name="connsiteY125" fmla="*/ 996913 h 2724000"/>
                <a:gd name="connsiteX126" fmla="*/ 2377869 w 2686210"/>
                <a:gd name="connsiteY126" fmla="*/ 1048706 h 2724000"/>
                <a:gd name="connsiteX127" fmla="*/ 2467165 w 2686210"/>
                <a:gd name="connsiteY127" fmla="*/ 1025753 h 2724000"/>
                <a:gd name="connsiteX128" fmla="*/ 2685116 w 2686210"/>
                <a:gd name="connsiteY128" fmla="*/ 1162840 h 2724000"/>
                <a:gd name="connsiteX129" fmla="*/ 2509168 w 2686210"/>
                <a:gd name="connsiteY129" fmla="*/ 1350397 h 2724000"/>
                <a:gd name="connsiteX130" fmla="*/ 2467165 w 2686210"/>
                <a:gd name="connsiteY130" fmla="*/ 1350397 h 2724000"/>
                <a:gd name="connsiteX131" fmla="*/ 2426453 w 2686210"/>
                <a:gd name="connsiteY131" fmla="*/ 1348412 h 2724000"/>
                <a:gd name="connsiteX132" fmla="*/ 2419871 w 2686210"/>
                <a:gd name="connsiteY132" fmla="*/ 1387108 h 2724000"/>
                <a:gd name="connsiteX133" fmla="*/ 2436308 w 2686210"/>
                <a:gd name="connsiteY133" fmla="*/ 1394979 h 2724000"/>
                <a:gd name="connsiteX134" fmla="*/ 2482247 w 2686210"/>
                <a:gd name="connsiteY134" fmla="*/ 1411383 h 2724000"/>
                <a:gd name="connsiteX135" fmla="*/ 2522959 w 2686210"/>
                <a:gd name="connsiteY135" fmla="*/ 1441546 h 2724000"/>
                <a:gd name="connsiteX136" fmla="*/ 2566946 w 2686210"/>
                <a:gd name="connsiteY136" fmla="*/ 1522872 h 2724000"/>
                <a:gd name="connsiteX137" fmla="*/ 2567608 w 2686210"/>
                <a:gd name="connsiteY137" fmla="*/ 1528759 h 2724000"/>
                <a:gd name="connsiteX138" fmla="*/ 2508507 w 2686210"/>
                <a:gd name="connsiteY138" fmla="*/ 1652716 h 2724000"/>
                <a:gd name="connsiteX139" fmla="*/ 2531492 w 2686210"/>
                <a:gd name="connsiteY139" fmla="*/ 1660588 h 2724000"/>
                <a:gd name="connsiteX140" fmla="*/ 2660840 w 2686210"/>
                <a:gd name="connsiteY140" fmla="*/ 1862564 h 2724000"/>
                <a:gd name="connsiteX141" fmla="*/ 2650985 w 2686210"/>
                <a:gd name="connsiteY141" fmla="*/ 1897324 h 2724000"/>
                <a:gd name="connsiteX142" fmla="*/ 2396257 w 2686210"/>
                <a:gd name="connsiteY142" fmla="*/ 1972068 h 2724000"/>
                <a:gd name="connsiteX143" fmla="*/ 2389014 w 2686210"/>
                <a:gd name="connsiteY143" fmla="*/ 1968794 h 2724000"/>
                <a:gd name="connsiteX144" fmla="*/ 2354883 w 2686210"/>
                <a:gd name="connsiteY144" fmla="*/ 2065202 h 2724000"/>
                <a:gd name="connsiteX145" fmla="*/ 2254440 w 2686210"/>
                <a:gd name="connsiteY145" fmla="*/ 2107833 h 2724000"/>
                <a:gd name="connsiteX146" fmla="*/ 2197290 w 2686210"/>
                <a:gd name="connsiteY146" fmla="*/ 2101946 h 2724000"/>
                <a:gd name="connsiteX147" fmla="*/ 2138884 w 2686210"/>
                <a:gd name="connsiteY147" fmla="*/ 2090767 h 2724000"/>
                <a:gd name="connsiteX148" fmla="*/ 2132964 w 2686210"/>
                <a:gd name="connsiteY148" fmla="*/ 2093413 h 2724000"/>
                <a:gd name="connsiteX149" fmla="*/ 2132302 w 2686210"/>
                <a:gd name="connsiteY149" fmla="*/ 2100623 h 2724000"/>
                <a:gd name="connsiteX150" fmla="*/ 2136899 w 2686210"/>
                <a:gd name="connsiteY150" fmla="*/ 2106510 h 2724000"/>
                <a:gd name="connsiteX151" fmla="*/ 2159885 w 2686210"/>
                <a:gd name="connsiteY151" fmla="*/ 2125527 h 2724000"/>
                <a:gd name="connsiteX152" fmla="*/ 2226858 w 2686210"/>
                <a:gd name="connsiteY152" fmla="*/ 2259968 h 2724000"/>
                <a:gd name="connsiteX153" fmla="*/ 2194016 w 2686210"/>
                <a:gd name="connsiteY153" fmla="*/ 2379990 h 2724000"/>
                <a:gd name="connsiteX154" fmla="*/ 2058120 w 2686210"/>
                <a:gd name="connsiteY154" fmla="*/ 2420008 h 2724000"/>
                <a:gd name="connsiteX155" fmla="*/ 1937304 w 2686210"/>
                <a:gd name="connsiteY155" fmla="*/ 2365570 h 2724000"/>
                <a:gd name="connsiteX156" fmla="*/ 1911706 w 2686210"/>
                <a:gd name="connsiteY156" fmla="*/ 2335408 h 2724000"/>
                <a:gd name="connsiteX157" fmla="*/ 1901850 w 2686210"/>
                <a:gd name="connsiteY157" fmla="*/ 2318342 h 2724000"/>
                <a:gd name="connsiteX158" fmla="*/ 1893979 w 2686210"/>
                <a:gd name="connsiteY158" fmla="*/ 2300648 h 2724000"/>
                <a:gd name="connsiteX159" fmla="*/ 1890671 w 2686210"/>
                <a:gd name="connsiteY159" fmla="*/ 2298002 h 2724000"/>
                <a:gd name="connsiteX160" fmla="*/ 1888059 w 2686210"/>
                <a:gd name="connsiteY160" fmla="*/ 2305212 h 2724000"/>
                <a:gd name="connsiteX161" fmla="*/ 1889382 w 2686210"/>
                <a:gd name="connsiteY161" fmla="*/ 2315729 h 2724000"/>
                <a:gd name="connsiteX162" fmla="*/ 1888720 w 2686210"/>
                <a:gd name="connsiteY162" fmla="*/ 2337359 h 2724000"/>
                <a:gd name="connsiteX163" fmla="*/ 1880849 w 2686210"/>
                <a:gd name="connsiteY163" fmla="*/ 2380651 h 2724000"/>
                <a:gd name="connsiteX164" fmla="*/ 1838152 w 2686210"/>
                <a:gd name="connsiteY164" fmla="*/ 2455396 h 2724000"/>
                <a:gd name="connsiteX165" fmla="*/ 1779712 w 2686210"/>
                <a:gd name="connsiteY165" fmla="*/ 2488866 h 2724000"/>
                <a:gd name="connsiteX166" fmla="*/ 1658268 w 2686210"/>
                <a:gd name="connsiteY166" fmla="*/ 2449509 h 2724000"/>
                <a:gd name="connsiteX167" fmla="*/ 1634621 w 2686210"/>
                <a:gd name="connsiteY167" fmla="*/ 2424572 h 2724000"/>
                <a:gd name="connsiteX168" fmla="*/ 1615571 w 2686210"/>
                <a:gd name="connsiteY168" fmla="*/ 2399007 h 2724000"/>
                <a:gd name="connsiteX169" fmla="*/ 1610345 w 2686210"/>
                <a:gd name="connsiteY169" fmla="*/ 2395733 h 2724000"/>
                <a:gd name="connsiteX170" fmla="*/ 1606410 w 2686210"/>
                <a:gd name="connsiteY170" fmla="*/ 2400330 h 2724000"/>
                <a:gd name="connsiteX171" fmla="*/ 1607038 w 2686210"/>
                <a:gd name="connsiteY171" fmla="*/ 2406878 h 2724000"/>
                <a:gd name="connsiteX172" fmla="*/ 1607700 w 2686210"/>
                <a:gd name="connsiteY172" fmla="*/ 2416701 h 2724000"/>
                <a:gd name="connsiteX173" fmla="*/ 1595231 w 2686210"/>
                <a:gd name="connsiteY173" fmla="*/ 2477059 h 2724000"/>
                <a:gd name="connsiteX174" fmla="*/ 1563051 w 2686210"/>
                <a:gd name="connsiteY174" fmla="*/ 2535399 h 2724000"/>
                <a:gd name="connsiteX175" fmla="*/ 1515790 w 2686210"/>
                <a:gd name="connsiteY175" fmla="*/ 2581966 h 2724000"/>
                <a:gd name="connsiteX176" fmla="*/ 1455399 w 2686210"/>
                <a:gd name="connsiteY176" fmla="*/ 2604919 h 2724000"/>
                <a:gd name="connsiteX177" fmla="*/ 1433703 w 2686210"/>
                <a:gd name="connsiteY177" fmla="*/ 2605580 h 2724000"/>
                <a:gd name="connsiteX178" fmla="*/ 1301742 w 2686210"/>
                <a:gd name="connsiteY178" fmla="*/ 2499350 h 2724000"/>
                <a:gd name="connsiteX179" fmla="*/ 1282692 w 2686210"/>
                <a:gd name="connsiteY179" fmla="*/ 2425895 h 2724000"/>
                <a:gd name="connsiteX180" fmla="*/ 1280079 w 2686210"/>
                <a:gd name="connsiteY180" fmla="*/ 2412765 h 2724000"/>
                <a:gd name="connsiteX181" fmla="*/ 1270885 w 2686210"/>
                <a:gd name="connsiteY181" fmla="*/ 2403604 h 2724000"/>
                <a:gd name="connsiteX182" fmla="*/ 1253158 w 2686210"/>
                <a:gd name="connsiteY182" fmla="*/ 2412137 h 2724000"/>
                <a:gd name="connsiteX183" fmla="*/ 1236754 w 2686210"/>
                <a:gd name="connsiteY183" fmla="*/ 2454106 h 2724000"/>
                <a:gd name="connsiteX184" fmla="*/ 1109390 w 2686210"/>
                <a:gd name="connsiteY184" fmla="*/ 2529512 h 2724000"/>
                <a:gd name="connsiteX185" fmla="*/ 1087694 w 2686210"/>
                <a:gd name="connsiteY185" fmla="*/ 2526238 h 2724000"/>
                <a:gd name="connsiteX186" fmla="*/ 1086404 w 2686210"/>
                <a:gd name="connsiteY186" fmla="*/ 2543932 h 2724000"/>
                <a:gd name="connsiteX187" fmla="*/ 1084420 w 2686210"/>
                <a:gd name="connsiteY187" fmla="*/ 2555739 h 2724000"/>
                <a:gd name="connsiteX188" fmla="*/ 877615 w 2686210"/>
                <a:gd name="connsiteY188" fmla="*/ 2721666 h 27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2686210" h="2724000">
                  <a:moveTo>
                    <a:pt x="877615" y="2721666"/>
                  </a:moveTo>
                  <a:cubicBezTo>
                    <a:pt x="832966" y="2712472"/>
                    <a:pt x="797512" y="2679697"/>
                    <a:pt x="775188" y="2638389"/>
                  </a:cubicBezTo>
                  <a:cubicBezTo>
                    <a:pt x="752864" y="2597047"/>
                    <a:pt x="743008" y="2545917"/>
                    <a:pt x="748928" y="2500640"/>
                  </a:cubicBezTo>
                  <a:cubicBezTo>
                    <a:pt x="749590" y="2496737"/>
                    <a:pt x="750218" y="2492140"/>
                    <a:pt x="750879" y="2488204"/>
                  </a:cubicBezTo>
                  <a:cubicBezTo>
                    <a:pt x="751541" y="2484269"/>
                    <a:pt x="752864" y="2480333"/>
                    <a:pt x="753525" y="2475736"/>
                  </a:cubicBezTo>
                  <a:cubicBezTo>
                    <a:pt x="725281" y="2479010"/>
                    <a:pt x="698360" y="2475074"/>
                    <a:pt x="674713" y="2462606"/>
                  </a:cubicBezTo>
                  <a:cubicBezTo>
                    <a:pt x="634033" y="2441638"/>
                    <a:pt x="607740" y="2398345"/>
                    <a:pt x="600530" y="2341956"/>
                  </a:cubicBezTo>
                  <a:cubicBezTo>
                    <a:pt x="594610" y="2296051"/>
                    <a:pt x="602514" y="2247533"/>
                    <a:pt x="621531" y="2210789"/>
                  </a:cubicBezTo>
                  <a:cubicBezTo>
                    <a:pt x="624839" y="2204902"/>
                    <a:pt x="628113" y="2197692"/>
                    <a:pt x="632710" y="2192433"/>
                  </a:cubicBezTo>
                  <a:cubicBezTo>
                    <a:pt x="636646" y="2187836"/>
                    <a:pt x="639258" y="2182611"/>
                    <a:pt x="640581" y="2176691"/>
                  </a:cubicBezTo>
                  <a:cubicBezTo>
                    <a:pt x="641904" y="2171432"/>
                    <a:pt x="641243" y="2166206"/>
                    <a:pt x="637969" y="2161609"/>
                  </a:cubicBezTo>
                  <a:cubicBezTo>
                    <a:pt x="633371" y="2155061"/>
                    <a:pt x="623516" y="2153077"/>
                    <a:pt x="616306" y="2156351"/>
                  </a:cubicBezTo>
                  <a:cubicBezTo>
                    <a:pt x="610386" y="2158997"/>
                    <a:pt x="605127" y="2163561"/>
                    <a:pt x="601853" y="2168819"/>
                  </a:cubicBezTo>
                  <a:cubicBezTo>
                    <a:pt x="597917" y="2174739"/>
                    <a:pt x="593982" y="2179965"/>
                    <a:pt x="589384" y="2185223"/>
                  </a:cubicBezTo>
                  <a:cubicBezTo>
                    <a:pt x="563753" y="2212773"/>
                    <a:pt x="524363" y="2234403"/>
                    <a:pt x="483650" y="2243597"/>
                  </a:cubicBezTo>
                  <a:cubicBezTo>
                    <a:pt x="432453" y="2254743"/>
                    <a:pt x="387143" y="2244887"/>
                    <a:pt x="356286" y="2216047"/>
                  </a:cubicBezTo>
                  <a:cubicBezTo>
                    <a:pt x="335285" y="2197030"/>
                    <a:pt x="322155" y="2170142"/>
                    <a:pt x="318220" y="2138657"/>
                  </a:cubicBezTo>
                  <a:cubicBezTo>
                    <a:pt x="310977" y="2085542"/>
                    <a:pt x="332011" y="2020619"/>
                    <a:pt x="368093" y="1981263"/>
                  </a:cubicBezTo>
                  <a:cubicBezTo>
                    <a:pt x="375336" y="1973391"/>
                    <a:pt x="383208" y="1966181"/>
                    <a:pt x="391741" y="1960294"/>
                  </a:cubicBezTo>
                  <a:cubicBezTo>
                    <a:pt x="399612" y="1954374"/>
                    <a:pt x="408806" y="1950439"/>
                    <a:pt x="416049" y="1943229"/>
                  </a:cubicBezTo>
                  <a:cubicBezTo>
                    <a:pt x="417339" y="1941906"/>
                    <a:pt x="418662" y="1940616"/>
                    <a:pt x="419985" y="1939293"/>
                  </a:cubicBezTo>
                  <a:cubicBezTo>
                    <a:pt x="420646" y="1937970"/>
                    <a:pt x="421275" y="1936019"/>
                    <a:pt x="421936" y="1934696"/>
                  </a:cubicBezTo>
                  <a:cubicBezTo>
                    <a:pt x="422598" y="1932745"/>
                    <a:pt x="421936" y="1930099"/>
                    <a:pt x="420646" y="1928809"/>
                  </a:cubicBezTo>
                  <a:cubicBezTo>
                    <a:pt x="419323" y="1927486"/>
                    <a:pt x="417339" y="1927486"/>
                    <a:pt x="415388" y="1927486"/>
                  </a:cubicBezTo>
                  <a:cubicBezTo>
                    <a:pt x="404209" y="1928148"/>
                    <a:pt x="393725" y="1932745"/>
                    <a:pt x="383208" y="1936680"/>
                  </a:cubicBezTo>
                  <a:cubicBezTo>
                    <a:pt x="348415" y="1950439"/>
                    <a:pt x="303767" y="1953051"/>
                    <a:pt x="263715" y="1943890"/>
                  </a:cubicBezTo>
                  <a:cubicBezTo>
                    <a:pt x="213147" y="1932083"/>
                    <a:pt x="176403" y="1903872"/>
                    <a:pt x="160627" y="1865177"/>
                  </a:cubicBezTo>
                  <a:cubicBezTo>
                    <a:pt x="157353" y="1856016"/>
                    <a:pt x="154740" y="1846821"/>
                    <a:pt x="153417" y="1837660"/>
                  </a:cubicBezTo>
                  <a:cubicBezTo>
                    <a:pt x="150771" y="1817982"/>
                    <a:pt x="153417" y="1797642"/>
                    <a:pt x="159966" y="1779286"/>
                  </a:cubicBezTo>
                  <a:cubicBezTo>
                    <a:pt x="169821" y="1749124"/>
                    <a:pt x="188210" y="1722236"/>
                    <a:pt x="211196" y="1700573"/>
                  </a:cubicBezTo>
                  <a:cubicBezTo>
                    <a:pt x="226938" y="1685492"/>
                    <a:pt x="243376" y="1673685"/>
                    <a:pt x="263715" y="1665185"/>
                  </a:cubicBezTo>
                  <a:cubicBezTo>
                    <a:pt x="271587" y="1661878"/>
                    <a:pt x="279458" y="1657942"/>
                    <a:pt x="284055" y="1651393"/>
                  </a:cubicBezTo>
                  <a:cubicBezTo>
                    <a:pt x="289314" y="1643522"/>
                    <a:pt x="289975" y="1630425"/>
                    <a:pt x="284055" y="1622554"/>
                  </a:cubicBezTo>
                  <a:cubicBezTo>
                    <a:pt x="279458" y="1616634"/>
                    <a:pt x="272248" y="1615344"/>
                    <a:pt x="265700" y="1615344"/>
                  </a:cubicBezTo>
                  <a:cubicBezTo>
                    <a:pt x="249924" y="1614682"/>
                    <a:pt x="235471" y="1620569"/>
                    <a:pt x="220390" y="1622554"/>
                  </a:cubicBezTo>
                  <a:cubicBezTo>
                    <a:pt x="219728" y="1622554"/>
                    <a:pt x="219728" y="1622554"/>
                    <a:pt x="219067" y="1622554"/>
                  </a:cubicBezTo>
                  <a:cubicBezTo>
                    <a:pt x="138964" y="1633038"/>
                    <a:pt x="14213" y="1584520"/>
                    <a:pt x="1083" y="1485467"/>
                  </a:cubicBezTo>
                  <a:cubicBezTo>
                    <a:pt x="-12047" y="1386446"/>
                    <a:pt x="96962" y="1307766"/>
                    <a:pt x="177064" y="1297910"/>
                  </a:cubicBezTo>
                  <a:cubicBezTo>
                    <a:pt x="190823" y="1295959"/>
                    <a:pt x="203324" y="1297282"/>
                    <a:pt x="217083" y="1297282"/>
                  </a:cubicBezTo>
                  <a:cubicBezTo>
                    <a:pt x="224326" y="1297282"/>
                    <a:pt x="232197" y="1296620"/>
                    <a:pt x="238778" y="1293346"/>
                  </a:cubicBezTo>
                  <a:cubicBezTo>
                    <a:pt x="248601" y="1288087"/>
                    <a:pt x="253860" y="1277603"/>
                    <a:pt x="246650" y="1268409"/>
                  </a:cubicBezTo>
                  <a:cubicBezTo>
                    <a:pt x="240730" y="1260538"/>
                    <a:pt x="230246" y="1255941"/>
                    <a:pt x="221051" y="1253328"/>
                  </a:cubicBezTo>
                  <a:cubicBezTo>
                    <a:pt x="208550" y="1249392"/>
                    <a:pt x="195420" y="1247441"/>
                    <a:pt x="182951" y="1242844"/>
                  </a:cubicBezTo>
                  <a:cubicBezTo>
                    <a:pt x="161289" y="1234972"/>
                    <a:pt x="140287" y="1223165"/>
                    <a:pt x="121899" y="1208745"/>
                  </a:cubicBezTo>
                  <a:cubicBezTo>
                    <a:pt x="84460" y="1179873"/>
                    <a:pt x="53603" y="1139226"/>
                    <a:pt x="47716" y="1091337"/>
                  </a:cubicBezTo>
                  <a:cubicBezTo>
                    <a:pt x="45732" y="1077578"/>
                    <a:pt x="46393" y="1064448"/>
                    <a:pt x="49006" y="1051351"/>
                  </a:cubicBezTo>
                  <a:cubicBezTo>
                    <a:pt x="68717" y="953621"/>
                    <a:pt x="196743" y="913636"/>
                    <a:pt x="275522" y="929379"/>
                  </a:cubicBezTo>
                  <a:cubicBezTo>
                    <a:pt x="285378" y="931330"/>
                    <a:pt x="295234" y="933943"/>
                    <a:pt x="304428" y="937878"/>
                  </a:cubicBezTo>
                  <a:cubicBezTo>
                    <a:pt x="312961" y="941186"/>
                    <a:pt x="320171" y="947073"/>
                    <a:pt x="330027" y="945750"/>
                  </a:cubicBezTo>
                  <a:cubicBezTo>
                    <a:pt x="336608" y="945088"/>
                    <a:pt x="344479" y="940524"/>
                    <a:pt x="345802" y="933314"/>
                  </a:cubicBezTo>
                  <a:cubicBezTo>
                    <a:pt x="346431" y="928717"/>
                    <a:pt x="345141" y="924120"/>
                    <a:pt x="342495" y="920184"/>
                  </a:cubicBezTo>
                  <a:cubicBezTo>
                    <a:pt x="334624" y="909039"/>
                    <a:pt x="322817" y="907716"/>
                    <a:pt x="310977" y="909700"/>
                  </a:cubicBezTo>
                  <a:cubicBezTo>
                    <a:pt x="301782" y="910990"/>
                    <a:pt x="291960" y="910362"/>
                    <a:pt x="282765" y="909700"/>
                  </a:cubicBezTo>
                  <a:cubicBezTo>
                    <a:pt x="260441" y="907054"/>
                    <a:pt x="238778" y="899183"/>
                    <a:pt x="219728" y="887409"/>
                  </a:cubicBezTo>
                  <a:cubicBezTo>
                    <a:pt x="174418" y="858536"/>
                    <a:pt x="138303" y="801486"/>
                    <a:pt x="131093" y="748370"/>
                  </a:cubicBezTo>
                  <a:cubicBezTo>
                    <a:pt x="127157" y="716885"/>
                    <a:pt x="133044" y="688045"/>
                    <a:pt x="148159" y="664431"/>
                  </a:cubicBezTo>
                  <a:cubicBezTo>
                    <a:pt x="155368" y="652624"/>
                    <a:pt x="165224" y="642140"/>
                    <a:pt x="177064" y="634269"/>
                  </a:cubicBezTo>
                  <a:cubicBezTo>
                    <a:pt x="164563" y="623123"/>
                    <a:pt x="154079" y="609993"/>
                    <a:pt x="144884" y="594912"/>
                  </a:cubicBezTo>
                  <a:cubicBezTo>
                    <a:pt x="133044" y="574572"/>
                    <a:pt x="124511" y="551620"/>
                    <a:pt x="119914" y="526716"/>
                  </a:cubicBezTo>
                  <a:cubicBezTo>
                    <a:pt x="115317" y="501779"/>
                    <a:pt x="114027" y="475552"/>
                    <a:pt x="117302" y="450648"/>
                  </a:cubicBezTo>
                  <a:cubicBezTo>
                    <a:pt x="123883" y="397500"/>
                    <a:pt x="148820" y="355530"/>
                    <a:pt x="186887" y="333239"/>
                  </a:cubicBezTo>
                  <a:cubicBezTo>
                    <a:pt x="228261" y="308997"/>
                    <a:pt x="280120" y="308997"/>
                    <a:pt x="333962" y="333239"/>
                  </a:cubicBezTo>
                  <a:cubicBezTo>
                    <a:pt x="375336" y="351595"/>
                    <a:pt x="412114" y="383742"/>
                    <a:pt x="434438" y="418501"/>
                  </a:cubicBezTo>
                  <a:cubicBezTo>
                    <a:pt x="466585" y="399484"/>
                    <a:pt x="507959" y="394887"/>
                    <a:pt x="552607" y="404743"/>
                  </a:cubicBezTo>
                  <a:cubicBezTo>
                    <a:pt x="559156" y="406694"/>
                    <a:pt x="566399" y="408017"/>
                    <a:pt x="573609" y="410630"/>
                  </a:cubicBezTo>
                  <a:cubicBezTo>
                    <a:pt x="580852" y="413243"/>
                    <a:pt x="587400" y="415888"/>
                    <a:pt x="594610" y="418501"/>
                  </a:cubicBezTo>
                  <a:cubicBezTo>
                    <a:pt x="610386" y="425711"/>
                    <a:pt x="626128" y="434244"/>
                    <a:pt x="639920" y="444067"/>
                  </a:cubicBezTo>
                  <a:cubicBezTo>
                    <a:pt x="646501" y="448664"/>
                    <a:pt x="653050" y="453922"/>
                    <a:pt x="658970" y="459809"/>
                  </a:cubicBezTo>
                  <a:cubicBezTo>
                    <a:pt x="664890" y="465068"/>
                    <a:pt x="669487" y="471616"/>
                    <a:pt x="675374" y="476875"/>
                  </a:cubicBezTo>
                  <a:cubicBezTo>
                    <a:pt x="678020" y="479488"/>
                    <a:pt x="680633" y="481472"/>
                    <a:pt x="683907" y="483423"/>
                  </a:cubicBezTo>
                  <a:cubicBezTo>
                    <a:pt x="687214" y="484746"/>
                    <a:pt x="691150" y="485375"/>
                    <a:pt x="694424" y="484085"/>
                  </a:cubicBezTo>
                  <a:cubicBezTo>
                    <a:pt x="695747" y="483423"/>
                    <a:pt x="697037" y="482762"/>
                    <a:pt x="697698" y="481472"/>
                  </a:cubicBezTo>
                  <a:cubicBezTo>
                    <a:pt x="698360" y="480149"/>
                    <a:pt x="698360" y="478826"/>
                    <a:pt x="697698" y="477536"/>
                  </a:cubicBezTo>
                  <a:cubicBezTo>
                    <a:pt x="696408" y="467019"/>
                    <a:pt x="689827" y="459809"/>
                    <a:pt x="686553" y="449987"/>
                  </a:cubicBezTo>
                  <a:cubicBezTo>
                    <a:pt x="683245" y="440131"/>
                    <a:pt x="681294" y="429647"/>
                    <a:pt x="679971" y="419163"/>
                  </a:cubicBezTo>
                  <a:cubicBezTo>
                    <a:pt x="670777" y="346369"/>
                    <a:pt x="700344" y="255849"/>
                    <a:pt x="773865" y="232268"/>
                  </a:cubicBezTo>
                  <a:cubicBezTo>
                    <a:pt x="809981" y="220461"/>
                    <a:pt x="849371" y="228960"/>
                    <a:pt x="881551" y="247977"/>
                  </a:cubicBezTo>
                  <a:cubicBezTo>
                    <a:pt x="897955" y="257833"/>
                    <a:pt x="917005" y="270301"/>
                    <a:pt x="928812" y="285383"/>
                  </a:cubicBezTo>
                  <a:cubicBezTo>
                    <a:pt x="938667" y="298480"/>
                    <a:pt x="952459" y="312899"/>
                    <a:pt x="960330" y="328014"/>
                  </a:cubicBezTo>
                  <a:cubicBezTo>
                    <a:pt x="962315" y="331288"/>
                    <a:pt x="963604" y="335224"/>
                    <a:pt x="965589" y="339159"/>
                  </a:cubicBezTo>
                  <a:cubicBezTo>
                    <a:pt x="968202" y="344385"/>
                    <a:pt x="970847" y="348982"/>
                    <a:pt x="974122" y="352918"/>
                  </a:cubicBezTo>
                  <a:cubicBezTo>
                    <a:pt x="981332" y="362112"/>
                    <a:pt x="992510" y="363402"/>
                    <a:pt x="1000382" y="352918"/>
                  </a:cubicBezTo>
                  <a:cubicBezTo>
                    <a:pt x="1002994" y="349643"/>
                    <a:pt x="1002994" y="345046"/>
                    <a:pt x="1002994" y="341111"/>
                  </a:cubicBezTo>
                  <a:cubicBezTo>
                    <a:pt x="999720" y="314222"/>
                    <a:pt x="985929" y="290608"/>
                    <a:pt x="986590" y="263092"/>
                  </a:cubicBezTo>
                  <a:cubicBezTo>
                    <a:pt x="987252" y="238816"/>
                    <a:pt x="991187" y="213879"/>
                    <a:pt x="999059" y="190926"/>
                  </a:cubicBezTo>
                  <a:cubicBezTo>
                    <a:pt x="1014173" y="147006"/>
                    <a:pt x="1044369" y="106326"/>
                    <a:pt x="1090340" y="91245"/>
                  </a:cubicBezTo>
                  <a:cubicBezTo>
                    <a:pt x="1159925" y="68954"/>
                    <a:pt x="1259739" y="114859"/>
                    <a:pt x="1274821" y="188975"/>
                  </a:cubicBezTo>
                  <a:cubicBezTo>
                    <a:pt x="1276805" y="198136"/>
                    <a:pt x="1277466" y="207992"/>
                    <a:pt x="1282064" y="215863"/>
                  </a:cubicBezTo>
                  <a:cubicBezTo>
                    <a:pt x="1282692" y="217153"/>
                    <a:pt x="1284676" y="219138"/>
                    <a:pt x="1285999" y="217815"/>
                  </a:cubicBezTo>
                  <a:cubicBezTo>
                    <a:pt x="1287289" y="217153"/>
                    <a:pt x="1287289" y="215202"/>
                    <a:pt x="1287289" y="213879"/>
                  </a:cubicBezTo>
                  <a:cubicBezTo>
                    <a:pt x="1287289" y="188314"/>
                    <a:pt x="1284015" y="164038"/>
                    <a:pt x="1289273" y="139134"/>
                  </a:cubicBezTo>
                  <a:cubicBezTo>
                    <a:pt x="1294532" y="114197"/>
                    <a:pt x="1304388" y="90616"/>
                    <a:pt x="1318146" y="68954"/>
                  </a:cubicBezTo>
                  <a:cubicBezTo>
                    <a:pt x="1345729" y="26323"/>
                    <a:pt x="1383829" y="1419"/>
                    <a:pt x="1425832" y="96"/>
                  </a:cubicBezTo>
                  <a:cubicBezTo>
                    <a:pt x="1504611" y="-3179"/>
                    <a:pt x="1568310" y="78148"/>
                    <a:pt x="1578827" y="156167"/>
                  </a:cubicBezTo>
                  <a:cubicBezTo>
                    <a:pt x="1579488" y="160764"/>
                    <a:pt x="1580117" y="165361"/>
                    <a:pt x="1580117" y="169958"/>
                  </a:cubicBezTo>
                  <a:cubicBezTo>
                    <a:pt x="1580778" y="190298"/>
                    <a:pt x="1577504" y="210605"/>
                    <a:pt x="1570294" y="228960"/>
                  </a:cubicBezTo>
                  <a:cubicBezTo>
                    <a:pt x="1562390" y="249300"/>
                    <a:pt x="1554518" y="263720"/>
                    <a:pt x="1557792" y="286673"/>
                  </a:cubicBezTo>
                  <a:cubicBezTo>
                    <a:pt x="1558454" y="288657"/>
                    <a:pt x="1558454" y="291270"/>
                    <a:pt x="1560438" y="293254"/>
                  </a:cubicBezTo>
                  <a:cubicBezTo>
                    <a:pt x="1563713" y="297190"/>
                    <a:pt x="1570294" y="294544"/>
                    <a:pt x="1574230" y="291270"/>
                  </a:cubicBezTo>
                  <a:cubicBezTo>
                    <a:pt x="1580117" y="286044"/>
                    <a:pt x="1582763" y="278801"/>
                    <a:pt x="1586037" y="271591"/>
                  </a:cubicBezTo>
                  <a:cubicBezTo>
                    <a:pt x="1597215" y="246026"/>
                    <a:pt x="1609022" y="226348"/>
                    <a:pt x="1630024" y="207331"/>
                  </a:cubicBezTo>
                  <a:cubicBezTo>
                    <a:pt x="1651025" y="187652"/>
                    <a:pt x="1675995" y="178491"/>
                    <a:pt x="1699609" y="162748"/>
                  </a:cubicBezTo>
                  <a:cubicBezTo>
                    <a:pt x="1752162" y="141086"/>
                    <a:pt x="1802697" y="142408"/>
                    <a:pt x="1841459" y="167312"/>
                  </a:cubicBezTo>
                  <a:cubicBezTo>
                    <a:pt x="1875590" y="188975"/>
                    <a:pt x="1897914" y="227009"/>
                    <a:pt x="1903801" y="275527"/>
                  </a:cubicBezTo>
                  <a:cubicBezTo>
                    <a:pt x="1907109" y="299802"/>
                    <a:pt x="1905786" y="324706"/>
                    <a:pt x="1901189" y="348982"/>
                  </a:cubicBezTo>
                  <a:cubicBezTo>
                    <a:pt x="1896591" y="371935"/>
                    <a:pt x="1880849" y="387677"/>
                    <a:pt x="1868347" y="407356"/>
                  </a:cubicBezTo>
                  <a:cubicBezTo>
                    <a:pt x="1861799" y="417840"/>
                    <a:pt x="1855217" y="428985"/>
                    <a:pt x="1852604" y="440792"/>
                  </a:cubicBezTo>
                  <a:cubicBezTo>
                    <a:pt x="1851943" y="442777"/>
                    <a:pt x="1851943" y="445389"/>
                    <a:pt x="1852604" y="447341"/>
                  </a:cubicBezTo>
                  <a:cubicBezTo>
                    <a:pt x="1853927" y="451938"/>
                    <a:pt x="1859814" y="453261"/>
                    <a:pt x="1864412" y="452599"/>
                  </a:cubicBezTo>
                  <a:cubicBezTo>
                    <a:pt x="1869009" y="451276"/>
                    <a:pt x="1872944" y="448664"/>
                    <a:pt x="1876252" y="445389"/>
                  </a:cubicBezTo>
                  <a:cubicBezTo>
                    <a:pt x="1888059" y="434244"/>
                    <a:pt x="1898576" y="421114"/>
                    <a:pt x="1907109" y="407356"/>
                  </a:cubicBezTo>
                  <a:cubicBezTo>
                    <a:pt x="1912996" y="396871"/>
                    <a:pt x="1914319" y="387016"/>
                    <a:pt x="1923513" y="379144"/>
                  </a:cubicBezTo>
                  <a:cubicBezTo>
                    <a:pt x="1931384" y="371935"/>
                    <a:pt x="1939917" y="365386"/>
                    <a:pt x="1949111" y="359466"/>
                  </a:cubicBezTo>
                  <a:cubicBezTo>
                    <a:pt x="1967500" y="347031"/>
                    <a:pt x="1987211" y="336513"/>
                    <a:pt x="2008213" y="329965"/>
                  </a:cubicBezTo>
                  <a:cubicBezTo>
                    <a:pt x="2049587" y="316207"/>
                    <a:pt x="2095525" y="316835"/>
                    <a:pt x="2133625" y="340449"/>
                  </a:cubicBezTo>
                  <a:cubicBezTo>
                    <a:pt x="2167756" y="362112"/>
                    <a:pt x="2190081" y="400146"/>
                    <a:pt x="2196001" y="448664"/>
                  </a:cubicBezTo>
                  <a:cubicBezTo>
                    <a:pt x="2200598" y="484746"/>
                    <a:pt x="2196001" y="522780"/>
                    <a:pt x="2184161" y="556878"/>
                  </a:cubicBezTo>
                  <a:cubicBezTo>
                    <a:pt x="2171692" y="590976"/>
                    <a:pt x="2143448" y="615252"/>
                    <a:pt x="2123108" y="645414"/>
                  </a:cubicBezTo>
                  <a:cubicBezTo>
                    <a:pt x="2116559" y="655237"/>
                    <a:pt x="2109978" y="666383"/>
                    <a:pt x="2112591" y="678190"/>
                  </a:cubicBezTo>
                  <a:cubicBezTo>
                    <a:pt x="2125092" y="731966"/>
                    <a:pt x="2214389" y="692610"/>
                    <a:pt x="2243923" y="683448"/>
                  </a:cubicBezTo>
                  <a:cubicBezTo>
                    <a:pt x="2254440" y="680174"/>
                    <a:pt x="2264925" y="680802"/>
                    <a:pt x="2276103" y="680174"/>
                  </a:cubicBezTo>
                  <a:cubicBezTo>
                    <a:pt x="2299056" y="678190"/>
                    <a:pt x="2322042" y="679513"/>
                    <a:pt x="2344366" y="684738"/>
                  </a:cubicBezTo>
                  <a:cubicBezTo>
                    <a:pt x="2387691" y="694594"/>
                    <a:pt x="2429065" y="718869"/>
                    <a:pt x="2448777" y="760177"/>
                  </a:cubicBezTo>
                  <a:cubicBezTo>
                    <a:pt x="2454664" y="771985"/>
                    <a:pt x="2458600" y="785081"/>
                    <a:pt x="2460584" y="798211"/>
                  </a:cubicBezTo>
                  <a:cubicBezTo>
                    <a:pt x="2465843" y="836245"/>
                    <a:pt x="2454036" y="874279"/>
                    <a:pt x="2434324" y="907054"/>
                  </a:cubicBezTo>
                  <a:cubicBezTo>
                    <a:pt x="2413323" y="942475"/>
                    <a:pt x="2380481" y="966751"/>
                    <a:pt x="2353560" y="996913"/>
                  </a:cubicBezTo>
                  <a:cubicBezTo>
                    <a:pt x="2331236" y="1021189"/>
                    <a:pt x="2346350" y="1046754"/>
                    <a:pt x="2377869" y="1048706"/>
                  </a:cubicBezTo>
                  <a:cubicBezTo>
                    <a:pt x="2409387" y="1050690"/>
                    <a:pt x="2436937" y="1029689"/>
                    <a:pt x="2467165" y="1025753"/>
                  </a:cubicBezTo>
                  <a:cubicBezTo>
                    <a:pt x="2547268" y="1015269"/>
                    <a:pt x="2671986" y="1063820"/>
                    <a:pt x="2685116" y="1162840"/>
                  </a:cubicBezTo>
                  <a:cubicBezTo>
                    <a:pt x="2698279" y="1261861"/>
                    <a:pt x="2589932" y="1340541"/>
                    <a:pt x="2509168" y="1350397"/>
                  </a:cubicBezTo>
                  <a:cubicBezTo>
                    <a:pt x="2495377" y="1352348"/>
                    <a:pt x="2480924" y="1353010"/>
                    <a:pt x="2467165" y="1350397"/>
                  </a:cubicBezTo>
                  <a:cubicBezTo>
                    <a:pt x="2454036" y="1347751"/>
                    <a:pt x="2440244" y="1343187"/>
                    <a:pt x="2426453" y="1348412"/>
                  </a:cubicBezTo>
                  <a:cubicBezTo>
                    <a:pt x="2409387" y="1355622"/>
                    <a:pt x="2405418" y="1375301"/>
                    <a:pt x="2419871" y="1387108"/>
                  </a:cubicBezTo>
                  <a:cubicBezTo>
                    <a:pt x="2424468" y="1391043"/>
                    <a:pt x="2430388" y="1393028"/>
                    <a:pt x="2436308" y="1394979"/>
                  </a:cubicBezTo>
                  <a:cubicBezTo>
                    <a:pt x="2452713" y="1400238"/>
                    <a:pt x="2467794" y="1402850"/>
                    <a:pt x="2482247" y="1411383"/>
                  </a:cubicBezTo>
                  <a:cubicBezTo>
                    <a:pt x="2496700" y="1419916"/>
                    <a:pt x="2510491" y="1429739"/>
                    <a:pt x="2522959" y="1441546"/>
                  </a:cubicBezTo>
                  <a:cubicBezTo>
                    <a:pt x="2545945" y="1463175"/>
                    <a:pt x="2563011" y="1491387"/>
                    <a:pt x="2566946" y="1522872"/>
                  </a:cubicBezTo>
                  <a:cubicBezTo>
                    <a:pt x="2566946" y="1524823"/>
                    <a:pt x="2567608" y="1526808"/>
                    <a:pt x="2567608" y="1528759"/>
                  </a:cubicBezTo>
                  <a:cubicBezTo>
                    <a:pt x="2571544" y="1577938"/>
                    <a:pt x="2544622" y="1621231"/>
                    <a:pt x="2508507" y="1652716"/>
                  </a:cubicBezTo>
                  <a:cubicBezTo>
                    <a:pt x="2516378" y="1654668"/>
                    <a:pt x="2523621" y="1657313"/>
                    <a:pt x="2531492" y="1660588"/>
                  </a:cubicBezTo>
                  <a:cubicBezTo>
                    <a:pt x="2602401" y="1691412"/>
                    <a:pt x="2671358" y="1779948"/>
                    <a:pt x="2660840" y="1862564"/>
                  </a:cubicBezTo>
                  <a:cubicBezTo>
                    <a:pt x="2659518" y="1875032"/>
                    <a:pt x="2656243" y="1886178"/>
                    <a:pt x="2650985" y="1897324"/>
                  </a:cubicBezTo>
                  <a:cubicBezTo>
                    <a:pt x="2612918" y="1985198"/>
                    <a:pt x="2482908" y="2009474"/>
                    <a:pt x="2396257" y="1972068"/>
                  </a:cubicBezTo>
                  <a:cubicBezTo>
                    <a:pt x="2393611" y="1970779"/>
                    <a:pt x="2391660" y="1970117"/>
                    <a:pt x="2389014" y="1968794"/>
                  </a:cubicBezTo>
                  <a:cubicBezTo>
                    <a:pt x="2389014" y="2006828"/>
                    <a:pt x="2377207" y="2040298"/>
                    <a:pt x="2354883" y="2065202"/>
                  </a:cubicBezTo>
                  <a:cubicBezTo>
                    <a:pt x="2329284" y="2092751"/>
                    <a:pt x="2292507" y="2106510"/>
                    <a:pt x="2254440" y="2107833"/>
                  </a:cubicBezTo>
                  <a:cubicBezTo>
                    <a:pt x="2235390" y="2108494"/>
                    <a:pt x="2215018" y="2107171"/>
                    <a:pt x="2197290" y="2101946"/>
                  </a:cubicBezTo>
                  <a:cubicBezTo>
                    <a:pt x="2176951" y="2096026"/>
                    <a:pt x="2160546" y="2088154"/>
                    <a:pt x="2138884" y="2090767"/>
                  </a:cubicBezTo>
                  <a:cubicBezTo>
                    <a:pt x="2136238" y="2090767"/>
                    <a:pt x="2134287" y="2091429"/>
                    <a:pt x="2132964" y="2093413"/>
                  </a:cubicBezTo>
                  <a:cubicBezTo>
                    <a:pt x="2130979" y="2095364"/>
                    <a:pt x="2131641" y="2098010"/>
                    <a:pt x="2132302" y="2100623"/>
                  </a:cubicBezTo>
                  <a:cubicBezTo>
                    <a:pt x="2132964" y="2102574"/>
                    <a:pt x="2134915" y="2104559"/>
                    <a:pt x="2136899" y="2106510"/>
                  </a:cubicBezTo>
                  <a:cubicBezTo>
                    <a:pt x="2144109" y="2113720"/>
                    <a:pt x="2151352" y="2118978"/>
                    <a:pt x="2159885" y="2125527"/>
                  </a:cubicBezTo>
                  <a:cubicBezTo>
                    <a:pt x="2194678" y="2157674"/>
                    <a:pt x="2220276" y="2209466"/>
                    <a:pt x="2226858" y="2259968"/>
                  </a:cubicBezTo>
                  <a:cubicBezTo>
                    <a:pt x="2233406" y="2307858"/>
                    <a:pt x="2221599" y="2350489"/>
                    <a:pt x="2194016" y="2379990"/>
                  </a:cubicBezTo>
                  <a:cubicBezTo>
                    <a:pt x="2162498" y="2413427"/>
                    <a:pt x="2114575" y="2427846"/>
                    <a:pt x="2058120" y="2420008"/>
                  </a:cubicBezTo>
                  <a:cubicBezTo>
                    <a:pt x="2012810" y="2413427"/>
                    <a:pt x="1967500" y="2393120"/>
                    <a:pt x="1937304" y="2365570"/>
                  </a:cubicBezTo>
                  <a:cubicBezTo>
                    <a:pt x="1927448" y="2356376"/>
                    <a:pt x="1918916" y="2346553"/>
                    <a:pt x="1911706" y="2335408"/>
                  </a:cubicBezTo>
                  <a:cubicBezTo>
                    <a:pt x="1907770" y="2330149"/>
                    <a:pt x="1904463" y="2324262"/>
                    <a:pt x="1901850" y="2318342"/>
                  </a:cubicBezTo>
                  <a:cubicBezTo>
                    <a:pt x="1899237" y="2312455"/>
                    <a:pt x="1897253" y="2305873"/>
                    <a:pt x="1893979" y="2300648"/>
                  </a:cubicBezTo>
                  <a:cubicBezTo>
                    <a:pt x="1893317" y="2299325"/>
                    <a:pt x="1891994" y="2298664"/>
                    <a:pt x="1890671" y="2298002"/>
                  </a:cubicBezTo>
                  <a:cubicBezTo>
                    <a:pt x="1886736" y="2297374"/>
                    <a:pt x="1886736" y="2303261"/>
                    <a:pt x="1888059" y="2305212"/>
                  </a:cubicBezTo>
                  <a:cubicBezTo>
                    <a:pt x="1889382" y="2308519"/>
                    <a:pt x="1889382" y="2311793"/>
                    <a:pt x="1889382" y="2315729"/>
                  </a:cubicBezTo>
                  <a:cubicBezTo>
                    <a:pt x="1889382" y="2322939"/>
                    <a:pt x="1889382" y="2330149"/>
                    <a:pt x="1888720" y="2337359"/>
                  </a:cubicBezTo>
                  <a:cubicBezTo>
                    <a:pt x="1887397" y="2351779"/>
                    <a:pt x="1884784" y="2366860"/>
                    <a:pt x="1880849" y="2380651"/>
                  </a:cubicBezTo>
                  <a:cubicBezTo>
                    <a:pt x="1872944" y="2408201"/>
                    <a:pt x="1858525" y="2434428"/>
                    <a:pt x="1838152" y="2455396"/>
                  </a:cubicBezTo>
                  <a:cubicBezTo>
                    <a:pt x="1821747" y="2471800"/>
                    <a:pt x="1802036" y="2483607"/>
                    <a:pt x="1779712" y="2488866"/>
                  </a:cubicBezTo>
                  <a:cubicBezTo>
                    <a:pt x="1739032" y="2498027"/>
                    <a:pt x="1695673" y="2483607"/>
                    <a:pt x="1658268" y="2449509"/>
                  </a:cubicBezTo>
                  <a:cubicBezTo>
                    <a:pt x="1649735" y="2441638"/>
                    <a:pt x="1642492" y="2432443"/>
                    <a:pt x="1634621" y="2424572"/>
                  </a:cubicBezTo>
                  <a:cubicBezTo>
                    <a:pt x="1627411" y="2416701"/>
                    <a:pt x="1622814" y="2406878"/>
                    <a:pt x="1615571" y="2399007"/>
                  </a:cubicBezTo>
                  <a:cubicBezTo>
                    <a:pt x="1614281" y="2397684"/>
                    <a:pt x="1612297" y="2395733"/>
                    <a:pt x="1610345" y="2395733"/>
                  </a:cubicBezTo>
                  <a:cubicBezTo>
                    <a:pt x="1608361" y="2395733"/>
                    <a:pt x="1606410" y="2398345"/>
                    <a:pt x="1606410" y="2400330"/>
                  </a:cubicBezTo>
                  <a:cubicBezTo>
                    <a:pt x="1606410" y="2402281"/>
                    <a:pt x="1606410" y="2404894"/>
                    <a:pt x="1607038" y="2406878"/>
                  </a:cubicBezTo>
                  <a:cubicBezTo>
                    <a:pt x="1607700" y="2410152"/>
                    <a:pt x="1607700" y="2413427"/>
                    <a:pt x="1607700" y="2416701"/>
                  </a:cubicBezTo>
                  <a:cubicBezTo>
                    <a:pt x="1609022" y="2437041"/>
                    <a:pt x="1602441" y="2458042"/>
                    <a:pt x="1595231" y="2477059"/>
                  </a:cubicBezTo>
                  <a:cubicBezTo>
                    <a:pt x="1587360" y="2498027"/>
                    <a:pt x="1576842" y="2517705"/>
                    <a:pt x="1563051" y="2535399"/>
                  </a:cubicBezTo>
                  <a:cubicBezTo>
                    <a:pt x="1549921" y="2553127"/>
                    <a:pt x="1534178" y="2569498"/>
                    <a:pt x="1515790" y="2581966"/>
                  </a:cubicBezTo>
                  <a:cubicBezTo>
                    <a:pt x="1497401" y="2594435"/>
                    <a:pt x="1477062" y="2602306"/>
                    <a:pt x="1455399" y="2604919"/>
                  </a:cubicBezTo>
                  <a:cubicBezTo>
                    <a:pt x="1448156" y="2605580"/>
                    <a:pt x="1440946" y="2606242"/>
                    <a:pt x="1433703" y="2605580"/>
                  </a:cubicBezTo>
                  <a:cubicBezTo>
                    <a:pt x="1372650" y="2602306"/>
                    <a:pt x="1326051" y="2552465"/>
                    <a:pt x="1301742" y="2499350"/>
                  </a:cubicBezTo>
                  <a:cubicBezTo>
                    <a:pt x="1291258" y="2475736"/>
                    <a:pt x="1285338" y="2451460"/>
                    <a:pt x="1282692" y="2425895"/>
                  </a:cubicBezTo>
                  <a:cubicBezTo>
                    <a:pt x="1282064" y="2421298"/>
                    <a:pt x="1282064" y="2417362"/>
                    <a:pt x="1280079" y="2412765"/>
                  </a:cubicBezTo>
                  <a:cubicBezTo>
                    <a:pt x="1278756" y="2408829"/>
                    <a:pt x="1275482" y="2404894"/>
                    <a:pt x="1270885" y="2403604"/>
                  </a:cubicBezTo>
                  <a:cubicBezTo>
                    <a:pt x="1264337" y="2401620"/>
                    <a:pt x="1257094" y="2406217"/>
                    <a:pt x="1253158" y="2412137"/>
                  </a:cubicBezTo>
                  <a:cubicBezTo>
                    <a:pt x="1244625" y="2423911"/>
                    <a:pt x="1243964" y="2440976"/>
                    <a:pt x="1236754" y="2454106"/>
                  </a:cubicBezTo>
                  <a:cubicBezTo>
                    <a:pt x="1212445" y="2498027"/>
                    <a:pt x="1160587" y="2532787"/>
                    <a:pt x="1109390" y="2529512"/>
                  </a:cubicBezTo>
                  <a:cubicBezTo>
                    <a:pt x="1102147" y="2528851"/>
                    <a:pt x="1094937" y="2528190"/>
                    <a:pt x="1087694" y="2526238"/>
                  </a:cubicBezTo>
                  <a:cubicBezTo>
                    <a:pt x="1087694" y="2532125"/>
                    <a:pt x="1087066" y="2538045"/>
                    <a:pt x="1086404" y="2543932"/>
                  </a:cubicBezTo>
                  <a:cubicBezTo>
                    <a:pt x="1085743" y="2547868"/>
                    <a:pt x="1085081" y="2551804"/>
                    <a:pt x="1084420" y="2555739"/>
                  </a:cubicBezTo>
                  <a:cubicBezTo>
                    <a:pt x="1066031" y="2646888"/>
                    <a:pt x="971509" y="2740022"/>
                    <a:pt x="877615" y="272166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CE00E0-D4C6-74B3-ABFD-6B6A71732D88}"/>
                </a:ext>
              </a:extLst>
            </p:cNvPr>
            <p:cNvSpPr/>
            <p:nvPr/>
          </p:nvSpPr>
          <p:spPr>
            <a:xfrm>
              <a:off x="9873579" y="1669170"/>
              <a:ext cx="181213" cy="166280"/>
            </a:xfrm>
            <a:custGeom>
              <a:avLst/>
              <a:gdLst>
                <a:gd name="connsiteX0" fmla="*/ 0 w 284251"/>
                <a:gd name="connsiteY0" fmla="*/ 217091 h 260827"/>
                <a:gd name="connsiteX1" fmla="*/ 8533 w 284251"/>
                <a:gd name="connsiteY1" fmla="*/ 211171 h 260827"/>
                <a:gd name="connsiteX2" fmla="*/ 66973 w 284251"/>
                <a:gd name="connsiteY2" fmla="*/ 190202 h 260827"/>
                <a:gd name="connsiteX3" fmla="*/ 131961 w 284251"/>
                <a:gd name="connsiteY3" fmla="*/ 190831 h 260827"/>
                <a:gd name="connsiteX4" fmla="*/ 163479 w 284251"/>
                <a:gd name="connsiteY4" fmla="*/ 198702 h 260827"/>
                <a:gd name="connsiteX5" fmla="*/ 178594 w 284251"/>
                <a:gd name="connsiteY5" fmla="*/ 203961 h 260827"/>
                <a:gd name="connsiteX6" fmla="*/ 193675 w 284251"/>
                <a:gd name="connsiteY6" fmla="*/ 209881 h 260827"/>
                <a:gd name="connsiteX7" fmla="*/ 202869 w 284251"/>
                <a:gd name="connsiteY7" fmla="*/ 207235 h 260827"/>
                <a:gd name="connsiteX8" fmla="*/ 206143 w 284251"/>
                <a:gd name="connsiteY8" fmla="*/ 204622 h 260827"/>
                <a:gd name="connsiteX9" fmla="*/ 206143 w 284251"/>
                <a:gd name="connsiteY9" fmla="*/ 193477 h 260827"/>
                <a:gd name="connsiteX10" fmla="*/ 202208 w 284251"/>
                <a:gd name="connsiteY10" fmla="*/ 179057 h 260827"/>
                <a:gd name="connsiteX11" fmla="*/ 196321 w 284251"/>
                <a:gd name="connsiteY11" fmla="*/ 150184 h 260827"/>
                <a:gd name="connsiteX12" fmla="*/ 237662 w 284251"/>
                <a:gd name="connsiteY12" fmla="*/ 15081 h 260827"/>
                <a:gd name="connsiteX13" fmla="*/ 258035 w 284251"/>
                <a:gd name="connsiteY13" fmla="*/ 0 h 260827"/>
                <a:gd name="connsiteX14" fmla="*/ 260648 w 284251"/>
                <a:gd name="connsiteY14" fmla="*/ 4597 h 260827"/>
                <a:gd name="connsiteX15" fmla="*/ 282972 w 284251"/>
                <a:gd name="connsiteY15" fmla="*/ 112150 h 260827"/>
                <a:gd name="connsiteX16" fmla="*/ 200918 w 284251"/>
                <a:gd name="connsiteY16" fmla="*/ 236736 h 260827"/>
                <a:gd name="connsiteX17" fmla="*/ 0 w 284251"/>
                <a:gd name="connsiteY17" fmla="*/ 217091 h 26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4251" h="260827">
                  <a:moveTo>
                    <a:pt x="0" y="217091"/>
                  </a:moveTo>
                  <a:cubicBezTo>
                    <a:pt x="2613" y="215106"/>
                    <a:pt x="5887" y="213155"/>
                    <a:pt x="8533" y="211171"/>
                  </a:cubicBezTo>
                  <a:cubicBezTo>
                    <a:pt x="26260" y="200025"/>
                    <a:pt x="46600" y="193477"/>
                    <a:pt x="66973" y="190202"/>
                  </a:cubicBezTo>
                  <a:cubicBezTo>
                    <a:pt x="88635" y="186928"/>
                    <a:pt x="110298" y="186928"/>
                    <a:pt x="131961" y="190831"/>
                  </a:cubicBezTo>
                  <a:cubicBezTo>
                    <a:pt x="142478" y="192815"/>
                    <a:pt x="152962" y="195428"/>
                    <a:pt x="163479" y="198702"/>
                  </a:cubicBezTo>
                  <a:cubicBezTo>
                    <a:pt x="168738" y="200025"/>
                    <a:pt x="173335" y="202009"/>
                    <a:pt x="178594" y="203961"/>
                  </a:cubicBezTo>
                  <a:cubicBezTo>
                    <a:pt x="183819" y="205945"/>
                    <a:pt x="188416" y="209881"/>
                    <a:pt x="193675" y="209881"/>
                  </a:cubicBezTo>
                  <a:cubicBezTo>
                    <a:pt x="196949" y="209881"/>
                    <a:pt x="200257" y="209219"/>
                    <a:pt x="202869" y="207235"/>
                  </a:cubicBezTo>
                  <a:cubicBezTo>
                    <a:pt x="204192" y="206573"/>
                    <a:pt x="204854" y="205945"/>
                    <a:pt x="206143" y="204622"/>
                  </a:cubicBezTo>
                  <a:cubicBezTo>
                    <a:pt x="208789" y="201348"/>
                    <a:pt x="207466" y="196751"/>
                    <a:pt x="206143" y="193477"/>
                  </a:cubicBezTo>
                  <a:cubicBezTo>
                    <a:pt x="204854" y="188879"/>
                    <a:pt x="203531" y="184282"/>
                    <a:pt x="202208" y="179057"/>
                  </a:cubicBezTo>
                  <a:cubicBezTo>
                    <a:pt x="199595" y="169863"/>
                    <a:pt x="197611" y="160040"/>
                    <a:pt x="196321" y="150184"/>
                  </a:cubicBezTo>
                  <a:cubicBezTo>
                    <a:pt x="189078" y="93795"/>
                    <a:pt x="203531" y="45905"/>
                    <a:pt x="237662" y="15081"/>
                  </a:cubicBezTo>
                  <a:cubicBezTo>
                    <a:pt x="244243" y="9194"/>
                    <a:pt x="250792" y="4597"/>
                    <a:pt x="258035" y="0"/>
                  </a:cubicBezTo>
                  <a:cubicBezTo>
                    <a:pt x="259325" y="1323"/>
                    <a:pt x="259986" y="3274"/>
                    <a:pt x="260648" y="4597"/>
                  </a:cubicBezTo>
                  <a:cubicBezTo>
                    <a:pt x="279698" y="37405"/>
                    <a:pt x="287569" y="74778"/>
                    <a:pt x="282972" y="112150"/>
                  </a:cubicBezTo>
                  <a:cubicBezTo>
                    <a:pt x="276423" y="164604"/>
                    <a:pt x="246195" y="209881"/>
                    <a:pt x="200918" y="236736"/>
                  </a:cubicBezTo>
                  <a:cubicBezTo>
                    <a:pt x="134574" y="276093"/>
                    <a:pt x="53181" y="265609"/>
                    <a:pt x="0" y="217091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54BE39-CF69-CDBA-675D-43EDD13195A9}"/>
                </a:ext>
              </a:extLst>
            </p:cNvPr>
            <p:cNvSpPr/>
            <p:nvPr/>
          </p:nvSpPr>
          <p:spPr>
            <a:xfrm>
              <a:off x="11242710" y="2453407"/>
              <a:ext cx="117208" cy="46063"/>
            </a:xfrm>
            <a:custGeom>
              <a:avLst/>
              <a:gdLst>
                <a:gd name="connsiteX0" fmla="*/ 0 w 183852"/>
                <a:gd name="connsiteY0" fmla="*/ 72256 h 72255"/>
                <a:gd name="connsiteX1" fmla="*/ 183852 w 183852"/>
                <a:gd name="connsiteY1" fmla="*/ 6044 h 72255"/>
                <a:gd name="connsiteX2" fmla="*/ 171351 w 183852"/>
                <a:gd name="connsiteY2" fmla="*/ 15866 h 72255"/>
                <a:gd name="connsiteX3" fmla="*/ 101765 w 183852"/>
                <a:gd name="connsiteY3" fmla="*/ 51287 h 72255"/>
                <a:gd name="connsiteX4" fmla="*/ 5259 w 183852"/>
                <a:gd name="connsiteY4" fmla="*/ 70304 h 72255"/>
                <a:gd name="connsiteX5" fmla="*/ 0 w 183852"/>
                <a:gd name="connsiteY5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3852" h="72255">
                  <a:moveTo>
                    <a:pt x="0" y="72256"/>
                  </a:moveTo>
                  <a:cubicBezTo>
                    <a:pt x="40713" y="13915"/>
                    <a:pt x="114895" y="-12973"/>
                    <a:pt x="183852" y="6044"/>
                  </a:cubicBezTo>
                  <a:cubicBezTo>
                    <a:pt x="179884" y="9318"/>
                    <a:pt x="175286" y="13254"/>
                    <a:pt x="171351" y="15866"/>
                  </a:cubicBezTo>
                  <a:cubicBezTo>
                    <a:pt x="150349" y="31609"/>
                    <a:pt x="126702" y="43416"/>
                    <a:pt x="101765" y="51287"/>
                  </a:cubicBezTo>
                  <a:cubicBezTo>
                    <a:pt x="70247" y="61110"/>
                    <a:pt x="36777" y="60449"/>
                    <a:pt x="5259" y="70304"/>
                  </a:cubicBezTo>
                  <a:cubicBezTo>
                    <a:pt x="3936" y="70966"/>
                    <a:pt x="1984" y="71627"/>
                    <a:pt x="0" y="72256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B10AC9D-9E8E-038B-FA50-32F2B0FE682E}"/>
                </a:ext>
              </a:extLst>
            </p:cNvPr>
            <p:cNvSpPr/>
            <p:nvPr/>
          </p:nvSpPr>
          <p:spPr>
            <a:xfrm>
              <a:off x="11223471" y="2532932"/>
              <a:ext cx="60669" cy="125409"/>
            </a:xfrm>
            <a:custGeom>
              <a:avLst/>
              <a:gdLst>
                <a:gd name="connsiteX0" fmla="*/ 95167 w 95166"/>
                <a:gd name="connsiteY0" fmla="*/ 196718 h 196717"/>
                <a:gd name="connsiteX1" fmla="*/ 22307 w 95166"/>
                <a:gd name="connsiteY1" fmla="*/ 128521 h 196717"/>
                <a:gd name="connsiteX2" fmla="*/ 1273 w 95166"/>
                <a:gd name="connsiteY2" fmla="*/ 23581 h 196717"/>
                <a:gd name="connsiteX3" fmla="*/ 5870 w 95166"/>
                <a:gd name="connsiteY3" fmla="*/ 0 h 196717"/>
                <a:gd name="connsiteX4" fmla="*/ 8516 w 95166"/>
                <a:gd name="connsiteY4" fmla="*/ 3936 h 196717"/>
                <a:gd name="connsiteX5" fmla="*/ 63020 w 95166"/>
                <a:gd name="connsiteY5" fmla="*/ 84601 h 196717"/>
                <a:gd name="connsiteX6" fmla="*/ 93877 w 95166"/>
                <a:gd name="connsiteY6" fmla="*/ 173104 h 196717"/>
                <a:gd name="connsiteX7" fmla="*/ 95167 w 95166"/>
                <a:gd name="connsiteY7" fmla="*/ 196718 h 19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166" h="196717">
                  <a:moveTo>
                    <a:pt x="95167" y="196718"/>
                  </a:moveTo>
                  <a:cubicBezTo>
                    <a:pt x="63648" y="181636"/>
                    <a:pt x="38711" y="157394"/>
                    <a:pt x="22307" y="128521"/>
                  </a:cubicBezTo>
                  <a:cubicBezTo>
                    <a:pt x="4580" y="97036"/>
                    <a:pt x="-3291" y="60325"/>
                    <a:pt x="1273" y="23581"/>
                  </a:cubicBezTo>
                  <a:cubicBezTo>
                    <a:pt x="1934" y="15743"/>
                    <a:pt x="3919" y="7871"/>
                    <a:pt x="5870" y="0"/>
                  </a:cubicBezTo>
                  <a:cubicBezTo>
                    <a:pt x="6531" y="1290"/>
                    <a:pt x="7193" y="2613"/>
                    <a:pt x="8516" y="3936"/>
                  </a:cubicBezTo>
                  <a:cubicBezTo>
                    <a:pt x="25581" y="31452"/>
                    <a:pt x="47244" y="56389"/>
                    <a:pt x="63020" y="84601"/>
                  </a:cubicBezTo>
                  <a:cubicBezTo>
                    <a:pt x="78101" y="112117"/>
                    <a:pt x="89908" y="141651"/>
                    <a:pt x="93877" y="173104"/>
                  </a:cubicBezTo>
                  <a:cubicBezTo>
                    <a:pt x="94505" y="180975"/>
                    <a:pt x="95167" y="188846"/>
                    <a:pt x="95167" y="196718"/>
                  </a:cubicBezTo>
                  <a:close/>
                </a:path>
              </a:pathLst>
            </a:custGeom>
            <a:solidFill>
              <a:srgbClr val="FFC9CE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2200717-6332-CA35-9263-D3B860A58E81}"/>
                </a:ext>
              </a:extLst>
            </p:cNvPr>
            <p:cNvSpPr/>
            <p:nvPr/>
          </p:nvSpPr>
          <p:spPr>
            <a:xfrm>
              <a:off x="10017564" y="1679628"/>
              <a:ext cx="1137667" cy="1136339"/>
            </a:xfrm>
            <a:custGeom>
              <a:avLst/>
              <a:gdLst>
                <a:gd name="connsiteX0" fmla="*/ 1784549 w 1784548"/>
                <a:gd name="connsiteY0" fmla="*/ 891216 h 1782464"/>
                <a:gd name="connsiteX1" fmla="*/ 1783457 w 1784548"/>
                <a:gd name="connsiteY1" fmla="*/ 934971 h 1782464"/>
                <a:gd name="connsiteX2" fmla="*/ 1780249 w 1784548"/>
                <a:gd name="connsiteY2" fmla="*/ 978595 h 1782464"/>
                <a:gd name="connsiteX3" fmla="*/ 1774891 w 1784548"/>
                <a:gd name="connsiteY3" fmla="*/ 1021986 h 1782464"/>
                <a:gd name="connsiteX4" fmla="*/ 1767384 w 1784548"/>
                <a:gd name="connsiteY4" fmla="*/ 1065113 h 1782464"/>
                <a:gd name="connsiteX5" fmla="*/ 1757793 w 1784548"/>
                <a:gd name="connsiteY5" fmla="*/ 1107777 h 1782464"/>
                <a:gd name="connsiteX6" fmla="*/ 1746118 w 1784548"/>
                <a:gd name="connsiteY6" fmla="*/ 1149945 h 1782464"/>
                <a:gd name="connsiteX7" fmla="*/ 1732393 w 1784548"/>
                <a:gd name="connsiteY7" fmla="*/ 1191485 h 1782464"/>
                <a:gd name="connsiteX8" fmla="*/ 1716617 w 1784548"/>
                <a:gd name="connsiteY8" fmla="*/ 1232297 h 1782464"/>
                <a:gd name="connsiteX9" fmla="*/ 1698890 w 1784548"/>
                <a:gd name="connsiteY9" fmla="*/ 1272282 h 1782464"/>
                <a:gd name="connsiteX10" fmla="*/ 1679178 w 1784548"/>
                <a:gd name="connsiteY10" fmla="*/ 1311341 h 1782464"/>
                <a:gd name="connsiteX11" fmla="*/ 1657615 w 1784548"/>
                <a:gd name="connsiteY11" fmla="*/ 1349408 h 1782464"/>
                <a:gd name="connsiteX12" fmla="*/ 1634166 w 1784548"/>
                <a:gd name="connsiteY12" fmla="*/ 1386384 h 1782464"/>
                <a:gd name="connsiteX13" fmla="*/ 1608964 w 1784548"/>
                <a:gd name="connsiteY13" fmla="*/ 1422135 h 1782464"/>
                <a:gd name="connsiteX14" fmla="*/ 1582010 w 1784548"/>
                <a:gd name="connsiteY14" fmla="*/ 1456631 h 1782464"/>
                <a:gd name="connsiteX15" fmla="*/ 1553402 w 1784548"/>
                <a:gd name="connsiteY15" fmla="*/ 1489737 h 1782464"/>
                <a:gd name="connsiteX16" fmla="*/ 1523206 w 1784548"/>
                <a:gd name="connsiteY16" fmla="*/ 1521420 h 1782464"/>
                <a:gd name="connsiteX17" fmla="*/ 1491489 w 1784548"/>
                <a:gd name="connsiteY17" fmla="*/ 1551583 h 1782464"/>
                <a:gd name="connsiteX18" fmla="*/ 1458317 w 1784548"/>
                <a:gd name="connsiteY18" fmla="*/ 1580158 h 1782464"/>
                <a:gd name="connsiteX19" fmla="*/ 1423789 w 1784548"/>
                <a:gd name="connsiteY19" fmla="*/ 1607079 h 1782464"/>
                <a:gd name="connsiteX20" fmla="*/ 1388004 w 1784548"/>
                <a:gd name="connsiteY20" fmla="*/ 1632248 h 1782464"/>
                <a:gd name="connsiteX21" fmla="*/ 1350996 w 1784548"/>
                <a:gd name="connsiteY21" fmla="*/ 1655663 h 1782464"/>
                <a:gd name="connsiteX22" fmla="*/ 1312896 w 1784548"/>
                <a:gd name="connsiteY22" fmla="*/ 1677227 h 1782464"/>
                <a:gd name="connsiteX23" fmla="*/ 1273770 w 1784548"/>
                <a:gd name="connsiteY23" fmla="*/ 1696905 h 1782464"/>
                <a:gd name="connsiteX24" fmla="*/ 1233719 w 1784548"/>
                <a:gd name="connsiteY24" fmla="*/ 1714632 h 1782464"/>
                <a:gd name="connsiteX25" fmla="*/ 1192874 w 1784548"/>
                <a:gd name="connsiteY25" fmla="*/ 1730375 h 1782464"/>
                <a:gd name="connsiteX26" fmla="*/ 1151268 w 1784548"/>
                <a:gd name="connsiteY26" fmla="*/ 1744067 h 1782464"/>
                <a:gd name="connsiteX27" fmla="*/ 1109067 w 1784548"/>
                <a:gd name="connsiteY27" fmla="*/ 1755742 h 1782464"/>
                <a:gd name="connsiteX28" fmla="*/ 1066337 w 1784548"/>
                <a:gd name="connsiteY28" fmla="*/ 1765333 h 1782464"/>
                <a:gd name="connsiteX29" fmla="*/ 1023210 w 1784548"/>
                <a:gd name="connsiteY29" fmla="*/ 1772808 h 1782464"/>
                <a:gd name="connsiteX30" fmla="*/ 979719 w 1784548"/>
                <a:gd name="connsiteY30" fmla="*/ 1778165 h 1782464"/>
                <a:gd name="connsiteX31" fmla="*/ 936063 w 1784548"/>
                <a:gd name="connsiteY31" fmla="*/ 1781374 h 1782464"/>
                <a:gd name="connsiteX32" fmla="*/ 892274 w 1784548"/>
                <a:gd name="connsiteY32" fmla="*/ 1782465 h 1782464"/>
                <a:gd name="connsiteX33" fmla="*/ 848486 w 1784548"/>
                <a:gd name="connsiteY33" fmla="*/ 1781374 h 1782464"/>
                <a:gd name="connsiteX34" fmla="*/ 804829 w 1784548"/>
                <a:gd name="connsiteY34" fmla="*/ 1778165 h 1782464"/>
                <a:gd name="connsiteX35" fmla="*/ 761339 w 1784548"/>
                <a:gd name="connsiteY35" fmla="*/ 1772808 h 1782464"/>
                <a:gd name="connsiteX36" fmla="*/ 718211 w 1784548"/>
                <a:gd name="connsiteY36" fmla="*/ 1765333 h 1782464"/>
                <a:gd name="connsiteX37" fmla="*/ 675481 w 1784548"/>
                <a:gd name="connsiteY37" fmla="*/ 1755742 h 1782464"/>
                <a:gd name="connsiteX38" fmla="*/ 633247 w 1784548"/>
                <a:gd name="connsiteY38" fmla="*/ 1744067 h 1782464"/>
                <a:gd name="connsiteX39" fmla="*/ 591675 w 1784548"/>
                <a:gd name="connsiteY39" fmla="*/ 1730375 h 1782464"/>
                <a:gd name="connsiteX40" fmla="*/ 550796 w 1784548"/>
                <a:gd name="connsiteY40" fmla="*/ 1714632 h 1782464"/>
                <a:gd name="connsiteX41" fmla="*/ 510778 w 1784548"/>
                <a:gd name="connsiteY41" fmla="*/ 1696905 h 1782464"/>
                <a:gd name="connsiteX42" fmla="*/ 471653 w 1784548"/>
                <a:gd name="connsiteY42" fmla="*/ 1677227 h 1782464"/>
                <a:gd name="connsiteX43" fmla="*/ 433553 w 1784548"/>
                <a:gd name="connsiteY43" fmla="*/ 1655663 h 1782464"/>
                <a:gd name="connsiteX44" fmla="*/ 396544 w 1784548"/>
                <a:gd name="connsiteY44" fmla="*/ 1632248 h 1782464"/>
                <a:gd name="connsiteX45" fmla="*/ 360759 w 1784548"/>
                <a:gd name="connsiteY45" fmla="*/ 1607079 h 1782464"/>
                <a:gd name="connsiteX46" fmla="*/ 326231 w 1784548"/>
                <a:gd name="connsiteY46" fmla="*/ 1580158 h 1782464"/>
                <a:gd name="connsiteX47" fmla="*/ 293059 w 1784548"/>
                <a:gd name="connsiteY47" fmla="*/ 1551583 h 1782464"/>
                <a:gd name="connsiteX48" fmla="*/ 261342 w 1784548"/>
                <a:gd name="connsiteY48" fmla="*/ 1521420 h 1782464"/>
                <a:gd name="connsiteX49" fmla="*/ 231147 w 1784548"/>
                <a:gd name="connsiteY49" fmla="*/ 1489737 h 1782464"/>
                <a:gd name="connsiteX50" fmla="*/ 202539 w 1784548"/>
                <a:gd name="connsiteY50" fmla="*/ 1456631 h 1782464"/>
                <a:gd name="connsiteX51" fmla="*/ 175584 w 1784548"/>
                <a:gd name="connsiteY51" fmla="*/ 1422135 h 1782464"/>
                <a:gd name="connsiteX52" fmla="*/ 150383 w 1784548"/>
                <a:gd name="connsiteY52" fmla="*/ 1386384 h 1782464"/>
                <a:gd name="connsiteX53" fmla="*/ 126934 w 1784548"/>
                <a:gd name="connsiteY53" fmla="*/ 1349408 h 1782464"/>
                <a:gd name="connsiteX54" fmla="*/ 105370 w 1784548"/>
                <a:gd name="connsiteY54" fmla="*/ 1311341 h 1782464"/>
                <a:gd name="connsiteX55" fmla="*/ 85659 w 1784548"/>
                <a:gd name="connsiteY55" fmla="*/ 1272282 h 1782464"/>
                <a:gd name="connsiteX56" fmla="*/ 67932 w 1784548"/>
                <a:gd name="connsiteY56" fmla="*/ 1232297 h 1782464"/>
                <a:gd name="connsiteX57" fmla="*/ 52156 w 1784548"/>
                <a:gd name="connsiteY57" fmla="*/ 1191485 h 1782464"/>
                <a:gd name="connsiteX58" fmla="*/ 38431 w 1784548"/>
                <a:gd name="connsiteY58" fmla="*/ 1149945 h 1782464"/>
                <a:gd name="connsiteX59" fmla="*/ 26723 w 1784548"/>
                <a:gd name="connsiteY59" fmla="*/ 1107777 h 1782464"/>
                <a:gd name="connsiteX60" fmla="*/ 17132 w 1784548"/>
                <a:gd name="connsiteY60" fmla="*/ 1065113 h 1782464"/>
                <a:gd name="connsiteX61" fmla="*/ 9657 w 1784548"/>
                <a:gd name="connsiteY61" fmla="*/ 1021986 h 1782464"/>
                <a:gd name="connsiteX62" fmla="*/ 4299 w 1784548"/>
                <a:gd name="connsiteY62" fmla="*/ 978595 h 1782464"/>
                <a:gd name="connsiteX63" fmla="*/ 1058 w 1784548"/>
                <a:gd name="connsiteY63" fmla="*/ 934971 h 1782464"/>
                <a:gd name="connsiteX64" fmla="*/ 0 w 1784548"/>
                <a:gd name="connsiteY64" fmla="*/ 891216 h 1782464"/>
                <a:gd name="connsiteX65" fmla="*/ 1058 w 1784548"/>
                <a:gd name="connsiteY65" fmla="*/ 847494 h 1782464"/>
                <a:gd name="connsiteX66" fmla="*/ 4299 w 1784548"/>
                <a:gd name="connsiteY66" fmla="*/ 803870 h 1782464"/>
                <a:gd name="connsiteX67" fmla="*/ 9657 w 1784548"/>
                <a:gd name="connsiteY67" fmla="*/ 760446 h 1782464"/>
                <a:gd name="connsiteX68" fmla="*/ 17132 w 1784548"/>
                <a:gd name="connsiteY68" fmla="*/ 717352 h 1782464"/>
                <a:gd name="connsiteX69" fmla="*/ 26723 w 1784548"/>
                <a:gd name="connsiteY69" fmla="*/ 674688 h 1782464"/>
                <a:gd name="connsiteX70" fmla="*/ 38431 w 1784548"/>
                <a:gd name="connsiteY70" fmla="*/ 632520 h 1782464"/>
                <a:gd name="connsiteX71" fmla="*/ 52156 w 1784548"/>
                <a:gd name="connsiteY71" fmla="*/ 590980 h 1782464"/>
                <a:gd name="connsiteX72" fmla="*/ 67932 w 1784548"/>
                <a:gd name="connsiteY72" fmla="*/ 550168 h 1782464"/>
                <a:gd name="connsiteX73" fmla="*/ 85659 w 1784548"/>
                <a:gd name="connsiteY73" fmla="*/ 510183 h 1782464"/>
                <a:gd name="connsiteX74" fmla="*/ 105370 w 1784548"/>
                <a:gd name="connsiteY74" fmla="*/ 471091 h 1782464"/>
                <a:gd name="connsiteX75" fmla="*/ 126934 w 1784548"/>
                <a:gd name="connsiteY75" fmla="*/ 433057 h 1782464"/>
                <a:gd name="connsiteX76" fmla="*/ 150383 w 1784548"/>
                <a:gd name="connsiteY76" fmla="*/ 396081 h 1782464"/>
                <a:gd name="connsiteX77" fmla="*/ 175584 w 1784548"/>
                <a:gd name="connsiteY77" fmla="*/ 360329 h 1782464"/>
                <a:gd name="connsiteX78" fmla="*/ 202539 w 1784548"/>
                <a:gd name="connsiteY78" fmla="*/ 325834 h 1782464"/>
                <a:gd name="connsiteX79" fmla="*/ 231147 w 1784548"/>
                <a:gd name="connsiteY79" fmla="*/ 292728 h 1782464"/>
                <a:gd name="connsiteX80" fmla="*/ 261342 w 1784548"/>
                <a:gd name="connsiteY80" fmla="*/ 261045 h 1782464"/>
                <a:gd name="connsiteX81" fmla="*/ 293059 w 1784548"/>
                <a:gd name="connsiteY81" fmla="*/ 230882 h 1782464"/>
                <a:gd name="connsiteX82" fmla="*/ 326231 w 1784548"/>
                <a:gd name="connsiteY82" fmla="*/ 202307 h 1782464"/>
                <a:gd name="connsiteX83" fmla="*/ 360759 w 1784548"/>
                <a:gd name="connsiteY83" fmla="*/ 175386 h 1782464"/>
                <a:gd name="connsiteX84" fmla="*/ 396544 w 1784548"/>
                <a:gd name="connsiteY84" fmla="*/ 150184 h 1782464"/>
                <a:gd name="connsiteX85" fmla="*/ 433553 w 1784548"/>
                <a:gd name="connsiteY85" fmla="*/ 126802 h 1782464"/>
                <a:gd name="connsiteX86" fmla="*/ 471653 w 1784548"/>
                <a:gd name="connsiteY86" fmla="*/ 105238 h 1782464"/>
                <a:gd name="connsiteX87" fmla="*/ 510778 w 1784548"/>
                <a:gd name="connsiteY87" fmla="*/ 85560 h 1782464"/>
                <a:gd name="connsiteX88" fmla="*/ 550796 w 1784548"/>
                <a:gd name="connsiteY88" fmla="*/ 67833 h 1782464"/>
                <a:gd name="connsiteX89" fmla="*/ 591675 w 1784548"/>
                <a:gd name="connsiteY89" fmla="*/ 52090 h 1782464"/>
                <a:gd name="connsiteX90" fmla="*/ 633247 w 1784548"/>
                <a:gd name="connsiteY90" fmla="*/ 38365 h 1782464"/>
                <a:gd name="connsiteX91" fmla="*/ 675481 w 1784548"/>
                <a:gd name="connsiteY91" fmla="*/ 26723 h 1782464"/>
                <a:gd name="connsiteX92" fmla="*/ 718211 w 1784548"/>
                <a:gd name="connsiteY92" fmla="*/ 17132 h 1782464"/>
                <a:gd name="connsiteX93" fmla="*/ 761339 w 1784548"/>
                <a:gd name="connsiteY93" fmla="*/ 9657 h 1782464"/>
                <a:gd name="connsiteX94" fmla="*/ 804829 w 1784548"/>
                <a:gd name="connsiteY94" fmla="*/ 4299 h 1782464"/>
                <a:gd name="connsiteX95" fmla="*/ 848486 w 1784548"/>
                <a:gd name="connsiteY95" fmla="*/ 1058 h 1782464"/>
                <a:gd name="connsiteX96" fmla="*/ 892274 w 1784548"/>
                <a:gd name="connsiteY96" fmla="*/ 0 h 1782464"/>
                <a:gd name="connsiteX97" fmla="*/ 936063 w 1784548"/>
                <a:gd name="connsiteY97" fmla="*/ 1058 h 1782464"/>
                <a:gd name="connsiteX98" fmla="*/ 979719 w 1784548"/>
                <a:gd name="connsiteY98" fmla="*/ 4299 h 1782464"/>
                <a:gd name="connsiteX99" fmla="*/ 1023210 w 1784548"/>
                <a:gd name="connsiteY99" fmla="*/ 9657 h 1782464"/>
                <a:gd name="connsiteX100" fmla="*/ 1066337 w 1784548"/>
                <a:gd name="connsiteY100" fmla="*/ 17132 h 1782464"/>
                <a:gd name="connsiteX101" fmla="*/ 1109067 w 1784548"/>
                <a:gd name="connsiteY101" fmla="*/ 26723 h 1782464"/>
                <a:gd name="connsiteX102" fmla="*/ 1151268 w 1784548"/>
                <a:gd name="connsiteY102" fmla="*/ 38365 h 1782464"/>
                <a:gd name="connsiteX103" fmla="*/ 1192874 w 1784548"/>
                <a:gd name="connsiteY103" fmla="*/ 52090 h 1782464"/>
                <a:gd name="connsiteX104" fmla="*/ 1233719 w 1784548"/>
                <a:gd name="connsiteY104" fmla="*/ 67833 h 1782464"/>
                <a:gd name="connsiteX105" fmla="*/ 1273770 w 1784548"/>
                <a:gd name="connsiteY105" fmla="*/ 85560 h 1782464"/>
                <a:gd name="connsiteX106" fmla="*/ 1312896 w 1784548"/>
                <a:gd name="connsiteY106" fmla="*/ 105238 h 1782464"/>
                <a:gd name="connsiteX107" fmla="*/ 1350996 w 1784548"/>
                <a:gd name="connsiteY107" fmla="*/ 126802 h 1782464"/>
                <a:gd name="connsiteX108" fmla="*/ 1388004 w 1784548"/>
                <a:gd name="connsiteY108" fmla="*/ 150184 h 1782464"/>
                <a:gd name="connsiteX109" fmla="*/ 1423789 w 1784548"/>
                <a:gd name="connsiteY109" fmla="*/ 175386 h 1782464"/>
                <a:gd name="connsiteX110" fmla="*/ 1458317 w 1784548"/>
                <a:gd name="connsiteY110" fmla="*/ 202307 h 1782464"/>
                <a:gd name="connsiteX111" fmla="*/ 1491489 w 1784548"/>
                <a:gd name="connsiteY111" fmla="*/ 230882 h 1782464"/>
                <a:gd name="connsiteX112" fmla="*/ 1523206 w 1784548"/>
                <a:gd name="connsiteY112" fmla="*/ 261045 h 1782464"/>
                <a:gd name="connsiteX113" fmla="*/ 1553402 w 1784548"/>
                <a:gd name="connsiteY113" fmla="*/ 292728 h 1782464"/>
                <a:gd name="connsiteX114" fmla="*/ 1582010 w 1784548"/>
                <a:gd name="connsiteY114" fmla="*/ 325834 h 1782464"/>
                <a:gd name="connsiteX115" fmla="*/ 1608964 w 1784548"/>
                <a:gd name="connsiteY115" fmla="*/ 360329 h 1782464"/>
                <a:gd name="connsiteX116" fmla="*/ 1634166 w 1784548"/>
                <a:gd name="connsiteY116" fmla="*/ 396081 h 1782464"/>
                <a:gd name="connsiteX117" fmla="*/ 1657615 w 1784548"/>
                <a:gd name="connsiteY117" fmla="*/ 433057 h 1782464"/>
                <a:gd name="connsiteX118" fmla="*/ 1679178 w 1784548"/>
                <a:gd name="connsiteY118" fmla="*/ 471091 h 1782464"/>
                <a:gd name="connsiteX119" fmla="*/ 1698890 w 1784548"/>
                <a:gd name="connsiteY119" fmla="*/ 510183 h 1782464"/>
                <a:gd name="connsiteX120" fmla="*/ 1716617 w 1784548"/>
                <a:gd name="connsiteY120" fmla="*/ 550168 h 1782464"/>
                <a:gd name="connsiteX121" fmla="*/ 1732393 w 1784548"/>
                <a:gd name="connsiteY121" fmla="*/ 590980 h 1782464"/>
                <a:gd name="connsiteX122" fmla="*/ 1746118 w 1784548"/>
                <a:gd name="connsiteY122" fmla="*/ 632520 h 1782464"/>
                <a:gd name="connsiteX123" fmla="*/ 1757793 w 1784548"/>
                <a:gd name="connsiteY123" fmla="*/ 674688 h 1782464"/>
                <a:gd name="connsiteX124" fmla="*/ 1767384 w 1784548"/>
                <a:gd name="connsiteY124" fmla="*/ 717352 h 1782464"/>
                <a:gd name="connsiteX125" fmla="*/ 1774891 w 1784548"/>
                <a:gd name="connsiteY125" fmla="*/ 760446 h 1782464"/>
                <a:gd name="connsiteX126" fmla="*/ 1780249 w 1784548"/>
                <a:gd name="connsiteY126" fmla="*/ 803870 h 1782464"/>
                <a:gd name="connsiteX127" fmla="*/ 1783457 w 1784548"/>
                <a:gd name="connsiteY127" fmla="*/ 847494 h 1782464"/>
                <a:gd name="connsiteX128" fmla="*/ 1784549 w 1784548"/>
                <a:gd name="connsiteY128" fmla="*/ 891216 h 17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784548" h="1782464">
                  <a:moveTo>
                    <a:pt x="1784549" y="891216"/>
                  </a:moveTo>
                  <a:cubicBezTo>
                    <a:pt x="1784549" y="905801"/>
                    <a:pt x="1784185" y="920386"/>
                    <a:pt x="1783457" y="934971"/>
                  </a:cubicBezTo>
                  <a:cubicBezTo>
                    <a:pt x="1782763" y="949523"/>
                    <a:pt x="1781671" y="964076"/>
                    <a:pt x="1780249" y="978595"/>
                  </a:cubicBezTo>
                  <a:cubicBezTo>
                    <a:pt x="1778827" y="993114"/>
                    <a:pt x="1777041" y="1007566"/>
                    <a:pt x="1774891" y="1021986"/>
                  </a:cubicBezTo>
                  <a:cubicBezTo>
                    <a:pt x="1772741" y="1036439"/>
                    <a:pt x="1770261" y="1050793"/>
                    <a:pt x="1767384" y="1065113"/>
                  </a:cubicBezTo>
                  <a:cubicBezTo>
                    <a:pt x="1764539" y="1079401"/>
                    <a:pt x="1761364" y="1093622"/>
                    <a:pt x="1757793" y="1107777"/>
                  </a:cubicBezTo>
                  <a:cubicBezTo>
                    <a:pt x="1754254" y="1121933"/>
                    <a:pt x="1750351" y="1135989"/>
                    <a:pt x="1746118" y="1149945"/>
                  </a:cubicBezTo>
                  <a:cubicBezTo>
                    <a:pt x="1741884" y="1163902"/>
                    <a:pt x="1737320" y="1177727"/>
                    <a:pt x="1732393" y="1191485"/>
                  </a:cubicBezTo>
                  <a:cubicBezTo>
                    <a:pt x="1727465" y="1205210"/>
                    <a:pt x="1722206" y="1218803"/>
                    <a:pt x="1716617" y="1232297"/>
                  </a:cubicBezTo>
                  <a:cubicBezTo>
                    <a:pt x="1711027" y="1245758"/>
                    <a:pt x="1705107" y="1259086"/>
                    <a:pt x="1698890" y="1272282"/>
                  </a:cubicBezTo>
                  <a:cubicBezTo>
                    <a:pt x="1692639" y="1285478"/>
                    <a:pt x="1686057" y="1298476"/>
                    <a:pt x="1679178" y="1311341"/>
                  </a:cubicBezTo>
                  <a:cubicBezTo>
                    <a:pt x="1672299" y="1324207"/>
                    <a:pt x="1665122" y="1336907"/>
                    <a:pt x="1657615" y="1349408"/>
                  </a:cubicBezTo>
                  <a:cubicBezTo>
                    <a:pt x="1650107" y="1361910"/>
                    <a:pt x="1642269" y="1374246"/>
                    <a:pt x="1634166" y="1386384"/>
                  </a:cubicBezTo>
                  <a:cubicBezTo>
                    <a:pt x="1626063" y="1398488"/>
                    <a:pt x="1617663" y="1410428"/>
                    <a:pt x="1608964" y="1422135"/>
                  </a:cubicBezTo>
                  <a:cubicBezTo>
                    <a:pt x="1600266" y="1433843"/>
                    <a:pt x="1591270" y="1445353"/>
                    <a:pt x="1582010" y="1456631"/>
                  </a:cubicBezTo>
                  <a:cubicBezTo>
                    <a:pt x="1572750" y="1467908"/>
                    <a:pt x="1563225" y="1478922"/>
                    <a:pt x="1553402" y="1489737"/>
                  </a:cubicBezTo>
                  <a:cubicBezTo>
                    <a:pt x="1543579" y="1500551"/>
                    <a:pt x="1533525" y="1511102"/>
                    <a:pt x="1523206" y="1521420"/>
                  </a:cubicBezTo>
                  <a:cubicBezTo>
                    <a:pt x="1512888" y="1531739"/>
                    <a:pt x="1502304" y="1541793"/>
                    <a:pt x="1491489" y="1551583"/>
                  </a:cubicBezTo>
                  <a:cubicBezTo>
                    <a:pt x="1480675" y="1561372"/>
                    <a:pt x="1469595" y="1570897"/>
                    <a:pt x="1458317" y="1580158"/>
                  </a:cubicBezTo>
                  <a:cubicBezTo>
                    <a:pt x="1447039" y="1589418"/>
                    <a:pt x="1435530" y="1598381"/>
                    <a:pt x="1423789" y="1607079"/>
                  </a:cubicBezTo>
                  <a:cubicBezTo>
                    <a:pt x="1412081" y="1615744"/>
                    <a:pt x="1400142" y="1624145"/>
                    <a:pt x="1388004" y="1632248"/>
                  </a:cubicBezTo>
                  <a:cubicBezTo>
                    <a:pt x="1375833" y="1640351"/>
                    <a:pt x="1363530" y="1648156"/>
                    <a:pt x="1350996" y="1655663"/>
                  </a:cubicBezTo>
                  <a:cubicBezTo>
                    <a:pt x="1338461" y="1663171"/>
                    <a:pt x="1325761" y="1670348"/>
                    <a:pt x="1312896" y="1677227"/>
                  </a:cubicBezTo>
                  <a:cubicBezTo>
                    <a:pt x="1299997" y="1684106"/>
                    <a:pt x="1286966" y="1690654"/>
                    <a:pt x="1273770" y="1696905"/>
                  </a:cubicBezTo>
                  <a:cubicBezTo>
                    <a:pt x="1260574" y="1703123"/>
                    <a:pt x="1247213" y="1709043"/>
                    <a:pt x="1233719" y="1714632"/>
                  </a:cubicBezTo>
                  <a:cubicBezTo>
                    <a:pt x="1220225" y="1720189"/>
                    <a:pt x="1206632" y="1725447"/>
                    <a:pt x="1192874" y="1730375"/>
                  </a:cubicBezTo>
                  <a:cubicBezTo>
                    <a:pt x="1179116" y="1735270"/>
                    <a:pt x="1165258" y="1739834"/>
                    <a:pt x="1151268" y="1744067"/>
                  </a:cubicBezTo>
                  <a:cubicBezTo>
                    <a:pt x="1137312" y="1748301"/>
                    <a:pt x="1123256" y="1752203"/>
                    <a:pt x="1109067" y="1755742"/>
                  </a:cubicBezTo>
                  <a:cubicBezTo>
                    <a:pt x="1094912" y="1759281"/>
                    <a:pt x="1080658" y="1762489"/>
                    <a:pt x="1066337" y="1765333"/>
                  </a:cubicBezTo>
                  <a:cubicBezTo>
                    <a:pt x="1052016" y="1768177"/>
                    <a:pt x="1037630" y="1770658"/>
                    <a:pt x="1023210" y="1772808"/>
                  </a:cubicBezTo>
                  <a:cubicBezTo>
                    <a:pt x="1008757" y="1774957"/>
                    <a:pt x="994271" y="1776743"/>
                    <a:pt x="979719" y="1778165"/>
                  </a:cubicBezTo>
                  <a:cubicBezTo>
                    <a:pt x="965200" y="1779588"/>
                    <a:pt x="950648" y="1780679"/>
                    <a:pt x="936063" y="1781374"/>
                  </a:cubicBezTo>
                  <a:cubicBezTo>
                    <a:pt x="921478" y="1782101"/>
                    <a:pt x="906859" y="1782465"/>
                    <a:pt x="892274" y="1782465"/>
                  </a:cubicBezTo>
                  <a:cubicBezTo>
                    <a:pt x="877656" y="1782465"/>
                    <a:pt x="863071" y="1782101"/>
                    <a:pt x="848486" y="1781374"/>
                  </a:cubicBezTo>
                  <a:cubicBezTo>
                    <a:pt x="833901" y="1780679"/>
                    <a:pt x="819348" y="1779588"/>
                    <a:pt x="804829" y="1778165"/>
                  </a:cubicBezTo>
                  <a:cubicBezTo>
                    <a:pt x="790277" y="1776743"/>
                    <a:pt x="775791" y="1774957"/>
                    <a:pt x="761339" y="1772808"/>
                  </a:cubicBezTo>
                  <a:cubicBezTo>
                    <a:pt x="746919" y="1770658"/>
                    <a:pt x="732532" y="1768177"/>
                    <a:pt x="718211" y="1765333"/>
                  </a:cubicBezTo>
                  <a:cubicBezTo>
                    <a:pt x="703891" y="1762489"/>
                    <a:pt x="689636" y="1759281"/>
                    <a:pt x="675481" y="1755742"/>
                  </a:cubicBezTo>
                  <a:cubicBezTo>
                    <a:pt x="661293" y="1752203"/>
                    <a:pt x="647237" y="1748301"/>
                    <a:pt x="633247" y="1744067"/>
                  </a:cubicBezTo>
                  <a:cubicBezTo>
                    <a:pt x="619290" y="1739834"/>
                    <a:pt x="605433" y="1735270"/>
                    <a:pt x="591675" y="1730375"/>
                  </a:cubicBezTo>
                  <a:cubicBezTo>
                    <a:pt x="577916" y="1725447"/>
                    <a:pt x="564290" y="1720189"/>
                    <a:pt x="550796" y="1714632"/>
                  </a:cubicBezTo>
                  <a:cubicBezTo>
                    <a:pt x="537336" y="1709043"/>
                    <a:pt x="523974" y="1703123"/>
                    <a:pt x="510778" y="1696905"/>
                  </a:cubicBezTo>
                  <a:cubicBezTo>
                    <a:pt x="497582" y="1690654"/>
                    <a:pt x="484518" y="1684106"/>
                    <a:pt x="471653" y="1677227"/>
                  </a:cubicBezTo>
                  <a:cubicBezTo>
                    <a:pt x="458788" y="1670348"/>
                    <a:pt x="446088" y="1663171"/>
                    <a:pt x="433553" y="1655663"/>
                  </a:cubicBezTo>
                  <a:cubicBezTo>
                    <a:pt x="421018" y="1648156"/>
                    <a:pt x="408682" y="1640351"/>
                    <a:pt x="396544" y="1632248"/>
                  </a:cubicBezTo>
                  <a:cubicBezTo>
                    <a:pt x="384407" y="1624145"/>
                    <a:pt x="372467" y="1615744"/>
                    <a:pt x="360759" y="1607079"/>
                  </a:cubicBezTo>
                  <a:cubicBezTo>
                    <a:pt x="349019" y="1598381"/>
                    <a:pt x="337509" y="1589418"/>
                    <a:pt x="326231" y="1580158"/>
                  </a:cubicBezTo>
                  <a:cubicBezTo>
                    <a:pt x="314920" y="1570897"/>
                    <a:pt x="303874" y="1561372"/>
                    <a:pt x="293059" y="1551583"/>
                  </a:cubicBezTo>
                  <a:cubicBezTo>
                    <a:pt x="282244" y="1541793"/>
                    <a:pt x="271661" y="1531739"/>
                    <a:pt x="261342" y="1521420"/>
                  </a:cubicBezTo>
                  <a:cubicBezTo>
                    <a:pt x="251023" y="1511102"/>
                    <a:pt x="240936" y="1500551"/>
                    <a:pt x="231147" y="1489737"/>
                  </a:cubicBezTo>
                  <a:cubicBezTo>
                    <a:pt x="221324" y="1478922"/>
                    <a:pt x="211799" y="1467908"/>
                    <a:pt x="202539" y="1456631"/>
                  </a:cubicBezTo>
                  <a:cubicBezTo>
                    <a:pt x="193278" y="1445353"/>
                    <a:pt x="184282" y="1433843"/>
                    <a:pt x="175584" y="1422135"/>
                  </a:cubicBezTo>
                  <a:cubicBezTo>
                    <a:pt x="166886" y="1410428"/>
                    <a:pt x="158485" y="1398488"/>
                    <a:pt x="150383" y="1386384"/>
                  </a:cubicBezTo>
                  <a:cubicBezTo>
                    <a:pt x="142247" y="1374246"/>
                    <a:pt x="134441" y="1361910"/>
                    <a:pt x="126934" y="1349408"/>
                  </a:cubicBezTo>
                  <a:cubicBezTo>
                    <a:pt x="119426" y="1336907"/>
                    <a:pt x="112249" y="1324207"/>
                    <a:pt x="105370" y="1311341"/>
                  </a:cubicBezTo>
                  <a:cubicBezTo>
                    <a:pt x="98458" y="1298476"/>
                    <a:pt x="91910" y="1285478"/>
                    <a:pt x="85659" y="1272282"/>
                  </a:cubicBezTo>
                  <a:cubicBezTo>
                    <a:pt x="79408" y="1259086"/>
                    <a:pt x="73521" y="1245758"/>
                    <a:pt x="67932" y="1232297"/>
                  </a:cubicBezTo>
                  <a:cubicBezTo>
                    <a:pt x="62342" y="1218803"/>
                    <a:pt x="57084" y="1205210"/>
                    <a:pt x="52156" y="1191485"/>
                  </a:cubicBezTo>
                  <a:cubicBezTo>
                    <a:pt x="47228" y="1177727"/>
                    <a:pt x="42664" y="1163902"/>
                    <a:pt x="38431" y="1149945"/>
                  </a:cubicBezTo>
                  <a:cubicBezTo>
                    <a:pt x="34164" y="1135989"/>
                    <a:pt x="30295" y="1121933"/>
                    <a:pt x="26723" y="1107777"/>
                  </a:cubicBezTo>
                  <a:cubicBezTo>
                    <a:pt x="23184" y="1093622"/>
                    <a:pt x="19976" y="1079401"/>
                    <a:pt x="17132" y="1065113"/>
                  </a:cubicBezTo>
                  <a:cubicBezTo>
                    <a:pt x="14288" y="1050793"/>
                    <a:pt x="11807" y="1036439"/>
                    <a:pt x="9657" y="1021986"/>
                  </a:cubicBezTo>
                  <a:cubicBezTo>
                    <a:pt x="7508" y="1007566"/>
                    <a:pt x="5722" y="993114"/>
                    <a:pt x="4299" y="978595"/>
                  </a:cubicBezTo>
                  <a:cubicBezTo>
                    <a:pt x="2877" y="964076"/>
                    <a:pt x="1786" y="949523"/>
                    <a:pt x="1058" y="934971"/>
                  </a:cubicBezTo>
                  <a:cubicBezTo>
                    <a:pt x="364" y="920386"/>
                    <a:pt x="0" y="905801"/>
                    <a:pt x="0" y="891216"/>
                  </a:cubicBezTo>
                  <a:cubicBezTo>
                    <a:pt x="0" y="876631"/>
                    <a:pt x="364" y="862079"/>
                    <a:pt x="1058" y="847494"/>
                  </a:cubicBezTo>
                  <a:cubicBezTo>
                    <a:pt x="1786" y="832941"/>
                    <a:pt x="2877" y="818389"/>
                    <a:pt x="4299" y="803870"/>
                  </a:cubicBezTo>
                  <a:cubicBezTo>
                    <a:pt x="5722" y="789351"/>
                    <a:pt x="7508" y="774898"/>
                    <a:pt x="9657" y="760446"/>
                  </a:cubicBezTo>
                  <a:cubicBezTo>
                    <a:pt x="11807" y="746026"/>
                    <a:pt x="14288" y="731672"/>
                    <a:pt x="17132" y="717352"/>
                  </a:cubicBezTo>
                  <a:cubicBezTo>
                    <a:pt x="19976" y="703064"/>
                    <a:pt x="23184" y="688843"/>
                    <a:pt x="26723" y="674688"/>
                  </a:cubicBezTo>
                  <a:cubicBezTo>
                    <a:pt x="30295" y="660532"/>
                    <a:pt x="34164" y="646476"/>
                    <a:pt x="38431" y="632520"/>
                  </a:cubicBezTo>
                  <a:cubicBezTo>
                    <a:pt x="42664" y="618563"/>
                    <a:pt x="47228" y="604705"/>
                    <a:pt x="52156" y="590980"/>
                  </a:cubicBezTo>
                  <a:cubicBezTo>
                    <a:pt x="57084" y="577255"/>
                    <a:pt x="62342" y="563662"/>
                    <a:pt x="67932" y="550168"/>
                  </a:cubicBezTo>
                  <a:cubicBezTo>
                    <a:pt x="73521" y="536707"/>
                    <a:pt x="79408" y="523379"/>
                    <a:pt x="85659" y="510183"/>
                  </a:cubicBezTo>
                  <a:cubicBezTo>
                    <a:pt x="91910" y="496987"/>
                    <a:pt x="98458" y="483956"/>
                    <a:pt x="105370" y="471091"/>
                  </a:cubicBezTo>
                  <a:cubicBezTo>
                    <a:pt x="112249" y="458258"/>
                    <a:pt x="119426" y="445558"/>
                    <a:pt x="126934" y="433057"/>
                  </a:cubicBezTo>
                  <a:cubicBezTo>
                    <a:pt x="134441" y="420522"/>
                    <a:pt x="142247" y="408219"/>
                    <a:pt x="150383" y="396081"/>
                  </a:cubicBezTo>
                  <a:cubicBezTo>
                    <a:pt x="158485" y="383977"/>
                    <a:pt x="166886" y="372037"/>
                    <a:pt x="175584" y="360329"/>
                  </a:cubicBezTo>
                  <a:cubicBezTo>
                    <a:pt x="184282" y="348622"/>
                    <a:pt x="193278" y="337112"/>
                    <a:pt x="202539" y="325834"/>
                  </a:cubicBezTo>
                  <a:cubicBezTo>
                    <a:pt x="211799" y="314557"/>
                    <a:pt x="221324" y="303510"/>
                    <a:pt x="231147" y="292728"/>
                  </a:cubicBezTo>
                  <a:cubicBezTo>
                    <a:pt x="240936" y="281914"/>
                    <a:pt x="251023" y="271363"/>
                    <a:pt x="261342" y="261045"/>
                  </a:cubicBezTo>
                  <a:cubicBezTo>
                    <a:pt x="271661" y="250726"/>
                    <a:pt x="282244" y="240672"/>
                    <a:pt x="293059" y="230882"/>
                  </a:cubicBezTo>
                  <a:cubicBezTo>
                    <a:pt x="303874" y="221092"/>
                    <a:pt x="314920" y="211567"/>
                    <a:pt x="326231" y="202307"/>
                  </a:cubicBezTo>
                  <a:cubicBezTo>
                    <a:pt x="337509" y="193047"/>
                    <a:pt x="349019" y="184084"/>
                    <a:pt x="360759" y="175386"/>
                  </a:cubicBezTo>
                  <a:cubicBezTo>
                    <a:pt x="372467" y="166688"/>
                    <a:pt x="384407" y="158287"/>
                    <a:pt x="396544" y="150184"/>
                  </a:cubicBezTo>
                  <a:cubicBezTo>
                    <a:pt x="408682" y="142081"/>
                    <a:pt x="421018" y="134309"/>
                    <a:pt x="433553" y="126802"/>
                  </a:cubicBezTo>
                  <a:cubicBezTo>
                    <a:pt x="446088" y="119294"/>
                    <a:pt x="458788" y="112117"/>
                    <a:pt x="471653" y="105238"/>
                  </a:cubicBezTo>
                  <a:cubicBezTo>
                    <a:pt x="484518" y="98359"/>
                    <a:pt x="497582" y="91810"/>
                    <a:pt x="510778" y="85560"/>
                  </a:cubicBezTo>
                  <a:cubicBezTo>
                    <a:pt x="523974" y="79342"/>
                    <a:pt x="537336" y="73422"/>
                    <a:pt x="550796" y="67833"/>
                  </a:cubicBezTo>
                  <a:cubicBezTo>
                    <a:pt x="564290" y="62243"/>
                    <a:pt x="577916" y="57018"/>
                    <a:pt x="591675" y="52090"/>
                  </a:cubicBezTo>
                  <a:cubicBezTo>
                    <a:pt x="605433" y="47195"/>
                    <a:pt x="619290" y="42598"/>
                    <a:pt x="633247" y="38365"/>
                  </a:cubicBezTo>
                  <a:cubicBezTo>
                    <a:pt x="647237" y="34131"/>
                    <a:pt x="661293" y="30262"/>
                    <a:pt x="675481" y="26723"/>
                  </a:cubicBezTo>
                  <a:cubicBezTo>
                    <a:pt x="689636" y="23151"/>
                    <a:pt x="703891" y="19976"/>
                    <a:pt x="718211" y="17132"/>
                  </a:cubicBezTo>
                  <a:cubicBezTo>
                    <a:pt x="732532" y="14288"/>
                    <a:pt x="746919" y="11774"/>
                    <a:pt x="761339" y="9657"/>
                  </a:cubicBezTo>
                  <a:cubicBezTo>
                    <a:pt x="775791" y="7508"/>
                    <a:pt x="790277" y="5722"/>
                    <a:pt x="804829" y="4299"/>
                  </a:cubicBezTo>
                  <a:cubicBezTo>
                    <a:pt x="819348" y="2877"/>
                    <a:pt x="833901" y="1786"/>
                    <a:pt x="848486" y="1058"/>
                  </a:cubicBezTo>
                  <a:cubicBezTo>
                    <a:pt x="863071" y="364"/>
                    <a:pt x="877656" y="0"/>
                    <a:pt x="892274" y="0"/>
                  </a:cubicBezTo>
                  <a:cubicBezTo>
                    <a:pt x="906859" y="0"/>
                    <a:pt x="921478" y="364"/>
                    <a:pt x="936063" y="1058"/>
                  </a:cubicBezTo>
                  <a:cubicBezTo>
                    <a:pt x="950648" y="1786"/>
                    <a:pt x="965200" y="2877"/>
                    <a:pt x="979719" y="4299"/>
                  </a:cubicBezTo>
                  <a:cubicBezTo>
                    <a:pt x="994271" y="5722"/>
                    <a:pt x="1008757" y="7508"/>
                    <a:pt x="1023210" y="9657"/>
                  </a:cubicBezTo>
                  <a:cubicBezTo>
                    <a:pt x="1037630" y="11774"/>
                    <a:pt x="1052016" y="14288"/>
                    <a:pt x="1066337" y="17132"/>
                  </a:cubicBezTo>
                  <a:cubicBezTo>
                    <a:pt x="1080658" y="19976"/>
                    <a:pt x="1094912" y="23151"/>
                    <a:pt x="1109067" y="26723"/>
                  </a:cubicBezTo>
                  <a:cubicBezTo>
                    <a:pt x="1123256" y="30262"/>
                    <a:pt x="1137312" y="34131"/>
                    <a:pt x="1151268" y="38365"/>
                  </a:cubicBezTo>
                  <a:cubicBezTo>
                    <a:pt x="1165258" y="42598"/>
                    <a:pt x="1179116" y="47195"/>
                    <a:pt x="1192874" y="52090"/>
                  </a:cubicBezTo>
                  <a:cubicBezTo>
                    <a:pt x="1206632" y="57018"/>
                    <a:pt x="1220225" y="62243"/>
                    <a:pt x="1233719" y="67833"/>
                  </a:cubicBezTo>
                  <a:cubicBezTo>
                    <a:pt x="1247213" y="73422"/>
                    <a:pt x="1260574" y="79342"/>
                    <a:pt x="1273770" y="85560"/>
                  </a:cubicBezTo>
                  <a:cubicBezTo>
                    <a:pt x="1286966" y="91810"/>
                    <a:pt x="1299997" y="98359"/>
                    <a:pt x="1312896" y="105238"/>
                  </a:cubicBezTo>
                  <a:cubicBezTo>
                    <a:pt x="1325761" y="112117"/>
                    <a:pt x="1338461" y="119294"/>
                    <a:pt x="1350996" y="126802"/>
                  </a:cubicBezTo>
                  <a:cubicBezTo>
                    <a:pt x="1363530" y="134309"/>
                    <a:pt x="1375833" y="142081"/>
                    <a:pt x="1388004" y="150184"/>
                  </a:cubicBezTo>
                  <a:cubicBezTo>
                    <a:pt x="1400142" y="158287"/>
                    <a:pt x="1412081" y="166688"/>
                    <a:pt x="1423789" y="175386"/>
                  </a:cubicBezTo>
                  <a:cubicBezTo>
                    <a:pt x="1435530" y="184084"/>
                    <a:pt x="1447039" y="193047"/>
                    <a:pt x="1458317" y="202307"/>
                  </a:cubicBezTo>
                  <a:cubicBezTo>
                    <a:pt x="1469595" y="211567"/>
                    <a:pt x="1480675" y="221092"/>
                    <a:pt x="1491489" y="230882"/>
                  </a:cubicBezTo>
                  <a:cubicBezTo>
                    <a:pt x="1502304" y="240672"/>
                    <a:pt x="1512888" y="250726"/>
                    <a:pt x="1523206" y="261045"/>
                  </a:cubicBezTo>
                  <a:cubicBezTo>
                    <a:pt x="1533525" y="271363"/>
                    <a:pt x="1543579" y="281914"/>
                    <a:pt x="1553402" y="292728"/>
                  </a:cubicBezTo>
                  <a:cubicBezTo>
                    <a:pt x="1563225" y="303510"/>
                    <a:pt x="1572750" y="314557"/>
                    <a:pt x="1582010" y="325834"/>
                  </a:cubicBezTo>
                  <a:cubicBezTo>
                    <a:pt x="1591270" y="337112"/>
                    <a:pt x="1600266" y="348622"/>
                    <a:pt x="1608964" y="360329"/>
                  </a:cubicBezTo>
                  <a:cubicBezTo>
                    <a:pt x="1617663" y="372037"/>
                    <a:pt x="1626063" y="383977"/>
                    <a:pt x="1634166" y="396081"/>
                  </a:cubicBezTo>
                  <a:cubicBezTo>
                    <a:pt x="1642269" y="408219"/>
                    <a:pt x="1650107" y="420522"/>
                    <a:pt x="1657615" y="433057"/>
                  </a:cubicBezTo>
                  <a:cubicBezTo>
                    <a:pt x="1665122" y="445558"/>
                    <a:pt x="1672299" y="458258"/>
                    <a:pt x="1679178" y="471091"/>
                  </a:cubicBezTo>
                  <a:cubicBezTo>
                    <a:pt x="1686057" y="483956"/>
                    <a:pt x="1692639" y="496987"/>
                    <a:pt x="1698890" y="510183"/>
                  </a:cubicBezTo>
                  <a:cubicBezTo>
                    <a:pt x="1705107" y="523379"/>
                    <a:pt x="1711027" y="536707"/>
                    <a:pt x="1716617" y="550168"/>
                  </a:cubicBezTo>
                  <a:cubicBezTo>
                    <a:pt x="1722206" y="563662"/>
                    <a:pt x="1727465" y="577255"/>
                    <a:pt x="1732393" y="590980"/>
                  </a:cubicBezTo>
                  <a:cubicBezTo>
                    <a:pt x="1737320" y="604705"/>
                    <a:pt x="1741884" y="618563"/>
                    <a:pt x="1746118" y="632520"/>
                  </a:cubicBezTo>
                  <a:cubicBezTo>
                    <a:pt x="1750351" y="646476"/>
                    <a:pt x="1754254" y="660532"/>
                    <a:pt x="1757793" y="674688"/>
                  </a:cubicBezTo>
                  <a:cubicBezTo>
                    <a:pt x="1761364" y="688843"/>
                    <a:pt x="1764539" y="703064"/>
                    <a:pt x="1767384" y="717352"/>
                  </a:cubicBezTo>
                  <a:cubicBezTo>
                    <a:pt x="1770261" y="731672"/>
                    <a:pt x="1772741" y="746026"/>
                    <a:pt x="1774891" y="760446"/>
                  </a:cubicBezTo>
                  <a:cubicBezTo>
                    <a:pt x="1777041" y="774898"/>
                    <a:pt x="1778827" y="789351"/>
                    <a:pt x="1780249" y="803870"/>
                  </a:cubicBezTo>
                  <a:cubicBezTo>
                    <a:pt x="1781671" y="818389"/>
                    <a:pt x="1782763" y="832941"/>
                    <a:pt x="1783457" y="847494"/>
                  </a:cubicBezTo>
                  <a:cubicBezTo>
                    <a:pt x="1784185" y="862079"/>
                    <a:pt x="1784549" y="876631"/>
                    <a:pt x="1784549" y="891216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2C51CED-185E-A031-00B8-9870D44AE667}"/>
                </a:ext>
              </a:extLst>
            </p:cNvPr>
            <p:cNvSpPr/>
            <p:nvPr/>
          </p:nvSpPr>
          <p:spPr>
            <a:xfrm>
              <a:off x="10076578" y="1738580"/>
              <a:ext cx="1019637" cy="1018436"/>
            </a:xfrm>
            <a:custGeom>
              <a:avLst/>
              <a:gdLst>
                <a:gd name="connsiteX0" fmla="*/ 1599406 w 1599406"/>
                <a:gd name="connsiteY0" fmla="*/ 798744 h 1597521"/>
                <a:gd name="connsiteX1" fmla="*/ 1598447 w 1599406"/>
                <a:gd name="connsiteY1" fmla="*/ 837935 h 1597521"/>
                <a:gd name="connsiteX2" fmla="*/ 1595537 w 1599406"/>
                <a:gd name="connsiteY2" fmla="*/ 877061 h 1597521"/>
                <a:gd name="connsiteX3" fmla="*/ 1590741 w 1599406"/>
                <a:gd name="connsiteY3" fmla="*/ 915954 h 1597521"/>
                <a:gd name="connsiteX4" fmla="*/ 1584027 w 1599406"/>
                <a:gd name="connsiteY4" fmla="*/ 954584 h 1597521"/>
                <a:gd name="connsiteX5" fmla="*/ 1575428 w 1599406"/>
                <a:gd name="connsiteY5" fmla="*/ 992849 h 1597521"/>
                <a:gd name="connsiteX6" fmla="*/ 1564977 w 1599406"/>
                <a:gd name="connsiteY6" fmla="*/ 1030618 h 1597521"/>
                <a:gd name="connsiteX7" fmla="*/ 1552641 w 1599406"/>
                <a:gd name="connsiteY7" fmla="*/ 1067858 h 1597521"/>
                <a:gd name="connsiteX8" fmla="*/ 1538519 w 1599406"/>
                <a:gd name="connsiteY8" fmla="*/ 1104437 h 1597521"/>
                <a:gd name="connsiteX9" fmla="*/ 1522611 w 1599406"/>
                <a:gd name="connsiteY9" fmla="*/ 1140255 h 1597521"/>
                <a:gd name="connsiteX10" fmla="*/ 1504983 w 1599406"/>
                <a:gd name="connsiteY10" fmla="*/ 1175279 h 1597521"/>
                <a:gd name="connsiteX11" fmla="*/ 1485635 w 1599406"/>
                <a:gd name="connsiteY11" fmla="*/ 1209410 h 1597521"/>
                <a:gd name="connsiteX12" fmla="*/ 1464634 w 1599406"/>
                <a:gd name="connsiteY12" fmla="*/ 1242516 h 1597521"/>
                <a:gd name="connsiteX13" fmla="*/ 1442012 w 1599406"/>
                <a:gd name="connsiteY13" fmla="*/ 1274564 h 1597521"/>
                <a:gd name="connsiteX14" fmla="*/ 1417869 w 1599406"/>
                <a:gd name="connsiteY14" fmla="*/ 1305487 h 1597521"/>
                <a:gd name="connsiteX15" fmla="*/ 1392238 w 1599406"/>
                <a:gd name="connsiteY15" fmla="*/ 1335187 h 1597521"/>
                <a:gd name="connsiteX16" fmla="*/ 1365184 w 1599406"/>
                <a:gd name="connsiteY16" fmla="*/ 1363563 h 1597521"/>
                <a:gd name="connsiteX17" fmla="*/ 1336741 w 1599406"/>
                <a:gd name="connsiteY17" fmla="*/ 1390584 h 1597521"/>
                <a:gd name="connsiteX18" fmla="*/ 1307009 w 1599406"/>
                <a:gd name="connsiteY18" fmla="*/ 1416215 h 1597521"/>
                <a:gd name="connsiteX19" fmla="*/ 1276085 w 1599406"/>
                <a:gd name="connsiteY19" fmla="*/ 1440326 h 1597521"/>
                <a:gd name="connsiteX20" fmla="*/ 1243972 w 1599406"/>
                <a:gd name="connsiteY20" fmla="*/ 1462914 h 1597521"/>
                <a:gd name="connsiteX21" fmla="*/ 1210833 w 1599406"/>
                <a:gd name="connsiteY21" fmla="*/ 1483883 h 1597521"/>
                <a:gd name="connsiteX22" fmla="*/ 1176668 w 1599406"/>
                <a:gd name="connsiteY22" fmla="*/ 1503197 h 1597521"/>
                <a:gd name="connsiteX23" fmla="*/ 1141611 w 1599406"/>
                <a:gd name="connsiteY23" fmla="*/ 1520825 h 1597521"/>
                <a:gd name="connsiteX24" fmla="*/ 1105727 w 1599406"/>
                <a:gd name="connsiteY24" fmla="*/ 1536700 h 1597521"/>
                <a:gd name="connsiteX25" fmla="*/ 1069115 w 1599406"/>
                <a:gd name="connsiteY25" fmla="*/ 1550822 h 1597521"/>
                <a:gd name="connsiteX26" fmla="*/ 1031842 w 1599406"/>
                <a:gd name="connsiteY26" fmla="*/ 1563125 h 1597521"/>
                <a:gd name="connsiteX27" fmla="*/ 994007 w 1599406"/>
                <a:gd name="connsiteY27" fmla="*/ 1573576 h 1597521"/>
                <a:gd name="connsiteX28" fmla="*/ 955708 w 1599406"/>
                <a:gd name="connsiteY28" fmla="*/ 1582175 h 1597521"/>
                <a:gd name="connsiteX29" fmla="*/ 917046 w 1599406"/>
                <a:gd name="connsiteY29" fmla="*/ 1588889 h 1597521"/>
                <a:gd name="connsiteX30" fmla="*/ 878086 w 1599406"/>
                <a:gd name="connsiteY30" fmla="*/ 1593685 h 1597521"/>
                <a:gd name="connsiteX31" fmla="*/ 838928 w 1599406"/>
                <a:gd name="connsiteY31" fmla="*/ 1596562 h 1597521"/>
                <a:gd name="connsiteX32" fmla="*/ 799703 w 1599406"/>
                <a:gd name="connsiteY32" fmla="*/ 1597521 h 1597521"/>
                <a:gd name="connsiteX33" fmla="*/ 760446 w 1599406"/>
                <a:gd name="connsiteY33" fmla="*/ 1596562 h 1597521"/>
                <a:gd name="connsiteX34" fmla="*/ 721320 w 1599406"/>
                <a:gd name="connsiteY34" fmla="*/ 1593685 h 1597521"/>
                <a:gd name="connsiteX35" fmla="*/ 682360 w 1599406"/>
                <a:gd name="connsiteY35" fmla="*/ 1588889 h 1597521"/>
                <a:gd name="connsiteX36" fmla="*/ 643698 w 1599406"/>
                <a:gd name="connsiteY36" fmla="*/ 1582175 h 1597521"/>
                <a:gd name="connsiteX37" fmla="*/ 605400 w 1599406"/>
                <a:gd name="connsiteY37" fmla="*/ 1573576 h 1597521"/>
                <a:gd name="connsiteX38" fmla="*/ 567564 w 1599406"/>
                <a:gd name="connsiteY38" fmla="*/ 1563125 h 1597521"/>
                <a:gd name="connsiteX39" fmla="*/ 530291 w 1599406"/>
                <a:gd name="connsiteY39" fmla="*/ 1550822 h 1597521"/>
                <a:gd name="connsiteX40" fmla="*/ 493679 w 1599406"/>
                <a:gd name="connsiteY40" fmla="*/ 1536700 h 1597521"/>
                <a:gd name="connsiteX41" fmla="*/ 457795 w 1599406"/>
                <a:gd name="connsiteY41" fmla="*/ 1520825 h 1597521"/>
                <a:gd name="connsiteX42" fmla="*/ 422738 w 1599406"/>
                <a:gd name="connsiteY42" fmla="*/ 1503197 h 1597521"/>
                <a:gd name="connsiteX43" fmla="*/ 388574 w 1599406"/>
                <a:gd name="connsiteY43" fmla="*/ 1483883 h 1597521"/>
                <a:gd name="connsiteX44" fmla="*/ 355402 w 1599406"/>
                <a:gd name="connsiteY44" fmla="*/ 1462914 h 1597521"/>
                <a:gd name="connsiteX45" fmla="*/ 323321 w 1599406"/>
                <a:gd name="connsiteY45" fmla="*/ 1440326 h 1597521"/>
                <a:gd name="connsiteX46" fmla="*/ 292365 w 1599406"/>
                <a:gd name="connsiteY46" fmla="*/ 1416215 h 1597521"/>
                <a:gd name="connsiteX47" fmla="*/ 262665 w 1599406"/>
                <a:gd name="connsiteY47" fmla="*/ 1390584 h 1597521"/>
                <a:gd name="connsiteX48" fmla="*/ 234222 w 1599406"/>
                <a:gd name="connsiteY48" fmla="*/ 1363563 h 1597521"/>
                <a:gd name="connsiteX49" fmla="*/ 207169 w 1599406"/>
                <a:gd name="connsiteY49" fmla="*/ 1335187 h 1597521"/>
                <a:gd name="connsiteX50" fmla="*/ 181537 w 1599406"/>
                <a:gd name="connsiteY50" fmla="*/ 1305487 h 1597521"/>
                <a:gd name="connsiteX51" fmla="*/ 157361 w 1599406"/>
                <a:gd name="connsiteY51" fmla="*/ 1274564 h 1597521"/>
                <a:gd name="connsiteX52" fmla="*/ 134772 w 1599406"/>
                <a:gd name="connsiteY52" fmla="*/ 1242516 h 1597521"/>
                <a:gd name="connsiteX53" fmla="*/ 113771 w 1599406"/>
                <a:gd name="connsiteY53" fmla="*/ 1209410 h 1597521"/>
                <a:gd name="connsiteX54" fmla="*/ 94423 w 1599406"/>
                <a:gd name="connsiteY54" fmla="*/ 1175279 h 1597521"/>
                <a:gd name="connsiteX55" fmla="*/ 76795 w 1599406"/>
                <a:gd name="connsiteY55" fmla="*/ 1140255 h 1597521"/>
                <a:gd name="connsiteX56" fmla="*/ 60887 w 1599406"/>
                <a:gd name="connsiteY56" fmla="*/ 1104437 h 1597521"/>
                <a:gd name="connsiteX57" fmla="*/ 46765 w 1599406"/>
                <a:gd name="connsiteY57" fmla="*/ 1067858 h 1597521"/>
                <a:gd name="connsiteX58" fmla="*/ 34429 w 1599406"/>
                <a:gd name="connsiteY58" fmla="*/ 1030618 h 1597521"/>
                <a:gd name="connsiteX59" fmla="*/ 23978 w 1599406"/>
                <a:gd name="connsiteY59" fmla="*/ 992849 h 1597521"/>
                <a:gd name="connsiteX60" fmla="*/ 15379 w 1599406"/>
                <a:gd name="connsiteY60" fmla="*/ 954584 h 1597521"/>
                <a:gd name="connsiteX61" fmla="*/ 8665 w 1599406"/>
                <a:gd name="connsiteY61" fmla="*/ 915954 h 1597521"/>
                <a:gd name="connsiteX62" fmla="*/ 3870 w 1599406"/>
                <a:gd name="connsiteY62" fmla="*/ 877061 h 1597521"/>
                <a:gd name="connsiteX63" fmla="*/ 959 w 1599406"/>
                <a:gd name="connsiteY63" fmla="*/ 837935 h 1597521"/>
                <a:gd name="connsiteX64" fmla="*/ 0 w 1599406"/>
                <a:gd name="connsiteY64" fmla="*/ 798744 h 1597521"/>
                <a:gd name="connsiteX65" fmla="*/ 959 w 1599406"/>
                <a:gd name="connsiteY65" fmla="*/ 759553 h 1597521"/>
                <a:gd name="connsiteX66" fmla="*/ 3870 w 1599406"/>
                <a:gd name="connsiteY66" fmla="*/ 720460 h 1597521"/>
                <a:gd name="connsiteX67" fmla="*/ 8665 w 1599406"/>
                <a:gd name="connsiteY67" fmla="*/ 681567 h 1597521"/>
                <a:gd name="connsiteX68" fmla="*/ 15379 w 1599406"/>
                <a:gd name="connsiteY68" fmla="*/ 642938 h 1597521"/>
                <a:gd name="connsiteX69" fmla="*/ 23978 w 1599406"/>
                <a:gd name="connsiteY69" fmla="*/ 604672 h 1597521"/>
                <a:gd name="connsiteX70" fmla="*/ 34429 w 1599406"/>
                <a:gd name="connsiteY70" fmla="*/ 566903 h 1597521"/>
                <a:gd name="connsiteX71" fmla="*/ 46765 w 1599406"/>
                <a:gd name="connsiteY71" fmla="*/ 529663 h 1597521"/>
                <a:gd name="connsiteX72" fmla="*/ 60887 w 1599406"/>
                <a:gd name="connsiteY72" fmla="*/ 493084 h 1597521"/>
                <a:gd name="connsiteX73" fmla="*/ 76795 w 1599406"/>
                <a:gd name="connsiteY73" fmla="*/ 457233 h 1597521"/>
                <a:gd name="connsiteX74" fmla="*/ 94423 w 1599406"/>
                <a:gd name="connsiteY74" fmla="*/ 422209 h 1597521"/>
                <a:gd name="connsiteX75" fmla="*/ 113771 w 1599406"/>
                <a:gd name="connsiteY75" fmla="*/ 388111 h 1597521"/>
                <a:gd name="connsiteX76" fmla="*/ 134772 w 1599406"/>
                <a:gd name="connsiteY76" fmla="*/ 355005 h 1597521"/>
                <a:gd name="connsiteX77" fmla="*/ 157361 w 1599406"/>
                <a:gd name="connsiteY77" fmla="*/ 322924 h 1597521"/>
                <a:gd name="connsiteX78" fmla="*/ 181537 w 1599406"/>
                <a:gd name="connsiteY78" fmla="*/ 292034 h 1597521"/>
                <a:gd name="connsiteX79" fmla="*/ 207169 w 1599406"/>
                <a:gd name="connsiteY79" fmla="*/ 262334 h 1597521"/>
                <a:gd name="connsiteX80" fmla="*/ 234222 w 1599406"/>
                <a:gd name="connsiteY80" fmla="*/ 233958 h 1597521"/>
                <a:gd name="connsiteX81" fmla="*/ 262665 w 1599406"/>
                <a:gd name="connsiteY81" fmla="*/ 206904 h 1597521"/>
                <a:gd name="connsiteX82" fmla="*/ 292365 w 1599406"/>
                <a:gd name="connsiteY82" fmla="*/ 181306 h 1597521"/>
                <a:gd name="connsiteX83" fmla="*/ 323321 w 1599406"/>
                <a:gd name="connsiteY83" fmla="*/ 157196 h 1597521"/>
                <a:gd name="connsiteX84" fmla="*/ 355402 w 1599406"/>
                <a:gd name="connsiteY84" fmla="*/ 134607 h 1597521"/>
                <a:gd name="connsiteX85" fmla="*/ 388574 w 1599406"/>
                <a:gd name="connsiteY85" fmla="*/ 113639 h 1597521"/>
                <a:gd name="connsiteX86" fmla="*/ 422738 w 1599406"/>
                <a:gd name="connsiteY86" fmla="*/ 94324 h 1597521"/>
                <a:gd name="connsiteX87" fmla="*/ 457795 w 1599406"/>
                <a:gd name="connsiteY87" fmla="*/ 76696 h 1597521"/>
                <a:gd name="connsiteX88" fmla="*/ 493679 w 1599406"/>
                <a:gd name="connsiteY88" fmla="*/ 60788 h 1597521"/>
                <a:gd name="connsiteX89" fmla="*/ 530291 w 1599406"/>
                <a:gd name="connsiteY89" fmla="*/ 46699 h 1597521"/>
                <a:gd name="connsiteX90" fmla="*/ 567564 w 1599406"/>
                <a:gd name="connsiteY90" fmla="*/ 34396 h 1597521"/>
                <a:gd name="connsiteX91" fmla="*/ 605400 w 1599406"/>
                <a:gd name="connsiteY91" fmla="*/ 23945 h 1597521"/>
                <a:gd name="connsiteX92" fmla="*/ 643698 w 1599406"/>
                <a:gd name="connsiteY92" fmla="*/ 15346 h 1597521"/>
                <a:gd name="connsiteX93" fmla="*/ 682360 w 1599406"/>
                <a:gd name="connsiteY93" fmla="*/ 8632 h 1597521"/>
                <a:gd name="connsiteX94" fmla="*/ 721320 w 1599406"/>
                <a:gd name="connsiteY94" fmla="*/ 3836 h 1597521"/>
                <a:gd name="connsiteX95" fmla="*/ 760446 w 1599406"/>
                <a:gd name="connsiteY95" fmla="*/ 959 h 1597521"/>
                <a:gd name="connsiteX96" fmla="*/ 799703 w 1599406"/>
                <a:gd name="connsiteY96" fmla="*/ 0 h 1597521"/>
                <a:gd name="connsiteX97" fmla="*/ 838928 w 1599406"/>
                <a:gd name="connsiteY97" fmla="*/ 959 h 1597521"/>
                <a:gd name="connsiteX98" fmla="*/ 878086 w 1599406"/>
                <a:gd name="connsiteY98" fmla="*/ 3836 h 1597521"/>
                <a:gd name="connsiteX99" fmla="*/ 917046 w 1599406"/>
                <a:gd name="connsiteY99" fmla="*/ 8632 h 1597521"/>
                <a:gd name="connsiteX100" fmla="*/ 955708 w 1599406"/>
                <a:gd name="connsiteY100" fmla="*/ 15346 h 1597521"/>
                <a:gd name="connsiteX101" fmla="*/ 994007 w 1599406"/>
                <a:gd name="connsiteY101" fmla="*/ 23945 h 1597521"/>
                <a:gd name="connsiteX102" fmla="*/ 1031842 w 1599406"/>
                <a:gd name="connsiteY102" fmla="*/ 34396 h 1597521"/>
                <a:gd name="connsiteX103" fmla="*/ 1069115 w 1599406"/>
                <a:gd name="connsiteY103" fmla="*/ 46699 h 1597521"/>
                <a:gd name="connsiteX104" fmla="*/ 1105727 w 1599406"/>
                <a:gd name="connsiteY104" fmla="*/ 60788 h 1597521"/>
                <a:gd name="connsiteX105" fmla="*/ 1141611 w 1599406"/>
                <a:gd name="connsiteY105" fmla="*/ 76696 h 1597521"/>
                <a:gd name="connsiteX106" fmla="*/ 1176668 w 1599406"/>
                <a:gd name="connsiteY106" fmla="*/ 94324 h 1597521"/>
                <a:gd name="connsiteX107" fmla="*/ 1210833 w 1599406"/>
                <a:gd name="connsiteY107" fmla="*/ 113639 h 1597521"/>
                <a:gd name="connsiteX108" fmla="*/ 1243972 w 1599406"/>
                <a:gd name="connsiteY108" fmla="*/ 134607 h 1597521"/>
                <a:gd name="connsiteX109" fmla="*/ 1276085 w 1599406"/>
                <a:gd name="connsiteY109" fmla="*/ 157196 h 1597521"/>
                <a:gd name="connsiteX110" fmla="*/ 1307009 w 1599406"/>
                <a:gd name="connsiteY110" fmla="*/ 181306 h 1597521"/>
                <a:gd name="connsiteX111" fmla="*/ 1336741 w 1599406"/>
                <a:gd name="connsiteY111" fmla="*/ 206904 h 1597521"/>
                <a:gd name="connsiteX112" fmla="*/ 1365184 w 1599406"/>
                <a:gd name="connsiteY112" fmla="*/ 233958 h 1597521"/>
                <a:gd name="connsiteX113" fmla="*/ 1392238 w 1599406"/>
                <a:gd name="connsiteY113" fmla="*/ 262334 h 1597521"/>
                <a:gd name="connsiteX114" fmla="*/ 1417869 w 1599406"/>
                <a:gd name="connsiteY114" fmla="*/ 292034 h 1597521"/>
                <a:gd name="connsiteX115" fmla="*/ 1442012 w 1599406"/>
                <a:gd name="connsiteY115" fmla="*/ 322924 h 1597521"/>
                <a:gd name="connsiteX116" fmla="*/ 1464634 w 1599406"/>
                <a:gd name="connsiteY116" fmla="*/ 355005 h 1597521"/>
                <a:gd name="connsiteX117" fmla="*/ 1485635 w 1599406"/>
                <a:gd name="connsiteY117" fmla="*/ 388111 h 1597521"/>
                <a:gd name="connsiteX118" fmla="*/ 1504983 w 1599406"/>
                <a:gd name="connsiteY118" fmla="*/ 422209 h 1597521"/>
                <a:gd name="connsiteX119" fmla="*/ 1522611 w 1599406"/>
                <a:gd name="connsiteY119" fmla="*/ 457233 h 1597521"/>
                <a:gd name="connsiteX120" fmla="*/ 1538519 w 1599406"/>
                <a:gd name="connsiteY120" fmla="*/ 493084 h 1597521"/>
                <a:gd name="connsiteX121" fmla="*/ 1552641 w 1599406"/>
                <a:gd name="connsiteY121" fmla="*/ 529663 h 1597521"/>
                <a:gd name="connsiteX122" fmla="*/ 1564977 w 1599406"/>
                <a:gd name="connsiteY122" fmla="*/ 566903 h 1597521"/>
                <a:gd name="connsiteX123" fmla="*/ 1575428 w 1599406"/>
                <a:gd name="connsiteY123" fmla="*/ 604672 h 1597521"/>
                <a:gd name="connsiteX124" fmla="*/ 1584027 w 1599406"/>
                <a:gd name="connsiteY124" fmla="*/ 642938 h 1597521"/>
                <a:gd name="connsiteX125" fmla="*/ 1590741 w 1599406"/>
                <a:gd name="connsiteY125" fmla="*/ 681567 h 1597521"/>
                <a:gd name="connsiteX126" fmla="*/ 1595537 w 1599406"/>
                <a:gd name="connsiteY126" fmla="*/ 720460 h 1597521"/>
                <a:gd name="connsiteX127" fmla="*/ 1598447 w 1599406"/>
                <a:gd name="connsiteY127" fmla="*/ 759553 h 1597521"/>
                <a:gd name="connsiteX128" fmla="*/ 1599406 w 1599406"/>
                <a:gd name="connsiteY128" fmla="*/ 798744 h 159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99406" h="1597521">
                  <a:moveTo>
                    <a:pt x="1599406" y="798744"/>
                  </a:moveTo>
                  <a:cubicBezTo>
                    <a:pt x="1599406" y="811841"/>
                    <a:pt x="1599076" y="824905"/>
                    <a:pt x="1598447" y="837935"/>
                  </a:cubicBezTo>
                  <a:cubicBezTo>
                    <a:pt x="1597786" y="850999"/>
                    <a:pt x="1596827" y="864030"/>
                    <a:pt x="1595537" y="877061"/>
                  </a:cubicBezTo>
                  <a:cubicBezTo>
                    <a:pt x="1594280" y="890058"/>
                    <a:pt x="1592659" y="903023"/>
                    <a:pt x="1590741" y="915954"/>
                  </a:cubicBezTo>
                  <a:cubicBezTo>
                    <a:pt x="1588823" y="928886"/>
                    <a:pt x="1586574" y="941751"/>
                    <a:pt x="1584027" y="954584"/>
                  </a:cubicBezTo>
                  <a:cubicBezTo>
                    <a:pt x="1581481" y="967416"/>
                    <a:pt x="1578603" y="980149"/>
                    <a:pt x="1575428" y="992849"/>
                  </a:cubicBezTo>
                  <a:cubicBezTo>
                    <a:pt x="1572253" y="1005516"/>
                    <a:pt x="1568748" y="1018117"/>
                    <a:pt x="1564977" y="1030618"/>
                  </a:cubicBezTo>
                  <a:cubicBezTo>
                    <a:pt x="1561174" y="1043120"/>
                    <a:pt x="1557073" y="1055555"/>
                    <a:pt x="1552641" y="1067858"/>
                  </a:cubicBezTo>
                  <a:cubicBezTo>
                    <a:pt x="1548243" y="1080162"/>
                    <a:pt x="1543546" y="1092365"/>
                    <a:pt x="1538519" y="1104437"/>
                  </a:cubicBezTo>
                  <a:cubicBezTo>
                    <a:pt x="1533525" y="1116509"/>
                    <a:pt x="1528200" y="1128448"/>
                    <a:pt x="1522611" y="1140255"/>
                  </a:cubicBezTo>
                  <a:cubicBezTo>
                    <a:pt x="1517022" y="1152095"/>
                    <a:pt x="1511135" y="1163770"/>
                    <a:pt x="1504983" y="1175279"/>
                  </a:cubicBezTo>
                  <a:cubicBezTo>
                    <a:pt x="1498799" y="1186822"/>
                    <a:pt x="1492349" y="1198199"/>
                    <a:pt x="1485635" y="1209410"/>
                  </a:cubicBezTo>
                  <a:cubicBezTo>
                    <a:pt x="1478889" y="1220622"/>
                    <a:pt x="1471910" y="1231669"/>
                    <a:pt x="1464634" y="1242516"/>
                  </a:cubicBezTo>
                  <a:cubicBezTo>
                    <a:pt x="1457358" y="1253397"/>
                    <a:pt x="1449818" y="1264080"/>
                    <a:pt x="1442012" y="1274564"/>
                  </a:cubicBezTo>
                  <a:cubicBezTo>
                    <a:pt x="1434240" y="1285081"/>
                    <a:pt x="1426170" y="1295367"/>
                    <a:pt x="1417869" y="1305487"/>
                  </a:cubicBezTo>
                  <a:cubicBezTo>
                    <a:pt x="1409568" y="1315575"/>
                    <a:pt x="1401035" y="1325496"/>
                    <a:pt x="1392238" y="1335187"/>
                  </a:cubicBezTo>
                  <a:cubicBezTo>
                    <a:pt x="1383440" y="1344844"/>
                    <a:pt x="1374411" y="1354336"/>
                    <a:pt x="1365184" y="1363563"/>
                  </a:cubicBezTo>
                  <a:cubicBezTo>
                    <a:pt x="1355924" y="1372824"/>
                    <a:pt x="1346432" y="1381820"/>
                    <a:pt x="1336741" y="1390584"/>
                  </a:cubicBezTo>
                  <a:cubicBezTo>
                    <a:pt x="1327051" y="1399381"/>
                    <a:pt x="1317129" y="1407914"/>
                    <a:pt x="1307009" y="1416215"/>
                  </a:cubicBezTo>
                  <a:cubicBezTo>
                    <a:pt x="1296921" y="1424517"/>
                    <a:pt x="1286603" y="1432553"/>
                    <a:pt x="1276085" y="1440326"/>
                  </a:cubicBezTo>
                  <a:cubicBezTo>
                    <a:pt x="1265568" y="1448131"/>
                    <a:pt x="1254886" y="1455638"/>
                    <a:pt x="1243972" y="1462914"/>
                  </a:cubicBezTo>
                  <a:cubicBezTo>
                    <a:pt x="1233091" y="1470157"/>
                    <a:pt x="1222044" y="1477169"/>
                    <a:pt x="1210833" y="1483883"/>
                  </a:cubicBezTo>
                  <a:cubicBezTo>
                    <a:pt x="1199588" y="1490596"/>
                    <a:pt x="1188211" y="1497046"/>
                    <a:pt x="1176668" y="1503197"/>
                  </a:cubicBezTo>
                  <a:cubicBezTo>
                    <a:pt x="1165126" y="1509349"/>
                    <a:pt x="1153451" y="1515236"/>
                    <a:pt x="1141611" y="1520825"/>
                  </a:cubicBezTo>
                  <a:cubicBezTo>
                    <a:pt x="1129771" y="1526414"/>
                    <a:pt x="1117832" y="1531706"/>
                    <a:pt x="1105727" y="1536700"/>
                  </a:cubicBezTo>
                  <a:cubicBezTo>
                    <a:pt x="1093655" y="1541727"/>
                    <a:pt x="1081418" y="1546423"/>
                    <a:pt x="1069115" y="1550822"/>
                  </a:cubicBezTo>
                  <a:cubicBezTo>
                    <a:pt x="1056779" y="1555221"/>
                    <a:pt x="1044377" y="1559322"/>
                    <a:pt x="1031842" y="1563125"/>
                  </a:cubicBezTo>
                  <a:cubicBezTo>
                    <a:pt x="1019307" y="1566929"/>
                    <a:pt x="1006707" y="1570401"/>
                    <a:pt x="994007" y="1573576"/>
                  </a:cubicBezTo>
                  <a:cubicBezTo>
                    <a:pt x="981307" y="1576751"/>
                    <a:pt x="968540" y="1579629"/>
                    <a:pt x="955708" y="1582175"/>
                  </a:cubicBezTo>
                  <a:cubicBezTo>
                    <a:pt x="942876" y="1584722"/>
                    <a:pt x="929977" y="1586971"/>
                    <a:pt x="917046" y="1588889"/>
                  </a:cubicBezTo>
                  <a:cubicBezTo>
                    <a:pt x="904081" y="1590807"/>
                    <a:pt x="891117" y="1592395"/>
                    <a:pt x="878086" y="1593685"/>
                  </a:cubicBezTo>
                  <a:cubicBezTo>
                    <a:pt x="865055" y="1594941"/>
                    <a:pt x="852025" y="1595901"/>
                    <a:pt x="838928" y="1596562"/>
                  </a:cubicBezTo>
                  <a:cubicBezTo>
                    <a:pt x="825864" y="1597190"/>
                    <a:pt x="812800" y="1597521"/>
                    <a:pt x="799703" y="1597521"/>
                  </a:cubicBezTo>
                  <a:cubicBezTo>
                    <a:pt x="786606" y="1597521"/>
                    <a:pt x="773542" y="1597190"/>
                    <a:pt x="760446" y="1596562"/>
                  </a:cubicBezTo>
                  <a:cubicBezTo>
                    <a:pt x="747382" y="1595901"/>
                    <a:pt x="734351" y="1594941"/>
                    <a:pt x="721320" y="1593685"/>
                  </a:cubicBezTo>
                  <a:cubicBezTo>
                    <a:pt x="708290" y="1592395"/>
                    <a:pt x="695292" y="1590807"/>
                    <a:pt x="682360" y="1588889"/>
                  </a:cubicBezTo>
                  <a:cubicBezTo>
                    <a:pt x="669429" y="1586971"/>
                    <a:pt x="656531" y="1584722"/>
                    <a:pt x="643698" y="1582175"/>
                  </a:cubicBezTo>
                  <a:cubicBezTo>
                    <a:pt x="630866" y="1579629"/>
                    <a:pt x="618100" y="1576751"/>
                    <a:pt x="605400" y="1573576"/>
                  </a:cubicBezTo>
                  <a:cubicBezTo>
                    <a:pt x="592700" y="1570401"/>
                    <a:pt x="580099" y="1566929"/>
                    <a:pt x="567564" y="1563125"/>
                  </a:cubicBezTo>
                  <a:cubicBezTo>
                    <a:pt x="555030" y="1559322"/>
                    <a:pt x="542627" y="1555221"/>
                    <a:pt x="530291" y="1550822"/>
                  </a:cubicBezTo>
                  <a:cubicBezTo>
                    <a:pt x="517955" y="1546423"/>
                    <a:pt x="505751" y="1541727"/>
                    <a:pt x="493679" y="1536700"/>
                  </a:cubicBezTo>
                  <a:cubicBezTo>
                    <a:pt x="481575" y="1531706"/>
                    <a:pt x="469602" y="1526414"/>
                    <a:pt x="457795" y="1520825"/>
                  </a:cubicBezTo>
                  <a:cubicBezTo>
                    <a:pt x="445955" y="1515236"/>
                    <a:pt x="434280" y="1509349"/>
                    <a:pt x="422738" y="1503197"/>
                  </a:cubicBezTo>
                  <a:cubicBezTo>
                    <a:pt x="411196" y="1497046"/>
                    <a:pt x="399785" y="1490596"/>
                    <a:pt x="388574" y="1483883"/>
                  </a:cubicBezTo>
                  <a:cubicBezTo>
                    <a:pt x="377362" y="1477169"/>
                    <a:pt x="366283" y="1470157"/>
                    <a:pt x="355402" y="1462914"/>
                  </a:cubicBezTo>
                  <a:cubicBezTo>
                    <a:pt x="344521" y="1455638"/>
                    <a:pt x="333838" y="1448131"/>
                    <a:pt x="323321" y="1440326"/>
                  </a:cubicBezTo>
                  <a:cubicBezTo>
                    <a:pt x="312804" y="1432553"/>
                    <a:pt x="302485" y="1424517"/>
                    <a:pt x="292365" y="1416215"/>
                  </a:cubicBezTo>
                  <a:cubicBezTo>
                    <a:pt x="282244" y="1407914"/>
                    <a:pt x="272355" y="1399381"/>
                    <a:pt x="262665" y="1390584"/>
                  </a:cubicBezTo>
                  <a:cubicBezTo>
                    <a:pt x="252975" y="1381820"/>
                    <a:pt x="243483" y="1372824"/>
                    <a:pt x="234222" y="1363563"/>
                  </a:cubicBezTo>
                  <a:cubicBezTo>
                    <a:pt x="224962" y="1354336"/>
                    <a:pt x="215966" y="1344844"/>
                    <a:pt x="207169" y="1335187"/>
                  </a:cubicBezTo>
                  <a:cubicBezTo>
                    <a:pt x="198371" y="1325496"/>
                    <a:pt x="189839" y="1315575"/>
                    <a:pt x="181537" y="1305487"/>
                  </a:cubicBezTo>
                  <a:cubicBezTo>
                    <a:pt x="173236" y="1295367"/>
                    <a:pt x="165166" y="1285081"/>
                    <a:pt x="157361" y="1274564"/>
                  </a:cubicBezTo>
                  <a:cubicBezTo>
                    <a:pt x="149589" y="1264080"/>
                    <a:pt x="142048" y="1253397"/>
                    <a:pt x="134772" y="1242516"/>
                  </a:cubicBezTo>
                  <a:cubicBezTo>
                    <a:pt x="127496" y="1231669"/>
                    <a:pt x="120518" y="1220622"/>
                    <a:pt x="113771" y="1209410"/>
                  </a:cubicBezTo>
                  <a:cubicBezTo>
                    <a:pt x="107057" y="1198199"/>
                    <a:pt x="100608" y="1186822"/>
                    <a:pt x="94423" y="1175279"/>
                  </a:cubicBezTo>
                  <a:cubicBezTo>
                    <a:pt x="88272" y="1163770"/>
                    <a:pt x="82385" y="1152095"/>
                    <a:pt x="76795" y="1140255"/>
                  </a:cubicBezTo>
                  <a:cubicBezTo>
                    <a:pt x="71173" y="1128448"/>
                    <a:pt x="65881" y="1116509"/>
                    <a:pt x="60887" y="1104437"/>
                  </a:cubicBezTo>
                  <a:cubicBezTo>
                    <a:pt x="55860" y="1092365"/>
                    <a:pt x="51164" y="1080162"/>
                    <a:pt x="46765" y="1067858"/>
                  </a:cubicBezTo>
                  <a:cubicBezTo>
                    <a:pt x="42333" y="1055555"/>
                    <a:pt x="38232" y="1043120"/>
                    <a:pt x="34429" y="1030618"/>
                  </a:cubicBezTo>
                  <a:cubicBezTo>
                    <a:pt x="30626" y="1018117"/>
                    <a:pt x="27153" y="1005516"/>
                    <a:pt x="23978" y="992849"/>
                  </a:cubicBezTo>
                  <a:cubicBezTo>
                    <a:pt x="20803" y="980149"/>
                    <a:pt x="17926" y="967416"/>
                    <a:pt x="15379" y="954584"/>
                  </a:cubicBezTo>
                  <a:cubicBezTo>
                    <a:pt x="12799" y="941751"/>
                    <a:pt x="10583" y="928886"/>
                    <a:pt x="8665" y="915954"/>
                  </a:cubicBezTo>
                  <a:cubicBezTo>
                    <a:pt x="6747" y="903023"/>
                    <a:pt x="5126" y="890058"/>
                    <a:pt x="3870" y="877061"/>
                  </a:cubicBezTo>
                  <a:cubicBezTo>
                    <a:pt x="2580" y="864030"/>
                    <a:pt x="1621" y="850999"/>
                    <a:pt x="959" y="837935"/>
                  </a:cubicBezTo>
                  <a:cubicBezTo>
                    <a:pt x="331" y="824905"/>
                    <a:pt x="0" y="811841"/>
                    <a:pt x="0" y="798744"/>
                  </a:cubicBezTo>
                  <a:cubicBezTo>
                    <a:pt x="0" y="785680"/>
                    <a:pt x="331" y="772616"/>
                    <a:pt x="959" y="759553"/>
                  </a:cubicBezTo>
                  <a:cubicBezTo>
                    <a:pt x="1621" y="746522"/>
                    <a:pt x="2580" y="733458"/>
                    <a:pt x="3870" y="720460"/>
                  </a:cubicBezTo>
                  <a:cubicBezTo>
                    <a:pt x="5126" y="707463"/>
                    <a:pt x="6747" y="694498"/>
                    <a:pt x="8665" y="681567"/>
                  </a:cubicBezTo>
                  <a:cubicBezTo>
                    <a:pt x="10583" y="668635"/>
                    <a:pt x="12799" y="655737"/>
                    <a:pt x="15379" y="642938"/>
                  </a:cubicBezTo>
                  <a:cubicBezTo>
                    <a:pt x="17926" y="630105"/>
                    <a:pt x="20803" y="617339"/>
                    <a:pt x="23978" y="604672"/>
                  </a:cubicBezTo>
                  <a:cubicBezTo>
                    <a:pt x="27153" y="592005"/>
                    <a:pt x="30626" y="579404"/>
                    <a:pt x="34429" y="566903"/>
                  </a:cubicBezTo>
                  <a:cubicBezTo>
                    <a:pt x="38232" y="554368"/>
                    <a:pt x="42333" y="541966"/>
                    <a:pt x="46765" y="529663"/>
                  </a:cubicBezTo>
                  <a:cubicBezTo>
                    <a:pt x="51164" y="517360"/>
                    <a:pt x="55860" y="505156"/>
                    <a:pt x="60887" y="493084"/>
                  </a:cubicBezTo>
                  <a:cubicBezTo>
                    <a:pt x="65881" y="481013"/>
                    <a:pt x="71173" y="469073"/>
                    <a:pt x="76795" y="457233"/>
                  </a:cubicBezTo>
                  <a:cubicBezTo>
                    <a:pt x="82385" y="445426"/>
                    <a:pt x="88272" y="433751"/>
                    <a:pt x="94423" y="422209"/>
                  </a:cubicBezTo>
                  <a:cubicBezTo>
                    <a:pt x="100608" y="410699"/>
                    <a:pt x="107057" y="399322"/>
                    <a:pt x="113771" y="388111"/>
                  </a:cubicBezTo>
                  <a:cubicBezTo>
                    <a:pt x="120518" y="376899"/>
                    <a:pt x="127496" y="365853"/>
                    <a:pt x="134772" y="355005"/>
                  </a:cubicBezTo>
                  <a:cubicBezTo>
                    <a:pt x="142048" y="344124"/>
                    <a:pt x="149589" y="333441"/>
                    <a:pt x="157361" y="322924"/>
                  </a:cubicBezTo>
                  <a:cubicBezTo>
                    <a:pt x="165166" y="312440"/>
                    <a:pt x="173236" y="302121"/>
                    <a:pt x="181537" y="292034"/>
                  </a:cubicBezTo>
                  <a:cubicBezTo>
                    <a:pt x="189839" y="281914"/>
                    <a:pt x="198371" y="272025"/>
                    <a:pt x="207169" y="262334"/>
                  </a:cubicBezTo>
                  <a:cubicBezTo>
                    <a:pt x="215966" y="252644"/>
                    <a:pt x="224962" y="243185"/>
                    <a:pt x="234222" y="233958"/>
                  </a:cubicBezTo>
                  <a:cubicBezTo>
                    <a:pt x="243483" y="224697"/>
                    <a:pt x="252975" y="215702"/>
                    <a:pt x="262665" y="206904"/>
                  </a:cubicBezTo>
                  <a:cubicBezTo>
                    <a:pt x="272355" y="198140"/>
                    <a:pt x="282244" y="189607"/>
                    <a:pt x="292365" y="181306"/>
                  </a:cubicBezTo>
                  <a:cubicBezTo>
                    <a:pt x="302485" y="173004"/>
                    <a:pt x="312804" y="164968"/>
                    <a:pt x="323321" y="157196"/>
                  </a:cubicBezTo>
                  <a:cubicBezTo>
                    <a:pt x="333838" y="149390"/>
                    <a:pt x="344521" y="141883"/>
                    <a:pt x="355402" y="134607"/>
                  </a:cubicBezTo>
                  <a:cubicBezTo>
                    <a:pt x="366283" y="127364"/>
                    <a:pt x="377362" y="120352"/>
                    <a:pt x="388574" y="113639"/>
                  </a:cubicBezTo>
                  <a:cubicBezTo>
                    <a:pt x="399785" y="106925"/>
                    <a:pt x="411196" y="100476"/>
                    <a:pt x="422738" y="94324"/>
                  </a:cubicBezTo>
                  <a:cubicBezTo>
                    <a:pt x="434280" y="88139"/>
                    <a:pt x="445955" y="82285"/>
                    <a:pt x="457795" y="76696"/>
                  </a:cubicBezTo>
                  <a:cubicBezTo>
                    <a:pt x="469602" y="71107"/>
                    <a:pt x="481575" y="65815"/>
                    <a:pt x="493679" y="60788"/>
                  </a:cubicBezTo>
                  <a:cubicBezTo>
                    <a:pt x="505751" y="55794"/>
                    <a:pt x="517955" y="51098"/>
                    <a:pt x="530291" y="46699"/>
                  </a:cubicBezTo>
                  <a:cubicBezTo>
                    <a:pt x="542627" y="42300"/>
                    <a:pt x="555030" y="38199"/>
                    <a:pt x="567564" y="34396"/>
                  </a:cubicBezTo>
                  <a:cubicBezTo>
                    <a:pt x="580099" y="30592"/>
                    <a:pt x="592700" y="27120"/>
                    <a:pt x="605400" y="23945"/>
                  </a:cubicBezTo>
                  <a:cubicBezTo>
                    <a:pt x="618100" y="20770"/>
                    <a:pt x="630866" y="17892"/>
                    <a:pt x="643698" y="15346"/>
                  </a:cubicBezTo>
                  <a:cubicBezTo>
                    <a:pt x="656531" y="12799"/>
                    <a:pt x="669429" y="10550"/>
                    <a:pt x="682360" y="8632"/>
                  </a:cubicBezTo>
                  <a:cubicBezTo>
                    <a:pt x="695292" y="6714"/>
                    <a:pt x="708290" y="5126"/>
                    <a:pt x="721320" y="3836"/>
                  </a:cubicBezTo>
                  <a:cubicBezTo>
                    <a:pt x="734351" y="2547"/>
                    <a:pt x="747382" y="1588"/>
                    <a:pt x="760446" y="959"/>
                  </a:cubicBezTo>
                  <a:cubicBezTo>
                    <a:pt x="773542" y="331"/>
                    <a:pt x="786606" y="0"/>
                    <a:pt x="799703" y="0"/>
                  </a:cubicBezTo>
                  <a:cubicBezTo>
                    <a:pt x="812800" y="0"/>
                    <a:pt x="825864" y="331"/>
                    <a:pt x="838928" y="959"/>
                  </a:cubicBezTo>
                  <a:cubicBezTo>
                    <a:pt x="852025" y="1588"/>
                    <a:pt x="865055" y="2547"/>
                    <a:pt x="878086" y="3836"/>
                  </a:cubicBezTo>
                  <a:cubicBezTo>
                    <a:pt x="891117" y="5126"/>
                    <a:pt x="904081" y="6714"/>
                    <a:pt x="917046" y="8632"/>
                  </a:cubicBezTo>
                  <a:cubicBezTo>
                    <a:pt x="929977" y="10550"/>
                    <a:pt x="942876" y="12799"/>
                    <a:pt x="955708" y="15346"/>
                  </a:cubicBezTo>
                  <a:cubicBezTo>
                    <a:pt x="968540" y="17892"/>
                    <a:pt x="981307" y="20770"/>
                    <a:pt x="994007" y="23945"/>
                  </a:cubicBezTo>
                  <a:cubicBezTo>
                    <a:pt x="1006707" y="27120"/>
                    <a:pt x="1019307" y="30592"/>
                    <a:pt x="1031842" y="34396"/>
                  </a:cubicBezTo>
                  <a:cubicBezTo>
                    <a:pt x="1044377" y="38199"/>
                    <a:pt x="1056779" y="42300"/>
                    <a:pt x="1069115" y="46699"/>
                  </a:cubicBezTo>
                  <a:cubicBezTo>
                    <a:pt x="1081418" y="51098"/>
                    <a:pt x="1093655" y="55794"/>
                    <a:pt x="1105727" y="60788"/>
                  </a:cubicBezTo>
                  <a:cubicBezTo>
                    <a:pt x="1117832" y="65815"/>
                    <a:pt x="1129771" y="71107"/>
                    <a:pt x="1141611" y="76696"/>
                  </a:cubicBezTo>
                  <a:cubicBezTo>
                    <a:pt x="1153451" y="82285"/>
                    <a:pt x="1165126" y="88139"/>
                    <a:pt x="1176668" y="94324"/>
                  </a:cubicBezTo>
                  <a:cubicBezTo>
                    <a:pt x="1188211" y="100476"/>
                    <a:pt x="1199588" y="106925"/>
                    <a:pt x="1210833" y="113639"/>
                  </a:cubicBezTo>
                  <a:cubicBezTo>
                    <a:pt x="1222044" y="120352"/>
                    <a:pt x="1233091" y="127364"/>
                    <a:pt x="1243972" y="134607"/>
                  </a:cubicBezTo>
                  <a:cubicBezTo>
                    <a:pt x="1254886" y="141883"/>
                    <a:pt x="1265568" y="149390"/>
                    <a:pt x="1276085" y="157196"/>
                  </a:cubicBezTo>
                  <a:cubicBezTo>
                    <a:pt x="1286603" y="164968"/>
                    <a:pt x="1296921" y="173004"/>
                    <a:pt x="1307009" y="181306"/>
                  </a:cubicBezTo>
                  <a:cubicBezTo>
                    <a:pt x="1317129" y="189607"/>
                    <a:pt x="1327051" y="198140"/>
                    <a:pt x="1336741" y="206904"/>
                  </a:cubicBezTo>
                  <a:cubicBezTo>
                    <a:pt x="1346432" y="215702"/>
                    <a:pt x="1355924" y="224697"/>
                    <a:pt x="1365184" y="233958"/>
                  </a:cubicBezTo>
                  <a:cubicBezTo>
                    <a:pt x="1374411" y="243185"/>
                    <a:pt x="1383440" y="252644"/>
                    <a:pt x="1392238" y="262334"/>
                  </a:cubicBezTo>
                  <a:cubicBezTo>
                    <a:pt x="1401035" y="272025"/>
                    <a:pt x="1409568" y="281914"/>
                    <a:pt x="1417869" y="292034"/>
                  </a:cubicBezTo>
                  <a:cubicBezTo>
                    <a:pt x="1426170" y="302121"/>
                    <a:pt x="1434240" y="312440"/>
                    <a:pt x="1442012" y="322924"/>
                  </a:cubicBezTo>
                  <a:cubicBezTo>
                    <a:pt x="1449818" y="333441"/>
                    <a:pt x="1457358" y="344124"/>
                    <a:pt x="1464634" y="355005"/>
                  </a:cubicBezTo>
                  <a:cubicBezTo>
                    <a:pt x="1471910" y="365853"/>
                    <a:pt x="1478889" y="376899"/>
                    <a:pt x="1485635" y="388111"/>
                  </a:cubicBezTo>
                  <a:cubicBezTo>
                    <a:pt x="1492349" y="399322"/>
                    <a:pt x="1498799" y="410699"/>
                    <a:pt x="1504983" y="422209"/>
                  </a:cubicBezTo>
                  <a:cubicBezTo>
                    <a:pt x="1511135" y="433751"/>
                    <a:pt x="1517022" y="445426"/>
                    <a:pt x="1522611" y="457233"/>
                  </a:cubicBezTo>
                  <a:cubicBezTo>
                    <a:pt x="1528200" y="469073"/>
                    <a:pt x="1533525" y="481013"/>
                    <a:pt x="1538519" y="493084"/>
                  </a:cubicBezTo>
                  <a:cubicBezTo>
                    <a:pt x="1543546" y="505156"/>
                    <a:pt x="1548243" y="517360"/>
                    <a:pt x="1552641" y="529663"/>
                  </a:cubicBezTo>
                  <a:cubicBezTo>
                    <a:pt x="1557073" y="541966"/>
                    <a:pt x="1561174" y="554368"/>
                    <a:pt x="1564977" y="566903"/>
                  </a:cubicBezTo>
                  <a:cubicBezTo>
                    <a:pt x="1568748" y="579404"/>
                    <a:pt x="1572253" y="592005"/>
                    <a:pt x="1575428" y="604672"/>
                  </a:cubicBezTo>
                  <a:cubicBezTo>
                    <a:pt x="1578603" y="617339"/>
                    <a:pt x="1581481" y="630105"/>
                    <a:pt x="1584027" y="642938"/>
                  </a:cubicBezTo>
                  <a:cubicBezTo>
                    <a:pt x="1586574" y="655737"/>
                    <a:pt x="1588823" y="668635"/>
                    <a:pt x="1590741" y="681567"/>
                  </a:cubicBezTo>
                  <a:cubicBezTo>
                    <a:pt x="1592659" y="694498"/>
                    <a:pt x="1594280" y="707463"/>
                    <a:pt x="1595537" y="720460"/>
                  </a:cubicBezTo>
                  <a:cubicBezTo>
                    <a:pt x="1596827" y="733458"/>
                    <a:pt x="1597786" y="746522"/>
                    <a:pt x="1598447" y="759553"/>
                  </a:cubicBezTo>
                  <a:cubicBezTo>
                    <a:pt x="1599076" y="772616"/>
                    <a:pt x="1599406" y="785680"/>
                    <a:pt x="1599406" y="79874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5A3814-6DEB-5883-0C06-82B4C6984C71}"/>
                </a:ext>
              </a:extLst>
            </p:cNvPr>
            <p:cNvSpPr/>
            <p:nvPr/>
          </p:nvSpPr>
          <p:spPr>
            <a:xfrm>
              <a:off x="10965620" y="2269125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075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600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926 w 95845"/>
                <a:gd name="connsiteY15" fmla="*/ 57216 h 95746"/>
                <a:gd name="connsiteX16" fmla="*/ 0 w 95845"/>
                <a:gd name="connsiteY16" fmla="*/ 47857 h 95746"/>
                <a:gd name="connsiteX17" fmla="*/ 926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600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82 w 95845"/>
                <a:gd name="connsiteY25" fmla="*/ 893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324" y="60292"/>
                    <a:pt x="93398" y="63268"/>
                    <a:pt x="92207" y="66179"/>
                  </a:cubicBezTo>
                  <a:cubicBezTo>
                    <a:pt x="91017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822" y="81723"/>
                  </a:cubicBezTo>
                  <a:cubicBezTo>
                    <a:pt x="79607" y="83939"/>
                    <a:pt x="77159" y="85923"/>
                    <a:pt x="74546" y="87676"/>
                  </a:cubicBezTo>
                  <a:cubicBezTo>
                    <a:pt x="71934" y="89429"/>
                    <a:pt x="69189" y="90884"/>
                    <a:pt x="66278" y="92075"/>
                  </a:cubicBezTo>
                  <a:cubicBezTo>
                    <a:pt x="63368" y="93299"/>
                    <a:pt x="60358" y="94192"/>
                    <a:pt x="57282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72" y="95415"/>
                    <a:pt x="38563" y="94820"/>
                  </a:cubicBezTo>
                  <a:cubicBezTo>
                    <a:pt x="35487" y="94192"/>
                    <a:pt x="32478" y="93299"/>
                    <a:pt x="29600" y="92075"/>
                  </a:cubicBezTo>
                  <a:cubicBezTo>
                    <a:pt x="26690" y="90884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62" y="69089"/>
                    <a:pt x="3638" y="66179"/>
                  </a:cubicBezTo>
                  <a:cubicBezTo>
                    <a:pt x="2447" y="63268"/>
                    <a:pt x="1521" y="60292"/>
                    <a:pt x="926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34"/>
                  </a:cubicBezTo>
                  <a:cubicBezTo>
                    <a:pt x="4862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12" y="6317"/>
                    <a:pt x="26690" y="4829"/>
                    <a:pt x="29600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893"/>
                  </a:cubicBezTo>
                  <a:cubicBezTo>
                    <a:pt x="60358" y="1521"/>
                    <a:pt x="63368" y="2414"/>
                    <a:pt x="66278" y="3638"/>
                  </a:cubicBezTo>
                  <a:cubicBezTo>
                    <a:pt x="69189" y="4829"/>
                    <a:pt x="71934" y="6317"/>
                    <a:pt x="74546" y="8070"/>
                  </a:cubicBezTo>
                  <a:cubicBezTo>
                    <a:pt x="77159" y="9790"/>
                    <a:pt x="79607" y="11774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2A9D8C4-70A1-2968-6CC2-33FF554B390A}"/>
                </a:ext>
              </a:extLst>
            </p:cNvPr>
            <p:cNvSpPr/>
            <p:nvPr/>
          </p:nvSpPr>
          <p:spPr>
            <a:xfrm>
              <a:off x="10145229" y="2165432"/>
              <a:ext cx="61102" cy="61039"/>
            </a:xfrm>
            <a:custGeom>
              <a:avLst/>
              <a:gdLst>
                <a:gd name="connsiteX0" fmla="*/ 95845 w 95845"/>
                <a:gd name="connsiteY0" fmla="*/ 47890 h 95746"/>
                <a:gd name="connsiteX1" fmla="*/ 94919 w 95845"/>
                <a:gd name="connsiteY1" fmla="*/ 57216 h 95746"/>
                <a:gd name="connsiteX2" fmla="*/ 92207 w 95845"/>
                <a:gd name="connsiteY2" fmla="*/ 66212 h 95746"/>
                <a:gd name="connsiteX3" fmla="*/ 87776 w 95845"/>
                <a:gd name="connsiteY3" fmla="*/ 74480 h 95746"/>
                <a:gd name="connsiteX4" fmla="*/ 81822 w 95845"/>
                <a:gd name="connsiteY4" fmla="*/ 81723 h 95746"/>
                <a:gd name="connsiteX5" fmla="*/ 74546 w 95845"/>
                <a:gd name="connsiteY5" fmla="*/ 87676 h 95746"/>
                <a:gd name="connsiteX6" fmla="*/ 66278 w 95845"/>
                <a:gd name="connsiteY6" fmla="*/ 92108 h 95746"/>
                <a:gd name="connsiteX7" fmla="*/ 57282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108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80 h 95746"/>
                <a:gd name="connsiteX14" fmla="*/ 3638 w 95845"/>
                <a:gd name="connsiteY14" fmla="*/ 66212 h 95746"/>
                <a:gd name="connsiteX15" fmla="*/ 926 w 95845"/>
                <a:gd name="connsiteY15" fmla="*/ 57216 h 95746"/>
                <a:gd name="connsiteX16" fmla="*/ 0 w 95845"/>
                <a:gd name="connsiteY16" fmla="*/ 47890 h 95746"/>
                <a:gd name="connsiteX17" fmla="*/ 926 w 95845"/>
                <a:gd name="connsiteY17" fmla="*/ 38530 h 95746"/>
                <a:gd name="connsiteX18" fmla="*/ 3638 w 95845"/>
                <a:gd name="connsiteY18" fmla="*/ 29567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926 h 95746"/>
                <a:gd name="connsiteX24" fmla="*/ 47923 w 95845"/>
                <a:gd name="connsiteY24" fmla="*/ 0 h 95746"/>
                <a:gd name="connsiteX25" fmla="*/ 57282 w 95845"/>
                <a:gd name="connsiteY25" fmla="*/ 926 h 95746"/>
                <a:gd name="connsiteX26" fmla="*/ 66278 w 95845"/>
                <a:gd name="connsiteY26" fmla="*/ 3638 h 95746"/>
                <a:gd name="connsiteX27" fmla="*/ 74546 w 95845"/>
                <a:gd name="connsiteY27" fmla="*/ 8070 h 95746"/>
                <a:gd name="connsiteX28" fmla="*/ 81822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67 h 95746"/>
                <a:gd name="connsiteX31" fmla="*/ 94919 w 95845"/>
                <a:gd name="connsiteY31" fmla="*/ 38530 h 95746"/>
                <a:gd name="connsiteX32" fmla="*/ 95845 w 95845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90"/>
                  </a:moveTo>
                  <a:cubicBezTo>
                    <a:pt x="95845" y="51032"/>
                    <a:pt x="95548" y="54140"/>
                    <a:pt x="94919" y="57216"/>
                  </a:cubicBezTo>
                  <a:cubicBezTo>
                    <a:pt x="94324" y="60292"/>
                    <a:pt x="93398" y="63302"/>
                    <a:pt x="92207" y="66212"/>
                  </a:cubicBezTo>
                  <a:cubicBezTo>
                    <a:pt x="90984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173" y="95448"/>
                    <a:pt x="51065" y="95746"/>
                    <a:pt x="47923" y="95746"/>
                  </a:cubicBezTo>
                  <a:cubicBezTo>
                    <a:pt x="44781" y="95746"/>
                    <a:pt x="41672" y="95448"/>
                    <a:pt x="38563" y="94820"/>
                  </a:cubicBezTo>
                  <a:cubicBezTo>
                    <a:pt x="35487" y="94225"/>
                    <a:pt x="32478" y="93299"/>
                    <a:pt x="29567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23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17" y="71867"/>
                    <a:pt x="4862" y="69089"/>
                    <a:pt x="3638" y="66212"/>
                  </a:cubicBezTo>
                  <a:cubicBezTo>
                    <a:pt x="2447" y="63302"/>
                    <a:pt x="1521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21" y="35454"/>
                    <a:pt x="2447" y="32445"/>
                    <a:pt x="3638" y="29567"/>
                  </a:cubicBezTo>
                  <a:cubicBezTo>
                    <a:pt x="4862" y="26657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567" y="3638"/>
                  </a:cubicBezTo>
                  <a:cubicBezTo>
                    <a:pt x="32478" y="2447"/>
                    <a:pt x="35487" y="1521"/>
                    <a:pt x="38563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46" y="8070"/>
                  </a:cubicBezTo>
                  <a:cubicBezTo>
                    <a:pt x="77159" y="9823"/>
                    <a:pt x="79573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57"/>
                    <a:pt x="92207" y="29567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48"/>
                    <a:pt x="95845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02F9A69-784A-602E-0765-6D067AC18B6E}"/>
                </a:ext>
              </a:extLst>
            </p:cNvPr>
            <p:cNvSpPr/>
            <p:nvPr/>
          </p:nvSpPr>
          <p:spPr>
            <a:xfrm>
              <a:off x="10607334" y="1807568"/>
              <a:ext cx="61102" cy="61039"/>
            </a:xfrm>
            <a:custGeom>
              <a:avLst/>
              <a:gdLst>
                <a:gd name="connsiteX0" fmla="*/ 95845 w 95845"/>
                <a:gd name="connsiteY0" fmla="*/ 47857 h 95746"/>
                <a:gd name="connsiteX1" fmla="*/ 94919 w 95845"/>
                <a:gd name="connsiteY1" fmla="*/ 57216 h 95746"/>
                <a:gd name="connsiteX2" fmla="*/ 92207 w 95845"/>
                <a:gd name="connsiteY2" fmla="*/ 66179 h 95746"/>
                <a:gd name="connsiteX3" fmla="*/ 87776 w 95845"/>
                <a:gd name="connsiteY3" fmla="*/ 74447 h 95746"/>
                <a:gd name="connsiteX4" fmla="*/ 81789 w 95845"/>
                <a:gd name="connsiteY4" fmla="*/ 81723 h 95746"/>
                <a:gd name="connsiteX5" fmla="*/ 74546 w 95845"/>
                <a:gd name="connsiteY5" fmla="*/ 87676 h 95746"/>
                <a:gd name="connsiteX6" fmla="*/ 66245 w 95845"/>
                <a:gd name="connsiteY6" fmla="*/ 92075 h 95746"/>
                <a:gd name="connsiteX7" fmla="*/ 57249 w 95845"/>
                <a:gd name="connsiteY7" fmla="*/ 94820 h 95746"/>
                <a:gd name="connsiteX8" fmla="*/ 47923 w 95845"/>
                <a:gd name="connsiteY8" fmla="*/ 95746 h 95746"/>
                <a:gd name="connsiteX9" fmla="*/ 38563 w 95845"/>
                <a:gd name="connsiteY9" fmla="*/ 94820 h 95746"/>
                <a:gd name="connsiteX10" fmla="*/ 29567 w 95845"/>
                <a:gd name="connsiteY10" fmla="*/ 92075 h 95746"/>
                <a:gd name="connsiteX11" fmla="*/ 21299 w 95845"/>
                <a:gd name="connsiteY11" fmla="*/ 87676 h 95746"/>
                <a:gd name="connsiteX12" fmla="*/ 14023 w 95845"/>
                <a:gd name="connsiteY12" fmla="*/ 81723 h 95746"/>
                <a:gd name="connsiteX13" fmla="*/ 8070 w 95845"/>
                <a:gd name="connsiteY13" fmla="*/ 74447 h 95746"/>
                <a:gd name="connsiteX14" fmla="*/ 3638 w 95845"/>
                <a:gd name="connsiteY14" fmla="*/ 66179 h 95746"/>
                <a:gd name="connsiteX15" fmla="*/ 893 w 95845"/>
                <a:gd name="connsiteY15" fmla="*/ 57216 h 95746"/>
                <a:gd name="connsiteX16" fmla="*/ 0 w 95845"/>
                <a:gd name="connsiteY16" fmla="*/ 47857 h 95746"/>
                <a:gd name="connsiteX17" fmla="*/ 893 w 95845"/>
                <a:gd name="connsiteY17" fmla="*/ 38530 h 95746"/>
                <a:gd name="connsiteX18" fmla="*/ 3638 w 95845"/>
                <a:gd name="connsiteY18" fmla="*/ 29534 h 95746"/>
                <a:gd name="connsiteX19" fmla="*/ 8070 w 95845"/>
                <a:gd name="connsiteY19" fmla="*/ 21266 h 95746"/>
                <a:gd name="connsiteX20" fmla="*/ 14023 w 95845"/>
                <a:gd name="connsiteY20" fmla="*/ 14023 h 95746"/>
                <a:gd name="connsiteX21" fmla="*/ 21299 w 95845"/>
                <a:gd name="connsiteY21" fmla="*/ 8070 h 95746"/>
                <a:gd name="connsiteX22" fmla="*/ 29567 w 95845"/>
                <a:gd name="connsiteY22" fmla="*/ 3638 h 95746"/>
                <a:gd name="connsiteX23" fmla="*/ 38563 w 95845"/>
                <a:gd name="connsiteY23" fmla="*/ 893 h 95746"/>
                <a:gd name="connsiteX24" fmla="*/ 47923 w 95845"/>
                <a:gd name="connsiteY24" fmla="*/ 0 h 95746"/>
                <a:gd name="connsiteX25" fmla="*/ 57249 w 95845"/>
                <a:gd name="connsiteY25" fmla="*/ 893 h 95746"/>
                <a:gd name="connsiteX26" fmla="*/ 66245 w 95845"/>
                <a:gd name="connsiteY26" fmla="*/ 3638 h 95746"/>
                <a:gd name="connsiteX27" fmla="*/ 74546 w 95845"/>
                <a:gd name="connsiteY27" fmla="*/ 8070 h 95746"/>
                <a:gd name="connsiteX28" fmla="*/ 81789 w 95845"/>
                <a:gd name="connsiteY28" fmla="*/ 14023 h 95746"/>
                <a:gd name="connsiteX29" fmla="*/ 87776 w 95845"/>
                <a:gd name="connsiteY29" fmla="*/ 21266 h 95746"/>
                <a:gd name="connsiteX30" fmla="*/ 92207 w 95845"/>
                <a:gd name="connsiteY30" fmla="*/ 29534 h 95746"/>
                <a:gd name="connsiteX31" fmla="*/ 94919 w 95845"/>
                <a:gd name="connsiteY31" fmla="*/ 38530 h 95746"/>
                <a:gd name="connsiteX32" fmla="*/ 95845 w 95845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45" h="95746">
                  <a:moveTo>
                    <a:pt x="95845" y="47857"/>
                  </a:moveTo>
                  <a:cubicBezTo>
                    <a:pt x="95845" y="50998"/>
                    <a:pt x="95548" y="54107"/>
                    <a:pt x="94919" y="57216"/>
                  </a:cubicBezTo>
                  <a:cubicBezTo>
                    <a:pt x="94291" y="60292"/>
                    <a:pt x="93398" y="63268"/>
                    <a:pt x="92207" y="66179"/>
                  </a:cubicBezTo>
                  <a:cubicBezTo>
                    <a:pt x="90984" y="69089"/>
                    <a:pt x="89528" y="71834"/>
                    <a:pt x="87776" y="74447"/>
                  </a:cubicBezTo>
                  <a:cubicBezTo>
                    <a:pt x="86023" y="77060"/>
                    <a:pt x="84038" y="79474"/>
                    <a:pt x="81789" y="81723"/>
                  </a:cubicBezTo>
                  <a:cubicBezTo>
                    <a:pt x="79573" y="83939"/>
                    <a:pt x="77159" y="85923"/>
                    <a:pt x="74546" y="87676"/>
                  </a:cubicBezTo>
                  <a:cubicBezTo>
                    <a:pt x="71934" y="89396"/>
                    <a:pt x="69155" y="90884"/>
                    <a:pt x="66245" y="92075"/>
                  </a:cubicBezTo>
                  <a:cubicBezTo>
                    <a:pt x="63335" y="93299"/>
                    <a:pt x="60358" y="94192"/>
                    <a:pt x="57249" y="94820"/>
                  </a:cubicBezTo>
                  <a:cubicBezTo>
                    <a:pt x="54173" y="95415"/>
                    <a:pt x="51065" y="95746"/>
                    <a:pt x="47923" y="95746"/>
                  </a:cubicBezTo>
                  <a:cubicBezTo>
                    <a:pt x="44781" y="95746"/>
                    <a:pt x="41639" y="95415"/>
                    <a:pt x="38563" y="94820"/>
                  </a:cubicBezTo>
                  <a:cubicBezTo>
                    <a:pt x="35487" y="94192"/>
                    <a:pt x="32478" y="93299"/>
                    <a:pt x="29567" y="92075"/>
                  </a:cubicBezTo>
                  <a:cubicBezTo>
                    <a:pt x="26657" y="90884"/>
                    <a:pt x="23912" y="89396"/>
                    <a:pt x="21299" y="87676"/>
                  </a:cubicBezTo>
                  <a:cubicBezTo>
                    <a:pt x="18653" y="85923"/>
                    <a:pt x="16239" y="83939"/>
                    <a:pt x="14023" y="81723"/>
                  </a:cubicBezTo>
                  <a:cubicBezTo>
                    <a:pt x="11807" y="79474"/>
                    <a:pt x="9823" y="77060"/>
                    <a:pt x="8070" y="74447"/>
                  </a:cubicBezTo>
                  <a:cubicBezTo>
                    <a:pt x="6317" y="71834"/>
                    <a:pt x="4829" y="69089"/>
                    <a:pt x="3638" y="66179"/>
                  </a:cubicBezTo>
                  <a:cubicBezTo>
                    <a:pt x="2414" y="63268"/>
                    <a:pt x="1521" y="60292"/>
                    <a:pt x="893" y="57216"/>
                  </a:cubicBezTo>
                  <a:cubicBezTo>
                    <a:pt x="298" y="54107"/>
                    <a:pt x="0" y="50998"/>
                    <a:pt x="0" y="47857"/>
                  </a:cubicBezTo>
                  <a:cubicBezTo>
                    <a:pt x="0" y="44715"/>
                    <a:pt x="298" y="41606"/>
                    <a:pt x="893" y="38530"/>
                  </a:cubicBezTo>
                  <a:cubicBezTo>
                    <a:pt x="1521" y="35454"/>
                    <a:pt x="2414" y="32445"/>
                    <a:pt x="3638" y="29534"/>
                  </a:cubicBezTo>
                  <a:cubicBezTo>
                    <a:pt x="4829" y="26624"/>
                    <a:pt x="6317" y="23879"/>
                    <a:pt x="8070" y="21266"/>
                  </a:cubicBezTo>
                  <a:cubicBezTo>
                    <a:pt x="9823" y="18653"/>
                    <a:pt x="11807" y="16239"/>
                    <a:pt x="14023" y="14023"/>
                  </a:cubicBezTo>
                  <a:cubicBezTo>
                    <a:pt x="16239" y="11774"/>
                    <a:pt x="18653" y="9790"/>
                    <a:pt x="21299" y="8070"/>
                  </a:cubicBezTo>
                  <a:cubicBezTo>
                    <a:pt x="23912" y="6317"/>
                    <a:pt x="26657" y="4829"/>
                    <a:pt x="29567" y="3638"/>
                  </a:cubicBezTo>
                  <a:cubicBezTo>
                    <a:pt x="32478" y="2414"/>
                    <a:pt x="35487" y="1521"/>
                    <a:pt x="38563" y="893"/>
                  </a:cubicBezTo>
                  <a:cubicBezTo>
                    <a:pt x="41639" y="298"/>
                    <a:pt x="44781" y="0"/>
                    <a:pt x="47923" y="0"/>
                  </a:cubicBezTo>
                  <a:cubicBezTo>
                    <a:pt x="51065" y="0"/>
                    <a:pt x="54173" y="298"/>
                    <a:pt x="57249" y="893"/>
                  </a:cubicBezTo>
                  <a:cubicBezTo>
                    <a:pt x="60358" y="1521"/>
                    <a:pt x="63335" y="2414"/>
                    <a:pt x="66245" y="3638"/>
                  </a:cubicBezTo>
                  <a:cubicBezTo>
                    <a:pt x="69155" y="4829"/>
                    <a:pt x="71934" y="6317"/>
                    <a:pt x="74546" y="8070"/>
                  </a:cubicBezTo>
                  <a:cubicBezTo>
                    <a:pt x="77159" y="9790"/>
                    <a:pt x="79573" y="11774"/>
                    <a:pt x="81789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0984" y="26624"/>
                    <a:pt x="92207" y="29534"/>
                  </a:cubicBezTo>
                  <a:cubicBezTo>
                    <a:pt x="93398" y="32445"/>
                    <a:pt x="94324" y="35454"/>
                    <a:pt x="94919" y="38530"/>
                  </a:cubicBezTo>
                  <a:cubicBezTo>
                    <a:pt x="95548" y="41606"/>
                    <a:pt x="95845" y="44715"/>
                    <a:pt x="95845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DFDF75E-8A2B-24C6-2C6A-462E698D3C2A}"/>
                </a:ext>
              </a:extLst>
            </p:cNvPr>
            <p:cNvSpPr/>
            <p:nvPr/>
          </p:nvSpPr>
          <p:spPr>
            <a:xfrm>
              <a:off x="10503515" y="2626989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776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23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070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070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23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776 w 95878"/>
                <a:gd name="connsiteY29" fmla="*/ 21266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776" y="74480"/>
                  </a:cubicBezTo>
                  <a:cubicBezTo>
                    <a:pt x="86023" y="77093"/>
                    <a:pt x="84038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34" y="89429"/>
                    <a:pt x="69189" y="90917"/>
                    <a:pt x="66278" y="92108"/>
                  </a:cubicBezTo>
                  <a:cubicBezTo>
                    <a:pt x="63368" y="93299"/>
                    <a:pt x="60358" y="94225"/>
                    <a:pt x="57282" y="94820"/>
                  </a:cubicBezTo>
                  <a:cubicBezTo>
                    <a:pt x="54207" y="95448"/>
                    <a:pt x="51098" y="95746"/>
                    <a:pt x="47923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487" y="94225"/>
                    <a:pt x="32511" y="93299"/>
                    <a:pt x="29600" y="92108"/>
                  </a:cubicBezTo>
                  <a:cubicBezTo>
                    <a:pt x="26690" y="90917"/>
                    <a:pt x="23912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07" y="79507"/>
                    <a:pt x="9823" y="77093"/>
                    <a:pt x="8070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298" y="54140"/>
                    <a:pt x="0" y="51032"/>
                    <a:pt x="0" y="47890"/>
                  </a:cubicBezTo>
                  <a:cubicBezTo>
                    <a:pt x="0" y="44748"/>
                    <a:pt x="298" y="41606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879"/>
                    <a:pt x="8070" y="21266"/>
                  </a:cubicBezTo>
                  <a:cubicBezTo>
                    <a:pt x="9823" y="18653"/>
                    <a:pt x="11807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12" y="6317"/>
                    <a:pt x="26690" y="4862"/>
                    <a:pt x="29600" y="3638"/>
                  </a:cubicBezTo>
                  <a:cubicBezTo>
                    <a:pt x="32511" y="2447"/>
                    <a:pt x="35487" y="1521"/>
                    <a:pt x="38596" y="926"/>
                  </a:cubicBezTo>
                  <a:cubicBezTo>
                    <a:pt x="41672" y="298"/>
                    <a:pt x="44781" y="0"/>
                    <a:pt x="47923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58" y="1521"/>
                    <a:pt x="63368" y="2447"/>
                    <a:pt x="66278" y="3638"/>
                  </a:cubicBezTo>
                  <a:cubicBezTo>
                    <a:pt x="69189" y="4862"/>
                    <a:pt x="71934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38" y="16239"/>
                    <a:pt x="86023" y="18653"/>
                    <a:pt x="87776" y="21266"/>
                  </a:cubicBezTo>
                  <a:cubicBezTo>
                    <a:pt x="89528" y="23879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06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C1AA4C0-EF91-6E68-128C-B4CAD83F401B}"/>
                </a:ext>
              </a:extLst>
            </p:cNvPr>
            <p:cNvSpPr/>
            <p:nvPr/>
          </p:nvSpPr>
          <p:spPr>
            <a:xfrm>
              <a:off x="10302181" y="1890767"/>
              <a:ext cx="61123" cy="61039"/>
            </a:xfrm>
            <a:custGeom>
              <a:avLst/>
              <a:gdLst>
                <a:gd name="connsiteX0" fmla="*/ 95878 w 95878"/>
                <a:gd name="connsiteY0" fmla="*/ 47857 h 95746"/>
                <a:gd name="connsiteX1" fmla="*/ 94952 w 95878"/>
                <a:gd name="connsiteY1" fmla="*/ 57183 h 95746"/>
                <a:gd name="connsiteX2" fmla="*/ 92207 w 95878"/>
                <a:gd name="connsiteY2" fmla="*/ 66179 h 95746"/>
                <a:gd name="connsiteX3" fmla="*/ 87809 w 95878"/>
                <a:gd name="connsiteY3" fmla="*/ 74447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075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075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47 h 95746"/>
                <a:gd name="connsiteX14" fmla="*/ 3671 w 95878"/>
                <a:gd name="connsiteY14" fmla="*/ 66179 h 95746"/>
                <a:gd name="connsiteX15" fmla="*/ 926 w 95878"/>
                <a:gd name="connsiteY15" fmla="*/ 57183 h 95746"/>
                <a:gd name="connsiteX16" fmla="*/ 0 w 95878"/>
                <a:gd name="connsiteY16" fmla="*/ 47857 h 95746"/>
                <a:gd name="connsiteX17" fmla="*/ 926 w 95878"/>
                <a:gd name="connsiteY17" fmla="*/ 38530 h 95746"/>
                <a:gd name="connsiteX18" fmla="*/ 3671 w 95878"/>
                <a:gd name="connsiteY18" fmla="*/ 29534 h 95746"/>
                <a:gd name="connsiteX19" fmla="*/ 8103 w 95878"/>
                <a:gd name="connsiteY19" fmla="*/ 21266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893 h 95746"/>
                <a:gd name="connsiteX24" fmla="*/ 47956 w 95878"/>
                <a:gd name="connsiteY24" fmla="*/ 0 h 95746"/>
                <a:gd name="connsiteX25" fmla="*/ 57282 w 95878"/>
                <a:gd name="connsiteY25" fmla="*/ 893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66 h 95746"/>
                <a:gd name="connsiteX30" fmla="*/ 92207 w 95878"/>
                <a:gd name="connsiteY30" fmla="*/ 29534 h 95746"/>
                <a:gd name="connsiteX31" fmla="*/ 94952 w 95878"/>
                <a:gd name="connsiteY31" fmla="*/ 38530 h 95746"/>
                <a:gd name="connsiteX32" fmla="*/ 95878 w 95878"/>
                <a:gd name="connsiteY32" fmla="*/ 47857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57"/>
                  </a:moveTo>
                  <a:cubicBezTo>
                    <a:pt x="95878" y="50998"/>
                    <a:pt x="95548" y="54107"/>
                    <a:pt x="94952" y="57183"/>
                  </a:cubicBezTo>
                  <a:cubicBezTo>
                    <a:pt x="94324" y="60292"/>
                    <a:pt x="93431" y="63268"/>
                    <a:pt x="92207" y="66179"/>
                  </a:cubicBezTo>
                  <a:cubicBezTo>
                    <a:pt x="91017" y="69089"/>
                    <a:pt x="89528" y="71834"/>
                    <a:pt x="87809" y="74447"/>
                  </a:cubicBezTo>
                  <a:cubicBezTo>
                    <a:pt x="86056" y="77060"/>
                    <a:pt x="84071" y="79474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396"/>
                    <a:pt x="69189" y="90884"/>
                    <a:pt x="66278" y="92075"/>
                  </a:cubicBezTo>
                  <a:cubicBezTo>
                    <a:pt x="63368" y="93299"/>
                    <a:pt x="60391" y="94192"/>
                    <a:pt x="57282" y="94820"/>
                  </a:cubicBezTo>
                  <a:cubicBezTo>
                    <a:pt x="54207" y="95415"/>
                    <a:pt x="51098" y="95746"/>
                    <a:pt x="47956" y="95746"/>
                  </a:cubicBezTo>
                  <a:cubicBezTo>
                    <a:pt x="44781" y="95746"/>
                    <a:pt x="41672" y="95415"/>
                    <a:pt x="38596" y="94820"/>
                  </a:cubicBezTo>
                  <a:cubicBezTo>
                    <a:pt x="35487" y="94192"/>
                    <a:pt x="32511" y="93299"/>
                    <a:pt x="29600" y="92075"/>
                  </a:cubicBezTo>
                  <a:cubicBezTo>
                    <a:pt x="26690" y="90884"/>
                    <a:pt x="23945" y="89396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474"/>
                    <a:pt x="9823" y="77060"/>
                    <a:pt x="8103" y="74447"/>
                  </a:cubicBezTo>
                  <a:cubicBezTo>
                    <a:pt x="6350" y="71834"/>
                    <a:pt x="4862" y="69089"/>
                    <a:pt x="3671" y="66179"/>
                  </a:cubicBezTo>
                  <a:cubicBezTo>
                    <a:pt x="2447" y="63268"/>
                    <a:pt x="1554" y="60292"/>
                    <a:pt x="926" y="57183"/>
                  </a:cubicBezTo>
                  <a:cubicBezTo>
                    <a:pt x="331" y="54107"/>
                    <a:pt x="0" y="50998"/>
                    <a:pt x="0" y="47857"/>
                  </a:cubicBezTo>
                  <a:cubicBezTo>
                    <a:pt x="0" y="44715"/>
                    <a:pt x="331" y="41606"/>
                    <a:pt x="926" y="38530"/>
                  </a:cubicBezTo>
                  <a:cubicBezTo>
                    <a:pt x="1554" y="35421"/>
                    <a:pt x="2447" y="32445"/>
                    <a:pt x="3671" y="29534"/>
                  </a:cubicBezTo>
                  <a:cubicBezTo>
                    <a:pt x="4862" y="26624"/>
                    <a:pt x="6350" y="23879"/>
                    <a:pt x="8103" y="21266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774"/>
                    <a:pt x="18686" y="9790"/>
                    <a:pt x="21299" y="8070"/>
                  </a:cubicBezTo>
                  <a:cubicBezTo>
                    <a:pt x="23945" y="6317"/>
                    <a:pt x="26690" y="4829"/>
                    <a:pt x="29600" y="3638"/>
                  </a:cubicBezTo>
                  <a:cubicBezTo>
                    <a:pt x="32511" y="2414"/>
                    <a:pt x="35487" y="1521"/>
                    <a:pt x="38596" y="893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893"/>
                  </a:cubicBezTo>
                  <a:cubicBezTo>
                    <a:pt x="60391" y="1521"/>
                    <a:pt x="63368" y="2414"/>
                    <a:pt x="66278" y="3638"/>
                  </a:cubicBezTo>
                  <a:cubicBezTo>
                    <a:pt x="69189" y="4829"/>
                    <a:pt x="71967" y="6317"/>
                    <a:pt x="74579" y="8070"/>
                  </a:cubicBezTo>
                  <a:cubicBezTo>
                    <a:pt x="77192" y="9790"/>
                    <a:pt x="79607" y="11774"/>
                    <a:pt x="81822" y="14023"/>
                  </a:cubicBezTo>
                  <a:cubicBezTo>
                    <a:pt x="84071" y="16239"/>
                    <a:pt x="86056" y="18653"/>
                    <a:pt x="87809" y="21266"/>
                  </a:cubicBezTo>
                  <a:cubicBezTo>
                    <a:pt x="89528" y="23879"/>
                    <a:pt x="91017" y="26624"/>
                    <a:pt x="92207" y="29534"/>
                  </a:cubicBezTo>
                  <a:cubicBezTo>
                    <a:pt x="93431" y="32445"/>
                    <a:pt x="94324" y="35421"/>
                    <a:pt x="94952" y="38530"/>
                  </a:cubicBezTo>
                  <a:cubicBezTo>
                    <a:pt x="95548" y="41606"/>
                    <a:pt x="95878" y="44715"/>
                    <a:pt x="95878" y="4785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9FEBFE-1F86-53F2-D42A-C4CD6794E817}"/>
                </a:ext>
              </a:extLst>
            </p:cNvPr>
            <p:cNvSpPr/>
            <p:nvPr/>
          </p:nvSpPr>
          <p:spPr>
            <a:xfrm>
              <a:off x="10808647" y="2543790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20 h 95746"/>
                <a:gd name="connsiteX8" fmla="*/ 47956 w 95878"/>
                <a:gd name="connsiteY8" fmla="*/ 95746 h 95746"/>
                <a:gd name="connsiteX9" fmla="*/ 38596 w 95878"/>
                <a:gd name="connsiteY9" fmla="*/ 94820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38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38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089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39"/>
                    <a:pt x="77192" y="85923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299"/>
                    <a:pt x="60391" y="94225"/>
                    <a:pt x="57282" y="94820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20"/>
                  </a:cubicBezTo>
                  <a:cubicBezTo>
                    <a:pt x="35520" y="94225"/>
                    <a:pt x="32511" y="93299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23"/>
                    <a:pt x="16272" y="83939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089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53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38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298"/>
                    <a:pt x="44781" y="0"/>
                    <a:pt x="47956" y="0"/>
                  </a:cubicBezTo>
                  <a:cubicBezTo>
                    <a:pt x="51098" y="0"/>
                    <a:pt x="54207" y="298"/>
                    <a:pt x="57282" y="926"/>
                  </a:cubicBezTo>
                  <a:cubicBezTo>
                    <a:pt x="60391" y="1554"/>
                    <a:pt x="63368" y="2447"/>
                    <a:pt x="66278" y="3638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53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A3EEBE4-449E-2CCF-C673-682AA813143B}"/>
                </a:ext>
              </a:extLst>
            </p:cNvPr>
            <p:cNvSpPr/>
            <p:nvPr/>
          </p:nvSpPr>
          <p:spPr>
            <a:xfrm>
              <a:off x="10228512" y="2470206"/>
              <a:ext cx="61123" cy="61039"/>
            </a:xfrm>
            <a:custGeom>
              <a:avLst/>
              <a:gdLst>
                <a:gd name="connsiteX0" fmla="*/ 95878 w 95878"/>
                <a:gd name="connsiteY0" fmla="*/ 47890 h 95746"/>
                <a:gd name="connsiteX1" fmla="*/ 94952 w 95878"/>
                <a:gd name="connsiteY1" fmla="*/ 57216 h 95746"/>
                <a:gd name="connsiteX2" fmla="*/ 92207 w 95878"/>
                <a:gd name="connsiteY2" fmla="*/ 66212 h 95746"/>
                <a:gd name="connsiteX3" fmla="*/ 87809 w 95878"/>
                <a:gd name="connsiteY3" fmla="*/ 74480 h 95746"/>
                <a:gd name="connsiteX4" fmla="*/ 81822 w 95878"/>
                <a:gd name="connsiteY4" fmla="*/ 81723 h 95746"/>
                <a:gd name="connsiteX5" fmla="*/ 74579 w 95878"/>
                <a:gd name="connsiteY5" fmla="*/ 87676 h 95746"/>
                <a:gd name="connsiteX6" fmla="*/ 66278 w 95878"/>
                <a:gd name="connsiteY6" fmla="*/ 92108 h 95746"/>
                <a:gd name="connsiteX7" fmla="*/ 57282 w 95878"/>
                <a:gd name="connsiteY7" fmla="*/ 94853 h 95746"/>
                <a:gd name="connsiteX8" fmla="*/ 47956 w 95878"/>
                <a:gd name="connsiteY8" fmla="*/ 95746 h 95746"/>
                <a:gd name="connsiteX9" fmla="*/ 38596 w 95878"/>
                <a:gd name="connsiteY9" fmla="*/ 94853 h 95746"/>
                <a:gd name="connsiteX10" fmla="*/ 29600 w 95878"/>
                <a:gd name="connsiteY10" fmla="*/ 92108 h 95746"/>
                <a:gd name="connsiteX11" fmla="*/ 21299 w 95878"/>
                <a:gd name="connsiteY11" fmla="*/ 87676 h 95746"/>
                <a:gd name="connsiteX12" fmla="*/ 14056 w 95878"/>
                <a:gd name="connsiteY12" fmla="*/ 81723 h 95746"/>
                <a:gd name="connsiteX13" fmla="*/ 8103 w 95878"/>
                <a:gd name="connsiteY13" fmla="*/ 74480 h 95746"/>
                <a:gd name="connsiteX14" fmla="*/ 3671 w 95878"/>
                <a:gd name="connsiteY14" fmla="*/ 66212 h 95746"/>
                <a:gd name="connsiteX15" fmla="*/ 926 w 95878"/>
                <a:gd name="connsiteY15" fmla="*/ 57216 h 95746"/>
                <a:gd name="connsiteX16" fmla="*/ 0 w 95878"/>
                <a:gd name="connsiteY16" fmla="*/ 47890 h 95746"/>
                <a:gd name="connsiteX17" fmla="*/ 926 w 95878"/>
                <a:gd name="connsiteY17" fmla="*/ 38530 h 95746"/>
                <a:gd name="connsiteX18" fmla="*/ 3671 w 95878"/>
                <a:gd name="connsiteY18" fmla="*/ 29567 h 95746"/>
                <a:gd name="connsiteX19" fmla="*/ 8103 w 95878"/>
                <a:gd name="connsiteY19" fmla="*/ 21299 h 95746"/>
                <a:gd name="connsiteX20" fmla="*/ 14056 w 95878"/>
                <a:gd name="connsiteY20" fmla="*/ 14023 h 95746"/>
                <a:gd name="connsiteX21" fmla="*/ 21299 w 95878"/>
                <a:gd name="connsiteY21" fmla="*/ 8070 h 95746"/>
                <a:gd name="connsiteX22" fmla="*/ 29600 w 95878"/>
                <a:gd name="connsiteY22" fmla="*/ 3671 h 95746"/>
                <a:gd name="connsiteX23" fmla="*/ 38596 w 95878"/>
                <a:gd name="connsiteY23" fmla="*/ 926 h 95746"/>
                <a:gd name="connsiteX24" fmla="*/ 47956 w 95878"/>
                <a:gd name="connsiteY24" fmla="*/ 0 h 95746"/>
                <a:gd name="connsiteX25" fmla="*/ 57282 w 95878"/>
                <a:gd name="connsiteY25" fmla="*/ 926 h 95746"/>
                <a:gd name="connsiteX26" fmla="*/ 66278 w 95878"/>
                <a:gd name="connsiteY26" fmla="*/ 3671 h 95746"/>
                <a:gd name="connsiteX27" fmla="*/ 74579 w 95878"/>
                <a:gd name="connsiteY27" fmla="*/ 8070 h 95746"/>
                <a:gd name="connsiteX28" fmla="*/ 81822 w 95878"/>
                <a:gd name="connsiteY28" fmla="*/ 14023 h 95746"/>
                <a:gd name="connsiteX29" fmla="*/ 87809 w 95878"/>
                <a:gd name="connsiteY29" fmla="*/ 21299 h 95746"/>
                <a:gd name="connsiteX30" fmla="*/ 92207 w 95878"/>
                <a:gd name="connsiteY30" fmla="*/ 29567 h 95746"/>
                <a:gd name="connsiteX31" fmla="*/ 94952 w 95878"/>
                <a:gd name="connsiteY31" fmla="*/ 38530 h 95746"/>
                <a:gd name="connsiteX32" fmla="*/ 95878 w 95878"/>
                <a:gd name="connsiteY32" fmla="*/ 47890 h 9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878" h="95746">
                  <a:moveTo>
                    <a:pt x="95878" y="47890"/>
                  </a:moveTo>
                  <a:cubicBezTo>
                    <a:pt x="95878" y="51032"/>
                    <a:pt x="95548" y="54140"/>
                    <a:pt x="94952" y="57216"/>
                  </a:cubicBezTo>
                  <a:cubicBezTo>
                    <a:pt x="94324" y="60292"/>
                    <a:pt x="93431" y="63302"/>
                    <a:pt x="92207" y="66212"/>
                  </a:cubicBezTo>
                  <a:cubicBezTo>
                    <a:pt x="91017" y="69122"/>
                    <a:pt x="89528" y="71867"/>
                    <a:pt x="87809" y="74480"/>
                  </a:cubicBezTo>
                  <a:cubicBezTo>
                    <a:pt x="86056" y="77093"/>
                    <a:pt x="84071" y="79507"/>
                    <a:pt x="81822" y="81723"/>
                  </a:cubicBezTo>
                  <a:cubicBezTo>
                    <a:pt x="79607" y="83972"/>
                    <a:pt x="77192" y="85957"/>
                    <a:pt x="74579" y="87676"/>
                  </a:cubicBezTo>
                  <a:cubicBezTo>
                    <a:pt x="71967" y="89429"/>
                    <a:pt x="69189" y="90917"/>
                    <a:pt x="66278" y="92108"/>
                  </a:cubicBezTo>
                  <a:cubicBezTo>
                    <a:pt x="63368" y="93332"/>
                    <a:pt x="60391" y="94225"/>
                    <a:pt x="57282" y="94853"/>
                  </a:cubicBezTo>
                  <a:cubicBezTo>
                    <a:pt x="54207" y="95448"/>
                    <a:pt x="51098" y="95746"/>
                    <a:pt x="47956" y="95746"/>
                  </a:cubicBezTo>
                  <a:cubicBezTo>
                    <a:pt x="44781" y="95746"/>
                    <a:pt x="41672" y="95448"/>
                    <a:pt x="38596" y="94853"/>
                  </a:cubicBezTo>
                  <a:cubicBezTo>
                    <a:pt x="35520" y="94225"/>
                    <a:pt x="32511" y="93332"/>
                    <a:pt x="29600" y="92108"/>
                  </a:cubicBezTo>
                  <a:cubicBezTo>
                    <a:pt x="26690" y="90917"/>
                    <a:pt x="23945" y="89429"/>
                    <a:pt x="21299" y="87676"/>
                  </a:cubicBezTo>
                  <a:cubicBezTo>
                    <a:pt x="18686" y="85957"/>
                    <a:pt x="16272" y="83972"/>
                    <a:pt x="14056" y="81723"/>
                  </a:cubicBezTo>
                  <a:cubicBezTo>
                    <a:pt x="11840" y="79507"/>
                    <a:pt x="9823" y="77093"/>
                    <a:pt x="8103" y="74480"/>
                  </a:cubicBezTo>
                  <a:cubicBezTo>
                    <a:pt x="6350" y="71867"/>
                    <a:pt x="4862" y="69122"/>
                    <a:pt x="3671" y="66212"/>
                  </a:cubicBezTo>
                  <a:cubicBezTo>
                    <a:pt x="2447" y="63302"/>
                    <a:pt x="1554" y="60292"/>
                    <a:pt x="926" y="57216"/>
                  </a:cubicBezTo>
                  <a:cubicBezTo>
                    <a:pt x="331" y="54140"/>
                    <a:pt x="0" y="51032"/>
                    <a:pt x="0" y="47890"/>
                  </a:cubicBezTo>
                  <a:cubicBezTo>
                    <a:pt x="0" y="44748"/>
                    <a:pt x="331" y="41639"/>
                    <a:pt x="926" y="38530"/>
                  </a:cubicBezTo>
                  <a:cubicBezTo>
                    <a:pt x="1554" y="35454"/>
                    <a:pt x="2447" y="32478"/>
                    <a:pt x="3671" y="29567"/>
                  </a:cubicBezTo>
                  <a:cubicBezTo>
                    <a:pt x="4862" y="26657"/>
                    <a:pt x="6350" y="23912"/>
                    <a:pt x="8103" y="21299"/>
                  </a:cubicBezTo>
                  <a:cubicBezTo>
                    <a:pt x="9823" y="18686"/>
                    <a:pt x="11840" y="16239"/>
                    <a:pt x="14056" y="14023"/>
                  </a:cubicBezTo>
                  <a:cubicBezTo>
                    <a:pt x="16272" y="11807"/>
                    <a:pt x="18686" y="9823"/>
                    <a:pt x="21299" y="8070"/>
                  </a:cubicBezTo>
                  <a:cubicBezTo>
                    <a:pt x="23945" y="6317"/>
                    <a:pt x="26690" y="4862"/>
                    <a:pt x="29600" y="3671"/>
                  </a:cubicBezTo>
                  <a:cubicBezTo>
                    <a:pt x="32511" y="2447"/>
                    <a:pt x="35520" y="1554"/>
                    <a:pt x="38596" y="926"/>
                  </a:cubicBezTo>
                  <a:cubicBezTo>
                    <a:pt x="41672" y="331"/>
                    <a:pt x="44781" y="0"/>
                    <a:pt x="47956" y="0"/>
                  </a:cubicBezTo>
                  <a:cubicBezTo>
                    <a:pt x="51098" y="0"/>
                    <a:pt x="54207" y="331"/>
                    <a:pt x="57282" y="926"/>
                  </a:cubicBezTo>
                  <a:cubicBezTo>
                    <a:pt x="60391" y="1554"/>
                    <a:pt x="63368" y="2447"/>
                    <a:pt x="66278" y="3671"/>
                  </a:cubicBezTo>
                  <a:cubicBezTo>
                    <a:pt x="69189" y="4862"/>
                    <a:pt x="71967" y="6317"/>
                    <a:pt x="74579" y="8070"/>
                  </a:cubicBezTo>
                  <a:cubicBezTo>
                    <a:pt x="77192" y="9823"/>
                    <a:pt x="79607" y="11807"/>
                    <a:pt x="81822" y="14023"/>
                  </a:cubicBezTo>
                  <a:cubicBezTo>
                    <a:pt x="84071" y="16239"/>
                    <a:pt x="86056" y="18686"/>
                    <a:pt x="87809" y="21299"/>
                  </a:cubicBezTo>
                  <a:cubicBezTo>
                    <a:pt x="89528" y="23912"/>
                    <a:pt x="91017" y="26657"/>
                    <a:pt x="92207" y="29567"/>
                  </a:cubicBezTo>
                  <a:cubicBezTo>
                    <a:pt x="93431" y="32478"/>
                    <a:pt x="94324" y="35454"/>
                    <a:pt x="94952" y="38530"/>
                  </a:cubicBezTo>
                  <a:cubicBezTo>
                    <a:pt x="95548" y="41639"/>
                    <a:pt x="95878" y="44748"/>
                    <a:pt x="95878" y="4789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CC8DD4C-3AD4-6578-A3FE-5D0AB66FDDB3}"/>
                </a:ext>
              </a:extLst>
            </p:cNvPr>
            <p:cNvSpPr/>
            <p:nvPr/>
          </p:nvSpPr>
          <p:spPr>
            <a:xfrm>
              <a:off x="10579244" y="1892952"/>
              <a:ext cx="393845" cy="378679"/>
            </a:xfrm>
            <a:custGeom>
              <a:avLst/>
              <a:gdLst>
                <a:gd name="connsiteX0" fmla="*/ 445071 w 617786"/>
                <a:gd name="connsiteY0" fmla="*/ 38078 h 593997"/>
                <a:gd name="connsiteX1" fmla="*/ 471596 w 617786"/>
                <a:gd name="connsiteY1" fmla="*/ 53589 h 593997"/>
                <a:gd name="connsiteX2" fmla="*/ 496566 w 617786"/>
                <a:gd name="connsiteY2" fmla="*/ 71415 h 593997"/>
                <a:gd name="connsiteX3" fmla="*/ 519717 w 617786"/>
                <a:gd name="connsiteY3" fmla="*/ 91458 h 593997"/>
                <a:gd name="connsiteX4" fmla="*/ 540817 w 617786"/>
                <a:gd name="connsiteY4" fmla="*/ 113451 h 593997"/>
                <a:gd name="connsiteX5" fmla="*/ 559702 w 617786"/>
                <a:gd name="connsiteY5" fmla="*/ 137230 h 593997"/>
                <a:gd name="connsiteX6" fmla="*/ 576172 w 617786"/>
                <a:gd name="connsiteY6" fmla="*/ 162531 h 593997"/>
                <a:gd name="connsiteX7" fmla="*/ 590063 w 617786"/>
                <a:gd name="connsiteY7" fmla="*/ 189155 h 593997"/>
                <a:gd name="connsiteX8" fmla="*/ 601241 w 617786"/>
                <a:gd name="connsiteY8" fmla="*/ 216771 h 593997"/>
                <a:gd name="connsiteX9" fmla="*/ 609609 w 617786"/>
                <a:gd name="connsiteY9" fmla="*/ 245214 h 593997"/>
                <a:gd name="connsiteX10" fmla="*/ 615066 w 617786"/>
                <a:gd name="connsiteY10" fmla="*/ 274119 h 593997"/>
                <a:gd name="connsiteX11" fmla="*/ 617613 w 617786"/>
                <a:gd name="connsiteY11" fmla="*/ 303256 h 593997"/>
                <a:gd name="connsiteX12" fmla="*/ 617150 w 617786"/>
                <a:gd name="connsiteY12" fmla="*/ 332328 h 593997"/>
                <a:gd name="connsiteX13" fmla="*/ 613743 w 617786"/>
                <a:gd name="connsiteY13" fmla="*/ 361068 h 593997"/>
                <a:gd name="connsiteX14" fmla="*/ 607393 w 617786"/>
                <a:gd name="connsiteY14" fmla="*/ 389180 h 593997"/>
                <a:gd name="connsiteX15" fmla="*/ 598166 w 617786"/>
                <a:gd name="connsiteY15" fmla="*/ 416399 h 593997"/>
                <a:gd name="connsiteX16" fmla="*/ 586127 w 617786"/>
                <a:gd name="connsiteY16" fmla="*/ 442493 h 593997"/>
                <a:gd name="connsiteX17" fmla="*/ 571443 w 617786"/>
                <a:gd name="connsiteY17" fmla="*/ 467166 h 593997"/>
                <a:gd name="connsiteX18" fmla="*/ 554245 w 617786"/>
                <a:gd name="connsiteY18" fmla="*/ 490218 h 593997"/>
                <a:gd name="connsiteX19" fmla="*/ 534666 w 617786"/>
                <a:gd name="connsiteY19" fmla="*/ 511384 h 593997"/>
                <a:gd name="connsiteX20" fmla="*/ 512904 w 617786"/>
                <a:gd name="connsiteY20" fmla="*/ 530501 h 593997"/>
                <a:gd name="connsiteX21" fmla="*/ 489190 w 617786"/>
                <a:gd name="connsiteY21" fmla="*/ 547368 h 593997"/>
                <a:gd name="connsiteX22" fmla="*/ 463757 w 617786"/>
                <a:gd name="connsiteY22" fmla="*/ 561821 h 593997"/>
                <a:gd name="connsiteX23" fmla="*/ 436803 w 617786"/>
                <a:gd name="connsiteY23" fmla="*/ 573727 h 593997"/>
                <a:gd name="connsiteX24" fmla="*/ 408625 w 617786"/>
                <a:gd name="connsiteY24" fmla="*/ 582954 h 593997"/>
                <a:gd name="connsiteX25" fmla="*/ 379488 w 617786"/>
                <a:gd name="connsiteY25" fmla="*/ 589436 h 593997"/>
                <a:gd name="connsiteX26" fmla="*/ 349689 w 617786"/>
                <a:gd name="connsiteY26" fmla="*/ 593108 h 593997"/>
                <a:gd name="connsiteX27" fmla="*/ 319460 w 617786"/>
                <a:gd name="connsiteY27" fmla="*/ 593934 h 593997"/>
                <a:gd name="connsiteX28" fmla="*/ 289165 w 617786"/>
                <a:gd name="connsiteY28" fmla="*/ 591884 h 593997"/>
                <a:gd name="connsiteX29" fmla="*/ 259036 w 617786"/>
                <a:gd name="connsiteY29" fmla="*/ 587022 h 593997"/>
                <a:gd name="connsiteX30" fmla="*/ 229403 w 617786"/>
                <a:gd name="connsiteY30" fmla="*/ 579349 h 593997"/>
                <a:gd name="connsiteX31" fmla="*/ 200530 w 617786"/>
                <a:gd name="connsiteY31" fmla="*/ 568931 h 593997"/>
                <a:gd name="connsiteX32" fmla="*/ 172716 w 617786"/>
                <a:gd name="connsiteY32" fmla="*/ 555934 h 593997"/>
                <a:gd name="connsiteX33" fmla="*/ 146191 w 617786"/>
                <a:gd name="connsiteY33" fmla="*/ 540422 h 593997"/>
                <a:gd name="connsiteX34" fmla="*/ 121221 w 617786"/>
                <a:gd name="connsiteY34" fmla="*/ 522563 h 593997"/>
                <a:gd name="connsiteX35" fmla="*/ 98070 w 617786"/>
                <a:gd name="connsiteY35" fmla="*/ 502554 h 593997"/>
                <a:gd name="connsiteX36" fmla="*/ 76970 w 617786"/>
                <a:gd name="connsiteY36" fmla="*/ 480527 h 593997"/>
                <a:gd name="connsiteX37" fmla="*/ 58085 w 617786"/>
                <a:gd name="connsiteY37" fmla="*/ 456781 h 593997"/>
                <a:gd name="connsiteX38" fmla="*/ 41615 w 617786"/>
                <a:gd name="connsiteY38" fmla="*/ 431447 h 593997"/>
                <a:gd name="connsiteX39" fmla="*/ 27724 w 617786"/>
                <a:gd name="connsiteY39" fmla="*/ 404856 h 593997"/>
                <a:gd name="connsiteX40" fmla="*/ 16545 w 617786"/>
                <a:gd name="connsiteY40" fmla="*/ 377208 h 593997"/>
                <a:gd name="connsiteX41" fmla="*/ 8178 w 617786"/>
                <a:gd name="connsiteY41" fmla="*/ 348798 h 593997"/>
                <a:gd name="connsiteX42" fmla="*/ 2721 w 617786"/>
                <a:gd name="connsiteY42" fmla="*/ 319892 h 593997"/>
                <a:gd name="connsiteX43" fmla="*/ 174 w 617786"/>
                <a:gd name="connsiteY43" fmla="*/ 290755 h 593997"/>
                <a:gd name="connsiteX44" fmla="*/ 637 w 617786"/>
                <a:gd name="connsiteY44" fmla="*/ 261684 h 593997"/>
                <a:gd name="connsiteX45" fmla="*/ 4044 w 617786"/>
                <a:gd name="connsiteY45" fmla="*/ 232943 h 593997"/>
                <a:gd name="connsiteX46" fmla="*/ 10394 w 617786"/>
                <a:gd name="connsiteY46" fmla="*/ 204831 h 593997"/>
                <a:gd name="connsiteX47" fmla="*/ 19621 w 617786"/>
                <a:gd name="connsiteY47" fmla="*/ 177579 h 593997"/>
                <a:gd name="connsiteX48" fmla="*/ 31660 w 617786"/>
                <a:gd name="connsiteY48" fmla="*/ 151518 h 593997"/>
                <a:gd name="connsiteX49" fmla="*/ 46344 w 617786"/>
                <a:gd name="connsiteY49" fmla="*/ 126846 h 593997"/>
                <a:gd name="connsiteX50" fmla="*/ 63542 w 617786"/>
                <a:gd name="connsiteY50" fmla="*/ 103794 h 593997"/>
                <a:gd name="connsiteX51" fmla="*/ 83121 w 617786"/>
                <a:gd name="connsiteY51" fmla="*/ 82627 h 593997"/>
                <a:gd name="connsiteX52" fmla="*/ 104850 w 617786"/>
                <a:gd name="connsiteY52" fmla="*/ 63511 h 593997"/>
                <a:gd name="connsiteX53" fmla="*/ 128596 w 617786"/>
                <a:gd name="connsiteY53" fmla="*/ 46644 h 593997"/>
                <a:gd name="connsiteX54" fmla="*/ 154029 w 617786"/>
                <a:gd name="connsiteY54" fmla="*/ 32191 h 593997"/>
                <a:gd name="connsiteX55" fmla="*/ 180984 w 617786"/>
                <a:gd name="connsiteY55" fmla="*/ 20285 h 593997"/>
                <a:gd name="connsiteX56" fmla="*/ 209162 w 617786"/>
                <a:gd name="connsiteY56" fmla="*/ 11024 h 593997"/>
                <a:gd name="connsiteX57" fmla="*/ 238299 w 617786"/>
                <a:gd name="connsiteY57" fmla="*/ 4542 h 593997"/>
                <a:gd name="connsiteX58" fmla="*/ 268098 w 617786"/>
                <a:gd name="connsiteY58" fmla="*/ 871 h 593997"/>
                <a:gd name="connsiteX59" fmla="*/ 298294 w 617786"/>
                <a:gd name="connsiteY59" fmla="*/ 77 h 593997"/>
                <a:gd name="connsiteX60" fmla="*/ 328621 w 617786"/>
                <a:gd name="connsiteY60" fmla="*/ 2094 h 593997"/>
                <a:gd name="connsiteX61" fmla="*/ 358751 w 617786"/>
                <a:gd name="connsiteY61" fmla="*/ 6989 h 593997"/>
                <a:gd name="connsiteX62" fmla="*/ 388384 w 617786"/>
                <a:gd name="connsiteY62" fmla="*/ 14662 h 593997"/>
                <a:gd name="connsiteX63" fmla="*/ 417257 w 617786"/>
                <a:gd name="connsiteY63" fmla="*/ 25047 h 593997"/>
                <a:gd name="connsiteX64" fmla="*/ 445071 w 617786"/>
                <a:gd name="connsiteY64" fmla="*/ 38078 h 59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17786" h="593997">
                  <a:moveTo>
                    <a:pt x="445071" y="38078"/>
                  </a:moveTo>
                  <a:cubicBezTo>
                    <a:pt x="454166" y="42840"/>
                    <a:pt x="462997" y="48000"/>
                    <a:pt x="471596" y="53589"/>
                  </a:cubicBezTo>
                  <a:cubicBezTo>
                    <a:pt x="480195" y="59145"/>
                    <a:pt x="488529" y="65098"/>
                    <a:pt x="496566" y="71415"/>
                  </a:cubicBezTo>
                  <a:cubicBezTo>
                    <a:pt x="504602" y="77765"/>
                    <a:pt x="512308" y="84446"/>
                    <a:pt x="519717" y="91458"/>
                  </a:cubicBezTo>
                  <a:cubicBezTo>
                    <a:pt x="527092" y="98469"/>
                    <a:pt x="534137" y="105811"/>
                    <a:pt x="540817" y="113451"/>
                  </a:cubicBezTo>
                  <a:cubicBezTo>
                    <a:pt x="547498" y="121091"/>
                    <a:pt x="553782" y="129028"/>
                    <a:pt x="559702" y="137230"/>
                  </a:cubicBezTo>
                  <a:cubicBezTo>
                    <a:pt x="565589" y="145433"/>
                    <a:pt x="571079" y="153866"/>
                    <a:pt x="576172" y="162531"/>
                  </a:cubicBezTo>
                  <a:cubicBezTo>
                    <a:pt x="581232" y="171196"/>
                    <a:pt x="585863" y="180093"/>
                    <a:pt x="590063" y="189155"/>
                  </a:cubicBezTo>
                  <a:cubicBezTo>
                    <a:pt x="594230" y="198217"/>
                    <a:pt x="597967" y="207411"/>
                    <a:pt x="601241" y="216771"/>
                  </a:cubicBezTo>
                  <a:cubicBezTo>
                    <a:pt x="604516" y="226164"/>
                    <a:pt x="607294" y="235622"/>
                    <a:pt x="609609" y="245214"/>
                  </a:cubicBezTo>
                  <a:cubicBezTo>
                    <a:pt x="611924" y="254772"/>
                    <a:pt x="613743" y="264429"/>
                    <a:pt x="615066" y="274119"/>
                  </a:cubicBezTo>
                  <a:cubicBezTo>
                    <a:pt x="616422" y="283810"/>
                    <a:pt x="617249" y="293533"/>
                    <a:pt x="617613" y="303256"/>
                  </a:cubicBezTo>
                  <a:cubicBezTo>
                    <a:pt x="617943" y="312980"/>
                    <a:pt x="617811" y="322670"/>
                    <a:pt x="617150" y="332328"/>
                  </a:cubicBezTo>
                  <a:cubicBezTo>
                    <a:pt x="616521" y="341985"/>
                    <a:pt x="615364" y="351576"/>
                    <a:pt x="613743" y="361068"/>
                  </a:cubicBezTo>
                  <a:cubicBezTo>
                    <a:pt x="612089" y="370560"/>
                    <a:pt x="609973" y="379919"/>
                    <a:pt x="607393" y="389180"/>
                  </a:cubicBezTo>
                  <a:cubicBezTo>
                    <a:pt x="604780" y="398407"/>
                    <a:pt x="601705" y="407502"/>
                    <a:pt x="598166" y="416399"/>
                  </a:cubicBezTo>
                  <a:cubicBezTo>
                    <a:pt x="594594" y="425329"/>
                    <a:pt x="590592" y="433994"/>
                    <a:pt x="586127" y="442493"/>
                  </a:cubicBezTo>
                  <a:cubicBezTo>
                    <a:pt x="581695" y="450960"/>
                    <a:pt x="576801" y="459195"/>
                    <a:pt x="571443" y="467166"/>
                  </a:cubicBezTo>
                  <a:cubicBezTo>
                    <a:pt x="566118" y="475136"/>
                    <a:pt x="560396" y="482809"/>
                    <a:pt x="554245" y="490218"/>
                  </a:cubicBezTo>
                  <a:cubicBezTo>
                    <a:pt x="548093" y="497593"/>
                    <a:pt x="541578" y="504637"/>
                    <a:pt x="534666" y="511384"/>
                  </a:cubicBezTo>
                  <a:cubicBezTo>
                    <a:pt x="527753" y="518131"/>
                    <a:pt x="520510" y="524481"/>
                    <a:pt x="512904" y="530501"/>
                  </a:cubicBezTo>
                  <a:cubicBezTo>
                    <a:pt x="505330" y="536520"/>
                    <a:pt x="497426" y="542142"/>
                    <a:pt x="489190" y="547368"/>
                  </a:cubicBezTo>
                  <a:cubicBezTo>
                    <a:pt x="480988" y="552593"/>
                    <a:pt x="472522" y="557422"/>
                    <a:pt x="463757" y="561821"/>
                  </a:cubicBezTo>
                  <a:cubicBezTo>
                    <a:pt x="454993" y="566219"/>
                    <a:pt x="446030" y="570188"/>
                    <a:pt x="436803" y="573727"/>
                  </a:cubicBezTo>
                  <a:cubicBezTo>
                    <a:pt x="427609" y="577266"/>
                    <a:pt x="418216" y="580341"/>
                    <a:pt x="408625" y="582954"/>
                  </a:cubicBezTo>
                  <a:cubicBezTo>
                    <a:pt x="399067" y="585600"/>
                    <a:pt x="389343" y="587750"/>
                    <a:pt x="379488" y="589436"/>
                  </a:cubicBezTo>
                  <a:cubicBezTo>
                    <a:pt x="369665" y="591156"/>
                    <a:pt x="359710" y="592380"/>
                    <a:pt x="349689" y="593108"/>
                  </a:cubicBezTo>
                  <a:cubicBezTo>
                    <a:pt x="339668" y="593868"/>
                    <a:pt x="329581" y="594133"/>
                    <a:pt x="319460" y="593934"/>
                  </a:cubicBezTo>
                  <a:cubicBezTo>
                    <a:pt x="309373" y="593736"/>
                    <a:pt x="299253" y="593041"/>
                    <a:pt x="289165" y="591884"/>
                  </a:cubicBezTo>
                  <a:cubicBezTo>
                    <a:pt x="279078" y="590726"/>
                    <a:pt x="269024" y="589106"/>
                    <a:pt x="259036" y="587022"/>
                  </a:cubicBezTo>
                  <a:cubicBezTo>
                    <a:pt x="249048" y="584905"/>
                    <a:pt x="239192" y="582359"/>
                    <a:pt x="229403" y="579349"/>
                  </a:cubicBezTo>
                  <a:cubicBezTo>
                    <a:pt x="219646" y="576306"/>
                    <a:pt x="210022" y="572834"/>
                    <a:pt x="200530" y="568931"/>
                  </a:cubicBezTo>
                  <a:cubicBezTo>
                    <a:pt x="191071" y="565029"/>
                    <a:pt x="181778" y="560696"/>
                    <a:pt x="172716" y="555934"/>
                  </a:cubicBezTo>
                  <a:cubicBezTo>
                    <a:pt x="163621" y="551171"/>
                    <a:pt x="154790" y="545979"/>
                    <a:pt x="146191" y="540422"/>
                  </a:cubicBezTo>
                  <a:cubicBezTo>
                    <a:pt x="137592" y="534833"/>
                    <a:pt x="129258" y="528880"/>
                    <a:pt x="121221" y="522563"/>
                  </a:cubicBezTo>
                  <a:cubicBezTo>
                    <a:pt x="113184" y="516246"/>
                    <a:pt x="105478" y="509565"/>
                    <a:pt x="98070" y="502554"/>
                  </a:cubicBezTo>
                  <a:cubicBezTo>
                    <a:pt x="90695" y="495509"/>
                    <a:pt x="83650" y="488200"/>
                    <a:pt x="76970" y="480527"/>
                  </a:cubicBezTo>
                  <a:cubicBezTo>
                    <a:pt x="70289" y="472887"/>
                    <a:pt x="64005" y="464983"/>
                    <a:pt x="58085" y="456781"/>
                  </a:cubicBezTo>
                  <a:cubicBezTo>
                    <a:pt x="52198" y="448579"/>
                    <a:pt x="46708" y="440145"/>
                    <a:pt x="41615" y="431447"/>
                  </a:cubicBezTo>
                  <a:cubicBezTo>
                    <a:pt x="36554" y="422782"/>
                    <a:pt x="31924" y="413918"/>
                    <a:pt x="27724" y="404856"/>
                  </a:cubicBezTo>
                  <a:cubicBezTo>
                    <a:pt x="23557" y="395794"/>
                    <a:pt x="19820" y="386567"/>
                    <a:pt x="16545" y="377208"/>
                  </a:cubicBezTo>
                  <a:cubicBezTo>
                    <a:pt x="13271" y="367848"/>
                    <a:pt x="10493" y="358389"/>
                    <a:pt x="8178" y="348798"/>
                  </a:cubicBezTo>
                  <a:cubicBezTo>
                    <a:pt x="5863" y="339207"/>
                    <a:pt x="4044" y="329583"/>
                    <a:pt x="2721" y="319892"/>
                  </a:cubicBezTo>
                  <a:cubicBezTo>
                    <a:pt x="1365" y="310169"/>
                    <a:pt x="538" y="300478"/>
                    <a:pt x="174" y="290755"/>
                  </a:cubicBezTo>
                  <a:cubicBezTo>
                    <a:pt x="-156" y="281031"/>
                    <a:pt x="-24" y="271341"/>
                    <a:pt x="637" y="261684"/>
                  </a:cubicBezTo>
                  <a:cubicBezTo>
                    <a:pt x="1266" y="252027"/>
                    <a:pt x="2423" y="242435"/>
                    <a:pt x="4044" y="232943"/>
                  </a:cubicBezTo>
                  <a:cubicBezTo>
                    <a:pt x="5664" y="223452"/>
                    <a:pt x="7814" y="214059"/>
                    <a:pt x="10394" y="204831"/>
                  </a:cubicBezTo>
                  <a:cubicBezTo>
                    <a:pt x="13007" y="195571"/>
                    <a:pt x="16082" y="186509"/>
                    <a:pt x="19621" y="177579"/>
                  </a:cubicBezTo>
                  <a:cubicBezTo>
                    <a:pt x="23193" y="168683"/>
                    <a:pt x="27195" y="159985"/>
                    <a:pt x="31660" y="151518"/>
                  </a:cubicBezTo>
                  <a:cubicBezTo>
                    <a:pt x="36091" y="143018"/>
                    <a:pt x="40986" y="134816"/>
                    <a:pt x="46344" y="126846"/>
                  </a:cubicBezTo>
                  <a:cubicBezTo>
                    <a:pt x="51669" y="118875"/>
                    <a:pt x="57390" y="111169"/>
                    <a:pt x="63542" y="103794"/>
                  </a:cubicBezTo>
                  <a:cubicBezTo>
                    <a:pt x="69694" y="96418"/>
                    <a:pt x="76209" y="89341"/>
                    <a:pt x="83121" y="82627"/>
                  </a:cubicBezTo>
                  <a:cubicBezTo>
                    <a:pt x="90033" y="75880"/>
                    <a:pt x="97276" y="69497"/>
                    <a:pt x="104850" y="63511"/>
                  </a:cubicBezTo>
                  <a:cubicBezTo>
                    <a:pt x="112457" y="57492"/>
                    <a:pt x="120361" y="51869"/>
                    <a:pt x="128596" y="46644"/>
                  </a:cubicBezTo>
                  <a:cubicBezTo>
                    <a:pt x="136798" y="41385"/>
                    <a:pt x="145265" y="36590"/>
                    <a:pt x="154029" y="32191"/>
                  </a:cubicBezTo>
                  <a:cubicBezTo>
                    <a:pt x="162794" y="27759"/>
                    <a:pt x="171757" y="23790"/>
                    <a:pt x="180984" y="20285"/>
                  </a:cubicBezTo>
                  <a:cubicBezTo>
                    <a:pt x="190178" y="16746"/>
                    <a:pt x="199571" y="13670"/>
                    <a:pt x="209162" y="11024"/>
                  </a:cubicBezTo>
                  <a:cubicBezTo>
                    <a:pt x="218720" y="8411"/>
                    <a:pt x="228444" y="6262"/>
                    <a:pt x="238299" y="4542"/>
                  </a:cubicBezTo>
                  <a:cubicBezTo>
                    <a:pt x="248122" y="2855"/>
                    <a:pt x="258077" y="1631"/>
                    <a:pt x="268098" y="871"/>
                  </a:cubicBezTo>
                  <a:cubicBezTo>
                    <a:pt x="278119" y="143"/>
                    <a:pt x="288206" y="-154"/>
                    <a:pt x="298294" y="77"/>
                  </a:cubicBezTo>
                  <a:cubicBezTo>
                    <a:pt x="308414" y="275"/>
                    <a:pt x="318534" y="937"/>
                    <a:pt x="328621" y="2094"/>
                  </a:cubicBezTo>
                  <a:cubicBezTo>
                    <a:pt x="338709" y="3252"/>
                    <a:pt x="348763" y="4906"/>
                    <a:pt x="358751" y="6989"/>
                  </a:cubicBezTo>
                  <a:cubicBezTo>
                    <a:pt x="368706" y="9073"/>
                    <a:pt x="378595" y="11653"/>
                    <a:pt x="388384" y="14662"/>
                  </a:cubicBezTo>
                  <a:cubicBezTo>
                    <a:pt x="398141" y="17672"/>
                    <a:pt x="407765" y="21144"/>
                    <a:pt x="417257" y="25047"/>
                  </a:cubicBezTo>
                  <a:cubicBezTo>
                    <a:pt x="426716" y="28983"/>
                    <a:pt x="436009" y="33315"/>
                    <a:pt x="445071" y="3807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09A488D-91AE-1521-3F7C-74076324BFF4}"/>
                </a:ext>
              </a:extLst>
            </p:cNvPr>
            <p:cNvSpPr/>
            <p:nvPr/>
          </p:nvSpPr>
          <p:spPr>
            <a:xfrm>
              <a:off x="10685177" y="1942592"/>
              <a:ext cx="110503" cy="110376"/>
            </a:xfrm>
            <a:custGeom>
              <a:avLst/>
              <a:gdLst>
                <a:gd name="connsiteX0" fmla="*/ 173335 w 173335"/>
                <a:gd name="connsiteY0" fmla="*/ 86585 h 173136"/>
                <a:gd name="connsiteX1" fmla="*/ 171682 w 173335"/>
                <a:gd name="connsiteY1" fmla="*/ 103452 h 173136"/>
                <a:gd name="connsiteX2" fmla="*/ 166721 w 173335"/>
                <a:gd name="connsiteY2" fmla="*/ 119691 h 173136"/>
                <a:gd name="connsiteX3" fmla="*/ 158717 w 173335"/>
                <a:gd name="connsiteY3" fmla="*/ 134673 h 173136"/>
                <a:gd name="connsiteX4" fmla="*/ 147935 w 173335"/>
                <a:gd name="connsiteY4" fmla="*/ 147803 h 173136"/>
                <a:gd name="connsiteX5" fmla="*/ 134805 w 173335"/>
                <a:gd name="connsiteY5" fmla="*/ 158552 h 173136"/>
                <a:gd name="connsiteX6" fmla="*/ 119823 w 173335"/>
                <a:gd name="connsiteY6" fmla="*/ 166555 h 173136"/>
                <a:gd name="connsiteX7" fmla="*/ 103584 w 173335"/>
                <a:gd name="connsiteY7" fmla="*/ 171483 h 173136"/>
                <a:gd name="connsiteX8" fmla="*/ 86651 w 173335"/>
                <a:gd name="connsiteY8" fmla="*/ 173137 h 173136"/>
                <a:gd name="connsiteX9" fmla="*/ 69751 w 173335"/>
                <a:gd name="connsiteY9" fmla="*/ 171483 h 173136"/>
                <a:gd name="connsiteX10" fmla="*/ 53512 w 173335"/>
                <a:gd name="connsiteY10" fmla="*/ 166555 h 173136"/>
                <a:gd name="connsiteX11" fmla="*/ 38530 w 173335"/>
                <a:gd name="connsiteY11" fmla="*/ 158552 h 173136"/>
                <a:gd name="connsiteX12" fmla="*/ 25400 w 173335"/>
                <a:gd name="connsiteY12" fmla="*/ 147803 h 173136"/>
                <a:gd name="connsiteX13" fmla="*/ 14618 w 173335"/>
                <a:gd name="connsiteY13" fmla="*/ 134673 h 173136"/>
                <a:gd name="connsiteX14" fmla="*/ 6582 w 173335"/>
                <a:gd name="connsiteY14" fmla="*/ 119691 h 173136"/>
                <a:gd name="connsiteX15" fmla="*/ 1654 w 173335"/>
                <a:gd name="connsiteY15" fmla="*/ 103452 h 173136"/>
                <a:gd name="connsiteX16" fmla="*/ 0 w 173335"/>
                <a:gd name="connsiteY16" fmla="*/ 86585 h 173136"/>
                <a:gd name="connsiteX17" fmla="*/ 1654 w 173335"/>
                <a:gd name="connsiteY17" fmla="*/ 69685 h 173136"/>
                <a:gd name="connsiteX18" fmla="*/ 6582 w 173335"/>
                <a:gd name="connsiteY18" fmla="*/ 53446 h 173136"/>
                <a:gd name="connsiteX19" fmla="*/ 14618 w 173335"/>
                <a:gd name="connsiteY19" fmla="*/ 38497 h 173136"/>
                <a:gd name="connsiteX20" fmla="*/ 25400 w 173335"/>
                <a:gd name="connsiteY20" fmla="*/ 25367 h 173136"/>
                <a:gd name="connsiteX21" fmla="*/ 38530 w 173335"/>
                <a:gd name="connsiteY21" fmla="*/ 14585 h 173136"/>
                <a:gd name="connsiteX22" fmla="*/ 53512 w 173335"/>
                <a:gd name="connsiteY22" fmla="*/ 6615 h 173136"/>
                <a:gd name="connsiteX23" fmla="*/ 69751 w 173335"/>
                <a:gd name="connsiteY23" fmla="*/ 1687 h 173136"/>
                <a:gd name="connsiteX24" fmla="*/ 86651 w 173335"/>
                <a:gd name="connsiteY24" fmla="*/ 0 h 173136"/>
                <a:gd name="connsiteX25" fmla="*/ 103584 w 173335"/>
                <a:gd name="connsiteY25" fmla="*/ 1687 h 173136"/>
                <a:gd name="connsiteX26" fmla="*/ 119823 w 173335"/>
                <a:gd name="connsiteY26" fmla="*/ 6615 h 173136"/>
                <a:gd name="connsiteX27" fmla="*/ 134805 w 173335"/>
                <a:gd name="connsiteY27" fmla="*/ 14585 h 173136"/>
                <a:gd name="connsiteX28" fmla="*/ 147935 w 173335"/>
                <a:gd name="connsiteY28" fmla="*/ 25367 h 173136"/>
                <a:gd name="connsiteX29" fmla="*/ 158717 w 173335"/>
                <a:gd name="connsiteY29" fmla="*/ 38497 h 173136"/>
                <a:gd name="connsiteX30" fmla="*/ 166721 w 173335"/>
                <a:gd name="connsiteY30" fmla="*/ 53446 h 173136"/>
                <a:gd name="connsiteX31" fmla="*/ 171682 w 173335"/>
                <a:gd name="connsiteY31" fmla="*/ 69685 h 173136"/>
                <a:gd name="connsiteX32" fmla="*/ 173335 w 173335"/>
                <a:gd name="connsiteY32" fmla="*/ 86585 h 173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3335" h="173136">
                  <a:moveTo>
                    <a:pt x="173335" y="86585"/>
                  </a:moveTo>
                  <a:cubicBezTo>
                    <a:pt x="173335" y="92273"/>
                    <a:pt x="172773" y="97896"/>
                    <a:pt x="171682" y="103452"/>
                  </a:cubicBezTo>
                  <a:cubicBezTo>
                    <a:pt x="170557" y="109041"/>
                    <a:pt x="168903" y="114465"/>
                    <a:pt x="166721" y="119691"/>
                  </a:cubicBezTo>
                  <a:cubicBezTo>
                    <a:pt x="164571" y="124949"/>
                    <a:pt x="161892" y="129943"/>
                    <a:pt x="158717" y="134673"/>
                  </a:cubicBezTo>
                  <a:cubicBezTo>
                    <a:pt x="155575" y="139402"/>
                    <a:pt x="151970" y="143768"/>
                    <a:pt x="147935" y="147803"/>
                  </a:cubicBezTo>
                  <a:cubicBezTo>
                    <a:pt x="143933" y="151805"/>
                    <a:pt x="139535" y="155410"/>
                    <a:pt x="134805" y="158552"/>
                  </a:cubicBezTo>
                  <a:cubicBezTo>
                    <a:pt x="130076" y="161727"/>
                    <a:pt x="125082" y="164372"/>
                    <a:pt x="119823" y="166555"/>
                  </a:cubicBezTo>
                  <a:cubicBezTo>
                    <a:pt x="114565" y="168738"/>
                    <a:pt x="109141" y="170359"/>
                    <a:pt x="103584" y="171483"/>
                  </a:cubicBezTo>
                  <a:cubicBezTo>
                    <a:pt x="97995" y="172574"/>
                    <a:pt x="92373" y="173137"/>
                    <a:pt x="86651" y="173137"/>
                  </a:cubicBezTo>
                  <a:cubicBezTo>
                    <a:pt x="80963" y="173137"/>
                    <a:pt x="75340" y="172574"/>
                    <a:pt x="69751" y="171483"/>
                  </a:cubicBezTo>
                  <a:cubicBezTo>
                    <a:pt x="64161" y="170359"/>
                    <a:pt x="58771" y="168738"/>
                    <a:pt x="53512" y="166555"/>
                  </a:cubicBezTo>
                  <a:cubicBezTo>
                    <a:pt x="48253" y="164372"/>
                    <a:pt x="43259" y="161727"/>
                    <a:pt x="38530" y="158552"/>
                  </a:cubicBezTo>
                  <a:cubicBezTo>
                    <a:pt x="33801" y="155410"/>
                    <a:pt x="29402" y="151805"/>
                    <a:pt x="25400" y="147803"/>
                  </a:cubicBezTo>
                  <a:cubicBezTo>
                    <a:pt x="21365" y="143768"/>
                    <a:pt x="17760" y="139402"/>
                    <a:pt x="14618" y="134673"/>
                  </a:cubicBezTo>
                  <a:cubicBezTo>
                    <a:pt x="11443" y="129943"/>
                    <a:pt x="8764" y="124949"/>
                    <a:pt x="6582" y="119691"/>
                  </a:cubicBezTo>
                  <a:cubicBezTo>
                    <a:pt x="4432" y="114465"/>
                    <a:pt x="2778" y="109041"/>
                    <a:pt x="1654" y="103452"/>
                  </a:cubicBezTo>
                  <a:cubicBezTo>
                    <a:pt x="562" y="97896"/>
                    <a:pt x="0" y="92273"/>
                    <a:pt x="0" y="86585"/>
                  </a:cubicBezTo>
                  <a:cubicBezTo>
                    <a:pt x="0" y="80896"/>
                    <a:pt x="562" y="75274"/>
                    <a:pt x="1654" y="69685"/>
                  </a:cubicBezTo>
                  <a:cubicBezTo>
                    <a:pt x="2778" y="64128"/>
                    <a:pt x="4432" y="58704"/>
                    <a:pt x="6582" y="53446"/>
                  </a:cubicBezTo>
                  <a:cubicBezTo>
                    <a:pt x="8764" y="48187"/>
                    <a:pt x="11443" y="43193"/>
                    <a:pt x="14618" y="38497"/>
                  </a:cubicBezTo>
                  <a:cubicBezTo>
                    <a:pt x="17760" y="33767"/>
                    <a:pt x="21365" y="29369"/>
                    <a:pt x="25400" y="25367"/>
                  </a:cubicBezTo>
                  <a:cubicBezTo>
                    <a:pt x="29402" y="21332"/>
                    <a:pt x="33801" y="17760"/>
                    <a:pt x="38530" y="14585"/>
                  </a:cubicBezTo>
                  <a:cubicBezTo>
                    <a:pt x="43259" y="11443"/>
                    <a:pt x="48253" y="8764"/>
                    <a:pt x="53512" y="6615"/>
                  </a:cubicBezTo>
                  <a:cubicBezTo>
                    <a:pt x="58771" y="4432"/>
                    <a:pt x="64161" y="2778"/>
                    <a:pt x="69751" y="1687"/>
                  </a:cubicBezTo>
                  <a:cubicBezTo>
                    <a:pt x="75340" y="562"/>
                    <a:pt x="80963" y="0"/>
                    <a:pt x="86651" y="0"/>
                  </a:cubicBezTo>
                  <a:cubicBezTo>
                    <a:pt x="92373" y="0"/>
                    <a:pt x="97995" y="562"/>
                    <a:pt x="103584" y="1687"/>
                  </a:cubicBezTo>
                  <a:cubicBezTo>
                    <a:pt x="109141" y="2778"/>
                    <a:pt x="114565" y="4432"/>
                    <a:pt x="119823" y="6615"/>
                  </a:cubicBezTo>
                  <a:cubicBezTo>
                    <a:pt x="125082" y="8764"/>
                    <a:pt x="130076" y="11443"/>
                    <a:pt x="134805" y="14585"/>
                  </a:cubicBezTo>
                  <a:cubicBezTo>
                    <a:pt x="139535" y="17760"/>
                    <a:pt x="143933" y="21332"/>
                    <a:pt x="147935" y="25367"/>
                  </a:cubicBezTo>
                  <a:cubicBezTo>
                    <a:pt x="151970" y="29369"/>
                    <a:pt x="155575" y="33767"/>
                    <a:pt x="158717" y="38497"/>
                  </a:cubicBezTo>
                  <a:cubicBezTo>
                    <a:pt x="161892" y="43193"/>
                    <a:pt x="164571" y="48187"/>
                    <a:pt x="166721" y="53446"/>
                  </a:cubicBezTo>
                  <a:cubicBezTo>
                    <a:pt x="168903" y="58704"/>
                    <a:pt x="170557" y="64128"/>
                    <a:pt x="171682" y="69685"/>
                  </a:cubicBezTo>
                  <a:cubicBezTo>
                    <a:pt x="172773" y="75274"/>
                    <a:pt x="173335" y="80896"/>
                    <a:pt x="173335" y="8658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CE603EA-EF84-0CC5-43A7-C183FFDA079D}"/>
                </a:ext>
              </a:extLst>
            </p:cNvPr>
            <p:cNvSpPr/>
            <p:nvPr/>
          </p:nvSpPr>
          <p:spPr>
            <a:xfrm>
              <a:off x="11275596" y="2089949"/>
              <a:ext cx="162941" cy="141293"/>
            </a:xfrm>
            <a:custGeom>
              <a:avLst/>
              <a:gdLst>
                <a:gd name="connsiteX0" fmla="*/ 125025 w 255589"/>
                <a:gd name="connsiteY0" fmla="*/ 220698 h 221633"/>
                <a:gd name="connsiteX1" fmla="*/ 935 w 255589"/>
                <a:gd name="connsiteY1" fmla="*/ 124951 h 221633"/>
                <a:gd name="connsiteX2" fmla="*/ 96814 w 255589"/>
                <a:gd name="connsiteY2" fmla="*/ 1027 h 221633"/>
                <a:gd name="connsiteX3" fmla="*/ 255035 w 255589"/>
                <a:gd name="connsiteY3" fmla="*/ 92176 h 221633"/>
                <a:gd name="connsiteX4" fmla="*/ 125025 w 255589"/>
                <a:gd name="connsiteY4" fmla="*/ 220698 h 22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89" h="221633">
                  <a:moveTo>
                    <a:pt x="125025" y="220698"/>
                  </a:moveTo>
                  <a:cubicBezTo>
                    <a:pt x="64634" y="228569"/>
                    <a:pt x="8807" y="185938"/>
                    <a:pt x="935" y="124951"/>
                  </a:cubicBezTo>
                  <a:cubicBezTo>
                    <a:pt x="-6936" y="63965"/>
                    <a:pt x="35728" y="8899"/>
                    <a:pt x="96814" y="1027"/>
                  </a:cubicBezTo>
                  <a:cubicBezTo>
                    <a:pt x="157866" y="-6844"/>
                    <a:pt x="247163" y="31190"/>
                    <a:pt x="255035" y="92176"/>
                  </a:cubicBezTo>
                  <a:cubicBezTo>
                    <a:pt x="262906" y="153163"/>
                    <a:pt x="185449" y="212826"/>
                    <a:pt x="125025" y="22069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14B4286-73C2-4B28-56BE-8211B179607C}"/>
                </a:ext>
              </a:extLst>
            </p:cNvPr>
            <p:cNvSpPr/>
            <p:nvPr/>
          </p:nvSpPr>
          <p:spPr>
            <a:xfrm>
              <a:off x="11300422" y="2144219"/>
              <a:ext cx="98054" cy="32430"/>
            </a:xfrm>
            <a:custGeom>
              <a:avLst/>
              <a:gdLst>
                <a:gd name="connsiteX0" fmla="*/ 153749 w 153808"/>
                <a:gd name="connsiteY0" fmla="*/ 15515 h 50870"/>
                <a:gd name="connsiteX1" fmla="*/ 152856 w 153808"/>
                <a:gd name="connsiteY1" fmla="*/ 20278 h 50870"/>
                <a:gd name="connsiteX2" fmla="*/ 149053 w 153808"/>
                <a:gd name="connsiteY2" fmla="*/ 25206 h 50870"/>
                <a:gd name="connsiteX3" fmla="*/ 142472 w 153808"/>
                <a:gd name="connsiteY3" fmla="*/ 30200 h 50870"/>
                <a:gd name="connsiteX4" fmla="*/ 133376 w 153808"/>
                <a:gd name="connsiteY4" fmla="*/ 34962 h 50870"/>
                <a:gd name="connsiteX5" fmla="*/ 122099 w 153808"/>
                <a:gd name="connsiteY5" fmla="*/ 39394 h 50870"/>
                <a:gd name="connsiteX6" fmla="*/ 109101 w 153808"/>
                <a:gd name="connsiteY6" fmla="*/ 43264 h 50870"/>
                <a:gd name="connsiteX7" fmla="*/ 94880 w 153808"/>
                <a:gd name="connsiteY7" fmla="*/ 46472 h 50870"/>
                <a:gd name="connsiteX8" fmla="*/ 79931 w 153808"/>
                <a:gd name="connsiteY8" fmla="*/ 48853 h 50870"/>
                <a:gd name="connsiteX9" fmla="*/ 64882 w 153808"/>
                <a:gd name="connsiteY9" fmla="*/ 50341 h 50870"/>
                <a:gd name="connsiteX10" fmla="*/ 50297 w 153808"/>
                <a:gd name="connsiteY10" fmla="*/ 50870 h 50870"/>
                <a:gd name="connsiteX11" fmla="*/ 36737 w 153808"/>
                <a:gd name="connsiteY11" fmla="*/ 50407 h 50870"/>
                <a:gd name="connsiteX12" fmla="*/ 24732 w 153808"/>
                <a:gd name="connsiteY12" fmla="*/ 49018 h 50870"/>
                <a:gd name="connsiteX13" fmla="*/ 14711 w 153808"/>
                <a:gd name="connsiteY13" fmla="*/ 46703 h 50870"/>
                <a:gd name="connsiteX14" fmla="*/ 7071 w 153808"/>
                <a:gd name="connsiteY14" fmla="*/ 43561 h 50870"/>
                <a:gd name="connsiteX15" fmla="*/ 2143 w 153808"/>
                <a:gd name="connsiteY15" fmla="*/ 39725 h 50870"/>
                <a:gd name="connsiteX16" fmla="*/ 60 w 153808"/>
                <a:gd name="connsiteY16" fmla="*/ 35359 h 50870"/>
                <a:gd name="connsiteX17" fmla="*/ 953 w 153808"/>
                <a:gd name="connsiteY17" fmla="*/ 30597 h 50870"/>
                <a:gd name="connsiteX18" fmla="*/ 4756 w 153808"/>
                <a:gd name="connsiteY18" fmla="*/ 25636 h 50870"/>
                <a:gd name="connsiteX19" fmla="*/ 11337 w 153808"/>
                <a:gd name="connsiteY19" fmla="*/ 20675 h 50870"/>
                <a:gd name="connsiteX20" fmla="*/ 20432 w 153808"/>
                <a:gd name="connsiteY20" fmla="*/ 15912 h 50870"/>
                <a:gd name="connsiteX21" fmla="*/ 31710 w 153808"/>
                <a:gd name="connsiteY21" fmla="*/ 11480 h 50870"/>
                <a:gd name="connsiteX22" fmla="*/ 44708 w 153808"/>
                <a:gd name="connsiteY22" fmla="*/ 7611 h 50870"/>
                <a:gd name="connsiteX23" fmla="*/ 58929 w 153808"/>
                <a:gd name="connsiteY23" fmla="*/ 4403 h 50870"/>
                <a:gd name="connsiteX24" fmla="*/ 73878 w 153808"/>
                <a:gd name="connsiteY24" fmla="*/ 2022 h 50870"/>
                <a:gd name="connsiteX25" fmla="*/ 88926 w 153808"/>
                <a:gd name="connsiteY25" fmla="*/ 533 h 50870"/>
                <a:gd name="connsiteX26" fmla="*/ 103512 w 153808"/>
                <a:gd name="connsiteY26" fmla="*/ 4 h 50870"/>
                <a:gd name="connsiteX27" fmla="*/ 117072 w 153808"/>
                <a:gd name="connsiteY27" fmla="*/ 434 h 50870"/>
                <a:gd name="connsiteX28" fmla="*/ 129077 w 153808"/>
                <a:gd name="connsiteY28" fmla="*/ 1856 h 50870"/>
                <a:gd name="connsiteX29" fmla="*/ 139098 w 153808"/>
                <a:gd name="connsiteY29" fmla="*/ 4171 h 50870"/>
                <a:gd name="connsiteX30" fmla="*/ 146738 w 153808"/>
                <a:gd name="connsiteY30" fmla="*/ 7313 h 50870"/>
                <a:gd name="connsiteX31" fmla="*/ 151666 w 153808"/>
                <a:gd name="connsiteY31" fmla="*/ 11117 h 50870"/>
                <a:gd name="connsiteX32" fmla="*/ 153749 w 153808"/>
                <a:gd name="connsiteY32" fmla="*/ 15515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5"/>
                  </a:moveTo>
                  <a:cubicBezTo>
                    <a:pt x="153948" y="17037"/>
                    <a:pt x="153650" y="18624"/>
                    <a:pt x="152856" y="20278"/>
                  </a:cubicBezTo>
                  <a:cubicBezTo>
                    <a:pt x="152063" y="21898"/>
                    <a:pt x="150806" y="23552"/>
                    <a:pt x="149053" y="25206"/>
                  </a:cubicBezTo>
                  <a:cubicBezTo>
                    <a:pt x="147300" y="26892"/>
                    <a:pt x="145117" y="28546"/>
                    <a:pt x="142472" y="30200"/>
                  </a:cubicBezTo>
                  <a:cubicBezTo>
                    <a:pt x="139826" y="31820"/>
                    <a:pt x="136816" y="33408"/>
                    <a:pt x="133376" y="34962"/>
                  </a:cubicBezTo>
                  <a:cubicBezTo>
                    <a:pt x="129970" y="36517"/>
                    <a:pt x="126200" y="37972"/>
                    <a:pt x="122099" y="39394"/>
                  </a:cubicBezTo>
                  <a:cubicBezTo>
                    <a:pt x="118031" y="40783"/>
                    <a:pt x="113698" y="42073"/>
                    <a:pt x="109101" y="43264"/>
                  </a:cubicBezTo>
                  <a:cubicBezTo>
                    <a:pt x="104537" y="44454"/>
                    <a:pt x="99774" y="45513"/>
                    <a:pt x="94880" y="46472"/>
                  </a:cubicBezTo>
                  <a:cubicBezTo>
                    <a:pt x="89952" y="47398"/>
                    <a:pt x="84991" y="48191"/>
                    <a:pt x="79931" y="48853"/>
                  </a:cubicBezTo>
                  <a:cubicBezTo>
                    <a:pt x="74904" y="49481"/>
                    <a:pt x="69876" y="49977"/>
                    <a:pt x="64882" y="50341"/>
                  </a:cubicBezTo>
                  <a:cubicBezTo>
                    <a:pt x="59888" y="50672"/>
                    <a:pt x="55027" y="50837"/>
                    <a:pt x="50297" y="50870"/>
                  </a:cubicBezTo>
                  <a:cubicBezTo>
                    <a:pt x="45568" y="50870"/>
                    <a:pt x="41037" y="50738"/>
                    <a:pt x="36737" y="50407"/>
                  </a:cubicBezTo>
                  <a:cubicBezTo>
                    <a:pt x="32438" y="50110"/>
                    <a:pt x="28436" y="49647"/>
                    <a:pt x="24732" y="49018"/>
                  </a:cubicBezTo>
                  <a:cubicBezTo>
                    <a:pt x="21028" y="48390"/>
                    <a:pt x="17687" y="47596"/>
                    <a:pt x="14711" y="46703"/>
                  </a:cubicBezTo>
                  <a:cubicBezTo>
                    <a:pt x="11734" y="45777"/>
                    <a:pt x="9188" y="44752"/>
                    <a:pt x="7071" y="43561"/>
                  </a:cubicBezTo>
                  <a:cubicBezTo>
                    <a:pt x="4954" y="42404"/>
                    <a:pt x="3334" y="41114"/>
                    <a:pt x="2143" y="39725"/>
                  </a:cubicBezTo>
                  <a:cubicBezTo>
                    <a:pt x="953" y="38369"/>
                    <a:pt x="258" y="36914"/>
                    <a:pt x="60" y="35359"/>
                  </a:cubicBezTo>
                  <a:cubicBezTo>
                    <a:pt x="-139" y="33838"/>
                    <a:pt x="159" y="32250"/>
                    <a:pt x="953" y="30597"/>
                  </a:cubicBezTo>
                  <a:cubicBezTo>
                    <a:pt x="1746" y="28976"/>
                    <a:pt x="3003" y="27322"/>
                    <a:pt x="4756" y="25636"/>
                  </a:cubicBezTo>
                  <a:cubicBezTo>
                    <a:pt x="6509" y="23982"/>
                    <a:pt x="8692" y="22328"/>
                    <a:pt x="11337" y="20675"/>
                  </a:cubicBezTo>
                  <a:cubicBezTo>
                    <a:pt x="13983" y="19054"/>
                    <a:pt x="16993" y="17434"/>
                    <a:pt x="20432" y="15912"/>
                  </a:cubicBezTo>
                  <a:cubicBezTo>
                    <a:pt x="23872" y="14358"/>
                    <a:pt x="27609" y="12870"/>
                    <a:pt x="31710" y="11480"/>
                  </a:cubicBezTo>
                  <a:cubicBezTo>
                    <a:pt x="35778" y="10091"/>
                    <a:pt x="40111" y="8802"/>
                    <a:pt x="44708" y="7611"/>
                  </a:cubicBezTo>
                  <a:cubicBezTo>
                    <a:pt x="49272" y="6420"/>
                    <a:pt x="54035" y="5329"/>
                    <a:pt x="58929" y="4403"/>
                  </a:cubicBezTo>
                  <a:cubicBezTo>
                    <a:pt x="63857" y="3477"/>
                    <a:pt x="68818" y="2683"/>
                    <a:pt x="73878" y="2022"/>
                  </a:cubicBezTo>
                  <a:cubicBezTo>
                    <a:pt x="78905" y="1360"/>
                    <a:pt x="83932" y="864"/>
                    <a:pt x="88926" y="533"/>
                  </a:cubicBezTo>
                  <a:cubicBezTo>
                    <a:pt x="93920" y="203"/>
                    <a:pt x="98782" y="4"/>
                    <a:pt x="103512" y="4"/>
                  </a:cubicBezTo>
                  <a:cubicBezTo>
                    <a:pt x="108241" y="-29"/>
                    <a:pt x="112772" y="136"/>
                    <a:pt x="117072" y="434"/>
                  </a:cubicBezTo>
                  <a:cubicBezTo>
                    <a:pt x="121371" y="765"/>
                    <a:pt x="125373" y="1228"/>
                    <a:pt x="129077" y="1856"/>
                  </a:cubicBezTo>
                  <a:cubicBezTo>
                    <a:pt x="132814" y="2485"/>
                    <a:pt x="136155" y="3245"/>
                    <a:pt x="139098" y="4171"/>
                  </a:cubicBezTo>
                  <a:cubicBezTo>
                    <a:pt x="142075" y="5097"/>
                    <a:pt x="144621" y="6123"/>
                    <a:pt x="146738" y="7313"/>
                  </a:cubicBezTo>
                  <a:cubicBezTo>
                    <a:pt x="148855" y="8471"/>
                    <a:pt x="150508" y="9761"/>
                    <a:pt x="151666" y="11117"/>
                  </a:cubicBezTo>
                  <a:cubicBezTo>
                    <a:pt x="152856" y="12506"/>
                    <a:pt x="153551" y="13961"/>
                    <a:pt x="153749" y="1551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C2C6E89-6DF6-27BE-3709-28479D0A63D1}"/>
                </a:ext>
              </a:extLst>
            </p:cNvPr>
            <p:cNvSpPr/>
            <p:nvPr/>
          </p:nvSpPr>
          <p:spPr>
            <a:xfrm>
              <a:off x="11136737" y="1870340"/>
              <a:ext cx="158249" cy="143406"/>
            </a:xfrm>
            <a:custGeom>
              <a:avLst/>
              <a:gdLst>
                <a:gd name="connsiteX0" fmla="*/ 159648 w 248230"/>
                <a:gd name="connsiteY0" fmla="*/ 213678 h 224947"/>
                <a:gd name="connsiteX1" fmla="*/ 11283 w 248230"/>
                <a:gd name="connsiteY1" fmla="*/ 163176 h 224947"/>
                <a:gd name="connsiteX2" fmla="*/ 61819 w 248230"/>
                <a:gd name="connsiteY2" fmla="*/ 14976 h 224947"/>
                <a:gd name="connsiteX3" fmla="*/ 241074 w 248230"/>
                <a:gd name="connsiteY3" fmla="*/ 50397 h 224947"/>
                <a:gd name="connsiteX4" fmla="*/ 159648 w 248230"/>
                <a:gd name="connsiteY4" fmla="*/ 213678 h 22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30" h="224947">
                  <a:moveTo>
                    <a:pt x="159648" y="213678"/>
                  </a:moveTo>
                  <a:cubicBezTo>
                    <a:pt x="104516" y="240566"/>
                    <a:pt x="38204" y="217614"/>
                    <a:pt x="11283" y="163176"/>
                  </a:cubicBezTo>
                  <a:cubicBezTo>
                    <a:pt x="-15638" y="108771"/>
                    <a:pt x="7347" y="41864"/>
                    <a:pt x="61819" y="14976"/>
                  </a:cubicBezTo>
                  <a:cubicBezTo>
                    <a:pt x="116984" y="-11912"/>
                    <a:pt x="214152" y="-4041"/>
                    <a:pt x="241074" y="50397"/>
                  </a:cubicBezTo>
                  <a:cubicBezTo>
                    <a:pt x="267995" y="105464"/>
                    <a:pt x="214152" y="186790"/>
                    <a:pt x="159648" y="21367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983158A-8CC4-33F9-95E6-471D39B4CDA5}"/>
                </a:ext>
              </a:extLst>
            </p:cNvPr>
            <p:cNvSpPr/>
            <p:nvPr/>
          </p:nvSpPr>
          <p:spPr>
            <a:xfrm>
              <a:off x="11165697" y="1916185"/>
              <a:ext cx="89740" cy="51084"/>
            </a:xfrm>
            <a:custGeom>
              <a:avLst/>
              <a:gdLst>
                <a:gd name="connsiteX0" fmla="*/ 139985 w 140766"/>
                <a:gd name="connsiteY0" fmla="*/ 6099 h 80130"/>
                <a:gd name="connsiteX1" fmla="*/ 140680 w 140766"/>
                <a:gd name="connsiteY1" fmla="*/ 10862 h 80130"/>
                <a:gd name="connsiteX2" fmla="*/ 138662 w 140766"/>
                <a:gd name="connsiteY2" fmla="*/ 16782 h 80130"/>
                <a:gd name="connsiteX3" fmla="*/ 134032 w 140766"/>
                <a:gd name="connsiteY3" fmla="*/ 23595 h 80130"/>
                <a:gd name="connsiteX4" fmla="*/ 126955 w 140766"/>
                <a:gd name="connsiteY4" fmla="*/ 31036 h 80130"/>
                <a:gd name="connsiteX5" fmla="*/ 117694 w 140766"/>
                <a:gd name="connsiteY5" fmla="*/ 38809 h 80130"/>
                <a:gd name="connsiteX6" fmla="*/ 106615 w 140766"/>
                <a:gd name="connsiteY6" fmla="*/ 46647 h 80130"/>
                <a:gd name="connsiteX7" fmla="*/ 94146 w 140766"/>
                <a:gd name="connsiteY7" fmla="*/ 54254 h 80130"/>
                <a:gd name="connsiteX8" fmla="*/ 80752 w 140766"/>
                <a:gd name="connsiteY8" fmla="*/ 61265 h 80130"/>
                <a:gd name="connsiteX9" fmla="*/ 66993 w 140766"/>
                <a:gd name="connsiteY9" fmla="*/ 67516 h 80130"/>
                <a:gd name="connsiteX10" fmla="*/ 53334 w 140766"/>
                <a:gd name="connsiteY10" fmla="*/ 72675 h 80130"/>
                <a:gd name="connsiteX11" fmla="*/ 40337 w 140766"/>
                <a:gd name="connsiteY11" fmla="*/ 76578 h 80130"/>
                <a:gd name="connsiteX12" fmla="*/ 28496 w 140766"/>
                <a:gd name="connsiteY12" fmla="*/ 79091 h 80130"/>
                <a:gd name="connsiteX13" fmla="*/ 18277 w 140766"/>
                <a:gd name="connsiteY13" fmla="*/ 80117 h 80130"/>
                <a:gd name="connsiteX14" fmla="*/ 10042 w 140766"/>
                <a:gd name="connsiteY14" fmla="*/ 79588 h 80130"/>
                <a:gd name="connsiteX15" fmla="*/ 4155 w 140766"/>
                <a:gd name="connsiteY15" fmla="*/ 77537 h 80130"/>
                <a:gd name="connsiteX16" fmla="*/ 781 w 140766"/>
                <a:gd name="connsiteY16" fmla="*/ 74064 h 80130"/>
                <a:gd name="connsiteX17" fmla="*/ 87 w 140766"/>
                <a:gd name="connsiteY17" fmla="*/ 69269 h 80130"/>
                <a:gd name="connsiteX18" fmla="*/ 2104 w 140766"/>
                <a:gd name="connsiteY18" fmla="*/ 63349 h 80130"/>
                <a:gd name="connsiteX19" fmla="*/ 6734 w 140766"/>
                <a:gd name="connsiteY19" fmla="*/ 56536 h 80130"/>
                <a:gd name="connsiteX20" fmla="*/ 13845 w 140766"/>
                <a:gd name="connsiteY20" fmla="*/ 49094 h 80130"/>
                <a:gd name="connsiteX21" fmla="*/ 23072 w 140766"/>
                <a:gd name="connsiteY21" fmla="*/ 41322 h 80130"/>
                <a:gd name="connsiteX22" fmla="*/ 34152 w 140766"/>
                <a:gd name="connsiteY22" fmla="*/ 33484 h 80130"/>
                <a:gd name="connsiteX23" fmla="*/ 46620 w 140766"/>
                <a:gd name="connsiteY23" fmla="*/ 25910 h 80130"/>
                <a:gd name="connsiteX24" fmla="*/ 60015 w 140766"/>
                <a:gd name="connsiteY24" fmla="*/ 18866 h 80130"/>
                <a:gd name="connsiteX25" fmla="*/ 73773 w 140766"/>
                <a:gd name="connsiteY25" fmla="*/ 12648 h 80130"/>
                <a:gd name="connsiteX26" fmla="*/ 87432 w 140766"/>
                <a:gd name="connsiteY26" fmla="*/ 7455 h 80130"/>
                <a:gd name="connsiteX27" fmla="*/ 100430 w 140766"/>
                <a:gd name="connsiteY27" fmla="*/ 3553 h 80130"/>
                <a:gd name="connsiteX28" fmla="*/ 112270 w 140766"/>
                <a:gd name="connsiteY28" fmla="*/ 1039 h 80130"/>
                <a:gd name="connsiteX29" fmla="*/ 122490 w 140766"/>
                <a:gd name="connsiteY29" fmla="*/ 14 h 80130"/>
                <a:gd name="connsiteX30" fmla="*/ 130725 w 140766"/>
                <a:gd name="connsiteY30" fmla="*/ 543 h 80130"/>
                <a:gd name="connsiteX31" fmla="*/ 136612 w 140766"/>
                <a:gd name="connsiteY31" fmla="*/ 2594 h 80130"/>
                <a:gd name="connsiteX32" fmla="*/ 139985 w 140766"/>
                <a:gd name="connsiteY32" fmla="*/ 6099 h 8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0766" h="80130">
                  <a:moveTo>
                    <a:pt x="139985" y="6099"/>
                  </a:moveTo>
                  <a:cubicBezTo>
                    <a:pt x="140680" y="7489"/>
                    <a:pt x="140911" y="9076"/>
                    <a:pt x="140680" y="10862"/>
                  </a:cubicBezTo>
                  <a:cubicBezTo>
                    <a:pt x="140448" y="12681"/>
                    <a:pt x="139787" y="14632"/>
                    <a:pt x="138662" y="16782"/>
                  </a:cubicBezTo>
                  <a:cubicBezTo>
                    <a:pt x="137538" y="18932"/>
                    <a:pt x="135983" y="21214"/>
                    <a:pt x="134032" y="23595"/>
                  </a:cubicBezTo>
                  <a:cubicBezTo>
                    <a:pt x="132048" y="26009"/>
                    <a:pt x="129700" y="28490"/>
                    <a:pt x="126955" y="31036"/>
                  </a:cubicBezTo>
                  <a:cubicBezTo>
                    <a:pt x="124209" y="33616"/>
                    <a:pt x="121101" y="36196"/>
                    <a:pt x="117694" y="38809"/>
                  </a:cubicBezTo>
                  <a:cubicBezTo>
                    <a:pt x="114255" y="41454"/>
                    <a:pt x="110583" y="44067"/>
                    <a:pt x="106615" y="46647"/>
                  </a:cubicBezTo>
                  <a:cubicBezTo>
                    <a:pt x="102646" y="49260"/>
                    <a:pt x="98479" y="51773"/>
                    <a:pt x="94146" y="54254"/>
                  </a:cubicBezTo>
                  <a:cubicBezTo>
                    <a:pt x="89781" y="56701"/>
                    <a:pt x="85349" y="59049"/>
                    <a:pt x="80752" y="61265"/>
                  </a:cubicBezTo>
                  <a:cubicBezTo>
                    <a:pt x="76188" y="63514"/>
                    <a:pt x="71590" y="65598"/>
                    <a:pt x="66993" y="67516"/>
                  </a:cubicBezTo>
                  <a:cubicBezTo>
                    <a:pt x="62363" y="69434"/>
                    <a:pt x="57832" y="71154"/>
                    <a:pt x="53334" y="72675"/>
                  </a:cubicBezTo>
                  <a:cubicBezTo>
                    <a:pt x="48869" y="74197"/>
                    <a:pt x="44537" y="75520"/>
                    <a:pt x="40337" y="76578"/>
                  </a:cubicBezTo>
                  <a:cubicBezTo>
                    <a:pt x="36169" y="77669"/>
                    <a:pt x="32234" y="78496"/>
                    <a:pt x="28496" y="79091"/>
                  </a:cubicBezTo>
                  <a:cubicBezTo>
                    <a:pt x="24792" y="79687"/>
                    <a:pt x="21386" y="80017"/>
                    <a:pt x="18277" y="80117"/>
                  </a:cubicBezTo>
                  <a:cubicBezTo>
                    <a:pt x="15168" y="80183"/>
                    <a:pt x="12423" y="80017"/>
                    <a:pt x="10042" y="79588"/>
                  </a:cubicBezTo>
                  <a:cubicBezTo>
                    <a:pt x="7661" y="79158"/>
                    <a:pt x="5709" y="78463"/>
                    <a:pt x="4155" y="77537"/>
                  </a:cubicBezTo>
                  <a:cubicBezTo>
                    <a:pt x="2600" y="76611"/>
                    <a:pt x="1476" y="75453"/>
                    <a:pt x="781" y="74064"/>
                  </a:cubicBezTo>
                  <a:cubicBezTo>
                    <a:pt x="87" y="72675"/>
                    <a:pt x="-145" y="71055"/>
                    <a:pt x="87" y="69269"/>
                  </a:cubicBezTo>
                  <a:cubicBezTo>
                    <a:pt x="318" y="67450"/>
                    <a:pt x="980" y="65498"/>
                    <a:pt x="2104" y="63349"/>
                  </a:cubicBezTo>
                  <a:cubicBezTo>
                    <a:pt x="3229" y="61199"/>
                    <a:pt x="4783" y="58950"/>
                    <a:pt x="6734" y="56536"/>
                  </a:cubicBezTo>
                  <a:cubicBezTo>
                    <a:pt x="8719" y="54154"/>
                    <a:pt x="11067" y="51674"/>
                    <a:pt x="13845" y="49094"/>
                  </a:cubicBezTo>
                  <a:cubicBezTo>
                    <a:pt x="16590" y="46548"/>
                    <a:pt x="19666" y="43935"/>
                    <a:pt x="23072" y="41322"/>
                  </a:cubicBezTo>
                  <a:cubicBezTo>
                    <a:pt x="26512" y="38676"/>
                    <a:pt x="30183" y="36064"/>
                    <a:pt x="34152" y="33484"/>
                  </a:cubicBezTo>
                  <a:cubicBezTo>
                    <a:pt x="38121" y="30871"/>
                    <a:pt x="42288" y="28358"/>
                    <a:pt x="46620" y="25910"/>
                  </a:cubicBezTo>
                  <a:cubicBezTo>
                    <a:pt x="50986" y="23430"/>
                    <a:pt x="55451" y="21082"/>
                    <a:pt x="60015" y="18866"/>
                  </a:cubicBezTo>
                  <a:cubicBezTo>
                    <a:pt x="64579" y="16617"/>
                    <a:pt x="69176" y="14566"/>
                    <a:pt x="73773" y="12648"/>
                  </a:cubicBezTo>
                  <a:cubicBezTo>
                    <a:pt x="78403" y="10730"/>
                    <a:pt x="82934" y="9010"/>
                    <a:pt x="87432" y="7455"/>
                  </a:cubicBezTo>
                  <a:cubicBezTo>
                    <a:pt x="91930" y="5934"/>
                    <a:pt x="96230" y="4644"/>
                    <a:pt x="100430" y="3553"/>
                  </a:cubicBezTo>
                  <a:cubicBezTo>
                    <a:pt x="104597" y="2461"/>
                    <a:pt x="108566" y="1635"/>
                    <a:pt x="112270" y="1039"/>
                  </a:cubicBezTo>
                  <a:cubicBezTo>
                    <a:pt x="115974" y="444"/>
                    <a:pt x="119381" y="113"/>
                    <a:pt x="122490" y="14"/>
                  </a:cubicBezTo>
                  <a:cubicBezTo>
                    <a:pt x="125599" y="-52"/>
                    <a:pt x="128344" y="113"/>
                    <a:pt x="130725" y="543"/>
                  </a:cubicBezTo>
                  <a:cubicBezTo>
                    <a:pt x="133106" y="973"/>
                    <a:pt x="135057" y="1668"/>
                    <a:pt x="136612" y="2594"/>
                  </a:cubicBezTo>
                  <a:cubicBezTo>
                    <a:pt x="138199" y="3520"/>
                    <a:pt x="139324" y="4677"/>
                    <a:pt x="139985" y="609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21A6882-3A5D-60CD-7391-F9DC4B8294B9}"/>
                </a:ext>
              </a:extLst>
            </p:cNvPr>
            <p:cNvSpPr/>
            <p:nvPr/>
          </p:nvSpPr>
          <p:spPr>
            <a:xfrm>
              <a:off x="11201075" y="2317403"/>
              <a:ext cx="163106" cy="140885"/>
            </a:xfrm>
            <a:custGeom>
              <a:avLst/>
              <a:gdLst>
                <a:gd name="connsiteX0" fmla="*/ 119152 w 255849"/>
                <a:gd name="connsiteY0" fmla="*/ 220671 h 220992"/>
                <a:gd name="connsiteX1" fmla="*/ 321 w 255849"/>
                <a:gd name="connsiteY1" fmla="*/ 119038 h 220992"/>
                <a:gd name="connsiteX2" fmla="*/ 102087 w 255849"/>
                <a:gd name="connsiteY2" fmla="*/ 339 h 220992"/>
                <a:gd name="connsiteX3" fmla="*/ 255710 w 255849"/>
                <a:gd name="connsiteY3" fmla="*/ 99359 h 220992"/>
                <a:gd name="connsiteX4" fmla="*/ 119152 w 255849"/>
                <a:gd name="connsiteY4" fmla="*/ 220671 h 22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849" h="220992">
                  <a:moveTo>
                    <a:pt x="119152" y="220671"/>
                  </a:moveTo>
                  <a:cubicBezTo>
                    <a:pt x="58100" y="225268"/>
                    <a:pt x="4918" y="180024"/>
                    <a:pt x="321" y="119038"/>
                  </a:cubicBezTo>
                  <a:cubicBezTo>
                    <a:pt x="-4276" y="58051"/>
                    <a:pt x="41001" y="4936"/>
                    <a:pt x="102087" y="339"/>
                  </a:cubicBezTo>
                  <a:cubicBezTo>
                    <a:pt x="163139" y="-4258"/>
                    <a:pt x="250452" y="38373"/>
                    <a:pt x="255710" y="99359"/>
                  </a:cubicBezTo>
                  <a:cubicBezTo>
                    <a:pt x="259646" y="160346"/>
                    <a:pt x="179543" y="216074"/>
                    <a:pt x="119152" y="22067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F7B23F5-D709-D9C0-FA3C-E8578F8C557E}"/>
                </a:ext>
              </a:extLst>
            </p:cNvPr>
            <p:cNvSpPr/>
            <p:nvPr/>
          </p:nvSpPr>
          <p:spPr>
            <a:xfrm>
              <a:off x="11225764" y="2372401"/>
              <a:ext cx="98517" cy="30961"/>
            </a:xfrm>
            <a:custGeom>
              <a:avLst/>
              <a:gdLst>
                <a:gd name="connsiteX0" fmla="*/ 154509 w 154534"/>
                <a:gd name="connsiteY0" fmla="*/ 18347 h 48566"/>
                <a:gd name="connsiteX1" fmla="*/ 153384 w 154534"/>
                <a:gd name="connsiteY1" fmla="*/ 23043 h 48566"/>
                <a:gd name="connsiteX2" fmla="*/ 149349 w 154534"/>
                <a:gd name="connsiteY2" fmla="*/ 27806 h 48566"/>
                <a:gd name="connsiteX3" fmla="*/ 142503 w 154534"/>
                <a:gd name="connsiteY3" fmla="*/ 32436 h 48566"/>
                <a:gd name="connsiteX4" fmla="*/ 133177 w 154534"/>
                <a:gd name="connsiteY4" fmla="*/ 36735 h 48566"/>
                <a:gd name="connsiteX5" fmla="*/ 121700 w 154534"/>
                <a:gd name="connsiteY5" fmla="*/ 40572 h 48566"/>
                <a:gd name="connsiteX6" fmla="*/ 108504 w 154534"/>
                <a:gd name="connsiteY6" fmla="*/ 43747 h 48566"/>
                <a:gd name="connsiteX7" fmla="*/ 94117 w 154534"/>
                <a:gd name="connsiteY7" fmla="*/ 46227 h 48566"/>
                <a:gd name="connsiteX8" fmla="*/ 79069 w 154534"/>
                <a:gd name="connsiteY8" fmla="*/ 47815 h 48566"/>
                <a:gd name="connsiteX9" fmla="*/ 63988 w 154534"/>
                <a:gd name="connsiteY9" fmla="*/ 48542 h 48566"/>
                <a:gd name="connsiteX10" fmla="*/ 49370 w 154534"/>
                <a:gd name="connsiteY10" fmla="*/ 48311 h 48566"/>
                <a:gd name="connsiteX11" fmla="*/ 35876 w 154534"/>
                <a:gd name="connsiteY11" fmla="*/ 47153 h 48566"/>
                <a:gd name="connsiteX12" fmla="*/ 23937 w 154534"/>
                <a:gd name="connsiteY12" fmla="*/ 45136 h 48566"/>
                <a:gd name="connsiteX13" fmla="*/ 14048 w 154534"/>
                <a:gd name="connsiteY13" fmla="*/ 42292 h 48566"/>
                <a:gd name="connsiteX14" fmla="*/ 6606 w 154534"/>
                <a:gd name="connsiteY14" fmla="*/ 38786 h 48566"/>
                <a:gd name="connsiteX15" fmla="*/ 1844 w 154534"/>
                <a:gd name="connsiteY15" fmla="*/ 34685 h 48566"/>
                <a:gd name="connsiteX16" fmla="*/ 25 w 154534"/>
                <a:gd name="connsiteY16" fmla="*/ 30220 h 48566"/>
                <a:gd name="connsiteX17" fmla="*/ 1149 w 154534"/>
                <a:gd name="connsiteY17" fmla="*/ 25524 h 48566"/>
                <a:gd name="connsiteX18" fmla="*/ 5217 w 154534"/>
                <a:gd name="connsiteY18" fmla="*/ 20761 h 48566"/>
                <a:gd name="connsiteX19" fmla="*/ 12030 w 154534"/>
                <a:gd name="connsiteY19" fmla="*/ 16131 h 48566"/>
                <a:gd name="connsiteX20" fmla="*/ 21357 w 154534"/>
                <a:gd name="connsiteY20" fmla="*/ 11831 h 48566"/>
                <a:gd name="connsiteX21" fmla="*/ 32833 w 154534"/>
                <a:gd name="connsiteY21" fmla="*/ 7995 h 48566"/>
                <a:gd name="connsiteX22" fmla="*/ 46029 w 154534"/>
                <a:gd name="connsiteY22" fmla="*/ 4820 h 48566"/>
                <a:gd name="connsiteX23" fmla="*/ 60416 w 154534"/>
                <a:gd name="connsiteY23" fmla="*/ 2339 h 48566"/>
                <a:gd name="connsiteX24" fmla="*/ 75464 w 154534"/>
                <a:gd name="connsiteY24" fmla="*/ 752 h 48566"/>
                <a:gd name="connsiteX25" fmla="*/ 90579 w 154534"/>
                <a:gd name="connsiteY25" fmla="*/ 24 h 48566"/>
                <a:gd name="connsiteX26" fmla="*/ 105164 w 154534"/>
                <a:gd name="connsiteY26" fmla="*/ 256 h 48566"/>
                <a:gd name="connsiteX27" fmla="*/ 118691 w 154534"/>
                <a:gd name="connsiteY27" fmla="*/ 1413 h 48566"/>
                <a:gd name="connsiteX28" fmla="*/ 130630 w 154534"/>
                <a:gd name="connsiteY28" fmla="*/ 3431 h 48566"/>
                <a:gd name="connsiteX29" fmla="*/ 140486 w 154534"/>
                <a:gd name="connsiteY29" fmla="*/ 6275 h 48566"/>
                <a:gd name="connsiteX30" fmla="*/ 147960 w 154534"/>
                <a:gd name="connsiteY30" fmla="*/ 9781 h 48566"/>
                <a:gd name="connsiteX31" fmla="*/ 152690 w 154534"/>
                <a:gd name="connsiteY31" fmla="*/ 13882 h 48566"/>
                <a:gd name="connsiteX32" fmla="*/ 154509 w 154534"/>
                <a:gd name="connsiteY32" fmla="*/ 18347 h 4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4534" h="48566">
                  <a:moveTo>
                    <a:pt x="154509" y="18347"/>
                  </a:moveTo>
                  <a:cubicBezTo>
                    <a:pt x="154641" y="19901"/>
                    <a:pt x="154277" y="21456"/>
                    <a:pt x="153384" y="23043"/>
                  </a:cubicBezTo>
                  <a:cubicBezTo>
                    <a:pt x="152524" y="24631"/>
                    <a:pt x="151168" y="26218"/>
                    <a:pt x="149349" y="27806"/>
                  </a:cubicBezTo>
                  <a:cubicBezTo>
                    <a:pt x="147497" y="29393"/>
                    <a:pt x="145215" y="30914"/>
                    <a:pt x="142503" y="32436"/>
                  </a:cubicBezTo>
                  <a:cubicBezTo>
                    <a:pt x="139791" y="33924"/>
                    <a:pt x="136682" y="35379"/>
                    <a:pt x="133177" y="36735"/>
                  </a:cubicBezTo>
                  <a:cubicBezTo>
                    <a:pt x="129671" y="38091"/>
                    <a:pt x="125834" y="39381"/>
                    <a:pt x="121700" y="40572"/>
                  </a:cubicBezTo>
                  <a:cubicBezTo>
                    <a:pt x="117533" y="41729"/>
                    <a:pt x="113134" y="42821"/>
                    <a:pt x="108504" y="43747"/>
                  </a:cubicBezTo>
                  <a:cubicBezTo>
                    <a:pt x="103874" y="44706"/>
                    <a:pt x="99078" y="45533"/>
                    <a:pt x="94117" y="46227"/>
                  </a:cubicBezTo>
                  <a:cubicBezTo>
                    <a:pt x="89156" y="46889"/>
                    <a:pt x="84162" y="47418"/>
                    <a:pt x="79069" y="47815"/>
                  </a:cubicBezTo>
                  <a:cubicBezTo>
                    <a:pt x="74009" y="48212"/>
                    <a:pt x="68982" y="48443"/>
                    <a:pt x="63988" y="48542"/>
                  </a:cubicBezTo>
                  <a:cubicBezTo>
                    <a:pt x="58994" y="48608"/>
                    <a:pt x="54132" y="48542"/>
                    <a:pt x="49370" y="48311"/>
                  </a:cubicBezTo>
                  <a:cubicBezTo>
                    <a:pt x="44640" y="48079"/>
                    <a:pt x="40142" y="47682"/>
                    <a:pt x="35876" y="47153"/>
                  </a:cubicBezTo>
                  <a:cubicBezTo>
                    <a:pt x="31576" y="46624"/>
                    <a:pt x="27608" y="45930"/>
                    <a:pt x="23937" y="45136"/>
                  </a:cubicBezTo>
                  <a:cubicBezTo>
                    <a:pt x="20266" y="44309"/>
                    <a:pt x="16958" y="43350"/>
                    <a:pt x="14048" y="42292"/>
                  </a:cubicBezTo>
                  <a:cubicBezTo>
                    <a:pt x="11137" y="41233"/>
                    <a:pt x="8657" y="40043"/>
                    <a:pt x="6606" y="38786"/>
                  </a:cubicBezTo>
                  <a:cubicBezTo>
                    <a:pt x="4556" y="37496"/>
                    <a:pt x="2968" y="36140"/>
                    <a:pt x="1844" y="34685"/>
                  </a:cubicBezTo>
                  <a:cubicBezTo>
                    <a:pt x="753" y="33263"/>
                    <a:pt x="157" y="31774"/>
                    <a:pt x="25" y="30220"/>
                  </a:cubicBezTo>
                  <a:cubicBezTo>
                    <a:pt x="-107" y="28665"/>
                    <a:pt x="290" y="27111"/>
                    <a:pt x="1149" y="25524"/>
                  </a:cubicBezTo>
                  <a:cubicBezTo>
                    <a:pt x="2009" y="23936"/>
                    <a:pt x="3365" y="22349"/>
                    <a:pt x="5217" y="20761"/>
                  </a:cubicBezTo>
                  <a:cubicBezTo>
                    <a:pt x="7036" y="19174"/>
                    <a:pt x="9318" y="17652"/>
                    <a:pt x="12030" y="16131"/>
                  </a:cubicBezTo>
                  <a:cubicBezTo>
                    <a:pt x="14742" y="14643"/>
                    <a:pt x="17851" y="13187"/>
                    <a:pt x="21357" y="11831"/>
                  </a:cubicBezTo>
                  <a:cubicBezTo>
                    <a:pt x="24863" y="10475"/>
                    <a:pt x="28699" y="9186"/>
                    <a:pt x="32833" y="7995"/>
                  </a:cubicBezTo>
                  <a:cubicBezTo>
                    <a:pt x="37000" y="6837"/>
                    <a:pt x="41399" y="5746"/>
                    <a:pt x="46029" y="4820"/>
                  </a:cubicBezTo>
                  <a:cubicBezTo>
                    <a:pt x="50660" y="3861"/>
                    <a:pt x="55455" y="3034"/>
                    <a:pt x="60416" y="2339"/>
                  </a:cubicBezTo>
                  <a:cubicBezTo>
                    <a:pt x="65377" y="1678"/>
                    <a:pt x="70371" y="1149"/>
                    <a:pt x="75464" y="752"/>
                  </a:cubicBezTo>
                  <a:cubicBezTo>
                    <a:pt x="80524" y="355"/>
                    <a:pt x="85552" y="124"/>
                    <a:pt x="90579" y="24"/>
                  </a:cubicBezTo>
                  <a:cubicBezTo>
                    <a:pt x="95573" y="-42"/>
                    <a:pt x="100434" y="24"/>
                    <a:pt x="105164" y="256"/>
                  </a:cubicBezTo>
                  <a:cubicBezTo>
                    <a:pt x="109893" y="487"/>
                    <a:pt x="114391" y="884"/>
                    <a:pt x="118691" y="1413"/>
                  </a:cubicBezTo>
                  <a:cubicBezTo>
                    <a:pt x="122957" y="1943"/>
                    <a:pt x="126959" y="2637"/>
                    <a:pt x="130630" y="3431"/>
                  </a:cubicBezTo>
                  <a:cubicBezTo>
                    <a:pt x="134301" y="4258"/>
                    <a:pt x="137575" y="5217"/>
                    <a:pt x="140486" y="6275"/>
                  </a:cubicBezTo>
                  <a:cubicBezTo>
                    <a:pt x="143429" y="7333"/>
                    <a:pt x="145910" y="8524"/>
                    <a:pt x="147960" y="9781"/>
                  </a:cubicBezTo>
                  <a:cubicBezTo>
                    <a:pt x="150011" y="11071"/>
                    <a:pt x="151565" y="12427"/>
                    <a:pt x="152690" y="13882"/>
                  </a:cubicBezTo>
                  <a:cubicBezTo>
                    <a:pt x="153781" y="15304"/>
                    <a:pt x="154409" y="16792"/>
                    <a:pt x="154509" y="1834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AB98D9B-B3E1-063C-4526-4AAB0CBFBA82}"/>
                </a:ext>
              </a:extLst>
            </p:cNvPr>
            <p:cNvSpPr/>
            <p:nvPr/>
          </p:nvSpPr>
          <p:spPr>
            <a:xfrm>
              <a:off x="9794939" y="2263503"/>
              <a:ext cx="162933" cy="140904"/>
            </a:xfrm>
            <a:custGeom>
              <a:avLst/>
              <a:gdLst>
                <a:gd name="connsiteX0" fmla="*/ 158809 w 255577"/>
                <a:gd name="connsiteY0" fmla="*/ 219990 h 221023"/>
                <a:gd name="connsiteX1" fmla="*/ 254654 w 255577"/>
                <a:gd name="connsiteY1" fmla="*/ 96033 h 221023"/>
                <a:gd name="connsiteX2" fmla="*/ 130564 w 255577"/>
                <a:gd name="connsiteY2" fmla="*/ 948 h 221023"/>
                <a:gd name="connsiteX3" fmla="*/ 555 w 255577"/>
                <a:gd name="connsiteY3" fmla="*/ 129469 h 221023"/>
                <a:gd name="connsiteX4" fmla="*/ 158809 w 255577"/>
                <a:gd name="connsiteY4" fmla="*/ 219990 h 22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577" h="221023">
                  <a:moveTo>
                    <a:pt x="158809" y="219990"/>
                  </a:moveTo>
                  <a:cubicBezTo>
                    <a:pt x="219200" y="212119"/>
                    <a:pt x="262525" y="157019"/>
                    <a:pt x="254654" y="96033"/>
                  </a:cubicBezTo>
                  <a:cubicBezTo>
                    <a:pt x="246783" y="35046"/>
                    <a:pt x="190989" y="-6923"/>
                    <a:pt x="130564" y="948"/>
                  </a:cubicBezTo>
                  <a:cubicBezTo>
                    <a:pt x="70173" y="8819"/>
                    <a:pt x="-7316" y="68483"/>
                    <a:pt x="555" y="129469"/>
                  </a:cubicBezTo>
                  <a:cubicBezTo>
                    <a:pt x="8459" y="190456"/>
                    <a:pt x="98385" y="227828"/>
                    <a:pt x="158809" y="21999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748E42A-26DD-2FFB-14A3-893DBFEDA4F3}"/>
                </a:ext>
              </a:extLst>
            </p:cNvPr>
            <p:cNvSpPr/>
            <p:nvPr/>
          </p:nvSpPr>
          <p:spPr>
            <a:xfrm>
              <a:off x="9834577" y="2318146"/>
              <a:ext cx="98054" cy="32430"/>
            </a:xfrm>
            <a:custGeom>
              <a:avLst/>
              <a:gdLst>
                <a:gd name="connsiteX0" fmla="*/ 153749 w 153808"/>
                <a:gd name="connsiteY0" fmla="*/ 15511 h 50870"/>
                <a:gd name="connsiteX1" fmla="*/ 152856 w 153808"/>
                <a:gd name="connsiteY1" fmla="*/ 20274 h 50870"/>
                <a:gd name="connsiteX2" fmla="*/ 149053 w 153808"/>
                <a:gd name="connsiteY2" fmla="*/ 25235 h 50870"/>
                <a:gd name="connsiteX3" fmla="*/ 142472 w 153808"/>
                <a:gd name="connsiteY3" fmla="*/ 30196 h 50870"/>
                <a:gd name="connsiteX4" fmla="*/ 133376 w 153808"/>
                <a:gd name="connsiteY4" fmla="*/ 34958 h 50870"/>
                <a:gd name="connsiteX5" fmla="*/ 122132 w 153808"/>
                <a:gd name="connsiteY5" fmla="*/ 39390 h 50870"/>
                <a:gd name="connsiteX6" fmla="*/ 109101 w 153808"/>
                <a:gd name="connsiteY6" fmla="*/ 43259 h 50870"/>
                <a:gd name="connsiteX7" fmla="*/ 94880 w 153808"/>
                <a:gd name="connsiteY7" fmla="*/ 46467 h 50870"/>
                <a:gd name="connsiteX8" fmla="*/ 79931 w 153808"/>
                <a:gd name="connsiteY8" fmla="*/ 48849 h 50870"/>
                <a:gd name="connsiteX9" fmla="*/ 64882 w 153808"/>
                <a:gd name="connsiteY9" fmla="*/ 50337 h 50870"/>
                <a:gd name="connsiteX10" fmla="*/ 50297 w 153808"/>
                <a:gd name="connsiteY10" fmla="*/ 50866 h 50870"/>
                <a:gd name="connsiteX11" fmla="*/ 36737 w 153808"/>
                <a:gd name="connsiteY11" fmla="*/ 50436 h 50870"/>
                <a:gd name="connsiteX12" fmla="*/ 24732 w 153808"/>
                <a:gd name="connsiteY12" fmla="*/ 49014 h 50870"/>
                <a:gd name="connsiteX13" fmla="*/ 14711 w 153808"/>
                <a:gd name="connsiteY13" fmla="*/ 46699 h 50870"/>
                <a:gd name="connsiteX14" fmla="*/ 7071 w 153808"/>
                <a:gd name="connsiteY14" fmla="*/ 43557 h 50870"/>
                <a:gd name="connsiteX15" fmla="*/ 2143 w 153808"/>
                <a:gd name="connsiteY15" fmla="*/ 39754 h 50870"/>
                <a:gd name="connsiteX16" fmla="*/ 60 w 153808"/>
                <a:gd name="connsiteY16" fmla="*/ 35355 h 50870"/>
                <a:gd name="connsiteX17" fmla="*/ 953 w 153808"/>
                <a:gd name="connsiteY17" fmla="*/ 30626 h 50870"/>
                <a:gd name="connsiteX18" fmla="*/ 4756 w 153808"/>
                <a:gd name="connsiteY18" fmla="*/ 25665 h 50870"/>
                <a:gd name="connsiteX19" fmla="*/ 11337 w 153808"/>
                <a:gd name="connsiteY19" fmla="*/ 20671 h 50870"/>
                <a:gd name="connsiteX20" fmla="*/ 20432 w 153808"/>
                <a:gd name="connsiteY20" fmla="*/ 15908 h 50870"/>
                <a:gd name="connsiteX21" fmla="*/ 31710 w 153808"/>
                <a:gd name="connsiteY21" fmla="*/ 11476 h 50870"/>
                <a:gd name="connsiteX22" fmla="*/ 44708 w 153808"/>
                <a:gd name="connsiteY22" fmla="*/ 7607 h 50870"/>
                <a:gd name="connsiteX23" fmla="*/ 58929 w 153808"/>
                <a:gd name="connsiteY23" fmla="*/ 4399 h 50870"/>
                <a:gd name="connsiteX24" fmla="*/ 73878 w 153808"/>
                <a:gd name="connsiteY24" fmla="*/ 2017 h 50870"/>
                <a:gd name="connsiteX25" fmla="*/ 88926 w 153808"/>
                <a:gd name="connsiteY25" fmla="*/ 529 h 50870"/>
                <a:gd name="connsiteX26" fmla="*/ 103512 w 153808"/>
                <a:gd name="connsiteY26" fmla="*/ 0 h 50870"/>
                <a:gd name="connsiteX27" fmla="*/ 117072 w 153808"/>
                <a:gd name="connsiteY27" fmla="*/ 463 h 50870"/>
                <a:gd name="connsiteX28" fmla="*/ 129077 w 153808"/>
                <a:gd name="connsiteY28" fmla="*/ 1852 h 50870"/>
                <a:gd name="connsiteX29" fmla="*/ 139098 w 153808"/>
                <a:gd name="connsiteY29" fmla="*/ 4167 h 50870"/>
                <a:gd name="connsiteX30" fmla="*/ 146738 w 153808"/>
                <a:gd name="connsiteY30" fmla="*/ 7309 h 50870"/>
                <a:gd name="connsiteX31" fmla="*/ 151666 w 153808"/>
                <a:gd name="connsiteY31" fmla="*/ 11146 h 50870"/>
                <a:gd name="connsiteX32" fmla="*/ 153749 w 153808"/>
                <a:gd name="connsiteY32" fmla="*/ 15511 h 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3808" h="50870">
                  <a:moveTo>
                    <a:pt x="153749" y="15511"/>
                  </a:moveTo>
                  <a:cubicBezTo>
                    <a:pt x="153948" y="17033"/>
                    <a:pt x="153650" y="18620"/>
                    <a:pt x="152856" y="20274"/>
                  </a:cubicBezTo>
                  <a:cubicBezTo>
                    <a:pt x="152063" y="21894"/>
                    <a:pt x="150806" y="23548"/>
                    <a:pt x="149053" y="25235"/>
                  </a:cubicBezTo>
                  <a:cubicBezTo>
                    <a:pt x="147300" y="26888"/>
                    <a:pt x="145117" y="28542"/>
                    <a:pt x="142472" y="30196"/>
                  </a:cubicBezTo>
                  <a:cubicBezTo>
                    <a:pt x="139826" y="31816"/>
                    <a:pt x="136816" y="33437"/>
                    <a:pt x="133376" y="34958"/>
                  </a:cubicBezTo>
                  <a:cubicBezTo>
                    <a:pt x="129970" y="36513"/>
                    <a:pt x="126200" y="38001"/>
                    <a:pt x="122132" y="39390"/>
                  </a:cubicBezTo>
                  <a:cubicBezTo>
                    <a:pt x="118031" y="40779"/>
                    <a:pt x="113698" y="42069"/>
                    <a:pt x="109101" y="43259"/>
                  </a:cubicBezTo>
                  <a:cubicBezTo>
                    <a:pt x="104537" y="44450"/>
                    <a:pt x="99774" y="45541"/>
                    <a:pt x="94880" y="46467"/>
                  </a:cubicBezTo>
                  <a:cubicBezTo>
                    <a:pt x="89952" y="47393"/>
                    <a:pt x="84991" y="48187"/>
                    <a:pt x="79931" y="48849"/>
                  </a:cubicBezTo>
                  <a:cubicBezTo>
                    <a:pt x="74904" y="49510"/>
                    <a:pt x="69876" y="50006"/>
                    <a:pt x="64882" y="50337"/>
                  </a:cubicBezTo>
                  <a:cubicBezTo>
                    <a:pt x="59922" y="50668"/>
                    <a:pt x="55027" y="50866"/>
                    <a:pt x="50297" y="50866"/>
                  </a:cubicBezTo>
                  <a:cubicBezTo>
                    <a:pt x="45568" y="50899"/>
                    <a:pt x="41037" y="50734"/>
                    <a:pt x="36737" y="50436"/>
                  </a:cubicBezTo>
                  <a:cubicBezTo>
                    <a:pt x="32438" y="50105"/>
                    <a:pt x="28436" y="49642"/>
                    <a:pt x="24732" y="49014"/>
                  </a:cubicBezTo>
                  <a:cubicBezTo>
                    <a:pt x="21028" y="48386"/>
                    <a:pt x="17687" y="47625"/>
                    <a:pt x="14711" y="46699"/>
                  </a:cubicBezTo>
                  <a:cubicBezTo>
                    <a:pt x="11734" y="45773"/>
                    <a:pt x="9188" y="44748"/>
                    <a:pt x="7071" y="43557"/>
                  </a:cubicBezTo>
                  <a:cubicBezTo>
                    <a:pt x="4954" y="42399"/>
                    <a:pt x="3334" y="41110"/>
                    <a:pt x="2143" y="39754"/>
                  </a:cubicBezTo>
                  <a:cubicBezTo>
                    <a:pt x="953" y="38365"/>
                    <a:pt x="258" y="36909"/>
                    <a:pt x="60" y="35355"/>
                  </a:cubicBezTo>
                  <a:cubicBezTo>
                    <a:pt x="-139" y="33834"/>
                    <a:pt x="159" y="32246"/>
                    <a:pt x="953" y="30626"/>
                  </a:cubicBezTo>
                  <a:cubicBezTo>
                    <a:pt x="1746" y="28972"/>
                    <a:pt x="3003" y="27318"/>
                    <a:pt x="4756" y="25665"/>
                  </a:cubicBezTo>
                  <a:cubicBezTo>
                    <a:pt x="6509" y="23978"/>
                    <a:pt x="8692" y="22324"/>
                    <a:pt x="11337" y="20671"/>
                  </a:cubicBezTo>
                  <a:cubicBezTo>
                    <a:pt x="13983" y="19050"/>
                    <a:pt x="16993" y="17463"/>
                    <a:pt x="20432" y="15908"/>
                  </a:cubicBezTo>
                  <a:cubicBezTo>
                    <a:pt x="23872" y="14354"/>
                    <a:pt x="27609" y="12898"/>
                    <a:pt x="31710" y="11476"/>
                  </a:cubicBezTo>
                  <a:cubicBezTo>
                    <a:pt x="35778" y="10087"/>
                    <a:pt x="40111" y="8797"/>
                    <a:pt x="44708" y="7607"/>
                  </a:cubicBezTo>
                  <a:cubicBezTo>
                    <a:pt x="49272" y="6416"/>
                    <a:pt x="54035" y="5358"/>
                    <a:pt x="58929" y="4399"/>
                  </a:cubicBezTo>
                  <a:cubicBezTo>
                    <a:pt x="63857" y="3473"/>
                    <a:pt x="68818" y="2679"/>
                    <a:pt x="73878" y="2017"/>
                  </a:cubicBezTo>
                  <a:cubicBezTo>
                    <a:pt x="78905" y="1389"/>
                    <a:pt x="83932" y="893"/>
                    <a:pt x="88926" y="529"/>
                  </a:cubicBezTo>
                  <a:cubicBezTo>
                    <a:pt x="93920" y="198"/>
                    <a:pt x="98782" y="33"/>
                    <a:pt x="103512" y="0"/>
                  </a:cubicBezTo>
                  <a:cubicBezTo>
                    <a:pt x="108241" y="0"/>
                    <a:pt x="112772" y="132"/>
                    <a:pt x="117072" y="463"/>
                  </a:cubicBezTo>
                  <a:cubicBezTo>
                    <a:pt x="121371" y="761"/>
                    <a:pt x="125373" y="1224"/>
                    <a:pt x="129077" y="1852"/>
                  </a:cubicBezTo>
                  <a:cubicBezTo>
                    <a:pt x="132814" y="2480"/>
                    <a:pt x="136155" y="3274"/>
                    <a:pt x="139098" y="4167"/>
                  </a:cubicBezTo>
                  <a:cubicBezTo>
                    <a:pt x="142075" y="5093"/>
                    <a:pt x="144621" y="6118"/>
                    <a:pt x="146738" y="7309"/>
                  </a:cubicBezTo>
                  <a:cubicBezTo>
                    <a:pt x="148855" y="8467"/>
                    <a:pt x="150508" y="9757"/>
                    <a:pt x="151666" y="11146"/>
                  </a:cubicBezTo>
                  <a:cubicBezTo>
                    <a:pt x="152856" y="12502"/>
                    <a:pt x="153551" y="13957"/>
                    <a:pt x="153749" y="1551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BDB58FE-E57E-7037-D041-781BE3D3A1F3}"/>
                </a:ext>
              </a:extLst>
            </p:cNvPr>
            <p:cNvSpPr/>
            <p:nvPr/>
          </p:nvSpPr>
          <p:spPr>
            <a:xfrm>
              <a:off x="9824546" y="2027470"/>
              <a:ext cx="162136" cy="141402"/>
            </a:xfrm>
            <a:custGeom>
              <a:avLst/>
              <a:gdLst>
                <a:gd name="connsiteX0" fmla="*/ 121561 w 254327"/>
                <a:gd name="connsiteY0" fmla="*/ 219683 h 221803"/>
                <a:gd name="connsiteX1" fmla="*/ 252199 w 254327"/>
                <a:gd name="connsiteY1" fmla="*/ 133131 h 221803"/>
                <a:gd name="connsiteX2" fmla="*/ 165548 w 254327"/>
                <a:gd name="connsiteY2" fmla="*/ 2625 h 221803"/>
                <a:gd name="connsiteX3" fmla="*/ 1407 w 254327"/>
                <a:gd name="connsiteY3" fmla="*/ 82629 h 221803"/>
                <a:gd name="connsiteX4" fmla="*/ 121561 w 254327"/>
                <a:gd name="connsiteY4" fmla="*/ 219683 h 22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27" h="221803">
                  <a:moveTo>
                    <a:pt x="121561" y="219683"/>
                  </a:moveTo>
                  <a:cubicBezTo>
                    <a:pt x="181291" y="231490"/>
                    <a:pt x="239731" y="192795"/>
                    <a:pt x="252199" y="133131"/>
                  </a:cubicBezTo>
                  <a:cubicBezTo>
                    <a:pt x="264040" y="73435"/>
                    <a:pt x="225278" y="15094"/>
                    <a:pt x="165548" y="2625"/>
                  </a:cubicBezTo>
                  <a:cubicBezTo>
                    <a:pt x="105786" y="-9843"/>
                    <a:pt x="13215" y="22965"/>
                    <a:pt x="1407" y="82629"/>
                  </a:cubicBezTo>
                  <a:cubicBezTo>
                    <a:pt x="-11061" y="142954"/>
                    <a:pt x="61799" y="207876"/>
                    <a:pt x="121561" y="2196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B72E57D-119B-5195-C936-56BDA5F4730D}"/>
                </a:ext>
              </a:extLst>
            </p:cNvPr>
            <p:cNvSpPr/>
            <p:nvPr/>
          </p:nvSpPr>
          <p:spPr>
            <a:xfrm>
              <a:off x="9864191" y="2079998"/>
              <a:ext cx="97037" cy="35295"/>
            </a:xfrm>
            <a:custGeom>
              <a:avLst/>
              <a:gdLst>
                <a:gd name="connsiteX0" fmla="*/ 80740 w 152213"/>
                <a:gd name="connsiteY0" fmla="*/ 4531 h 55364"/>
                <a:gd name="connsiteX1" fmla="*/ 95458 w 152213"/>
                <a:gd name="connsiteY1" fmla="*/ 7938 h 55364"/>
                <a:gd name="connsiteX2" fmla="*/ 109447 w 152213"/>
                <a:gd name="connsiteY2" fmla="*/ 12105 h 55364"/>
                <a:gd name="connsiteX3" fmla="*/ 122180 w 152213"/>
                <a:gd name="connsiteY3" fmla="*/ 16867 h 55364"/>
                <a:gd name="connsiteX4" fmla="*/ 133095 w 152213"/>
                <a:gd name="connsiteY4" fmla="*/ 22060 h 55364"/>
                <a:gd name="connsiteX5" fmla="*/ 141859 w 152213"/>
                <a:gd name="connsiteY5" fmla="*/ 27451 h 55364"/>
                <a:gd name="connsiteX6" fmla="*/ 148077 w 152213"/>
                <a:gd name="connsiteY6" fmla="*/ 32841 h 55364"/>
                <a:gd name="connsiteX7" fmla="*/ 151516 w 152213"/>
                <a:gd name="connsiteY7" fmla="*/ 38067 h 55364"/>
                <a:gd name="connsiteX8" fmla="*/ 152078 w 152213"/>
                <a:gd name="connsiteY8" fmla="*/ 42863 h 55364"/>
                <a:gd name="connsiteX9" fmla="*/ 149697 w 152213"/>
                <a:gd name="connsiteY9" fmla="*/ 47096 h 55364"/>
                <a:gd name="connsiteX10" fmla="*/ 144505 w 152213"/>
                <a:gd name="connsiteY10" fmla="*/ 50568 h 55364"/>
                <a:gd name="connsiteX11" fmla="*/ 136699 w 152213"/>
                <a:gd name="connsiteY11" fmla="*/ 53148 h 55364"/>
                <a:gd name="connsiteX12" fmla="*/ 126546 w 152213"/>
                <a:gd name="connsiteY12" fmla="*/ 54769 h 55364"/>
                <a:gd name="connsiteX13" fmla="*/ 114441 w 152213"/>
                <a:gd name="connsiteY13" fmla="*/ 55364 h 55364"/>
                <a:gd name="connsiteX14" fmla="*/ 100881 w 152213"/>
                <a:gd name="connsiteY14" fmla="*/ 54868 h 55364"/>
                <a:gd name="connsiteX15" fmla="*/ 86362 w 152213"/>
                <a:gd name="connsiteY15" fmla="*/ 53347 h 55364"/>
                <a:gd name="connsiteX16" fmla="*/ 71480 w 152213"/>
                <a:gd name="connsiteY16" fmla="*/ 50833 h 55364"/>
                <a:gd name="connsiteX17" fmla="*/ 56729 w 152213"/>
                <a:gd name="connsiteY17" fmla="*/ 47427 h 55364"/>
                <a:gd name="connsiteX18" fmla="*/ 42739 w 152213"/>
                <a:gd name="connsiteY18" fmla="*/ 43259 h 55364"/>
                <a:gd name="connsiteX19" fmla="*/ 30039 w 152213"/>
                <a:gd name="connsiteY19" fmla="*/ 38497 h 55364"/>
                <a:gd name="connsiteX20" fmla="*/ 19092 w 152213"/>
                <a:gd name="connsiteY20" fmla="*/ 33338 h 55364"/>
                <a:gd name="connsiteX21" fmla="*/ 10361 w 152213"/>
                <a:gd name="connsiteY21" fmla="*/ 27914 h 55364"/>
                <a:gd name="connsiteX22" fmla="*/ 4143 w 152213"/>
                <a:gd name="connsiteY22" fmla="*/ 22523 h 55364"/>
                <a:gd name="connsiteX23" fmla="*/ 704 w 152213"/>
                <a:gd name="connsiteY23" fmla="*/ 17330 h 55364"/>
                <a:gd name="connsiteX24" fmla="*/ 141 w 152213"/>
                <a:gd name="connsiteY24" fmla="*/ 12502 h 55364"/>
                <a:gd name="connsiteX25" fmla="*/ 2490 w 152213"/>
                <a:gd name="connsiteY25" fmla="*/ 8268 h 55364"/>
                <a:gd name="connsiteX26" fmla="*/ 7682 w 152213"/>
                <a:gd name="connsiteY26" fmla="*/ 4796 h 55364"/>
                <a:gd name="connsiteX27" fmla="*/ 15520 w 152213"/>
                <a:gd name="connsiteY27" fmla="*/ 2216 h 55364"/>
                <a:gd name="connsiteX28" fmla="*/ 25674 w 152213"/>
                <a:gd name="connsiteY28" fmla="*/ 595 h 55364"/>
                <a:gd name="connsiteX29" fmla="*/ 37745 w 152213"/>
                <a:gd name="connsiteY29" fmla="*/ 0 h 55364"/>
                <a:gd name="connsiteX30" fmla="*/ 51305 w 152213"/>
                <a:gd name="connsiteY30" fmla="*/ 496 h 55364"/>
                <a:gd name="connsiteX31" fmla="*/ 65824 w 152213"/>
                <a:gd name="connsiteY31" fmla="*/ 2017 h 55364"/>
                <a:gd name="connsiteX32" fmla="*/ 80740 w 152213"/>
                <a:gd name="connsiteY32" fmla="*/ 4531 h 5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213" h="55364">
                  <a:moveTo>
                    <a:pt x="80740" y="4531"/>
                  </a:moveTo>
                  <a:cubicBezTo>
                    <a:pt x="85734" y="5523"/>
                    <a:pt x="90629" y="6681"/>
                    <a:pt x="95458" y="7938"/>
                  </a:cubicBezTo>
                  <a:cubicBezTo>
                    <a:pt x="100319" y="9227"/>
                    <a:pt x="104983" y="10616"/>
                    <a:pt x="109447" y="12105"/>
                  </a:cubicBezTo>
                  <a:cubicBezTo>
                    <a:pt x="113945" y="13593"/>
                    <a:pt x="118179" y="15180"/>
                    <a:pt x="122180" y="16867"/>
                  </a:cubicBezTo>
                  <a:cubicBezTo>
                    <a:pt x="126149" y="18554"/>
                    <a:pt x="129787" y="20274"/>
                    <a:pt x="133095" y="22060"/>
                  </a:cubicBezTo>
                  <a:cubicBezTo>
                    <a:pt x="136402" y="23813"/>
                    <a:pt x="139312" y="25632"/>
                    <a:pt x="141859" y="27451"/>
                  </a:cubicBezTo>
                  <a:cubicBezTo>
                    <a:pt x="144372" y="29270"/>
                    <a:pt x="146423" y="31055"/>
                    <a:pt x="148077" y="32841"/>
                  </a:cubicBezTo>
                  <a:cubicBezTo>
                    <a:pt x="149697" y="34627"/>
                    <a:pt x="150855" y="36380"/>
                    <a:pt x="151516" y="38067"/>
                  </a:cubicBezTo>
                  <a:cubicBezTo>
                    <a:pt x="152178" y="39721"/>
                    <a:pt x="152376" y="41341"/>
                    <a:pt x="152078" y="42863"/>
                  </a:cubicBezTo>
                  <a:cubicBezTo>
                    <a:pt x="151781" y="44384"/>
                    <a:pt x="150987" y="45773"/>
                    <a:pt x="149697" y="47096"/>
                  </a:cubicBezTo>
                  <a:cubicBezTo>
                    <a:pt x="148440" y="48386"/>
                    <a:pt x="146721" y="49543"/>
                    <a:pt x="144505" y="50568"/>
                  </a:cubicBezTo>
                  <a:cubicBezTo>
                    <a:pt x="142322" y="51594"/>
                    <a:pt x="139709" y="52454"/>
                    <a:pt x="136699" y="53148"/>
                  </a:cubicBezTo>
                  <a:cubicBezTo>
                    <a:pt x="133657" y="53876"/>
                    <a:pt x="130283" y="54405"/>
                    <a:pt x="126546" y="54769"/>
                  </a:cubicBezTo>
                  <a:cubicBezTo>
                    <a:pt x="122809" y="55166"/>
                    <a:pt x="118774" y="55331"/>
                    <a:pt x="114441" y="55364"/>
                  </a:cubicBezTo>
                  <a:cubicBezTo>
                    <a:pt x="110142" y="55364"/>
                    <a:pt x="105611" y="55232"/>
                    <a:pt x="100881" y="54868"/>
                  </a:cubicBezTo>
                  <a:cubicBezTo>
                    <a:pt x="96185" y="54537"/>
                    <a:pt x="91323" y="54041"/>
                    <a:pt x="86362" y="53347"/>
                  </a:cubicBezTo>
                  <a:cubicBezTo>
                    <a:pt x="81435" y="52685"/>
                    <a:pt x="76441" y="51825"/>
                    <a:pt x="71480" y="50833"/>
                  </a:cubicBezTo>
                  <a:cubicBezTo>
                    <a:pt x="66486" y="49841"/>
                    <a:pt x="61558" y="48716"/>
                    <a:pt x="56729" y="47427"/>
                  </a:cubicBezTo>
                  <a:cubicBezTo>
                    <a:pt x="51901" y="46170"/>
                    <a:pt x="47237" y="44781"/>
                    <a:pt x="42739" y="43259"/>
                  </a:cubicBezTo>
                  <a:cubicBezTo>
                    <a:pt x="38241" y="41771"/>
                    <a:pt x="34008" y="40184"/>
                    <a:pt x="30039" y="38497"/>
                  </a:cubicBezTo>
                  <a:cubicBezTo>
                    <a:pt x="26071" y="36843"/>
                    <a:pt x="22433" y="35090"/>
                    <a:pt x="19092" y="33338"/>
                  </a:cubicBezTo>
                  <a:cubicBezTo>
                    <a:pt x="15785" y="31552"/>
                    <a:pt x="12874" y="29733"/>
                    <a:pt x="10361" y="27914"/>
                  </a:cubicBezTo>
                  <a:cubicBezTo>
                    <a:pt x="7847" y="26095"/>
                    <a:pt x="5764" y="24309"/>
                    <a:pt x="4143" y="22523"/>
                  </a:cubicBezTo>
                  <a:cubicBezTo>
                    <a:pt x="2523" y="20737"/>
                    <a:pt x="1365" y="19017"/>
                    <a:pt x="704" y="17330"/>
                  </a:cubicBezTo>
                  <a:cubicBezTo>
                    <a:pt x="9" y="15643"/>
                    <a:pt x="-156" y="14023"/>
                    <a:pt x="141" y="12502"/>
                  </a:cubicBezTo>
                  <a:cubicBezTo>
                    <a:pt x="439" y="10980"/>
                    <a:pt x="1233" y="9591"/>
                    <a:pt x="2490" y="8268"/>
                  </a:cubicBezTo>
                  <a:cubicBezTo>
                    <a:pt x="3779" y="6978"/>
                    <a:pt x="5499" y="5821"/>
                    <a:pt x="7682" y="4796"/>
                  </a:cubicBezTo>
                  <a:cubicBezTo>
                    <a:pt x="9865" y="3770"/>
                    <a:pt x="12478" y="2910"/>
                    <a:pt x="15520" y="2216"/>
                  </a:cubicBezTo>
                  <a:cubicBezTo>
                    <a:pt x="18530" y="1488"/>
                    <a:pt x="21903" y="959"/>
                    <a:pt x="25674" y="595"/>
                  </a:cubicBezTo>
                  <a:cubicBezTo>
                    <a:pt x="29411" y="198"/>
                    <a:pt x="33446" y="33"/>
                    <a:pt x="37745" y="0"/>
                  </a:cubicBezTo>
                  <a:cubicBezTo>
                    <a:pt x="42078" y="0"/>
                    <a:pt x="46576" y="165"/>
                    <a:pt x="51305" y="496"/>
                  </a:cubicBezTo>
                  <a:cubicBezTo>
                    <a:pt x="56035" y="827"/>
                    <a:pt x="60863" y="1323"/>
                    <a:pt x="65824" y="2017"/>
                  </a:cubicBezTo>
                  <a:cubicBezTo>
                    <a:pt x="70785" y="2712"/>
                    <a:pt x="75746" y="3539"/>
                    <a:pt x="80740" y="45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AC311A9-5E29-3477-638D-E857144F5D01}"/>
                </a:ext>
              </a:extLst>
            </p:cNvPr>
            <p:cNvSpPr/>
            <p:nvPr/>
          </p:nvSpPr>
          <p:spPr>
            <a:xfrm>
              <a:off x="9893026" y="2488614"/>
              <a:ext cx="139177" cy="124061"/>
            </a:xfrm>
            <a:custGeom>
              <a:avLst/>
              <a:gdLst>
                <a:gd name="connsiteX0" fmla="*/ 157911 w 218313"/>
                <a:gd name="connsiteY0" fmla="*/ 185570 h 194603"/>
                <a:gd name="connsiteX1" fmla="*/ 211093 w 218313"/>
                <a:gd name="connsiteY1" fmla="*/ 60323 h 194603"/>
                <a:gd name="connsiteX2" fmla="*/ 85713 w 218313"/>
                <a:gd name="connsiteY2" fmla="*/ 7208 h 194603"/>
                <a:gd name="connsiteX3" fmla="*/ 4288 w 218313"/>
                <a:gd name="connsiteY3" fmla="*/ 143600 h 194603"/>
                <a:gd name="connsiteX4" fmla="*/ 157911 w 218313"/>
                <a:gd name="connsiteY4" fmla="*/ 185570 h 194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313" h="194603">
                  <a:moveTo>
                    <a:pt x="157911" y="185570"/>
                  </a:moveTo>
                  <a:cubicBezTo>
                    <a:pt x="207157" y="165892"/>
                    <a:pt x="231466" y="109502"/>
                    <a:pt x="211093" y="60323"/>
                  </a:cubicBezTo>
                  <a:cubicBezTo>
                    <a:pt x="190753" y="11143"/>
                    <a:pt x="134959" y="-13132"/>
                    <a:pt x="85713" y="7208"/>
                  </a:cubicBezTo>
                  <a:cubicBezTo>
                    <a:pt x="36468" y="27548"/>
                    <a:pt x="-15424" y="93760"/>
                    <a:pt x="4288" y="143600"/>
                  </a:cubicBezTo>
                  <a:cubicBezTo>
                    <a:pt x="23999" y="193441"/>
                    <a:pt x="108037" y="205248"/>
                    <a:pt x="157911" y="18557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A053095-8712-A0F9-6C26-9B4A3E80C8BB}"/>
                </a:ext>
              </a:extLst>
            </p:cNvPr>
            <p:cNvSpPr/>
            <p:nvPr/>
          </p:nvSpPr>
          <p:spPr>
            <a:xfrm>
              <a:off x="9927391" y="2530640"/>
              <a:ext cx="80600" cy="40660"/>
            </a:xfrm>
            <a:custGeom>
              <a:avLst/>
              <a:gdLst>
                <a:gd name="connsiteX0" fmla="*/ 125934 w 126430"/>
                <a:gd name="connsiteY0" fmla="*/ 6639 h 63779"/>
                <a:gd name="connsiteX1" fmla="*/ 126264 w 126430"/>
                <a:gd name="connsiteY1" fmla="*/ 10905 h 63779"/>
                <a:gd name="connsiteX2" fmla="*/ 124181 w 126430"/>
                <a:gd name="connsiteY2" fmla="*/ 15998 h 63779"/>
                <a:gd name="connsiteX3" fmla="*/ 119749 w 126430"/>
                <a:gd name="connsiteY3" fmla="*/ 21687 h 63779"/>
                <a:gd name="connsiteX4" fmla="*/ 113134 w 126430"/>
                <a:gd name="connsiteY4" fmla="*/ 27805 h 63779"/>
                <a:gd name="connsiteX5" fmla="*/ 104602 w 126430"/>
                <a:gd name="connsiteY5" fmla="*/ 34023 h 63779"/>
                <a:gd name="connsiteX6" fmla="*/ 94481 w 126430"/>
                <a:gd name="connsiteY6" fmla="*/ 40208 h 63779"/>
                <a:gd name="connsiteX7" fmla="*/ 83170 w 126430"/>
                <a:gd name="connsiteY7" fmla="*/ 46062 h 63779"/>
                <a:gd name="connsiteX8" fmla="*/ 71066 w 126430"/>
                <a:gd name="connsiteY8" fmla="*/ 51353 h 63779"/>
                <a:gd name="connsiteX9" fmla="*/ 58696 w 126430"/>
                <a:gd name="connsiteY9" fmla="*/ 55917 h 63779"/>
                <a:gd name="connsiteX10" fmla="*/ 46459 w 126430"/>
                <a:gd name="connsiteY10" fmla="*/ 59522 h 63779"/>
                <a:gd name="connsiteX11" fmla="*/ 34917 w 126430"/>
                <a:gd name="connsiteY11" fmla="*/ 62102 h 63779"/>
                <a:gd name="connsiteX12" fmla="*/ 24433 w 126430"/>
                <a:gd name="connsiteY12" fmla="*/ 63524 h 63779"/>
                <a:gd name="connsiteX13" fmla="*/ 15437 w 126430"/>
                <a:gd name="connsiteY13" fmla="*/ 63689 h 63779"/>
                <a:gd name="connsiteX14" fmla="*/ 8293 w 126430"/>
                <a:gd name="connsiteY14" fmla="*/ 62664 h 63779"/>
                <a:gd name="connsiteX15" fmla="*/ 3233 w 126430"/>
                <a:gd name="connsiteY15" fmla="*/ 60448 h 63779"/>
                <a:gd name="connsiteX16" fmla="*/ 488 w 126430"/>
                <a:gd name="connsiteY16" fmla="*/ 57141 h 63779"/>
                <a:gd name="connsiteX17" fmla="*/ 157 w 126430"/>
                <a:gd name="connsiteY17" fmla="*/ 52875 h 63779"/>
                <a:gd name="connsiteX18" fmla="*/ 2274 w 126430"/>
                <a:gd name="connsiteY18" fmla="*/ 47781 h 63779"/>
                <a:gd name="connsiteX19" fmla="*/ 6706 w 126430"/>
                <a:gd name="connsiteY19" fmla="*/ 42060 h 63779"/>
                <a:gd name="connsiteX20" fmla="*/ 13320 w 126430"/>
                <a:gd name="connsiteY20" fmla="*/ 35974 h 63779"/>
                <a:gd name="connsiteX21" fmla="*/ 21853 w 126430"/>
                <a:gd name="connsiteY21" fmla="*/ 29723 h 63779"/>
                <a:gd name="connsiteX22" fmla="*/ 31974 w 126430"/>
                <a:gd name="connsiteY22" fmla="*/ 23572 h 63779"/>
                <a:gd name="connsiteX23" fmla="*/ 43284 w 126430"/>
                <a:gd name="connsiteY23" fmla="*/ 17718 h 63779"/>
                <a:gd name="connsiteX24" fmla="*/ 55356 w 126430"/>
                <a:gd name="connsiteY24" fmla="*/ 12426 h 63779"/>
                <a:gd name="connsiteX25" fmla="*/ 67758 w 126430"/>
                <a:gd name="connsiteY25" fmla="*/ 7862 h 63779"/>
                <a:gd name="connsiteX26" fmla="*/ 79962 w 126430"/>
                <a:gd name="connsiteY26" fmla="*/ 4224 h 63779"/>
                <a:gd name="connsiteX27" fmla="*/ 91538 w 126430"/>
                <a:gd name="connsiteY27" fmla="*/ 1678 h 63779"/>
                <a:gd name="connsiteX28" fmla="*/ 102022 w 126430"/>
                <a:gd name="connsiteY28" fmla="*/ 256 h 63779"/>
                <a:gd name="connsiteX29" fmla="*/ 111018 w 126430"/>
                <a:gd name="connsiteY29" fmla="*/ 90 h 63779"/>
                <a:gd name="connsiteX30" fmla="*/ 118162 w 126430"/>
                <a:gd name="connsiteY30" fmla="*/ 1115 h 63779"/>
                <a:gd name="connsiteX31" fmla="*/ 123189 w 126430"/>
                <a:gd name="connsiteY31" fmla="*/ 3331 h 63779"/>
                <a:gd name="connsiteX32" fmla="*/ 125934 w 126430"/>
                <a:gd name="connsiteY32" fmla="*/ 6639 h 6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6430" h="63779">
                  <a:moveTo>
                    <a:pt x="125934" y="6639"/>
                  </a:moveTo>
                  <a:cubicBezTo>
                    <a:pt x="126463" y="7895"/>
                    <a:pt x="126562" y="9351"/>
                    <a:pt x="126264" y="10905"/>
                  </a:cubicBezTo>
                  <a:cubicBezTo>
                    <a:pt x="125967" y="12492"/>
                    <a:pt x="125272" y="14179"/>
                    <a:pt x="124181" y="15998"/>
                  </a:cubicBezTo>
                  <a:cubicBezTo>
                    <a:pt x="123089" y="17817"/>
                    <a:pt x="121601" y="19702"/>
                    <a:pt x="119749" y="21687"/>
                  </a:cubicBezTo>
                  <a:cubicBezTo>
                    <a:pt x="117864" y="23671"/>
                    <a:pt x="115681" y="25722"/>
                    <a:pt x="113134" y="27805"/>
                  </a:cubicBezTo>
                  <a:cubicBezTo>
                    <a:pt x="110588" y="29856"/>
                    <a:pt x="107744" y="31939"/>
                    <a:pt x="104602" y="34023"/>
                  </a:cubicBezTo>
                  <a:cubicBezTo>
                    <a:pt x="101460" y="36140"/>
                    <a:pt x="98086" y="38190"/>
                    <a:pt x="94481" y="40208"/>
                  </a:cubicBezTo>
                  <a:cubicBezTo>
                    <a:pt x="90876" y="42225"/>
                    <a:pt x="87106" y="44176"/>
                    <a:pt x="83170" y="46062"/>
                  </a:cubicBezTo>
                  <a:cubicBezTo>
                    <a:pt x="79235" y="47914"/>
                    <a:pt x="75200" y="49700"/>
                    <a:pt x="71066" y="51353"/>
                  </a:cubicBezTo>
                  <a:cubicBezTo>
                    <a:pt x="66965" y="53007"/>
                    <a:pt x="62831" y="54528"/>
                    <a:pt x="58696" y="55917"/>
                  </a:cubicBezTo>
                  <a:cubicBezTo>
                    <a:pt x="54562" y="57273"/>
                    <a:pt x="50461" y="58497"/>
                    <a:pt x="46459" y="59522"/>
                  </a:cubicBezTo>
                  <a:cubicBezTo>
                    <a:pt x="42458" y="60581"/>
                    <a:pt x="38621" y="61440"/>
                    <a:pt x="34917" y="62102"/>
                  </a:cubicBezTo>
                  <a:cubicBezTo>
                    <a:pt x="31180" y="62763"/>
                    <a:pt x="27707" y="63226"/>
                    <a:pt x="24433" y="63524"/>
                  </a:cubicBezTo>
                  <a:cubicBezTo>
                    <a:pt x="21159" y="63789"/>
                    <a:pt x="18149" y="63855"/>
                    <a:pt x="15437" y="63689"/>
                  </a:cubicBezTo>
                  <a:cubicBezTo>
                    <a:pt x="12725" y="63557"/>
                    <a:pt x="10344" y="63226"/>
                    <a:pt x="8293" y="62664"/>
                  </a:cubicBezTo>
                  <a:cubicBezTo>
                    <a:pt x="6210" y="62135"/>
                    <a:pt x="4556" y="61374"/>
                    <a:pt x="3233" y="60448"/>
                  </a:cubicBezTo>
                  <a:cubicBezTo>
                    <a:pt x="1910" y="59522"/>
                    <a:pt x="1017" y="58431"/>
                    <a:pt x="488" y="57141"/>
                  </a:cubicBezTo>
                  <a:cubicBezTo>
                    <a:pt x="-8" y="55851"/>
                    <a:pt x="-140" y="54429"/>
                    <a:pt x="157" y="52875"/>
                  </a:cubicBezTo>
                  <a:cubicBezTo>
                    <a:pt x="455" y="51287"/>
                    <a:pt x="1183" y="49600"/>
                    <a:pt x="2274" y="47781"/>
                  </a:cubicBezTo>
                  <a:cubicBezTo>
                    <a:pt x="3365" y="45962"/>
                    <a:pt x="4854" y="44044"/>
                    <a:pt x="6706" y="42060"/>
                  </a:cubicBezTo>
                  <a:cubicBezTo>
                    <a:pt x="8558" y="40075"/>
                    <a:pt x="10774" y="38058"/>
                    <a:pt x="13320" y="35974"/>
                  </a:cubicBezTo>
                  <a:cubicBezTo>
                    <a:pt x="15867" y="33891"/>
                    <a:pt x="18711" y="31840"/>
                    <a:pt x="21853" y="29723"/>
                  </a:cubicBezTo>
                  <a:cubicBezTo>
                    <a:pt x="24995" y="27640"/>
                    <a:pt x="28336" y="25589"/>
                    <a:pt x="31974" y="23572"/>
                  </a:cubicBezTo>
                  <a:cubicBezTo>
                    <a:pt x="35579" y="21554"/>
                    <a:pt x="39349" y="19603"/>
                    <a:pt x="43284" y="17718"/>
                  </a:cubicBezTo>
                  <a:cubicBezTo>
                    <a:pt x="47220" y="15866"/>
                    <a:pt x="51255" y="14080"/>
                    <a:pt x="55356" y="12426"/>
                  </a:cubicBezTo>
                  <a:cubicBezTo>
                    <a:pt x="59490" y="10773"/>
                    <a:pt x="63624" y="9251"/>
                    <a:pt x="67758" y="7862"/>
                  </a:cubicBezTo>
                  <a:cubicBezTo>
                    <a:pt x="71893" y="6506"/>
                    <a:pt x="75961" y="5283"/>
                    <a:pt x="79962" y="4224"/>
                  </a:cubicBezTo>
                  <a:cubicBezTo>
                    <a:pt x="83964" y="3199"/>
                    <a:pt x="87834" y="2339"/>
                    <a:pt x="91538" y="1678"/>
                  </a:cubicBezTo>
                  <a:cubicBezTo>
                    <a:pt x="95242" y="1016"/>
                    <a:pt x="98748" y="520"/>
                    <a:pt x="102022" y="256"/>
                  </a:cubicBezTo>
                  <a:cubicBezTo>
                    <a:pt x="105296" y="-9"/>
                    <a:pt x="108273" y="-75"/>
                    <a:pt x="111018" y="90"/>
                  </a:cubicBezTo>
                  <a:cubicBezTo>
                    <a:pt x="113730" y="222"/>
                    <a:pt x="116111" y="553"/>
                    <a:pt x="118162" y="1115"/>
                  </a:cubicBezTo>
                  <a:cubicBezTo>
                    <a:pt x="120212" y="1645"/>
                    <a:pt x="121899" y="2405"/>
                    <a:pt x="123189" y="3331"/>
                  </a:cubicBezTo>
                  <a:cubicBezTo>
                    <a:pt x="124512" y="4257"/>
                    <a:pt x="125438" y="5349"/>
                    <a:pt x="125934" y="66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D9284AA-BE6A-F4CD-B93C-286E0C790204}"/>
                </a:ext>
              </a:extLst>
            </p:cNvPr>
            <p:cNvSpPr/>
            <p:nvPr/>
          </p:nvSpPr>
          <p:spPr>
            <a:xfrm>
              <a:off x="11098833" y="2563551"/>
              <a:ext cx="151283" cy="149277"/>
            </a:xfrm>
            <a:custGeom>
              <a:avLst/>
              <a:gdLst>
                <a:gd name="connsiteX0" fmla="*/ 35285 w 237303"/>
                <a:gd name="connsiteY0" fmla="*/ 191320 h 234156"/>
                <a:gd name="connsiteX1" fmla="*/ 29365 w 237303"/>
                <a:gd name="connsiteY1" fmla="*/ 35249 h 234156"/>
                <a:gd name="connsiteX2" fmla="*/ 185635 w 237303"/>
                <a:gd name="connsiteY2" fmla="*/ 29329 h 234156"/>
                <a:gd name="connsiteX3" fmla="*/ 217153 w 237303"/>
                <a:gd name="connsiteY3" fmla="*/ 209047 h 234156"/>
                <a:gd name="connsiteX4" fmla="*/ 35285 w 237303"/>
                <a:gd name="connsiteY4" fmla="*/ 191320 h 2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4156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779" y="253629"/>
                    <a:pt x="80595" y="233290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5DB9E84-36D5-FDF4-192F-EDF5C1834B8F}"/>
                </a:ext>
              </a:extLst>
            </p:cNvPr>
            <p:cNvSpPr/>
            <p:nvPr/>
          </p:nvSpPr>
          <p:spPr>
            <a:xfrm>
              <a:off x="11133863" y="2601136"/>
              <a:ext cx="75332" cy="70566"/>
            </a:xfrm>
            <a:custGeom>
              <a:avLst/>
              <a:gdLst>
                <a:gd name="connsiteX0" fmla="*/ 75124 w 118166"/>
                <a:gd name="connsiteY0" fmla="*/ 38007 h 110690"/>
                <a:gd name="connsiteX1" fmla="*/ 85905 w 118166"/>
                <a:gd name="connsiteY1" fmla="*/ 48623 h 110690"/>
                <a:gd name="connsiteX2" fmla="*/ 95662 w 118166"/>
                <a:gd name="connsiteY2" fmla="*/ 59438 h 110690"/>
                <a:gd name="connsiteX3" fmla="*/ 104029 w 118166"/>
                <a:gd name="connsiteY3" fmla="*/ 70153 h 110690"/>
                <a:gd name="connsiteX4" fmla="*/ 110644 w 118166"/>
                <a:gd name="connsiteY4" fmla="*/ 80274 h 110690"/>
                <a:gd name="connsiteX5" fmla="*/ 115274 w 118166"/>
                <a:gd name="connsiteY5" fmla="*/ 89435 h 110690"/>
                <a:gd name="connsiteX6" fmla="*/ 117755 w 118166"/>
                <a:gd name="connsiteY6" fmla="*/ 97273 h 110690"/>
                <a:gd name="connsiteX7" fmla="*/ 117986 w 118166"/>
                <a:gd name="connsiteY7" fmla="*/ 103524 h 110690"/>
                <a:gd name="connsiteX8" fmla="*/ 115936 w 118166"/>
                <a:gd name="connsiteY8" fmla="*/ 107923 h 110690"/>
                <a:gd name="connsiteX9" fmla="*/ 111702 w 118166"/>
                <a:gd name="connsiteY9" fmla="*/ 110271 h 110690"/>
                <a:gd name="connsiteX10" fmla="*/ 105452 w 118166"/>
                <a:gd name="connsiteY10" fmla="*/ 110535 h 110690"/>
                <a:gd name="connsiteX11" fmla="*/ 97448 w 118166"/>
                <a:gd name="connsiteY11" fmla="*/ 108683 h 110690"/>
                <a:gd name="connsiteX12" fmla="*/ 87923 w 118166"/>
                <a:gd name="connsiteY12" fmla="*/ 104781 h 110690"/>
                <a:gd name="connsiteX13" fmla="*/ 77306 w 118166"/>
                <a:gd name="connsiteY13" fmla="*/ 98960 h 110690"/>
                <a:gd name="connsiteX14" fmla="*/ 65996 w 118166"/>
                <a:gd name="connsiteY14" fmla="*/ 91485 h 110690"/>
                <a:gd name="connsiteX15" fmla="*/ 54420 w 118166"/>
                <a:gd name="connsiteY15" fmla="*/ 82589 h 110690"/>
                <a:gd name="connsiteX16" fmla="*/ 43010 w 118166"/>
                <a:gd name="connsiteY16" fmla="*/ 72667 h 110690"/>
                <a:gd name="connsiteX17" fmla="*/ 32228 w 118166"/>
                <a:gd name="connsiteY17" fmla="*/ 62084 h 110690"/>
                <a:gd name="connsiteX18" fmla="*/ 22472 w 118166"/>
                <a:gd name="connsiteY18" fmla="*/ 51236 h 110690"/>
                <a:gd name="connsiteX19" fmla="*/ 14137 w 118166"/>
                <a:gd name="connsiteY19" fmla="*/ 40553 h 110690"/>
                <a:gd name="connsiteX20" fmla="*/ 7523 w 118166"/>
                <a:gd name="connsiteY20" fmla="*/ 30433 h 110690"/>
                <a:gd name="connsiteX21" fmla="*/ 2892 w 118166"/>
                <a:gd name="connsiteY21" fmla="*/ 21272 h 110690"/>
                <a:gd name="connsiteX22" fmla="*/ 412 w 118166"/>
                <a:gd name="connsiteY22" fmla="*/ 13433 h 110690"/>
                <a:gd name="connsiteX23" fmla="*/ 180 w 118166"/>
                <a:gd name="connsiteY23" fmla="*/ 7183 h 110690"/>
                <a:gd name="connsiteX24" fmla="*/ 2231 w 118166"/>
                <a:gd name="connsiteY24" fmla="*/ 2784 h 110690"/>
                <a:gd name="connsiteX25" fmla="*/ 6431 w 118166"/>
                <a:gd name="connsiteY25" fmla="*/ 403 h 110690"/>
                <a:gd name="connsiteX26" fmla="*/ 12682 w 118166"/>
                <a:gd name="connsiteY26" fmla="*/ 171 h 110690"/>
                <a:gd name="connsiteX27" fmla="*/ 20719 w 118166"/>
                <a:gd name="connsiteY27" fmla="*/ 2023 h 110690"/>
                <a:gd name="connsiteX28" fmla="*/ 30211 w 118166"/>
                <a:gd name="connsiteY28" fmla="*/ 5926 h 110690"/>
                <a:gd name="connsiteX29" fmla="*/ 40827 w 118166"/>
                <a:gd name="connsiteY29" fmla="*/ 11747 h 110690"/>
                <a:gd name="connsiteX30" fmla="*/ 52138 w 118166"/>
                <a:gd name="connsiteY30" fmla="*/ 19221 h 110690"/>
                <a:gd name="connsiteX31" fmla="*/ 63747 w 118166"/>
                <a:gd name="connsiteY31" fmla="*/ 28085 h 110690"/>
                <a:gd name="connsiteX32" fmla="*/ 75124 w 118166"/>
                <a:gd name="connsiteY32" fmla="*/ 38007 h 11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66" h="110690">
                  <a:moveTo>
                    <a:pt x="75124" y="38007"/>
                  </a:moveTo>
                  <a:cubicBezTo>
                    <a:pt x="78861" y="41479"/>
                    <a:pt x="82466" y="44985"/>
                    <a:pt x="85905" y="48623"/>
                  </a:cubicBezTo>
                  <a:cubicBezTo>
                    <a:pt x="89378" y="52228"/>
                    <a:pt x="92619" y="55833"/>
                    <a:pt x="95662" y="59438"/>
                  </a:cubicBezTo>
                  <a:cubicBezTo>
                    <a:pt x="98705" y="63076"/>
                    <a:pt x="101483" y="66648"/>
                    <a:pt x="104029" y="70153"/>
                  </a:cubicBezTo>
                  <a:cubicBezTo>
                    <a:pt x="106543" y="73659"/>
                    <a:pt x="108726" y="77033"/>
                    <a:pt x="110644" y="80274"/>
                  </a:cubicBezTo>
                  <a:cubicBezTo>
                    <a:pt x="112529" y="83515"/>
                    <a:pt x="114084" y="86558"/>
                    <a:pt x="115274" y="89435"/>
                  </a:cubicBezTo>
                  <a:cubicBezTo>
                    <a:pt x="116465" y="92279"/>
                    <a:pt x="117292" y="94892"/>
                    <a:pt x="117755" y="97273"/>
                  </a:cubicBezTo>
                  <a:cubicBezTo>
                    <a:pt x="118218" y="99654"/>
                    <a:pt x="118284" y="101738"/>
                    <a:pt x="117986" y="103524"/>
                  </a:cubicBezTo>
                  <a:cubicBezTo>
                    <a:pt x="117689" y="105310"/>
                    <a:pt x="116994" y="106765"/>
                    <a:pt x="115936" y="107923"/>
                  </a:cubicBezTo>
                  <a:cubicBezTo>
                    <a:pt x="114877" y="109047"/>
                    <a:pt x="113488" y="109841"/>
                    <a:pt x="111702" y="110271"/>
                  </a:cubicBezTo>
                  <a:cubicBezTo>
                    <a:pt x="109949" y="110734"/>
                    <a:pt x="107866" y="110800"/>
                    <a:pt x="105452" y="110535"/>
                  </a:cubicBezTo>
                  <a:cubicBezTo>
                    <a:pt x="103070" y="110271"/>
                    <a:pt x="100391" y="109642"/>
                    <a:pt x="97448" y="108683"/>
                  </a:cubicBezTo>
                  <a:cubicBezTo>
                    <a:pt x="94471" y="107691"/>
                    <a:pt x="91329" y="106401"/>
                    <a:pt x="87923" y="104781"/>
                  </a:cubicBezTo>
                  <a:cubicBezTo>
                    <a:pt x="84549" y="103127"/>
                    <a:pt x="81011" y="101209"/>
                    <a:pt x="77306" y="98960"/>
                  </a:cubicBezTo>
                  <a:cubicBezTo>
                    <a:pt x="73635" y="96711"/>
                    <a:pt x="69865" y="94230"/>
                    <a:pt x="65996" y="91485"/>
                  </a:cubicBezTo>
                  <a:cubicBezTo>
                    <a:pt x="62159" y="88707"/>
                    <a:pt x="58290" y="85764"/>
                    <a:pt x="54420" y="82589"/>
                  </a:cubicBezTo>
                  <a:cubicBezTo>
                    <a:pt x="50551" y="79447"/>
                    <a:pt x="46747" y="76140"/>
                    <a:pt x="43010" y="72667"/>
                  </a:cubicBezTo>
                  <a:cubicBezTo>
                    <a:pt x="39306" y="69227"/>
                    <a:pt x="35701" y="65689"/>
                    <a:pt x="32228" y="62084"/>
                  </a:cubicBezTo>
                  <a:cubicBezTo>
                    <a:pt x="28789" y="58479"/>
                    <a:pt x="25514" y="54874"/>
                    <a:pt x="22472" y="51236"/>
                  </a:cubicBezTo>
                  <a:cubicBezTo>
                    <a:pt x="19429" y="47631"/>
                    <a:pt x="16651" y="44059"/>
                    <a:pt x="14137" y="40553"/>
                  </a:cubicBezTo>
                  <a:cubicBezTo>
                    <a:pt x="11624" y="37047"/>
                    <a:pt x="9408" y="33674"/>
                    <a:pt x="7523" y="30433"/>
                  </a:cubicBezTo>
                  <a:cubicBezTo>
                    <a:pt x="5637" y="27192"/>
                    <a:pt x="4083" y="24149"/>
                    <a:pt x="2892" y="21272"/>
                  </a:cubicBezTo>
                  <a:cubicBezTo>
                    <a:pt x="1669" y="18394"/>
                    <a:pt x="842" y="15782"/>
                    <a:pt x="412" y="13433"/>
                  </a:cubicBezTo>
                  <a:cubicBezTo>
                    <a:pt x="-51" y="11052"/>
                    <a:pt x="-117" y="8968"/>
                    <a:pt x="180" y="7183"/>
                  </a:cubicBezTo>
                  <a:cubicBezTo>
                    <a:pt x="478" y="5397"/>
                    <a:pt x="1173" y="3908"/>
                    <a:pt x="2231" y="2784"/>
                  </a:cubicBezTo>
                  <a:cubicBezTo>
                    <a:pt x="3256" y="1659"/>
                    <a:pt x="4678" y="866"/>
                    <a:pt x="6431" y="403"/>
                  </a:cubicBezTo>
                  <a:cubicBezTo>
                    <a:pt x="8217" y="-27"/>
                    <a:pt x="10301" y="-127"/>
                    <a:pt x="12682" y="171"/>
                  </a:cubicBezTo>
                  <a:cubicBezTo>
                    <a:pt x="15096" y="436"/>
                    <a:pt x="17775" y="1031"/>
                    <a:pt x="20719" y="2023"/>
                  </a:cubicBezTo>
                  <a:cubicBezTo>
                    <a:pt x="23662" y="2982"/>
                    <a:pt x="26837" y="4305"/>
                    <a:pt x="30211" y="5926"/>
                  </a:cubicBezTo>
                  <a:cubicBezTo>
                    <a:pt x="33617" y="7579"/>
                    <a:pt x="37156" y="9498"/>
                    <a:pt x="40827" y="11747"/>
                  </a:cubicBezTo>
                  <a:cubicBezTo>
                    <a:pt x="44531" y="13963"/>
                    <a:pt x="48302" y="16476"/>
                    <a:pt x="52138" y="19221"/>
                  </a:cubicBezTo>
                  <a:cubicBezTo>
                    <a:pt x="56008" y="21966"/>
                    <a:pt x="59877" y="24943"/>
                    <a:pt x="63747" y="28085"/>
                  </a:cubicBezTo>
                  <a:cubicBezTo>
                    <a:pt x="67583" y="31260"/>
                    <a:pt x="71386" y="34567"/>
                    <a:pt x="75124" y="380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A8E5B7A-2908-72A6-87AB-A7A79611A27C}"/>
                </a:ext>
              </a:extLst>
            </p:cNvPr>
            <p:cNvSpPr/>
            <p:nvPr/>
          </p:nvSpPr>
          <p:spPr>
            <a:xfrm>
              <a:off x="10996279" y="2763810"/>
              <a:ext cx="151283" cy="149158"/>
            </a:xfrm>
            <a:custGeom>
              <a:avLst/>
              <a:gdLst>
                <a:gd name="connsiteX0" fmla="*/ 35285 w 237303"/>
                <a:gd name="connsiteY0" fmla="*/ 191320 h 233969"/>
                <a:gd name="connsiteX1" fmla="*/ 29365 w 237303"/>
                <a:gd name="connsiteY1" fmla="*/ 35249 h 233969"/>
                <a:gd name="connsiteX2" fmla="*/ 185635 w 237303"/>
                <a:gd name="connsiteY2" fmla="*/ 29329 h 233969"/>
                <a:gd name="connsiteX3" fmla="*/ 217153 w 237303"/>
                <a:gd name="connsiteY3" fmla="*/ 209047 h 233969"/>
                <a:gd name="connsiteX4" fmla="*/ 35285 w 237303"/>
                <a:gd name="connsiteY4" fmla="*/ 191320 h 23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303" h="233969">
                  <a:moveTo>
                    <a:pt x="35285" y="191320"/>
                  </a:moveTo>
                  <a:cubicBezTo>
                    <a:pt x="-9363" y="150012"/>
                    <a:pt x="-11976" y="79831"/>
                    <a:pt x="29365" y="35249"/>
                  </a:cubicBezTo>
                  <a:cubicBezTo>
                    <a:pt x="70740" y="-9333"/>
                    <a:pt x="140987" y="-11979"/>
                    <a:pt x="185635" y="29329"/>
                  </a:cubicBezTo>
                  <a:cubicBezTo>
                    <a:pt x="230283" y="70670"/>
                    <a:pt x="258528" y="164432"/>
                    <a:pt x="217153" y="209047"/>
                  </a:cubicBezTo>
                  <a:cubicBezTo>
                    <a:pt x="175151" y="253629"/>
                    <a:pt x="79934" y="232628"/>
                    <a:pt x="35285" y="19132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2F9B50F-E905-850E-71CD-0A8811DD3CBB}"/>
                </a:ext>
              </a:extLst>
            </p:cNvPr>
            <p:cNvSpPr/>
            <p:nvPr/>
          </p:nvSpPr>
          <p:spPr>
            <a:xfrm>
              <a:off x="11031341" y="2801153"/>
              <a:ext cx="75336" cy="70571"/>
            </a:xfrm>
            <a:custGeom>
              <a:avLst/>
              <a:gdLst>
                <a:gd name="connsiteX0" fmla="*/ 75140 w 118173"/>
                <a:gd name="connsiteY0" fmla="*/ 38023 h 110698"/>
                <a:gd name="connsiteX1" fmla="*/ 85922 w 118173"/>
                <a:gd name="connsiteY1" fmla="*/ 48607 h 110698"/>
                <a:gd name="connsiteX2" fmla="*/ 95678 w 118173"/>
                <a:gd name="connsiteY2" fmla="*/ 59454 h 110698"/>
                <a:gd name="connsiteX3" fmla="*/ 104013 w 118173"/>
                <a:gd name="connsiteY3" fmla="*/ 70137 h 110698"/>
                <a:gd name="connsiteX4" fmla="*/ 110660 w 118173"/>
                <a:gd name="connsiteY4" fmla="*/ 80257 h 110698"/>
                <a:gd name="connsiteX5" fmla="*/ 115291 w 118173"/>
                <a:gd name="connsiteY5" fmla="*/ 89419 h 110698"/>
                <a:gd name="connsiteX6" fmla="*/ 117771 w 118173"/>
                <a:gd name="connsiteY6" fmla="*/ 97290 h 110698"/>
                <a:gd name="connsiteX7" fmla="*/ 118003 w 118173"/>
                <a:gd name="connsiteY7" fmla="*/ 103508 h 110698"/>
                <a:gd name="connsiteX8" fmla="*/ 115952 w 118173"/>
                <a:gd name="connsiteY8" fmla="*/ 107906 h 110698"/>
                <a:gd name="connsiteX9" fmla="*/ 111719 w 118173"/>
                <a:gd name="connsiteY9" fmla="*/ 110288 h 110698"/>
                <a:gd name="connsiteX10" fmla="*/ 105468 w 118173"/>
                <a:gd name="connsiteY10" fmla="*/ 110552 h 110698"/>
                <a:gd name="connsiteX11" fmla="*/ 97431 w 118173"/>
                <a:gd name="connsiteY11" fmla="*/ 108667 h 110698"/>
                <a:gd name="connsiteX12" fmla="*/ 87939 w 118173"/>
                <a:gd name="connsiteY12" fmla="*/ 104764 h 110698"/>
                <a:gd name="connsiteX13" fmla="*/ 77323 w 118173"/>
                <a:gd name="connsiteY13" fmla="*/ 98944 h 110698"/>
                <a:gd name="connsiteX14" fmla="*/ 66012 w 118173"/>
                <a:gd name="connsiteY14" fmla="*/ 91469 h 110698"/>
                <a:gd name="connsiteX15" fmla="*/ 54436 w 118173"/>
                <a:gd name="connsiteY15" fmla="*/ 82606 h 110698"/>
                <a:gd name="connsiteX16" fmla="*/ 43026 w 118173"/>
                <a:gd name="connsiteY16" fmla="*/ 72684 h 110698"/>
                <a:gd name="connsiteX17" fmla="*/ 32245 w 118173"/>
                <a:gd name="connsiteY17" fmla="*/ 62100 h 110698"/>
                <a:gd name="connsiteX18" fmla="*/ 22488 w 118173"/>
                <a:gd name="connsiteY18" fmla="*/ 51252 h 110698"/>
                <a:gd name="connsiteX19" fmla="*/ 14154 w 118173"/>
                <a:gd name="connsiteY19" fmla="*/ 40537 h 110698"/>
                <a:gd name="connsiteX20" fmla="*/ 7539 w 118173"/>
                <a:gd name="connsiteY20" fmla="*/ 30416 h 110698"/>
                <a:gd name="connsiteX21" fmla="*/ 2876 w 118173"/>
                <a:gd name="connsiteY21" fmla="*/ 21255 h 110698"/>
                <a:gd name="connsiteX22" fmla="*/ 395 w 118173"/>
                <a:gd name="connsiteY22" fmla="*/ 13417 h 110698"/>
                <a:gd name="connsiteX23" fmla="*/ 197 w 118173"/>
                <a:gd name="connsiteY23" fmla="*/ 7166 h 110698"/>
                <a:gd name="connsiteX24" fmla="*/ 2214 w 118173"/>
                <a:gd name="connsiteY24" fmla="*/ 2801 h 110698"/>
                <a:gd name="connsiteX25" fmla="*/ 6448 w 118173"/>
                <a:gd name="connsiteY25" fmla="*/ 419 h 110698"/>
                <a:gd name="connsiteX26" fmla="*/ 12698 w 118173"/>
                <a:gd name="connsiteY26" fmla="*/ 155 h 110698"/>
                <a:gd name="connsiteX27" fmla="*/ 20735 w 118173"/>
                <a:gd name="connsiteY27" fmla="*/ 2007 h 110698"/>
                <a:gd name="connsiteX28" fmla="*/ 30227 w 118173"/>
                <a:gd name="connsiteY28" fmla="*/ 5943 h 110698"/>
                <a:gd name="connsiteX29" fmla="*/ 40843 w 118173"/>
                <a:gd name="connsiteY29" fmla="*/ 11730 h 110698"/>
                <a:gd name="connsiteX30" fmla="*/ 52154 w 118173"/>
                <a:gd name="connsiteY30" fmla="*/ 19238 h 110698"/>
                <a:gd name="connsiteX31" fmla="*/ 63730 w 118173"/>
                <a:gd name="connsiteY31" fmla="*/ 28101 h 110698"/>
                <a:gd name="connsiteX32" fmla="*/ 75140 w 118173"/>
                <a:gd name="connsiteY32" fmla="*/ 38023 h 11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8173" h="110698">
                  <a:moveTo>
                    <a:pt x="75140" y="38023"/>
                  </a:moveTo>
                  <a:cubicBezTo>
                    <a:pt x="78877" y="41463"/>
                    <a:pt x="82482" y="45002"/>
                    <a:pt x="85922" y="48607"/>
                  </a:cubicBezTo>
                  <a:cubicBezTo>
                    <a:pt x="89395" y="52212"/>
                    <a:pt x="92636" y="55816"/>
                    <a:pt x="95678" y="59454"/>
                  </a:cubicBezTo>
                  <a:cubicBezTo>
                    <a:pt x="98721" y="63059"/>
                    <a:pt x="101499" y="66631"/>
                    <a:pt x="104013" y="70137"/>
                  </a:cubicBezTo>
                  <a:cubicBezTo>
                    <a:pt x="106559" y="73643"/>
                    <a:pt x="108742" y="77016"/>
                    <a:pt x="110660" y="80257"/>
                  </a:cubicBezTo>
                  <a:cubicBezTo>
                    <a:pt x="112546" y="83499"/>
                    <a:pt x="114100" y="86574"/>
                    <a:pt x="115291" y="89419"/>
                  </a:cubicBezTo>
                  <a:cubicBezTo>
                    <a:pt x="116481" y="92296"/>
                    <a:pt x="117308" y="94909"/>
                    <a:pt x="117771" y="97290"/>
                  </a:cubicBezTo>
                  <a:cubicBezTo>
                    <a:pt x="118201" y="99638"/>
                    <a:pt x="118300" y="101722"/>
                    <a:pt x="118003" y="103508"/>
                  </a:cubicBezTo>
                  <a:cubicBezTo>
                    <a:pt x="117672" y="105294"/>
                    <a:pt x="117010" y="106782"/>
                    <a:pt x="115952" y="107906"/>
                  </a:cubicBezTo>
                  <a:cubicBezTo>
                    <a:pt x="114894" y="109031"/>
                    <a:pt x="113472" y="109825"/>
                    <a:pt x="111719" y="110288"/>
                  </a:cubicBezTo>
                  <a:cubicBezTo>
                    <a:pt x="109966" y="110718"/>
                    <a:pt x="107882" y="110817"/>
                    <a:pt x="105468" y="110552"/>
                  </a:cubicBezTo>
                  <a:cubicBezTo>
                    <a:pt x="103087" y="110254"/>
                    <a:pt x="100408" y="109659"/>
                    <a:pt x="97431" y="108667"/>
                  </a:cubicBezTo>
                  <a:cubicBezTo>
                    <a:pt x="94488" y="107708"/>
                    <a:pt x="91313" y="106385"/>
                    <a:pt x="87939" y="104764"/>
                  </a:cubicBezTo>
                  <a:cubicBezTo>
                    <a:pt x="84566" y="103144"/>
                    <a:pt x="81027" y="101193"/>
                    <a:pt x="77323" y="98944"/>
                  </a:cubicBezTo>
                  <a:cubicBezTo>
                    <a:pt x="73652" y="96728"/>
                    <a:pt x="69882" y="94214"/>
                    <a:pt x="66012" y="91469"/>
                  </a:cubicBezTo>
                  <a:cubicBezTo>
                    <a:pt x="62176" y="88724"/>
                    <a:pt x="58306" y="85747"/>
                    <a:pt x="54436" y="82606"/>
                  </a:cubicBezTo>
                  <a:cubicBezTo>
                    <a:pt x="50567" y="79431"/>
                    <a:pt x="46764" y="76123"/>
                    <a:pt x="43026" y="72684"/>
                  </a:cubicBezTo>
                  <a:cubicBezTo>
                    <a:pt x="39289" y="69211"/>
                    <a:pt x="35717" y="65705"/>
                    <a:pt x="32245" y="62100"/>
                  </a:cubicBezTo>
                  <a:cubicBezTo>
                    <a:pt x="28805" y="58462"/>
                    <a:pt x="25531" y="54857"/>
                    <a:pt x="22488" y="51252"/>
                  </a:cubicBezTo>
                  <a:cubicBezTo>
                    <a:pt x="19445" y="47614"/>
                    <a:pt x="16667" y="44043"/>
                    <a:pt x="14154" y="40537"/>
                  </a:cubicBezTo>
                  <a:cubicBezTo>
                    <a:pt x="11640" y="37064"/>
                    <a:pt x="9424" y="33691"/>
                    <a:pt x="7539" y="30416"/>
                  </a:cubicBezTo>
                  <a:cubicBezTo>
                    <a:pt x="5621" y="27175"/>
                    <a:pt x="4099" y="24133"/>
                    <a:pt x="2876" y="21255"/>
                  </a:cubicBezTo>
                  <a:cubicBezTo>
                    <a:pt x="1685" y="18411"/>
                    <a:pt x="858" y="15798"/>
                    <a:pt x="395" y="13417"/>
                  </a:cubicBezTo>
                  <a:cubicBezTo>
                    <a:pt x="-35" y="11036"/>
                    <a:pt x="-134" y="8952"/>
                    <a:pt x="197" y="7166"/>
                  </a:cubicBezTo>
                  <a:cubicBezTo>
                    <a:pt x="495" y="5380"/>
                    <a:pt x="1156" y="3925"/>
                    <a:pt x="2214" y="2801"/>
                  </a:cubicBezTo>
                  <a:cubicBezTo>
                    <a:pt x="3273" y="1643"/>
                    <a:pt x="4695" y="849"/>
                    <a:pt x="6448" y="419"/>
                  </a:cubicBezTo>
                  <a:cubicBezTo>
                    <a:pt x="8201" y="-44"/>
                    <a:pt x="10284" y="-110"/>
                    <a:pt x="12698" y="155"/>
                  </a:cubicBezTo>
                  <a:cubicBezTo>
                    <a:pt x="15113" y="419"/>
                    <a:pt x="17792" y="1048"/>
                    <a:pt x="20735" y="2007"/>
                  </a:cubicBezTo>
                  <a:cubicBezTo>
                    <a:pt x="23679" y="2999"/>
                    <a:pt x="26854" y="4289"/>
                    <a:pt x="30227" y="5943"/>
                  </a:cubicBezTo>
                  <a:cubicBezTo>
                    <a:pt x="33601" y="7563"/>
                    <a:pt x="37139" y="9514"/>
                    <a:pt x="40843" y="11730"/>
                  </a:cubicBezTo>
                  <a:cubicBezTo>
                    <a:pt x="44548" y="13979"/>
                    <a:pt x="48318" y="16460"/>
                    <a:pt x="52154" y="19238"/>
                  </a:cubicBezTo>
                  <a:cubicBezTo>
                    <a:pt x="56024" y="21983"/>
                    <a:pt x="59860" y="24926"/>
                    <a:pt x="63730" y="28101"/>
                  </a:cubicBezTo>
                  <a:cubicBezTo>
                    <a:pt x="67599" y="31276"/>
                    <a:pt x="71403" y="34584"/>
                    <a:pt x="75140" y="3802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1F774A3-F03E-666E-FCF3-33DB8C48D487}"/>
                </a:ext>
              </a:extLst>
            </p:cNvPr>
            <p:cNvSpPr/>
            <p:nvPr/>
          </p:nvSpPr>
          <p:spPr>
            <a:xfrm>
              <a:off x="10811429" y="2819992"/>
              <a:ext cx="119844" cy="137208"/>
            </a:xfrm>
            <a:custGeom>
              <a:avLst/>
              <a:gdLst>
                <a:gd name="connsiteX0" fmla="*/ 2218 w 187987"/>
                <a:gd name="connsiteY0" fmla="*/ 113676 h 215224"/>
                <a:gd name="connsiteX1" fmla="*/ 73788 w 187987"/>
                <a:gd name="connsiteY1" fmla="*/ 2220 h 215224"/>
                <a:gd name="connsiteX2" fmla="*/ 185409 w 187987"/>
                <a:gd name="connsiteY2" fmla="*/ 73691 h 215224"/>
                <a:gd name="connsiteX3" fmla="*/ 120388 w 187987"/>
                <a:gd name="connsiteY3" fmla="*/ 214019 h 215224"/>
                <a:gd name="connsiteX4" fmla="*/ 2218 w 187987"/>
                <a:gd name="connsiteY4" fmla="*/ 113676 h 21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87" h="215224">
                  <a:moveTo>
                    <a:pt x="2218" y="113676"/>
                  </a:moveTo>
                  <a:cubicBezTo>
                    <a:pt x="-8960" y="63207"/>
                    <a:pt x="23220" y="13366"/>
                    <a:pt x="73788" y="2220"/>
                  </a:cubicBezTo>
                  <a:cubicBezTo>
                    <a:pt x="124323" y="-8959"/>
                    <a:pt x="174231" y="23188"/>
                    <a:pt x="185409" y="73691"/>
                  </a:cubicBezTo>
                  <a:cubicBezTo>
                    <a:pt x="196555" y="124193"/>
                    <a:pt x="170956" y="202873"/>
                    <a:pt x="120388" y="214019"/>
                  </a:cubicBezTo>
                  <a:cubicBezTo>
                    <a:pt x="69852" y="224536"/>
                    <a:pt x="13364" y="164178"/>
                    <a:pt x="2218" y="11367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46E5A08-119B-2067-6154-BBB85E69117F}"/>
                </a:ext>
              </a:extLst>
            </p:cNvPr>
            <p:cNvSpPr/>
            <p:nvPr/>
          </p:nvSpPr>
          <p:spPr>
            <a:xfrm>
              <a:off x="10856306" y="2841475"/>
              <a:ext cx="31123" cy="81833"/>
            </a:xfrm>
            <a:custGeom>
              <a:avLst/>
              <a:gdLst>
                <a:gd name="connsiteX0" fmla="*/ 44271 w 48819"/>
                <a:gd name="connsiteY0" fmla="*/ 59803 h 128363"/>
                <a:gd name="connsiteX1" fmla="*/ 46653 w 48819"/>
                <a:gd name="connsiteY1" fmla="*/ 72371 h 128363"/>
                <a:gd name="connsiteX2" fmla="*/ 48207 w 48819"/>
                <a:gd name="connsiteY2" fmla="*/ 84641 h 128363"/>
                <a:gd name="connsiteX3" fmla="*/ 48802 w 48819"/>
                <a:gd name="connsiteY3" fmla="*/ 96117 h 128363"/>
                <a:gd name="connsiteX4" fmla="*/ 48472 w 48819"/>
                <a:gd name="connsiteY4" fmla="*/ 106370 h 128363"/>
                <a:gd name="connsiteX5" fmla="*/ 47248 w 48819"/>
                <a:gd name="connsiteY5" fmla="*/ 114969 h 128363"/>
                <a:gd name="connsiteX6" fmla="*/ 45098 w 48819"/>
                <a:gd name="connsiteY6" fmla="*/ 121650 h 128363"/>
                <a:gd name="connsiteX7" fmla="*/ 42188 w 48819"/>
                <a:gd name="connsiteY7" fmla="*/ 126115 h 128363"/>
                <a:gd name="connsiteX8" fmla="*/ 38583 w 48819"/>
                <a:gd name="connsiteY8" fmla="*/ 128231 h 128363"/>
                <a:gd name="connsiteX9" fmla="*/ 34449 w 48819"/>
                <a:gd name="connsiteY9" fmla="*/ 127834 h 128363"/>
                <a:gd name="connsiteX10" fmla="*/ 29918 w 48819"/>
                <a:gd name="connsiteY10" fmla="*/ 125023 h 128363"/>
                <a:gd name="connsiteX11" fmla="*/ 25155 w 48819"/>
                <a:gd name="connsiteY11" fmla="*/ 119864 h 128363"/>
                <a:gd name="connsiteX12" fmla="*/ 20393 w 48819"/>
                <a:gd name="connsiteY12" fmla="*/ 112555 h 128363"/>
                <a:gd name="connsiteX13" fmla="*/ 15763 w 48819"/>
                <a:gd name="connsiteY13" fmla="*/ 103394 h 128363"/>
                <a:gd name="connsiteX14" fmla="*/ 11463 w 48819"/>
                <a:gd name="connsiteY14" fmla="*/ 92744 h 128363"/>
                <a:gd name="connsiteX15" fmla="*/ 7693 w 48819"/>
                <a:gd name="connsiteY15" fmla="*/ 80970 h 128363"/>
                <a:gd name="connsiteX16" fmla="*/ 4518 w 48819"/>
                <a:gd name="connsiteY16" fmla="*/ 68568 h 128363"/>
                <a:gd name="connsiteX17" fmla="*/ 2137 w 48819"/>
                <a:gd name="connsiteY17" fmla="*/ 56000 h 128363"/>
                <a:gd name="connsiteX18" fmla="*/ 615 w 48819"/>
                <a:gd name="connsiteY18" fmla="*/ 43730 h 128363"/>
                <a:gd name="connsiteX19" fmla="*/ 20 w 48819"/>
                <a:gd name="connsiteY19" fmla="*/ 32254 h 128363"/>
                <a:gd name="connsiteX20" fmla="*/ 318 w 48819"/>
                <a:gd name="connsiteY20" fmla="*/ 22001 h 128363"/>
                <a:gd name="connsiteX21" fmla="*/ 1574 w 48819"/>
                <a:gd name="connsiteY21" fmla="*/ 13369 h 128363"/>
                <a:gd name="connsiteX22" fmla="*/ 3691 w 48819"/>
                <a:gd name="connsiteY22" fmla="*/ 6721 h 128363"/>
                <a:gd name="connsiteX23" fmla="*/ 6634 w 48819"/>
                <a:gd name="connsiteY23" fmla="*/ 2223 h 128363"/>
                <a:gd name="connsiteX24" fmla="*/ 10239 w 48819"/>
                <a:gd name="connsiteY24" fmla="*/ 140 h 128363"/>
                <a:gd name="connsiteX25" fmla="*/ 14373 w 48819"/>
                <a:gd name="connsiteY25" fmla="*/ 537 h 128363"/>
                <a:gd name="connsiteX26" fmla="*/ 18904 w 48819"/>
                <a:gd name="connsiteY26" fmla="*/ 3348 h 128363"/>
                <a:gd name="connsiteX27" fmla="*/ 23667 w 48819"/>
                <a:gd name="connsiteY27" fmla="*/ 8507 h 128363"/>
                <a:gd name="connsiteX28" fmla="*/ 28429 w 48819"/>
                <a:gd name="connsiteY28" fmla="*/ 15816 h 128363"/>
                <a:gd name="connsiteX29" fmla="*/ 33060 w 48819"/>
                <a:gd name="connsiteY29" fmla="*/ 24945 h 128363"/>
                <a:gd name="connsiteX30" fmla="*/ 37326 w 48819"/>
                <a:gd name="connsiteY30" fmla="*/ 35627 h 128363"/>
                <a:gd name="connsiteX31" fmla="*/ 41129 w 48819"/>
                <a:gd name="connsiteY31" fmla="*/ 47401 h 128363"/>
                <a:gd name="connsiteX32" fmla="*/ 44271 w 48819"/>
                <a:gd name="connsiteY32" fmla="*/ 59803 h 12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819" h="128363">
                  <a:moveTo>
                    <a:pt x="44271" y="59803"/>
                  </a:moveTo>
                  <a:cubicBezTo>
                    <a:pt x="45197" y="64004"/>
                    <a:pt x="45991" y="68204"/>
                    <a:pt x="46653" y="72371"/>
                  </a:cubicBezTo>
                  <a:cubicBezTo>
                    <a:pt x="47314" y="76538"/>
                    <a:pt x="47843" y="80639"/>
                    <a:pt x="48207" y="84641"/>
                  </a:cubicBezTo>
                  <a:cubicBezTo>
                    <a:pt x="48571" y="88610"/>
                    <a:pt x="48769" y="92446"/>
                    <a:pt x="48802" y="96117"/>
                  </a:cubicBezTo>
                  <a:cubicBezTo>
                    <a:pt x="48869" y="99755"/>
                    <a:pt x="48736" y="103195"/>
                    <a:pt x="48472" y="106370"/>
                  </a:cubicBezTo>
                  <a:cubicBezTo>
                    <a:pt x="48207" y="109545"/>
                    <a:pt x="47810" y="112422"/>
                    <a:pt x="47248" y="114969"/>
                  </a:cubicBezTo>
                  <a:cubicBezTo>
                    <a:pt x="46686" y="117549"/>
                    <a:pt x="45958" y="119798"/>
                    <a:pt x="45098" y="121650"/>
                  </a:cubicBezTo>
                  <a:cubicBezTo>
                    <a:pt x="44271" y="123535"/>
                    <a:pt x="43279" y="125023"/>
                    <a:pt x="42188" y="126115"/>
                  </a:cubicBezTo>
                  <a:cubicBezTo>
                    <a:pt x="41096" y="127239"/>
                    <a:pt x="39906" y="127934"/>
                    <a:pt x="38583" y="128231"/>
                  </a:cubicBezTo>
                  <a:cubicBezTo>
                    <a:pt x="37293" y="128496"/>
                    <a:pt x="35904" y="128364"/>
                    <a:pt x="34449" y="127834"/>
                  </a:cubicBezTo>
                  <a:cubicBezTo>
                    <a:pt x="32960" y="127305"/>
                    <a:pt x="31472" y="126379"/>
                    <a:pt x="29918" y="125023"/>
                  </a:cubicBezTo>
                  <a:cubicBezTo>
                    <a:pt x="28330" y="123667"/>
                    <a:pt x="26743" y="121947"/>
                    <a:pt x="25155" y="119864"/>
                  </a:cubicBezTo>
                  <a:cubicBezTo>
                    <a:pt x="23568" y="117780"/>
                    <a:pt x="21947" y="115333"/>
                    <a:pt x="20393" y="112555"/>
                  </a:cubicBezTo>
                  <a:cubicBezTo>
                    <a:pt x="18805" y="109810"/>
                    <a:pt x="17251" y="106734"/>
                    <a:pt x="15763" y="103394"/>
                  </a:cubicBezTo>
                  <a:cubicBezTo>
                    <a:pt x="14274" y="100086"/>
                    <a:pt x="12819" y="96514"/>
                    <a:pt x="11463" y="92744"/>
                  </a:cubicBezTo>
                  <a:cubicBezTo>
                    <a:pt x="10107" y="88974"/>
                    <a:pt x="8850" y="85038"/>
                    <a:pt x="7693" y="80970"/>
                  </a:cubicBezTo>
                  <a:cubicBezTo>
                    <a:pt x="6502" y="76902"/>
                    <a:pt x="5477" y="72768"/>
                    <a:pt x="4518" y="68568"/>
                  </a:cubicBezTo>
                  <a:cubicBezTo>
                    <a:pt x="3592" y="64367"/>
                    <a:pt x="2798" y="60167"/>
                    <a:pt x="2137" y="56000"/>
                  </a:cubicBezTo>
                  <a:cubicBezTo>
                    <a:pt x="1475" y="51833"/>
                    <a:pt x="979" y="47732"/>
                    <a:pt x="615" y="43730"/>
                  </a:cubicBezTo>
                  <a:cubicBezTo>
                    <a:pt x="251" y="39728"/>
                    <a:pt x="53" y="35925"/>
                    <a:pt x="20" y="32254"/>
                  </a:cubicBezTo>
                  <a:cubicBezTo>
                    <a:pt x="-46" y="28616"/>
                    <a:pt x="53" y="25176"/>
                    <a:pt x="318" y="22001"/>
                  </a:cubicBezTo>
                  <a:cubicBezTo>
                    <a:pt x="582" y="18826"/>
                    <a:pt x="1012" y="15949"/>
                    <a:pt x="1574" y="13369"/>
                  </a:cubicBezTo>
                  <a:cubicBezTo>
                    <a:pt x="2137" y="10822"/>
                    <a:pt x="2864" y="8573"/>
                    <a:pt x="3691" y="6721"/>
                  </a:cubicBezTo>
                  <a:cubicBezTo>
                    <a:pt x="4551" y="4836"/>
                    <a:pt x="5510" y="3348"/>
                    <a:pt x="6634" y="2223"/>
                  </a:cubicBezTo>
                  <a:cubicBezTo>
                    <a:pt x="7726" y="1132"/>
                    <a:pt x="8916" y="438"/>
                    <a:pt x="10239" y="140"/>
                  </a:cubicBezTo>
                  <a:cubicBezTo>
                    <a:pt x="11529" y="-125"/>
                    <a:pt x="12918" y="-25"/>
                    <a:pt x="14373" y="537"/>
                  </a:cubicBezTo>
                  <a:cubicBezTo>
                    <a:pt x="15829" y="1066"/>
                    <a:pt x="17350" y="1992"/>
                    <a:pt x="18904" y="3348"/>
                  </a:cubicBezTo>
                  <a:cubicBezTo>
                    <a:pt x="20459" y="4704"/>
                    <a:pt x="22046" y="6391"/>
                    <a:pt x="23667" y="8507"/>
                  </a:cubicBezTo>
                  <a:cubicBezTo>
                    <a:pt x="25254" y="10591"/>
                    <a:pt x="26842" y="13038"/>
                    <a:pt x="28429" y="15816"/>
                  </a:cubicBezTo>
                  <a:cubicBezTo>
                    <a:pt x="30017" y="18561"/>
                    <a:pt x="31538" y="21637"/>
                    <a:pt x="33060" y="24945"/>
                  </a:cubicBezTo>
                  <a:cubicBezTo>
                    <a:pt x="34548" y="28285"/>
                    <a:pt x="35970" y="31857"/>
                    <a:pt x="37326" y="35627"/>
                  </a:cubicBezTo>
                  <a:cubicBezTo>
                    <a:pt x="38715" y="39397"/>
                    <a:pt x="39972" y="43333"/>
                    <a:pt x="41129" y="47401"/>
                  </a:cubicBezTo>
                  <a:cubicBezTo>
                    <a:pt x="42287" y="51436"/>
                    <a:pt x="43345" y="55603"/>
                    <a:pt x="44271" y="5980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1E558D0-B5C9-C6A4-134A-9201D1791A75}"/>
                </a:ext>
              </a:extLst>
            </p:cNvPr>
            <p:cNvSpPr/>
            <p:nvPr/>
          </p:nvSpPr>
          <p:spPr>
            <a:xfrm>
              <a:off x="10611823" y="2866024"/>
              <a:ext cx="141265" cy="162809"/>
            </a:xfrm>
            <a:custGeom>
              <a:avLst/>
              <a:gdLst>
                <a:gd name="connsiteX0" fmla="*/ 169 w 221589"/>
                <a:gd name="connsiteY0" fmla="*/ 104442 h 255383"/>
                <a:gd name="connsiteX1" fmla="*/ 117049 w 221589"/>
                <a:gd name="connsiteY1" fmla="*/ 163 h 255383"/>
                <a:gd name="connsiteX2" fmla="*/ 221427 w 221589"/>
                <a:gd name="connsiteY2" fmla="*/ 116910 h 255383"/>
                <a:gd name="connsiteX3" fmla="*/ 102596 w 221589"/>
                <a:gd name="connsiteY3" fmla="*/ 255287 h 255383"/>
                <a:gd name="connsiteX4" fmla="*/ 169 w 221589"/>
                <a:gd name="connsiteY4" fmla="*/ 104442 h 2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89" h="255383">
                  <a:moveTo>
                    <a:pt x="169" y="104442"/>
                  </a:moveTo>
                  <a:cubicBezTo>
                    <a:pt x="3443" y="43455"/>
                    <a:pt x="55963" y="-3112"/>
                    <a:pt x="117049" y="163"/>
                  </a:cubicBezTo>
                  <a:cubicBezTo>
                    <a:pt x="178101" y="3437"/>
                    <a:pt x="224701" y="55924"/>
                    <a:pt x="221427" y="116910"/>
                  </a:cubicBezTo>
                  <a:cubicBezTo>
                    <a:pt x="218153" y="177896"/>
                    <a:pt x="163648" y="258561"/>
                    <a:pt x="102596" y="255287"/>
                  </a:cubicBezTo>
                  <a:cubicBezTo>
                    <a:pt x="41543" y="252641"/>
                    <a:pt x="-3105" y="165428"/>
                    <a:pt x="169" y="104442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31366D7-7F4D-A0E4-8F5E-C301B6CF208E}"/>
                </a:ext>
              </a:extLst>
            </p:cNvPr>
            <p:cNvSpPr/>
            <p:nvPr/>
          </p:nvSpPr>
          <p:spPr>
            <a:xfrm>
              <a:off x="10666978" y="2890813"/>
              <a:ext cx="30617" cy="98536"/>
            </a:xfrm>
            <a:custGeom>
              <a:avLst/>
              <a:gdLst>
                <a:gd name="connsiteX0" fmla="*/ 28448 w 48026"/>
                <a:gd name="connsiteY0" fmla="*/ 7 h 154563"/>
                <a:gd name="connsiteX1" fmla="*/ 32946 w 48026"/>
                <a:gd name="connsiteY1" fmla="*/ 1760 h 154563"/>
                <a:gd name="connsiteX2" fmla="*/ 37146 w 48026"/>
                <a:gd name="connsiteY2" fmla="*/ 6423 h 154563"/>
                <a:gd name="connsiteX3" fmla="*/ 40817 w 48026"/>
                <a:gd name="connsiteY3" fmla="*/ 13798 h 154563"/>
                <a:gd name="connsiteX4" fmla="*/ 43827 w 48026"/>
                <a:gd name="connsiteY4" fmla="*/ 23588 h 154563"/>
                <a:gd name="connsiteX5" fmla="*/ 46076 w 48026"/>
                <a:gd name="connsiteY5" fmla="*/ 35494 h 154563"/>
                <a:gd name="connsiteX6" fmla="*/ 47498 w 48026"/>
                <a:gd name="connsiteY6" fmla="*/ 48955 h 154563"/>
                <a:gd name="connsiteX7" fmla="*/ 48027 w 48026"/>
                <a:gd name="connsiteY7" fmla="*/ 63540 h 154563"/>
                <a:gd name="connsiteX8" fmla="*/ 47597 w 48026"/>
                <a:gd name="connsiteY8" fmla="*/ 78621 h 154563"/>
                <a:gd name="connsiteX9" fmla="*/ 46274 w 48026"/>
                <a:gd name="connsiteY9" fmla="*/ 93670 h 154563"/>
                <a:gd name="connsiteX10" fmla="*/ 44124 w 48026"/>
                <a:gd name="connsiteY10" fmla="*/ 108089 h 154563"/>
                <a:gd name="connsiteX11" fmla="*/ 41181 w 48026"/>
                <a:gd name="connsiteY11" fmla="*/ 121319 h 154563"/>
                <a:gd name="connsiteX12" fmla="*/ 37576 w 48026"/>
                <a:gd name="connsiteY12" fmla="*/ 132861 h 154563"/>
                <a:gd name="connsiteX13" fmla="*/ 33442 w 48026"/>
                <a:gd name="connsiteY13" fmla="*/ 142287 h 154563"/>
                <a:gd name="connsiteX14" fmla="*/ 28944 w 48026"/>
                <a:gd name="connsiteY14" fmla="*/ 149166 h 154563"/>
                <a:gd name="connsiteX15" fmla="*/ 24247 w 48026"/>
                <a:gd name="connsiteY15" fmla="*/ 153333 h 154563"/>
                <a:gd name="connsiteX16" fmla="*/ 19584 w 48026"/>
                <a:gd name="connsiteY16" fmla="*/ 154557 h 154563"/>
                <a:gd name="connsiteX17" fmla="*/ 15053 w 48026"/>
                <a:gd name="connsiteY17" fmla="*/ 152804 h 154563"/>
                <a:gd name="connsiteX18" fmla="*/ 10886 w 48026"/>
                <a:gd name="connsiteY18" fmla="*/ 148141 h 154563"/>
                <a:gd name="connsiteX19" fmla="*/ 7215 w 48026"/>
                <a:gd name="connsiteY19" fmla="*/ 140765 h 154563"/>
                <a:gd name="connsiteX20" fmla="*/ 4172 w 48026"/>
                <a:gd name="connsiteY20" fmla="*/ 130943 h 154563"/>
                <a:gd name="connsiteX21" fmla="*/ 1923 w 48026"/>
                <a:gd name="connsiteY21" fmla="*/ 119070 h 154563"/>
                <a:gd name="connsiteX22" fmla="*/ 501 w 48026"/>
                <a:gd name="connsiteY22" fmla="*/ 105609 h 154563"/>
                <a:gd name="connsiteX23" fmla="*/ 5 w 48026"/>
                <a:gd name="connsiteY23" fmla="*/ 91024 h 154563"/>
                <a:gd name="connsiteX24" fmla="*/ 402 w 48026"/>
                <a:gd name="connsiteY24" fmla="*/ 75942 h 154563"/>
                <a:gd name="connsiteX25" fmla="*/ 1725 w 48026"/>
                <a:gd name="connsiteY25" fmla="*/ 60894 h 154563"/>
                <a:gd name="connsiteX26" fmla="*/ 3908 w 48026"/>
                <a:gd name="connsiteY26" fmla="*/ 46475 h 154563"/>
                <a:gd name="connsiteX27" fmla="*/ 6851 w 48026"/>
                <a:gd name="connsiteY27" fmla="*/ 33245 h 154563"/>
                <a:gd name="connsiteX28" fmla="*/ 10456 w 48026"/>
                <a:gd name="connsiteY28" fmla="*/ 21703 h 154563"/>
                <a:gd name="connsiteX29" fmla="*/ 14590 w 48026"/>
                <a:gd name="connsiteY29" fmla="*/ 12277 h 154563"/>
                <a:gd name="connsiteX30" fmla="*/ 19055 w 48026"/>
                <a:gd name="connsiteY30" fmla="*/ 5398 h 154563"/>
                <a:gd name="connsiteX31" fmla="*/ 23751 w 48026"/>
                <a:gd name="connsiteY31" fmla="*/ 1231 h 154563"/>
                <a:gd name="connsiteX32" fmla="*/ 28448 w 48026"/>
                <a:gd name="connsiteY32" fmla="*/ 7 h 1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26" h="154563">
                  <a:moveTo>
                    <a:pt x="28448" y="7"/>
                  </a:moveTo>
                  <a:cubicBezTo>
                    <a:pt x="30002" y="106"/>
                    <a:pt x="31490" y="702"/>
                    <a:pt x="32946" y="1760"/>
                  </a:cubicBezTo>
                  <a:cubicBezTo>
                    <a:pt x="34434" y="2851"/>
                    <a:pt x="35823" y="4406"/>
                    <a:pt x="37146" y="6423"/>
                  </a:cubicBezTo>
                  <a:cubicBezTo>
                    <a:pt x="38436" y="8441"/>
                    <a:pt x="39659" y="10888"/>
                    <a:pt x="40817" y="13798"/>
                  </a:cubicBezTo>
                  <a:cubicBezTo>
                    <a:pt x="41941" y="16676"/>
                    <a:pt x="42934" y="19950"/>
                    <a:pt x="43827" y="23588"/>
                  </a:cubicBezTo>
                  <a:cubicBezTo>
                    <a:pt x="44720" y="27259"/>
                    <a:pt x="45480" y="31228"/>
                    <a:pt x="46076" y="35494"/>
                  </a:cubicBezTo>
                  <a:cubicBezTo>
                    <a:pt x="46704" y="39761"/>
                    <a:pt x="47167" y="44226"/>
                    <a:pt x="47498" y="48955"/>
                  </a:cubicBezTo>
                  <a:cubicBezTo>
                    <a:pt x="47828" y="53684"/>
                    <a:pt x="47994" y="58546"/>
                    <a:pt x="48027" y="63540"/>
                  </a:cubicBezTo>
                  <a:cubicBezTo>
                    <a:pt x="48027" y="68534"/>
                    <a:pt x="47895" y="73561"/>
                    <a:pt x="47597" y="78621"/>
                  </a:cubicBezTo>
                  <a:cubicBezTo>
                    <a:pt x="47299" y="83715"/>
                    <a:pt x="46869" y="88709"/>
                    <a:pt x="46274" y="93670"/>
                  </a:cubicBezTo>
                  <a:cubicBezTo>
                    <a:pt x="45712" y="98631"/>
                    <a:pt x="44984" y="103426"/>
                    <a:pt x="44124" y="108089"/>
                  </a:cubicBezTo>
                  <a:cubicBezTo>
                    <a:pt x="43264" y="112753"/>
                    <a:pt x="42272" y="117151"/>
                    <a:pt x="41181" y="121319"/>
                  </a:cubicBezTo>
                  <a:cubicBezTo>
                    <a:pt x="40056" y="125486"/>
                    <a:pt x="38866" y="129355"/>
                    <a:pt x="37576" y="132861"/>
                  </a:cubicBezTo>
                  <a:cubicBezTo>
                    <a:pt x="36253" y="136400"/>
                    <a:pt x="34897" y="139542"/>
                    <a:pt x="33442" y="142287"/>
                  </a:cubicBezTo>
                  <a:cubicBezTo>
                    <a:pt x="31986" y="145032"/>
                    <a:pt x="30498" y="147314"/>
                    <a:pt x="28944" y="149166"/>
                  </a:cubicBezTo>
                  <a:cubicBezTo>
                    <a:pt x="27389" y="151051"/>
                    <a:pt x="25835" y="152407"/>
                    <a:pt x="24247" y="153333"/>
                  </a:cubicBezTo>
                  <a:cubicBezTo>
                    <a:pt x="22693" y="154226"/>
                    <a:pt x="21139" y="154623"/>
                    <a:pt x="19584" y="154557"/>
                  </a:cubicBezTo>
                  <a:cubicBezTo>
                    <a:pt x="18030" y="154458"/>
                    <a:pt x="16508" y="153862"/>
                    <a:pt x="15053" y="152804"/>
                  </a:cubicBezTo>
                  <a:cubicBezTo>
                    <a:pt x="13598" y="151713"/>
                    <a:pt x="12209" y="150158"/>
                    <a:pt x="10886" y="148141"/>
                  </a:cubicBezTo>
                  <a:cubicBezTo>
                    <a:pt x="9563" y="146123"/>
                    <a:pt x="8339" y="143676"/>
                    <a:pt x="7215" y="140765"/>
                  </a:cubicBezTo>
                  <a:cubicBezTo>
                    <a:pt x="6090" y="137888"/>
                    <a:pt x="5065" y="134614"/>
                    <a:pt x="4172" y="130943"/>
                  </a:cubicBezTo>
                  <a:cubicBezTo>
                    <a:pt x="3312" y="127305"/>
                    <a:pt x="2552" y="123336"/>
                    <a:pt x="1923" y="119070"/>
                  </a:cubicBezTo>
                  <a:cubicBezTo>
                    <a:pt x="1295" y="114803"/>
                    <a:pt x="832" y="110305"/>
                    <a:pt x="501" y="105609"/>
                  </a:cubicBezTo>
                  <a:cubicBezTo>
                    <a:pt x="170" y="100879"/>
                    <a:pt x="5" y="96018"/>
                    <a:pt x="5" y="91024"/>
                  </a:cubicBezTo>
                  <a:cubicBezTo>
                    <a:pt x="-28" y="86030"/>
                    <a:pt x="104" y="81003"/>
                    <a:pt x="402" y="75942"/>
                  </a:cubicBezTo>
                  <a:cubicBezTo>
                    <a:pt x="699" y="70849"/>
                    <a:pt x="1129" y="65855"/>
                    <a:pt x="1725" y="60894"/>
                  </a:cubicBezTo>
                  <a:cubicBezTo>
                    <a:pt x="2320" y="55933"/>
                    <a:pt x="3048" y="51105"/>
                    <a:pt x="3908" y="46475"/>
                  </a:cubicBezTo>
                  <a:cubicBezTo>
                    <a:pt x="4767" y="41811"/>
                    <a:pt x="5760" y="37413"/>
                    <a:pt x="6851" y="33245"/>
                  </a:cubicBezTo>
                  <a:cubicBezTo>
                    <a:pt x="7942" y="29078"/>
                    <a:pt x="9166" y="25209"/>
                    <a:pt x="10456" y="21703"/>
                  </a:cubicBezTo>
                  <a:cubicBezTo>
                    <a:pt x="11746" y="18164"/>
                    <a:pt x="13135" y="15022"/>
                    <a:pt x="14590" y="12277"/>
                  </a:cubicBezTo>
                  <a:cubicBezTo>
                    <a:pt x="16045" y="9532"/>
                    <a:pt x="17534" y="7250"/>
                    <a:pt x="19055" y="5398"/>
                  </a:cubicBezTo>
                  <a:cubicBezTo>
                    <a:pt x="20609" y="3513"/>
                    <a:pt x="22164" y="2157"/>
                    <a:pt x="23751" y="1231"/>
                  </a:cubicBezTo>
                  <a:cubicBezTo>
                    <a:pt x="25339" y="338"/>
                    <a:pt x="26893" y="-59"/>
                    <a:pt x="28448" y="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88AA732-5D9C-2FB5-3D28-B6941C66E820}"/>
                </a:ext>
              </a:extLst>
            </p:cNvPr>
            <p:cNvSpPr/>
            <p:nvPr/>
          </p:nvSpPr>
          <p:spPr>
            <a:xfrm>
              <a:off x="10413406" y="2838429"/>
              <a:ext cx="123709" cy="142740"/>
            </a:xfrm>
            <a:custGeom>
              <a:avLst/>
              <a:gdLst>
                <a:gd name="connsiteX0" fmla="*/ 190 w 194050"/>
                <a:gd name="connsiteY0" fmla="*/ 91337 h 223903"/>
                <a:gd name="connsiteX1" fmla="*/ 102617 w 194050"/>
                <a:gd name="connsiteY1" fmla="*/ 188 h 223903"/>
                <a:gd name="connsiteX2" fmla="*/ 193865 w 194050"/>
                <a:gd name="connsiteY2" fmla="*/ 102483 h 223903"/>
                <a:gd name="connsiteX3" fmla="*/ 89487 w 194050"/>
                <a:gd name="connsiteY3" fmla="*/ 223794 h 223903"/>
                <a:gd name="connsiteX4" fmla="*/ 190 w 194050"/>
                <a:gd name="connsiteY4" fmla="*/ 91337 h 22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050" h="223903">
                  <a:moveTo>
                    <a:pt x="190" y="91337"/>
                  </a:moveTo>
                  <a:cubicBezTo>
                    <a:pt x="3464" y="37561"/>
                    <a:pt x="49436" y="-3119"/>
                    <a:pt x="102617" y="188"/>
                  </a:cubicBezTo>
                  <a:cubicBezTo>
                    <a:pt x="155798" y="3462"/>
                    <a:pt x="197172" y="49368"/>
                    <a:pt x="193865" y="102483"/>
                  </a:cubicBezTo>
                  <a:cubicBezTo>
                    <a:pt x="190591" y="156259"/>
                    <a:pt x="143330" y="227068"/>
                    <a:pt x="89487" y="223794"/>
                  </a:cubicBezTo>
                  <a:cubicBezTo>
                    <a:pt x="36306" y="220520"/>
                    <a:pt x="-3084" y="144452"/>
                    <a:pt x="190" y="91337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A3B3C5C-4254-671C-185B-99CD543B19B8}"/>
                </a:ext>
              </a:extLst>
            </p:cNvPr>
            <p:cNvSpPr/>
            <p:nvPr/>
          </p:nvSpPr>
          <p:spPr>
            <a:xfrm>
              <a:off x="10461596" y="2859671"/>
              <a:ext cx="27205" cy="86840"/>
            </a:xfrm>
            <a:custGeom>
              <a:avLst/>
              <a:gdLst>
                <a:gd name="connsiteX0" fmla="*/ 25240 w 42674"/>
                <a:gd name="connsiteY0" fmla="*/ 8 h 136217"/>
                <a:gd name="connsiteX1" fmla="*/ 29275 w 42674"/>
                <a:gd name="connsiteY1" fmla="*/ 1562 h 136217"/>
                <a:gd name="connsiteX2" fmla="*/ 32979 w 42674"/>
                <a:gd name="connsiteY2" fmla="*/ 5663 h 136217"/>
                <a:gd name="connsiteX3" fmla="*/ 36253 w 42674"/>
                <a:gd name="connsiteY3" fmla="*/ 12178 h 136217"/>
                <a:gd name="connsiteX4" fmla="*/ 38932 w 42674"/>
                <a:gd name="connsiteY4" fmla="*/ 20810 h 136217"/>
                <a:gd name="connsiteX5" fmla="*/ 40949 w 42674"/>
                <a:gd name="connsiteY5" fmla="*/ 31295 h 136217"/>
                <a:gd name="connsiteX6" fmla="*/ 42206 w 42674"/>
                <a:gd name="connsiteY6" fmla="*/ 43168 h 136217"/>
                <a:gd name="connsiteX7" fmla="*/ 42669 w 42674"/>
                <a:gd name="connsiteY7" fmla="*/ 56000 h 136217"/>
                <a:gd name="connsiteX8" fmla="*/ 42305 w 42674"/>
                <a:gd name="connsiteY8" fmla="*/ 69328 h 136217"/>
                <a:gd name="connsiteX9" fmla="*/ 41148 w 42674"/>
                <a:gd name="connsiteY9" fmla="*/ 82591 h 136217"/>
                <a:gd name="connsiteX10" fmla="*/ 39229 w 42674"/>
                <a:gd name="connsiteY10" fmla="*/ 95291 h 136217"/>
                <a:gd name="connsiteX11" fmla="*/ 36617 w 42674"/>
                <a:gd name="connsiteY11" fmla="*/ 106932 h 136217"/>
                <a:gd name="connsiteX12" fmla="*/ 33409 w 42674"/>
                <a:gd name="connsiteY12" fmla="*/ 117119 h 136217"/>
                <a:gd name="connsiteX13" fmla="*/ 29738 w 42674"/>
                <a:gd name="connsiteY13" fmla="*/ 125387 h 136217"/>
                <a:gd name="connsiteX14" fmla="*/ 25769 w 42674"/>
                <a:gd name="connsiteY14" fmla="*/ 131472 h 136217"/>
                <a:gd name="connsiteX15" fmla="*/ 21602 w 42674"/>
                <a:gd name="connsiteY15" fmla="*/ 135144 h 136217"/>
                <a:gd name="connsiteX16" fmla="*/ 17434 w 42674"/>
                <a:gd name="connsiteY16" fmla="*/ 136202 h 136217"/>
                <a:gd name="connsiteX17" fmla="*/ 13400 w 42674"/>
                <a:gd name="connsiteY17" fmla="*/ 134681 h 136217"/>
                <a:gd name="connsiteX18" fmla="*/ 9695 w 42674"/>
                <a:gd name="connsiteY18" fmla="*/ 130580 h 136217"/>
                <a:gd name="connsiteX19" fmla="*/ 6421 w 42674"/>
                <a:gd name="connsiteY19" fmla="*/ 124064 h 136217"/>
                <a:gd name="connsiteX20" fmla="*/ 3742 w 42674"/>
                <a:gd name="connsiteY20" fmla="*/ 115432 h 136217"/>
                <a:gd name="connsiteX21" fmla="*/ 1725 w 42674"/>
                <a:gd name="connsiteY21" fmla="*/ 104948 h 136217"/>
                <a:gd name="connsiteX22" fmla="*/ 468 w 42674"/>
                <a:gd name="connsiteY22" fmla="*/ 93075 h 136217"/>
                <a:gd name="connsiteX23" fmla="*/ 5 w 42674"/>
                <a:gd name="connsiteY23" fmla="*/ 80209 h 136217"/>
                <a:gd name="connsiteX24" fmla="*/ 369 w 42674"/>
                <a:gd name="connsiteY24" fmla="*/ 66914 h 136217"/>
                <a:gd name="connsiteX25" fmla="*/ 1526 w 42674"/>
                <a:gd name="connsiteY25" fmla="*/ 53652 h 136217"/>
                <a:gd name="connsiteX26" fmla="*/ 3445 w 42674"/>
                <a:gd name="connsiteY26" fmla="*/ 40952 h 136217"/>
                <a:gd name="connsiteX27" fmla="*/ 6057 w 42674"/>
                <a:gd name="connsiteY27" fmla="*/ 29277 h 136217"/>
                <a:gd name="connsiteX28" fmla="*/ 9265 w 42674"/>
                <a:gd name="connsiteY28" fmla="*/ 19124 h 136217"/>
                <a:gd name="connsiteX29" fmla="*/ 12937 w 42674"/>
                <a:gd name="connsiteY29" fmla="*/ 10822 h 136217"/>
                <a:gd name="connsiteX30" fmla="*/ 16905 w 42674"/>
                <a:gd name="connsiteY30" fmla="*/ 4737 h 136217"/>
                <a:gd name="connsiteX31" fmla="*/ 21072 w 42674"/>
                <a:gd name="connsiteY31" fmla="*/ 1099 h 136217"/>
                <a:gd name="connsiteX32" fmla="*/ 25240 w 42674"/>
                <a:gd name="connsiteY32" fmla="*/ 8 h 1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2674" h="136217">
                  <a:moveTo>
                    <a:pt x="25240" y="8"/>
                  </a:moveTo>
                  <a:cubicBezTo>
                    <a:pt x="26629" y="107"/>
                    <a:pt x="27952" y="603"/>
                    <a:pt x="29275" y="1562"/>
                  </a:cubicBezTo>
                  <a:cubicBezTo>
                    <a:pt x="30564" y="2521"/>
                    <a:pt x="31788" y="3877"/>
                    <a:pt x="32979" y="5663"/>
                  </a:cubicBezTo>
                  <a:cubicBezTo>
                    <a:pt x="34136" y="7449"/>
                    <a:pt x="35228" y="9632"/>
                    <a:pt x="36253" y="12178"/>
                  </a:cubicBezTo>
                  <a:cubicBezTo>
                    <a:pt x="37245" y="14725"/>
                    <a:pt x="38138" y="17602"/>
                    <a:pt x="38932" y="20810"/>
                  </a:cubicBezTo>
                  <a:cubicBezTo>
                    <a:pt x="39726" y="24019"/>
                    <a:pt x="40387" y="27524"/>
                    <a:pt x="40949" y="31295"/>
                  </a:cubicBezTo>
                  <a:cubicBezTo>
                    <a:pt x="41512" y="35032"/>
                    <a:pt x="41908" y="39001"/>
                    <a:pt x="42206" y="43168"/>
                  </a:cubicBezTo>
                  <a:cubicBezTo>
                    <a:pt x="42504" y="47335"/>
                    <a:pt x="42669" y="51601"/>
                    <a:pt x="42669" y="56000"/>
                  </a:cubicBezTo>
                  <a:cubicBezTo>
                    <a:pt x="42702" y="60399"/>
                    <a:pt x="42570" y="64831"/>
                    <a:pt x="42305" y="69328"/>
                  </a:cubicBezTo>
                  <a:cubicBezTo>
                    <a:pt x="42074" y="73793"/>
                    <a:pt x="41677" y="78192"/>
                    <a:pt x="41148" y="82591"/>
                  </a:cubicBezTo>
                  <a:cubicBezTo>
                    <a:pt x="40619" y="86956"/>
                    <a:pt x="39990" y="91190"/>
                    <a:pt x="39229" y="95291"/>
                  </a:cubicBezTo>
                  <a:cubicBezTo>
                    <a:pt x="38469" y="99392"/>
                    <a:pt x="37576" y="103261"/>
                    <a:pt x="36617" y="106932"/>
                  </a:cubicBezTo>
                  <a:cubicBezTo>
                    <a:pt x="35625" y="110603"/>
                    <a:pt x="34566" y="114010"/>
                    <a:pt x="33409" y="117119"/>
                  </a:cubicBezTo>
                  <a:cubicBezTo>
                    <a:pt x="32251" y="120228"/>
                    <a:pt x="31027" y="122973"/>
                    <a:pt x="29738" y="125387"/>
                  </a:cubicBezTo>
                  <a:cubicBezTo>
                    <a:pt x="28448" y="127834"/>
                    <a:pt x="27125" y="129852"/>
                    <a:pt x="25769" y="131472"/>
                  </a:cubicBezTo>
                  <a:cubicBezTo>
                    <a:pt x="24380" y="133126"/>
                    <a:pt x="22991" y="134350"/>
                    <a:pt x="21602" y="135144"/>
                  </a:cubicBezTo>
                  <a:cubicBezTo>
                    <a:pt x="20213" y="135937"/>
                    <a:pt x="18823" y="136301"/>
                    <a:pt x="17434" y="136202"/>
                  </a:cubicBezTo>
                  <a:cubicBezTo>
                    <a:pt x="16045" y="136136"/>
                    <a:pt x="14722" y="135607"/>
                    <a:pt x="13400" y="134681"/>
                  </a:cubicBezTo>
                  <a:cubicBezTo>
                    <a:pt x="12110" y="133721"/>
                    <a:pt x="10886" y="132365"/>
                    <a:pt x="9695" y="130580"/>
                  </a:cubicBezTo>
                  <a:cubicBezTo>
                    <a:pt x="8538" y="128794"/>
                    <a:pt x="7446" y="126611"/>
                    <a:pt x="6421" y="124064"/>
                  </a:cubicBezTo>
                  <a:cubicBezTo>
                    <a:pt x="5429" y="121518"/>
                    <a:pt x="4536" y="118640"/>
                    <a:pt x="3742" y="115432"/>
                  </a:cubicBezTo>
                  <a:cubicBezTo>
                    <a:pt x="2948" y="112191"/>
                    <a:pt x="2287" y="108718"/>
                    <a:pt x="1725" y="104948"/>
                  </a:cubicBezTo>
                  <a:cubicBezTo>
                    <a:pt x="1163" y="101178"/>
                    <a:pt x="766" y="97242"/>
                    <a:pt x="468" y="93075"/>
                  </a:cubicBezTo>
                  <a:cubicBezTo>
                    <a:pt x="170" y="88908"/>
                    <a:pt x="5" y="84608"/>
                    <a:pt x="5" y="80209"/>
                  </a:cubicBezTo>
                  <a:cubicBezTo>
                    <a:pt x="-28" y="75811"/>
                    <a:pt x="104" y="71379"/>
                    <a:pt x="369" y="66914"/>
                  </a:cubicBezTo>
                  <a:cubicBezTo>
                    <a:pt x="633" y="62449"/>
                    <a:pt x="997" y="58018"/>
                    <a:pt x="1526" y="53652"/>
                  </a:cubicBezTo>
                  <a:cubicBezTo>
                    <a:pt x="2056" y="49286"/>
                    <a:pt x="2684" y="45053"/>
                    <a:pt x="3445" y="40952"/>
                  </a:cubicBezTo>
                  <a:cubicBezTo>
                    <a:pt x="4205" y="36851"/>
                    <a:pt x="5098" y="32948"/>
                    <a:pt x="6057" y="29277"/>
                  </a:cubicBezTo>
                  <a:cubicBezTo>
                    <a:pt x="7050" y="25606"/>
                    <a:pt x="8108" y="22233"/>
                    <a:pt x="9265" y="19124"/>
                  </a:cubicBezTo>
                  <a:cubicBezTo>
                    <a:pt x="10423" y="16015"/>
                    <a:pt x="11647" y="13237"/>
                    <a:pt x="12937" y="10822"/>
                  </a:cubicBezTo>
                  <a:cubicBezTo>
                    <a:pt x="14226" y="8408"/>
                    <a:pt x="15549" y="6391"/>
                    <a:pt x="16905" y="4737"/>
                  </a:cubicBezTo>
                  <a:cubicBezTo>
                    <a:pt x="18294" y="3116"/>
                    <a:pt x="19683" y="1893"/>
                    <a:pt x="21072" y="1099"/>
                  </a:cubicBezTo>
                  <a:cubicBezTo>
                    <a:pt x="22462" y="305"/>
                    <a:pt x="23884" y="-59"/>
                    <a:pt x="25240" y="8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8664DA8-8C7E-2E7D-9817-5E5069BF13C7}"/>
                </a:ext>
              </a:extLst>
            </p:cNvPr>
            <p:cNvSpPr/>
            <p:nvPr/>
          </p:nvSpPr>
          <p:spPr>
            <a:xfrm>
              <a:off x="9998033" y="2669383"/>
              <a:ext cx="131128" cy="132748"/>
            </a:xfrm>
            <a:custGeom>
              <a:avLst/>
              <a:gdLst>
                <a:gd name="connsiteX0" fmla="*/ 37184 w 205687"/>
                <a:gd name="connsiteY0" fmla="*/ 31231 h 208229"/>
                <a:gd name="connsiteX1" fmla="*/ 174437 w 205687"/>
                <a:gd name="connsiteY1" fmla="*/ 25972 h 208229"/>
                <a:gd name="connsiteX2" fmla="*/ 179662 w 205687"/>
                <a:gd name="connsiteY2" fmla="*/ 163027 h 208229"/>
                <a:gd name="connsiteX3" fmla="*/ 22103 w 205687"/>
                <a:gd name="connsiteY3" fmla="*/ 190576 h 208229"/>
                <a:gd name="connsiteX4" fmla="*/ 37184 w 205687"/>
                <a:gd name="connsiteY4" fmla="*/ 31231 h 20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87" h="208229">
                  <a:moveTo>
                    <a:pt x="37184" y="31231"/>
                  </a:moveTo>
                  <a:cubicBezTo>
                    <a:pt x="73961" y="-8126"/>
                    <a:pt x="135014" y="-10739"/>
                    <a:pt x="174437" y="25972"/>
                  </a:cubicBezTo>
                  <a:cubicBezTo>
                    <a:pt x="213826" y="62055"/>
                    <a:pt x="216439" y="123703"/>
                    <a:pt x="179662" y="163027"/>
                  </a:cubicBezTo>
                  <a:cubicBezTo>
                    <a:pt x="142918" y="202383"/>
                    <a:pt x="61493" y="226659"/>
                    <a:pt x="22103" y="190576"/>
                  </a:cubicBezTo>
                  <a:cubicBezTo>
                    <a:pt x="-17287" y="154494"/>
                    <a:pt x="1101" y="70555"/>
                    <a:pt x="37184" y="31231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0" name="Freeform: Shape 5119">
              <a:extLst>
                <a:ext uri="{FF2B5EF4-FFF2-40B4-BE49-F238E27FC236}">
                  <a16:creationId xmlns:a16="http://schemas.microsoft.com/office/drawing/2014/main" id="{99EE448B-C81D-1561-BC55-9F4BCEC0058E}"/>
                </a:ext>
              </a:extLst>
            </p:cNvPr>
            <p:cNvSpPr/>
            <p:nvPr/>
          </p:nvSpPr>
          <p:spPr>
            <a:xfrm>
              <a:off x="10034058" y="2700401"/>
              <a:ext cx="62320" cy="66359"/>
            </a:xfrm>
            <a:custGeom>
              <a:avLst/>
              <a:gdLst>
                <a:gd name="connsiteX0" fmla="*/ 95274 w 97755"/>
                <a:gd name="connsiteY0" fmla="*/ 1990 h 104091"/>
                <a:gd name="connsiteX1" fmla="*/ 97390 w 97755"/>
                <a:gd name="connsiteY1" fmla="*/ 5727 h 104091"/>
                <a:gd name="connsiteX2" fmla="*/ 97622 w 97755"/>
                <a:gd name="connsiteY2" fmla="*/ 11250 h 104091"/>
                <a:gd name="connsiteX3" fmla="*/ 96001 w 97755"/>
                <a:gd name="connsiteY3" fmla="*/ 18328 h 104091"/>
                <a:gd name="connsiteX4" fmla="*/ 92595 w 97755"/>
                <a:gd name="connsiteY4" fmla="*/ 26729 h 104091"/>
                <a:gd name="connsiteX5" fmla="*/ 87469 w 97755"/>
                <a:gd name="connsiteY5" fmla="*/ 36088 h 104091"/>
                <a:gd name="connsiteX6" fmla="*/ 80887 w 97755"/>
                <a:gd name="connsiteY6" fmla="*/ 46043 h 104091"/>
                <a:gd name="connsiteX7" fmla="*/ 73049 w 97755"/>
                <a:gd name="connsiteY7" fmla="*/ 56263 h 104091"/>
                <a:gd name="connsiteX8" fmla="*/ 64318 w 97755"/>
                <a:gd name="connsiteY8" fmla="*/ 66284 h 104091"/>
                <a:gd name="connsiteX9" fmla="*/ 54958 w 97755"/>
                <a:gd name="connsiteY9" fmla="*/ 75776 h 104091"/>
                <a:gd name="connsiteX10" fmla="*/ 45367 w 97755"/>
                <a:gd name="connsiteY10" fmla="*/ 84375 h 104091"/>
                <a:gd name="connsiteX11" fmla="*/ 35941 w 97755"/>
                <a:gd name="connsiteY11" fmla="*/ 91717 h 104091"/>
                <a:gd name="connsiteX12" fmla="*/ 26978 w 97755"/>
                <a:gd name="connsiteY12" fmla="*/ 97505 h 104091"/>
                <a:gd name="connsiteX13" fmla="*/ 18875 w 97755"/>
                <a:gd name="connsiteY13" fmla="*/ 101573 h 104091"/>
                <a:gd name="connsiteX14" fmla="*/ 11930 w 97755"/>
                <a:gd name="connsiteY14" fmla="*/ 103755 h 104091"/>
                <a:gd name="connsiteX15" fmla="*/ 6407 w 97755"/>
                <a:gd name="connsiteY15" fmla="*/ 103921 h 104091"/>
                <a:gd name="connsiteX16" fmla="*/ 2504 w 97755"/>
                <a:gd name="connsiteY16" fmla="*/ 102102 h 104091"/>
                <a:gd name="connsiteX17" fmla="*/ 388 w 97755"/>
                <a:gd name="connsiteY17" fmla="*/ 98364 h 104091"/>
                <a:gd name="connsiteX18" fmla="*/ 123 w 97755"/>
                <a:gd name="connsiteY18" fmla="*/ 92841 h 104091"/>
                <a:gd name="connsiteX19" fmla="*/ 1744 w 97755"/>
                <a:gd name="connsiteY19" fmla="*/ 85731 h 104091"/>
                <a:gd name="connsiteX20" fmla="*/ 5183 w 97755"/>
                <a:gd name="connsiteY20" fmla="*/ 77363 h 104091"/>
                <a:gd name="connsiteX21" fmla="*/ 10309 w 97755"/>
                <a:gd name="connsiteY21" fmla="*/ 68004 h 104091"/>
                <a:gd name="connsiteX22" fmla="*/ 16891 w 97755"/>
                <a:gd name="connsiteY22" fmla="*/ 58016 h 104091"/>
                <a:gd name="connsiteX23" fmla="*/ 24696 w 97755"/>
                <a:gd name="connsiteY23" fmla="*/ 47829 h 104091"/>
                <a:gd name="connsiteX24" fmla="*/ 33461 w 97755"/>
                <a:gd name="connsiteY24" fmla="*/ 37775 h 104091"/>
                <a:gd name="connsiteX25" fmla="*/ 42820 w 97755"/>
                <a:gd name="connsiteY25" fmla="*/ 28283 h 104091"/>
                <a:gd name="connsiteX26" fmla="*/ 52378 w 97755"/>
                <a:gd name="connsiteY26" fmla="*/ 19717 h 104091"/>
                <a:gd name="connsiteX27" fmla="*/ 61837 w 97755"/>
                <a:gd name="connsiteY27" fmla="*/ 12375 h 104091"/>
                <a:gd name="connsiteX28" fmla="*/ 70767 w 97755"/>
                <a:gd name="connsiteY28" fmla="*/ 6554 h 104091"/>
                <a:gd name="connsiteX29" fmla="*/ 78870 w 97755"/>
                <a:gd name="connsiteY29" fmla="*/ 2519 h 104091"/>
                <a:gd name="connsiteX30" fmla="*/ 85848 w 97755"/>
                <a:gd name="connsiteY30" fmla="*/ 336 h 104091"/>
                <a:gd name="connsiteX31" fmla="*/ 91371 w 97755"/>
                <a:gd name="connsiteY31" fmla="*/ 171 h 104091"/>
                <a:gd name="connsiteX32" fmla="*/ 95274 w 97755"/>
                <a:gd name="connsiteY32" fmla="*/ 1990 h 10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7755" h="104091">
                  <a:moveTo>
                    <a:pt x="95274" y="1990"/>
                  </a:moveTo>
                  <a:cubicBezTo>
                    <a:pt x="96266" y="2916"/>
                    <a:pt x="96994" y="4173"/>
                    <a:pt x="97390" y="5727"/>
                  </a:cubicBezTo>
                  <a:cubicBezTo>
                    <a:pt x="97787" y="7282"/>
                    <a:pt x="97853" y="9134"/>
                    <a:pt x="97622" y="11250"/>
                  </a:cubicBezTo>
                  <a:cubicBezTo>
                    <a:pt x="97390" y="13367"/>
                    <a:pt x="96861" y="15748"/>
                    <a:pt x="96001" y="18328"/>
                  </a:cubicBezTo>
                  <a:cubicBezTo>
                    <a:pt x="95175" y="20941"/>
                    <a:pt x="94017" y="23752"/>
                    <a:pt x="92595" y="26729"/>
                  </a:cubicBezTo>
                  <a:cubicBezTo>
                    <a:pt x="91140" y="29705"/>
                    <a:pt x="89453" y="32847"/>
                    <a:pt x="87469" y="36088"/>
                  </a:cubicBezTo>
                  <a:cubicBezTo>
                    <a:pt x="85517" y="39329"/>
                    <a:pt x="83301" y="42670"/>
                    <a:pt x="80887" y="46043"/>
                  </a:cubicBezTo>
                  <a:cubicBezTo>
                    <a:pt x="78440" y="49450"/>
                    <a:pt x="75860" y="52856"/>
                    <a:pt x="73049" y="56263"/>
                  </a:cubicBezTo>
                  <a:cubicBezTo>
                    <a:pt x="70271" y="59669"/>
                    <a:pt x="67360" y="63010"/>
                    <a:pt x="64318" y="66284"/>
                  </a:cubicBezTo>
                  <a:cubicBezTo>
                    <a:pt x="61275" y="69591"/>
                    <a:pt x="58133" y="72733"/>
                    <a:pt x="54958" y="75776"/>
                  </a:cubicBezTo>
                  <a:cubicBezTo>
                    <a:pt x="51783" y="78818"/>
                    <a:pt x="48575" y="81696"/>
                    <a:pt x="45367" y="84375"/>
                  </a:cubicBezTo>
                  <a:cubicBezTo>
                    <a:pt x="42192" y="87054"/>
                    <a:pt x="39017" y="89501"/>
                    <a:pt x="35941" y="91717"/>
                  </a:cubicBezTo>
                  <a:cubicBezTo>
                    <a:pt x="32832" y="93933"/>
                    <a:pt x="29856" y="95851"/>
                    <a:pt x="26978" y="97505"/>
                  </a:cubicBezTo>
                  <a:cubicBezTo>
                    <a:pt x="24134" y="99191"/>
                    <a:pt x="21422" y="100547"/>
                    <a:pt x="18875" y="101573"/>
                  </a:cubicBezTo>
                  <a:cubicBezTo>
                    <a:pt x="16362" y="102631"/>
                    <a:pt x="14047" y="103358"/>
                    <a:pt x="11930" y="103755"/>
                  </a:cubicBezTo>
                  <a:cubicBezTo>
                    <a:pt x="9846" y="104152"/>
                    <a:pt x="7994" y="104185"/>
                    <a:pt x="6407" y="103921"/>
                  </a:cubicBezTo>
                  <a:cubicBezTo>
                    <a:pt x="4819" y="103656"/>
                    <a:pt x="3530" y="103028"/>
                    <a:pt x="2504" y="102102"/>
                  </a:cubicBezTo>
                  <a:cubicBezTo>
                    <a:pt x="1479" y="101176"/>
                    <a:pt x="784" y="99919"/>
                    <a:pt x="388" y="98364"/>
                  </a:cubicBezTo>
                  <a:cubicBezTo>
                    <a:pt x="-9" y="96810"/>
                    <a:pt x="-109" y="94958"/>
                    <a:pt x="123" y="92841"/>
                  </a:cubicBezTo>
                  <a:cubicBezTo>
                    <a:pt x="355" y="90725"/>
                    <a:pt x="917" y="88343"/>
                    <a:pt x="1744" y="85731"/>
                  </a:cubicBezTo>
                  <a:cubicBezTo>
                    <a:pt x="2603" y="83151"/>
                    <a:pt x="3761" y="80340"/>
                    <a:pt x="5183" y="77363"/>
                  </a:cubicBezTo>
                  <a:cubicBezTo>
                    <a:pt x="6638" y="74387"/>
                    <a:pt x="8325" y="71245"/>
                    <a:pt x="10309" y="68004"/>
                  </a:cubicBezTo>
                  <a:cubicBezTo>
                    <a:pt x="12261" y="64762"/>
                    <a:pt x="14477" y="61422"/>
                    <a:pt x="16891" y="58016"/>
                  </a:cubicBezTo>
                  <a:cubicBezTo>
                    <a:pt x="19305" y="54642"/>
                    <a:pt x="21918" y="51236"/>
                    <a:pt x="24696" y="47829"/>
                  </a:cubicBezTo>
                  <a:cubicBezTo>
                    <a:pt x="27507" y="44423"/>
                    <a:pt x="30418" y="41082"/>
                    <a:pt x="33461" y="37775"/>
                  </a:cubicBezTo>
                  <a:cubicBezTo>
                    <a:pt x="36503" y="34501"/>
                    <a:pt x="39612" y="31326"/>
                    <a:pt x="42820" y="28283"/>
                  </a:cubicBezTo>
                  <a:cubicBezTo>
                    <a:pt x="45995" y="25240"/>
                    <a:pt x="49170" y="22396"/>
                    <a:pt x="52378" y="19717"/>
                  </a:cubicBezTo>
                  <a:cubicBezTo>
                    <a:pt x="55586" y="17038"/>
                    <a:pt x="58728" y="14591"/>
                    <a:pt x="61837" y="12375"/>
                  </a:cubicBezTo>
                  <a:cubicBezTo>
                    <a:pt x="64913" y="10159"/>
                    <a:pt x="67922" y="8241"/>
                    <a:pt x="70767" y="6554"/>
                  </a:cubicBezTo>
                  <a:cubicBezTo>
                    <a:pt x="73644" y="4900"/>
                    <a:pt x="76356" y="3544"/>
                    <a:pt x="78870" y="2519"/>
                  </a:cubicBezTo>
                  <a:cubicBezTo>
                    <a:pt x="81416" y="1461"/>
                    <a:pt x="83731" y="733"/>
                    <a:pt x="85848" y="336"/>
                  </a:cubicBezTo>
                  <a:cubicBezTo>
                    <a:pt x="87932" y="-61"/>
                    <a:pt x="89784" y="-94"/>
                    <a:pt x="91371" y="171"/>
                  </a:cubicBezTo>
                  <a:cubicBezTo>
                    <a:pt x="92959" y="436"/>
                    <a:pt x="94249" y="1064"/>
                    <a:pt x="95274" y="199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1" name="Freeform: Shape 5120">
              <a:extLst>
                <a:ext uri="{FF2B5EF4-FFF2-40B4-BE49-F238E27FC236}">
                  <a16:creationId xmlns:a16="http://schemas.microsoft.com/office/drawing/2014/main" id="{89D93EDA-03B9-25F3-19EC-CF521081CABF}"/>
                </a:ext>
              </a:extLst>
            </p:cNvPr>
            <p:cNvSpPr/>
            <p:nvPr/>
          </p:nvSpPr>
          <p:spPr>
            <a:xfrm>
              <a:off x="10177595" y="2791058"/>
              <a:ext cx="144165" cy="157937"/>
            </a:xfrm>
            <a:custGeom>
              <a:avLst/>
              <a:gdLst>
                <a:gd name="connsiteX0" fmla="*/ 16864 w 226138"/>
                <a:gd name="connsiteY0" fmla="*/ 59380 h 247740"/>
                <a:gd name="connsiteX1" fmla="*/ 166552 w 226138"/>
                <a:gd name="connsiteY1" fmla="*/ 12846 h 247740"/>
                <a:gd name="connsiteX2" fmla="*/ 213152 w 226138"/>
                <a:gd name="connsiteY2" fmla="*/ 162369 h 247740"/>
                <a:gd name="connsiteX3" fmla="*/ 47721 w 226138"/>
                <a:gd name="connsiteY3" fmla="*/ 239726 h 247740"/>
                <a:gd name="connsiteX4" fmla="*/ 16864 w 226138"/>
                <a:gd name="connsiteY4" fmla="*/ 59380 h 2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138" h="247740">
                  <a:moveTo>
                    <a:pt x="16864" y="59380"/>
                  </a:moveTo>
                  <a:cubicBezTo>
                    <a:pt x="45076" y="5603"/>
                    <a:pt x="112048" y="-16026"/>
                    <a:pt x="166552" y="12846"/>
                  </a:cubicBezTo>
                  <a:cubicBezTo>
                    <a:pt x="221057" y="41686"/>
                    <a:pt x="242058" y="107931"/>
                    <a:pt x="213152" y="162369"/>
                  </a:cubicBezTo>
                  <a:cubicBezTo>
                    <a:pt x="184280" y="216774"/>
                    <a:pt x="102193" y="267938"/>
                    <a:pt x="47721" y="239726"/>
                  </a:cubicBezTo>
                  <a:cubicBezTo>
                    <a:pt x="-6121" y="210887"/>
                    <a:pt x="-11380" y="113156"/>
                    <a:pt x="16864" y="5938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2" name="Freeform: Shape 5121">
              <a:extLst>
                <a:ext uri="{FF2B5EF4-FFF2-40B4-BE49-F238E27FC236}">
                  <a16:creationId xmlns:a16="http://schemas.microsoft.com/office/drawing/2014/main" id="{8CB38108-93DC-0C6E-A126-D1821A071CA8}"/>
                </a:ext>
              </a:extLst>
            </p:cNvPr>
            <p:cNvSpPr/>
            <p:nvPr/>
          </p:nvSpPr>
          <p:spPr>
            <a:xfrm>
              <a:off x="10222960" y="2820083"/>
              <a:ext cx="52978" cy="88538"/>
            </a:xfrm>
            <a:custGeom>
              <a:avLst/>
              <a:gdLst>
                <a:gd name="connsiteX0" fmla="*/ 77435 w 83101"/>
                <a:gd name="connsiteY0" fmla="*/ 854 h 138881"/>
                <a:gd name="connsiteX1" fmla="*/ 80842 w 83101"/>
                <a:gd name="connsiteY1" fmla="*/ 4327 h 138881"/>
                <a:gd name="connsiteX2" fmla="*/ 82727 w 83101"/>
                <a:gd name="connsiteY2" fmla="*/ 10280 h 138881"/>
                <a:gd name="connsiteX3" fmla="*/ 83024 w 83101"/>
                <a:gd name="connsiteY3" fmla="*/ 18515 h 138881"/>
                <a:gd name="connsiteX4" fmla="*/ 81735 w 83101"/>
                <a:gd name="connsiteY4" fmla="*/ 28701 h 138881"/>
                <a:gd name="connsiteX5" fmla="*/ 78890 w 83101"/>
                <a:gd name="connsiteY5" fmla="*/ 40442 h 138881"/>
                <a:gd name="connsiteX6" fmla="*/ 74624 w 83101"/>
                <a:gd name="connsiteY6" fmla="*/ 53308 h 138881"/>
                <a:gd name="connsiteX7" fmla="*/ 69101 w 83101"/>
                <a:gd name="connsiteY7" fmla="*/ 66801 h 138881"/>
                <a:gd name="connsiteX8" fmla="*/ 62486 w 83101"/>
                <a:gd name="connsiteY8" fmla="*/ 80394 h 138881"/>
                <a:gd name="connsiteX9" fmla="*/ 55078 w 83101"/>
                <a:gd name="connsiteY9" fmla="*/ 93557 h 138881"/>
                <a:gd name="connsiteX10" fmla="*/ 47173 w 83101"/>
                <a:gd name="connsiteY10" fmla="*/ 105794 h 138881"/>
                <a:gd name="connsiteX11" fmla="*/ 39037 w 83101"/>
                <a:gd name="connsiteY11" fmla="*/ 116642 h 138881"/>
                <a:gd name="connsiteX12" fmla="*/ 30968 w 83101"/>
                <a:gd name="connsiteY12" fmla="*/ 125671 h 138881"/>
                <a:gd name="connsiteX13" fmla="*/ 23328 w 83101"/>
                <a:gd name="connsiteY13" fmla="*/ 132550 h 138881"/>
                <a:gd name="connsiteX14" fmla="*/ 16416 w 83101"/>
                <a:gd name="connsiteY14" fmla="*/ 136982 h 138881"/>
                <a:gd name="connsiteX15" fmla="*/ 10429 w 83101"/>
                <a:gd name="connsiteY15" fmla="*/ 138834 h 138881"/>
                <a:gd name="connsiteX16" fmla="*/ 5667 w 83101"/>
                <a:gd name="connsiteY16" fmla="*/ 138007 h 138881"/>
                <a:gd name="connsiteX17" fmla="*/ 2260 w 83101"/>
                <a:gd name="connsiteY17" fmla="*/ 134568 h 138881"/>
                <a:gd name="connsiteX18" fmla="*/ 375 w 83101"/>
                <a:gd name="connsiteY18" fmla="*/ 128615 h 138881"/>
                <a:gd name="connsiteX19" fmla="*/ 78 w 83101"/>
                <a:gd name="connsiteY19" fmla="*/ 120380 h 138881"/>
                <a:gd name="connsiteX20" fmla="*/ 1367 w 83101"/>
                <a:gd name="connsiteY20" fmla="*/ 110193 h 138881"/>
                <a:gd name="connsiteX21" fmla="*/ 4179 w 83101"/>
                <a:gd name="connsiteY21" fmla="*/ 98452 h 138881"/>
                <a:gd name="connsiteX22" fmla="*/ 8445 w 83101"/>
                <a:gd name="connsiteY22" fmla="*/ 85587 h 138881"/>
                <a:gd name="connsiteX23" fmla="*/ 14001 w 83101"/>
                <a:gd name="connsiteY23" fmla="*/ 72093 h 138881"/>
                <a:gd name="connsiteX24" fmla="*/ 20616 w 83101"/>
                <a:gd name="connsiteY24" fmla="*/ 58500 h 138881"/>
                <a:gd name="connsiteX25" fmla="*/ 27991 w 83101"/>
                <a:gd name="connsiteY25" fmla="*/ 45337 h 138881"/>
                <a:gd name="connsiteX26" fmla="*/ 35929 w 83101"/>
                <a:gd name="connsiteY26" fmla="*/ 33100 h 138881"/>
                <a:gd name="connsiteX27" fmla="*/ 44064 w 83101"/>
                <a:gd name="connsiteY27" fmla="*/ 22252 h 138881"/>
                <a:gd name="connsiteX28" fmla="*/ 52101 w 83101"/>
                <a:gd name="connsiteY28" fmla="*/ 13223 h 138881"/>
                <a:gd name="connsiteX29" fmla="*/ 59741 w 83101"/>
                <a:gd name="connsiteY29" fmla="*/ 6344 h 138881"/>
                <a:gd name="connsiteX30" fmla="*/ 66686 w 83101"/>
                <a:gd name="connsiteY30" fmla="*/ 1912 h 138881"/>
                <a:gd name="connsiteX31" fmla="*/ 72673 w 83101"/>
                <a:gd name="connsiteY31" fmla="*/ 60 h 138881"/>
                <a:gd name="connsiteX32" fmla="*/ 77435 w 83101"/>
                <a:gd name="connsiteY32" fmla="*/ 854 h 13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3101" h="138881">
                  <a:moveTo>
                    <a:pt x="77435" y="854"/>
                  </a:moveTo>
                  <a:cubicBezTo>
                    <a:pt x="78824" y="1582"/>
                    <a:pt x="79949" y="2739"/>
                    <a:pt x="80842" y="4327"/>
                  </a:cubicBezTo>
                  <a:cubicBezTo>
                    <a:pt x="81735" y="5914"/>
                    <a:pt x="82363" y="7899"/>
                    <a:pt x="82727" y="10280"/>
                  </a:cubicBezTo>
                  <a:cubicBezTo>
                    <a:pt x="83091" y="12661"/>
                    <a:pt x="83190" y="15406"/>
                    <a:pt x="83024" y="18515"/>
                  </a:cubicBezTo>
                  <a:cubicBezTo>
                    <a:pt x="82859" y="21591"/>
                    <a:pt x="82429" y="24997"/>
                    <a:pt x="81735" y="28701"/>
                  </a:cubicBezTo>
                  <a:cubicBezTo>
                    <a:pt x="81040" y="32373"/>
                    <a:pt x="80114" y="36308"/>
                    <a:pt x="78890" y="40442"/>
                  </a:cubicBezTo>
                  <a:cubicBezTo>
                    <a:pt x="77700" y="44576"/>
                    <a:pt x="76278" y="48876"/>
                    <a:pt x="74624" y="53308"/>
                  </a:cubicBezTo>
                  <a:cubicBezTo>
                    <a:pt x="72970" y="57740"/>
                    <a:pt x="71151" y="62237"/>
                    <a:pt x="69101" y="66801"/>
                  </a:cubicBezTo>
                  <a:cubicBezTo>
                    <a:pt x="67050" y="71366"/>
                    <a:pt x="64834" y="75897"/>
                    <a:pt x="62486" y="80394"/>
                  </a:cubicBezTo>
                  <a:cubicBezTo>
                    <a:pt x="60138" y="84892"/>
                    <a:pt x="57657" y="89291"/>
                    <a:pt x="55078" y="93557"/>
                  </a:cubicBezTo>
                  <a:cubicBezTo>
                    <a:pt x="52498" y="97824"/>
                    <a:pt x="49852" y="101925"/>
                    <a:pt x="47173" y="105794"/>
                  </a:cubicBezTo>
                  <a:cubicBezTo>
                    <a:pt x="44461" y="109664"/>
                    <a:pt x="41749" y="113302"/>
                    <a:pt x="39037" y="116642"/>
                  </a:cubicBezTo>
                  <a:cubicBezTo>
                    <a:pt x="36292" y="119983"/>
                    <a:pt x="33613" y="122992"/>
                    <a:pt x="30968" y="125671"/>
                  </a:cubicBezTo>
                  <a:cubicBezTo>
                    <a:pt x="28322" y="128350"/>
                    <a:pt x="25775" y="130632"/>
                    <a:pt x="23328" y="132550"/>
                  </a:cubicBezTo>
                  <a:cubicBezTo>
                    <a:pt x="20880" y="134436"/>
                    <a:pt x="18565" y="135924"/>
                    <a:pt x="16416" y="136982"/>
                  </a:cubicBezTo>
                  <a:cubicBezTo>
                    <a:pt x="14233" y="138041"/>
                    <a:pt x="12248" y="138669"/>
                    <a:pt x="10429" y="138834"/>
                  </a:cubicBezTo>
                  <a:cubicBezTo>
                    <a:pt x="8610" y="139000"/>
                    <a:pt x="7023" y="138735"/>
                    <a:pt x="5667" y="138007"/>
                  </a:cubicBezTo>
                  <a:cubicBezTo>
                    <a:pt x="4278" y="137313"/>
                    <a:pt x="3153" y="136155"/>
                    <a:pt x="2260" y="134568"/>
                  </a:cubicBezTo>
                  <a:cubicBezTo>
                    <a:pt x="1367" y="132980"/>
                    <a:pt x="739" y="130996"/>
                    <a:pt x="375" y="128615"/>
                  </a:cubicBezTo>
                  <a:cubicBezTo>
                    <a:pt x="11" y="126234"/>
                    <a:pt x="-88" y="123488"/>
                    <a:pt x="78" y="120380"/>
                  </a:cubicBezTo>
                  <a:cubicBezTo>
                    <a:pt x="243" y="117304"/>
                    <a:pt x="673" y="113897"/>
                    <a:pt x="1367" y="110193"/>
                  </a:cubicBezTo>
                  <a:cubicBezTo>
                    <a:pt x="2062" y="106522"/>
                    <a:pt x="2988" y="102586"/>
                    <a:pt x="4179" y="98452"/>
                  </a:cubicBezTo>
                  <a:cubicBezTo>
                    <a:pt x="5369" y="94318"/>
                    <a:pt x="6791" y="90019"/>
                    <a:pt x="8445" y="85587"/>
                  </a:cubicBezTo>
                  <a:cubicBezTo>
                    <a:pt x="10099" y="81155"/>
                    <a:pt x="11951" y="76657"/>
                    <a:pt x="14001" y="72093"/>
                  </a:cubicBezTo>
                  <a:cubicBezTo>
                    <a:pt x="16052" y="67529"/>
                    <a:pt x="18235" y="62998"/>
                    <a:pt x="20616" y="58500"/>
                  </a:cubicBezTo>
                  <a:cubicBezTo>
                    <a:pt x="22964" y="54002"/>
                    <a:pt x="25411" y="49604"/>
                    <a:pt x="27991" y="45337"/>
                  </a:cubicBezTo>
                  <a:cubicBezTo>
                    <a:pt x="30571" y="41071"/>
                    <a:pt x="33217" y="36970"/>
                    <a:pt x="35929" y="33100"/>
                  </a:cubicBezTo>
                  <a:cubicBezTo>
                    <a:pt x="38641" y="29198"/>
                    <a:pt x="41353" y="25593"/>
                    <a:pt x="44064" y="22252"/>
                  </a:cubicBezTo>
                  <a:cubicBezTo>
                    <a:pt x="46810" y="18912"/>
                    <a:pt x="49488" y="15902"/>
                    <a:pt x="52101" y="13223"/>
                  </a:cubicBezTo>
                  <a:cubicBezTo>
                    <a:pt x="54747" y="10544"/>
                    <a:pt x="57294" y="8262"/>
                    <a:pt x="59741" y="6344"/>
                  </a:cubicBezTo>
                  <a:cubicBezTo>
                    <a:pt x="62222" y="4459"/>
                    <a:pt x="64504" y="2971"/>
                    <a:pt x="66686" y="1912"/>
                  </a:cubicBezTo>
                  <a:cubicBezTo>
                    <a:pt x="68869" y="854"/>
                    <a:pt x="70854" y="226"/>
                    <a:pt x="72673" y="60"/>
                  </a:cubicBezTo>
                  <a:cubicBezTo>
                    <a:pt x="74459" y="-138"/>
                    <a:pt x="76079" y="160"/>
                    <a:pt x="77435" y="8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3" name="Freeform: Shape 5122">
              <a:extLst>
                <a:ext uri="{FF2B5EF4-FFF2-40B4-BE49-F238E27FC236}">
                  <a16:creationId xmlns:a16="http://schemas.microsoft.com/office/drawing/2014/main" id="{1112A65C-D653-2049-30BC-014407C0884F}"/>
                </a:ext>
              </a:extLst>
            </p:cNvPr>
            <p:cNvSpPr/>
            <p:nvPr/>
          </p:nvSpPr>
          <p:spPr>
            <a:xfrm>
              <a:off x="10981348" y="1641487"/>
              <a:ext cx="145685" cy="155794"/>
            </a:xfrm>
            <a:custGeom>
              <a:avLst/>
              <a:gdLst>
                <a:gd name="connsiteX0" fmla="*/ 17331 w 228522"/>
                <a:gd name="connsiteY0" fmla="*/ 74248 h 244379"/>
                <a:gd name="connsiteX1" fmla="*/ 51496 w 228522"/>
                <a:gd name="connsiteY1" fmla="*/ 227045 h 244379"/>
                <a:gd name="connsiteX2" fmla="*/ 204458 w 228522"/>
                <a:gd name="connsiteY2" fmla="*/ 192947 h 244379"/>
                <a:gd name="connsiteX3" fmla="*/ 188715 w 228522"/>
                <a:gd name="connsiteY3" fmla="*/ 11310 h 244379"/>
                <a:gd name="connsiteX4" fmla="*/ 17331 w 228522"/>
                <a:gd name="connsiteY4" fmla="*/ 74248 h 2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22" h="244379">
                  <a:moveTo>
                    <a:pt x="17331" y="74248"/>
                  </a:moveTo>
                  <a:cubicBezTo>
                    <a:pt x="-15477" y="126073"/>
                    <a:pt x="-396" y="194270"/>
                    <a:pt x="51496" y="227045"/>
                  </a:cubicBezTo>
                  <a:cubicBezTo>
                    <a:pt x="103354" y="259853"/>
                    <a:pt x="171650" y="244772"/>
                    <a:pt x="204458" y="192947"/>
                  </a:cubicBezTo>
                  <a:cubicBezTo>
                    <a:pt x="237299" y="141155"/>
                    <a:pt x="240574" y="44086"/>
                    <a:pt x="188715" y="11310"/>
                  </a:cubicBezTo>
                  <a:cubicBezTo>
                    <a:pt x="136857" y="-21498"/>
                    <a:pt x="50173" y="22456"/>
                    <a:pt x="17331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4" name="Freeform: Shape 5123">
              <a:extLst>
                <a:ext uri="{FF2B5EF4-FFF2-40B4-BE49-F238E27FC236}">
                  <a16:creationId xmlns:a16="http://schemas.microsoft.com/office/drawing/2014/main" id="{38E186F3-F040-A1FA-EB01-911C6CB8C006}"/>
                </a:ext>
              </a:extLst>
            </p:cNvPr>
            <p:cNvSpPr/>
            <p:nvPr/>
          </p:nvSpPr>
          <p:spPr>
            <a:xfrm>
              <a:off x="11024212" y="1681630"/>
              <a:ext cx="58807" cy="84802"/>
            </a:xfrm>
            <a:custGeom>
              <a:avLst/>
              <a:gdLst>
                <a:gd name="connsiteX0" fmla="*/ 87712 w 92245"/>
                <a:gd name="connsiteY0" fmla="*/ 1225 h 133021"/>
                <a:gd name="connsiteX1" fmla="*/ 90821 w 92245"/>
                <a:gd name="connsiteY1" fmla="*/ 4963 h 133021"/>
                <a:gd name="connsiteX2" fmla="*/ 92177 w 92245"/>
                <a:gd name="connsiteY2" fmla="*/ 11048 h 133021"/>
                <a:gd name="connsiteX3" fmla="*/ 91780 w 92245"/>
                <a:gd name="connsiteY3" fmla="*/ 19283 h 133021"/>
                <a:gd name="connsiteX4" fmla="*/ 89630 w 92245"/>
                <a:gd name="connsiteY4" fmla="*/ 29304 h 133021"/>
                <a:gd name="connsiteX5" fmla="*/ 85827 w 92245"/>
                <a:gd name="connsiteY5" fmla="*/ 40781 h 133021"/>
                <a:gd name="connsiteX6" fmla="*/ 80469 w 92245"/>
                <a:gd name="connsiteY6" fmla="*/ 53249 h 133021"/>
                <a:gd name="connsiteX7" fmla="*/ 73788 w 92245"/>
                <a:gd name="connsiteY7" fmla="*/ 66214 h 133021"/>
                <a:gd name="connsiteX8" fmla="*/ 66049 w 92245"/>
                <a:gd name="connsiteY8" fmla="*/ 79178 h 133021"/>
                <a:gd name="connsiteX9" fmla="*/ 57550 w 92245"/>
                <a:gd name="connsiteY9" fmla="*/ 91680 h 133021"/>
                <a:gd name="connsiteX10" fmla="*/ 48620 w 92245"/>
                <a:gd name="connsiteY10" fmla="*/ 103189 h 133021"/>
                <a:gd name="connsiteX11" fmla="*/ 39591 w 92245"/>
                <a:gd name="connsiteY11" fmla="*/ 113310 h 133021"/>
                <a:gd name="connsiteX12" fmla="*/ 30794 w 92245"/>
                <a:gd name="connsiteY12" fmla="*/ 121644 h 133021"/>
                <a:gd name="connsiteX13" fmla="*/ 22625 w 92245"/>
                <a:gd name="connsiteY13" fmla="*/ 127829 h 133021"/>
                <a:gd name="connsiteX14" fmla="*/ 15316 w 92245"/>
                <a:gd name="connsiteY14" fmla="*/ 131665 h 133021"/>
                <a:gd name="connsiteX15" fmla="*/ 9197 w 92245"/>
                <a:gd name="connsiteY15" fmla="*/ 133021 h 133021"/>
                <a:gd name="connsiteX16" fmla="*/ 4534 w 92245"/>
                <a:gd name="connsiteY16" fmla="*/ 131797 h 133021"/>
                <a:gd name="connsiteX17" fmla="*/ 1425 w 92245"/>
                <a:gd name="connsiteY17" fmla="*/ 128060 h 133021"/>
                <a:gd name="connsiteX18" fmla="*/ 69 w 92245"/>
                <a:gd name="connsiteY18" fmla="*/ 121975 h 133021"/>
                <a:gd name="connsiteX19" fmla="*/ 466 w 92245"/>
                <a:gd name="connsiteY19" fmla="*/ 113740 h 133021"/>
                <a:gd name="connsiteX20" fmla="*/ 2616 w 92245"/>
                <a:gd name="connsiteY20" fmla="*/ 103718 h 133021"/>
                <a:gd name="connsiteX21" fmla="*/ 6419 w 92245"/>
                <a:gd name="connsiteY21" fmla="*/ 92242 h 133021"/>
                <a:gd name="connsiteX22" fmla="*/ 11777 w 92245"/>
                <a:gd name="connsiteY22" fmla="*/ 79774 h 133021"/>
                <a:gd name="connsiteX23" fmla="*/ 18457 w 92245"/>
                <a:gd name="connsiteY23" fmla="*/ 66809 h 133021"/>
                <a:gd name="connsiteX24" fmla="*/ 26197 w 92245"/>
                <a:gd name="connsiteY24" fmla="*/ 53844 h 133021"/>
                <a:gd name="connsiteX25" fmla="*/ 34663 w 92245"/>
                <a:gd name="connsiteY25" fmla="*/ 41343 h 133021"/>
                <a:gd name="connsiteX26" fmla="*/ 43626 w 92245"/>
                <a:gd name="connsiteY26" fmla="*/ 29800 h 133021"/>
                <a:gd name="connsiteX27" fmla="*/ 52655 w 92245"/>
                <a:gd name="connsiteY27" fmla="*/ 19713 h 133021"/>
                <a:gd name="connsiteX28" fmla="*/ 61419 w 92245"/>
                <a:gd name="connsiteY28" fmla="*/ 11379 h 133021"/>
                <a:gd name="connsiteX29" fmla="*/ 69621 w 92245"/>
                <a:gd name="connsiteY29" fmla="*/ 5194 h 133021"/>
                <a:gd name="connsiteX30" fmla="*/ 76930 w 92245"/>
                <a:gd name="connsiteY30" fmla="*/ 1358 h 133021"/>
                <a:gd name="connsiteX31" fmla="*/ 83016 w 92245"/>
                <a:gd name="connsiteY31" fmla="*/ 2 h 133021"/>
                <a:gd name="connsiteX32" fmla="*/ 87712 w 92245"/>
                <a:gd name="connsiteY32" fmla="*/ 1225 h 13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45" h="133021">
                  <a:moveTo>
                    <a:pt x="87712" y="1225"/>
                  </a:moveTo>
                  <a:cubicBezTo>
                    <a:pt x="89035" y="2052"/>
                    <a:pt x="90060" y="3309"/>
                    <a:pt x="90821" y="4963"/>
                  </a:cubicBezTo>
                  <a:cubicBezTo>
                    <a:pt x="91549" y="6616"/>
                    <a:pt x="92012" y="8634"/>
                    <a:pt x="92177" y="11048"/>
                  </a:cubicBezTo>
                  <a:cubicBezTo>
                    <a:pt x="92342" y="13462"/>
                    <a:pt x="92210" y="16208"/>
                    <a:pt x="91780" y="19283"/>
                  </a:cubicBezTo>
                  <a:cubicBezTo>
                    <a:pt x="91350" y="22326"/>
                    <a:pt x="90656" y="25699"/>
                    <a:pt x="89630" y="29304"/>
                  </a:cubicBezTo>
                  <a:cubicBezTo>
                    <a:pt x="88638" y="32942"/>
                    <a:pt x="87348" y="36746"/>
                    <a:pt x="85827" y="40781"/>
                  </a:cubicBezTo>
                  <a:cubicBezTo>
                    <a:pt x="84273" y="44816"/>
                    <a:pt x="82487" y="48950"/>
                    <a:pt x="80469" y="53249"/>
                  </a:cubicBezTo>
                  <a:cubicBezTo>
                    <a:pt x="78452" y="57516"/>
                    <a:pt x="76203" y="61848"/>
                    <a:pt x="73788" y="66214"/>
                  </a:cubicBezTo>
                  <a:cubicBezTo>
                    <a:pt x="71374" y="70579"/>
                    <a:pt x="68794" y="74912"/>
                    <a:pt x="66049" y="79178"/>
                  </a:cubicBezTo>
                  <a:cubicBezTo>
                    <a:pt x="63337" y="83478"/>
                    <a:pt x="60493" y="87645"/>
                    <a:pt x="57550" y="91680"/>
                  </a:cubicBezTo>
                  <a:cubicBezTo>
                    <a:pt x="54639" y="95715"/>
                    <a:pt x="51663" y="99551"/>
                    <a:pt x="48620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581" y="116418"/>
                    <a:pt x="33671" y="119197"/>
                    <a:pt x="30794" y="121644"/>
                  </a:cubicBezTo>
                  <a:cubicBezTo>
                    <a:pt x="27949" y="124091"/>
                    <a:pt x="25204" y="126142"/>
                    <a:pt x="22625" y="127829"/>
                  </a:cubicBezTo>
                  <a:cubicBezTo>
                    <a:pt x="20012" y="129515"/>
                    <a:pt x="17564" y="130805"/>
                    <a:pt x="15316" y="131665"/>
                  </a:cubicBezTo>
                  <a:cubicBezTo>
                    <a:pt x="13067" y="132558"/>
                    <a:pt x="11016" y="132988"/>
                    <a:pt x="9197" y="133021"/>
                  </a:cubicBezTo>
                  <a:cubicBezTo>
                    <a:pt x="7411" y="133021"/>
                    <a:pt x="5824" y="132624"/>
                    <a:pt x="4534" y="131797"/>
                  </a:cubicBezTo>
                  <a:cubicBezTo>
                    <a:pt x="3211" y="130971"/>
                    <a:pt x="2186" y="129714"/>
                    <a:pt x="1425" y="128060"/>
                  </a:cubicBezTo>
                  <a:cubicBezTo>
                    <a:pt x="664" y="126406"/>
                    <a:pt x="234" y="124389"/>
                    <a:pt x="69" y="121975"/>
                  </a:cubicBezTo>
                  <a:cubicBezTo>
                    <a:pt x="-96" y="119560"/>
                    <a:pt x="36" y="116815"/>
                    <a:pt x="466" y="113740"/>
                  </a:cubicBezTo>
                  <a:cubicBezTo>
                    <a:pt x="896" y="110664"/>
                    <a:pt x="1590" y="107323"/>
                    <a:pt x="2616" y="103718"/>
                  </a:cubicBezTo>
                  <a:cubicBezTo>
                    <a:pt x="3608" y="100080"/>
                    <a:pt x="4898" y="96277"/>
                    <a:pt x="6419" y="92242"/>
                  </a:cubicBezTo>
                  <a:cubicBezTo>
                    <a:pt x="7973" y="88207"/>
                    <a:pt x="9759" y="84073"/>
                    <a:pt x="11777" y="79774"/>
                  </a:cubicBezTo>
                  <a:cubicBezTo>
                    <a:pt x="13794" y="75507"/>
                    <a:pt x="16010" y="71175"/>
                    <a:pt x="18457" y="66809"/>
                  </a:cubicBezTo>
                  <a:cubicBezTo>
                    <a:pt x="20872" y="62443"/>
                    <a:pt x="23451" y="58111"/>
                    <a:pt x="26197" y="53844"/>
                  </a:cubicBezTo>
                  <a:cubicBezTo>
                    <a:pt x="28908" y="49545"/>
                    <a:pt x="31753" y="45378"/>
                    <a:pt x="34663" y="41343"/>
                  </a:cubicBezTo>
                  <a:cubicBezTo>
                    <a:pt x="37607" y="37308"/>
                    <a:pt x="40583" y="33472"/>
                    <a:pt x="43626" y="29800"/>
                  </a:cubicBezTo>
                  <a:cubicBezTo>
                    <a:pt x="46636" y="26162"/>
                    <a:pt x="49645" y="22789"/>
                    <a:pt x="52655" y="19713"/>
                  </a:cubicBezTo>
                  <a:cubicBezTo>
                    <a:pt x="55664" y="16604"/>
                    <a:pt x="58575" y="13826"/>
                    <a:pt x="61419" y="11379"/>
                  </a:cubicBezTo>
                  <a:cubicBezTo>
                    <a:pt x="64297" y="8931"/>
                    <a:pt x="67008" y="6881"/>
                    <a:pt x="69621" y="5194"/>
                  </a:cubicBezTo>
                  <a:cubicBezTo>
                    <a:pt x="72234" y="3508"/>
                    <a:pt x="74681" y="2218"/>
                    <a:pt x="76930" y="1358"/>
                  </a:cubicBezTo>
                  <a:cubicBezTo>
                    <a:pt x="79179" y="465"/>
                    <a:pt x="81197" y="35"/>
                    <a:pt x="83016" y="2"/>
                  </a:cubicBezTo>
                  <a:cubicBezTo>
                    <a:pt x="84835" y="-31"/>
                    <a:pt x="86422" y="399"/>
                    <a:pt x="87712" y="12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6" name="Freeform: Shape 5125">
              <a:extLst>
                <a:ext uri="{FF2B5EF4-FFF2-40B4-BE49-F238E27FC236}">
                  <a16:creationId xmlns:a16="http://schemas.microsoft.com/office/drawing/2014/main" id="{0B754EDA-E604-3826-F3AE-A1CCE15BC3AD}"/>
                </a:ext>
              </a:extLst>
            </p:cNvPr>
            <p:cNvSpPr/>
            <p:nvPr/>
          </p:nvSpPr>
          <p:spPr>
            <a:xfrm>
              <a:off x="10795501" y="1531110"/>
              <a:ext cx="145693" cy="155800"/>
            </a:xfrm>
            <a:custGeom>
              <a:avLst/>
              <a:gdLst>
                <a:gd name="connsiteX0" fmla="*/ 17348 w 228535"/>
                <a:gd name="connsiteY0" fmla="*/ 74248 h 244388"/>
                <a:gd name="connsiteX1" fmla="*/ 51479 w 228535"/>
                <a:gd name="connsiteY1" fmla="*/ 227078 h 244388"/>
                <a:gd name="connsiteX2" fmla="*/ 204474 w 228535"/>
                <a:gd name="connsiteY2" fmla="*/ 192947 h 244388"/>
                <a:gd name="connsiteX3" fmla="*/ 188698 w 228535"/>
                <a:gd name="connsiteY3" fmla="*/ 11310 h 244388"/>
                <a:gd name="connsiteX4" fmla="*/ 17348 w 228535"/>
                <a:gd name="connsiteY4" fmla="*/ 74248 h 24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35" h="244388">
                  <a:moveTo>
                    <a:pt x="17348" y="74248"/>
                  </a:moveTo>
                  <a:cubicBezTo>
                    <a:pt x="-15494" y="126073"/>
                    <a:pt x="-380" y="194270"/>
                    <a:pt x="51479" y="227078"/>
                  </a:cubicBezTo>
                  <a:cubicBezTo>
                    <a:pt x="103370" y="259853"/>
                    <a:pt x="171633" y="244772"/>
                    <a:pt x="204474" y="192947"/>
                  </a:cubicBezTo>
                  <a:cubicBezTo>
                    <a:pt x="237316" y="141155"/>
                    <a:pt x="240590" y="44086"/>
                    <a:pt x="188698" y="11310"/>
                  </a:cubicBezTo>
                  <a:cubicBezTo>
                    <a:pt x="136840" y="-21498"/>
                    <a:pt x="50189" y="22456"/>
                    <a:pt x="17348" y="7424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7" name="Freeform: Shape 5126">
              <a:extLst>
                <a:ext uri="{FF2B5EF4-FFF2-40B4-BE49-F238E27FC236}">
                  <a16:creationId xmlns:a16="http://schemas.microsoft.com/office/drawing/2014/main" id="{2B3609B3-A29E-CFB2-2D96-569B6C0BE4B9}"/>
                </a:ext>
              </a:extLst>
            </p:cNvPr>
            <p:cNvSpPr/>
            <p:nvPr/>
          </p:nvSpPr>
          <p:spPr>
            <a:xfrm>
              <a:off x="10838796" y="1571148"/>
              <a:ext cx="58828" cy="84782"/>
            </a:xfrm>
            <a:custGeom>
              <a:avLst/>
              <a:gdLst>
                <a:gd name="connsiteX0" fmla="*/ 87745 w 92278"/>
                <a:gd name="connsiteY0" fmla="*/ 1193 h 132989"/>
                <a:gd name="connsiteX1" fmla="*/ 90821 w 92278"/>
                <a:gd name="connsiteY1" fmla="*/ 4930 h 132989"/>
                <a:gd name="connsiteX2" fmla="*/ 92210 w 92278"/>
                <a:gd name="connsiteY2" fmla="*/ 11015 h 132989"/>
                <a:gd name="connsiteX3" fmla="*/ 91813 w 92278"/>
                <a:gd name="connsiteY3" fmla="*/ 19250 h 132989"/>
                <a:gd name="connsiteX4" fmla="*/ 89663 w 92278"/>
                <a:gd name="connsiteY4" fmla="*/ 29305 h 132989"/>
                <a:gd name="connsiteX5" fmla="*/ 85827 w 92278"/>
                <a:gd name="connsiteY5" fmla="*/ 40748 h 132989"/>
                <a:gd name="connsiteX6" fmla="*/ 80469 w 92278"/>
                <a:gd name="connsiteY6" fmla="*/ 53216 h 132989"/>
                <a:gd name="connsiteX7" fmla="*/ 73822 w 92278"/>
                <a:gd name="connsiteY7" fmla="*/ 66181 h 132989"/>
                <a:gd name="connsiteX8" fmla="*/ 66082 w 92278"/>
                <a:gd name="connsiteY8" fmla="*/ 79178 h 132989"/>
                <a:gd name="connsiteX9" fmla="*/ 57583 w 92278"/>
                <a:gd name="connsiteY9" fmla="*/ 91647 h 132989"/>
                <a:gd name="connsiteX10" fmla="*/ 48653 w 92278"/>
                <a:gd name="connsiteY10" fmla="*/ 103189 h 132989"/>
                <a:gd name="connsiteX11" fmla="*/ 39591 w 92278"/>
                <a:gd name="connsiteY11" fmla="*/ 113310 h 132989"/>
                <a:gd name="connsiteX12" fmla="*/ 30827 w 92278"/>
                <a:gd name="connsiteY12" fmla="*/ 121611 h 132989"/>
                <a:gd name="connsiteX13" fmla="*/ 22625 w 92278"/>
                <a:gd name="connsiteY13" fmla="*/ 127829 h 132989"/>
                <a:gd name="connsiteX14" fmla="*/ 15349 w 92278"/>
                <a:gd name="connsiteY14" fmla="*/ 131665 h 132989"/>
                <a:gd name="connsiteX15" fmla="*/ 9230 w 92278"/>
                <a:gd name="connsiteY15" fmla="*/ 132988 h 132989"/>
                <a:gd name="connsiteX16" fmla="*/ 4534 w 92278"/>
                <a:gd name="connsiteY16" fmla="*/ 131764 h 132989"/>
                <a:gd name="connsiteX17" fmla="*/ 1458 w 92278"/>
                <a:gd name="connsiteY17" fmla="*/ 128060 h 132989"/>
                <a:gd name="connsiteX18" fmla="*/ 69 w 92278"/>
                <a:gd name="connsiteY18" fmla="*/ 121942 h 132989"/>
                <a:gd name="connsiteX19" fmla="*/ 466 w 92278"/>
                <a:gd name="connsiteY19" fmla="*/ 113740 h 132989"/>
                <a:gd name="connsiteX20" fmla="*/ 2616 w 92278"/>
                <a:gd name="connsiteY20" fmla="*/ 103686 h 132989"/>
                <a:gd name="connsiteX21" fmla="*/ 6452 w 92278"/>
                <a:gd name="connsiteY21" fmla="*/ 92209 h 132989"/>
                <a:gd name="connsiteX22" fmla="*/ 11810 w 92278"/>
                <a:gd name="connsiteY22" fmla="*/ 79774 h 132989"/>
                <a:gd name="connsiteX23" fmla="*/ 18457 w 92278"/>
                <a:gd name="connsiteY23" fmla="*/ 66776 h 132989"/>
                <a:gd name="connsiteX24" fmla="*/ 26197 w 92278"/>
                <a:gd name="connsiteY24" fmla="*/ 53812 h 132989"/>
                <a:gd name="connsiteX25" fmla="*/ 34696 w 92278"/>
                <a:gd name="connsiteY25" fmla="*/ 41310 h 132989"/>
                <a:gd name="connsiteX26" fmla="*/ 43626 w 92278"/>
                <a:gd name="connsiteY26" fmla="*/ 29801 h 132989"/>
                <a:gd name="connsiteX27" fmla="*/ 52655 w 92278"/>
                <a:gd name="connsiteY27" fmla="*/ 19680 h 132989"/>
                <a:gd name="connsiteX28" fmla="*/ 61452 w 92278"/>
                <a:gd name="connsiteY28" fmla="*/ 11379 h 132989"/>
                <a:gd name="connsiteX29" fmla="*/ 69654 w 92278"/>
                <a:gd name="connsiteY29" fmla="*/ 5161 h 132989"/>
                <a:gd name="connsiteX30" fmla="*/ 76930 w 92278"/>
                <a:gd name="connsiteY30" fmla="*/ 1325 h 132989"/>
                <a:gd name="connsiteX31" fmla="*/ 83049 w 92278"/>
                <a:gd name="connsiteY31" fmla="*/ 2 h 132989"/>
                <a:gd name="connsiteX32" fmla="*/ 87745 w 92278"/>
                <a:gd name="connsiteY32" fmla="*/ 1193 h 1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2278" h="132989">
                  <a:moveTo>
                    <a:pt x="87745" y="1193"/>
                  </a:moveTo>
                  <a:cubicBezTo>
                    <a:pt x="89035" y="2052"/>
                    <a:pt x="90060" y="3276"/>
                    <a:pt x="90821" y="4930"/>
                  </a:cubicBezTo>
                  <a:cubicBezTo>
                    <a:pt x="91582" y="6583"/>
                    <a:pt x="92045" y="8601"/>
                    <a:pt x="92210" y="11015"/>
                  </a:cubicBezTo>
                  <a:cubicBezTo>
                    <a:pt x="92375" y="13430"/>
                    <a:pt x="92243" y="16175"/>
                    <a:pt x="91813" y="19250"/>
                  </a:cubicBezTo>
                  <a:cubicBezTo>
                    <a:pt x="91383" y="22326"/>
                    <a:pt x="90656" y="25666"/>
                    <a:pt x="89663" y="29305"/>
                  </a:cubicBezTo>
                  <a:cubicBezTo>
                    <a:pt x="88638" y="32909"/>
                    <a:pt x="87381" y="36746"/>
                    <a:pt x="85827" y="40748"/>
                  </a:cubicBezTo>
                  <a:cubicBezTo>
                    <a:pt x="84273" y="44783"/>
                    <a:pt x="82487" y="48950"/>
                    <a:pt x="80469" y="53216"/>
                  </a:cubicBezTo>
                  <a:cubicBezTo>
                    <a:pt x="78452" y="57483"/>
                    <a:pt x="76236" y="61815"/>
                    <a:pt x="73822" y="66181"/>
                  </a:cubicBezTo>
                  <a:cubicBezTo>
                    <a:pt x="71374" y="70546"/>
                    <a:pt x="68794" y="74879"/>
                    <a:pt x="66082" y="79178"/>
                  </a:cubicBezTo>
                  <a:cubicBezTo>
                    <a:pt x="63337" y="83445"/>
                    <a:pt x="60526" y="87612"/>
                    <a:pt x="57583" y="91647"/>
                  </a:cubicBezTo>
                  <a:cubicBezTo>
                    <a:pt x="54639" y="95715"/>
                    <a:pt x="51663" y="99551"/>
                    <a:pt x="48653" y="103189"/>
                  </a:cubicBezTo>
                  <a:cubicBezTo>
                    <a:pt x="45610" y="106827"/>
                    <a:pt x="42601" y="110201"/>
                    <a:pt x="39591" y="113310"/>
                  </a:cubicBezTo>
                  <a:cubicBezTo>
                    <a:pt x="36614" y="116386"/>
                    <a:pt x="33671" y="119164"/>
                    <a:pt x="30827" y="121611"/>
                  </a:cubicBezTo>
                  <a:cubicBezTo>
                    <a:pt x="27982" y="124058"/>
                    <a:pt x="25237" y="126109"/>
                    <a:pt x="22625" y="127829"/>
                  </a:cubicBezTo>
                  <a:cubicBezTo>
                    <a:pt x="20012" y="129515"/>
                    <a:pt x="17598" y="130772"/>
                    <a:pt x="15349" y="131665"/>
                  </a:cubicBezTo>
                  <a:cubicBezTo>
                    <a:pt x="13067" y="132525"/>
                    <a:pt x="11049" y="132955"/>
                    <a:pt x="9230" y="132988"/>
                  </a:cubicBezTo>
                  <a:cubicBezTo>
                    <a:pt x="7411" y="133021"/>
                    <a:pt x="5857" y="132591"/>
                    <a:pt x="4534" y="131764"/>
                  </a:cubicBezTo>
                  <a:cubicBezTo>
                    <a:pt x="3244" y="130938"/>
                    <a:pt x="2186" y="129714"/>
                    <a:pt x="1458" y="128060"/>
                  </a:cubicBezTo>
                  <a:cubicBezTo>
                    <a:pt x="697" y="126407"/>
                    <a:pt x="234" y="124356"/>
                    <a:pt x="69" y="121942"/>
                  </a:cubicBezTo>
                  <a:cubicBezTo>
                    <a:pt x="-96" y="119527"/>
                    <a:pt x="36" y="116815"/>
                    <a:pt x="466" y="113740"/>
                  </a:cubicBezTo>
                  <a:cubicBezTo>
                    <a:pt x="896" y="110664"/>
                    <a:pt x="1623" y="107324"/>
                    <a:pt x="2616" y="103686"/>
                  </a:cubicBezTo>
                  <a:cubicBezTo>
                    <a:pt x="3641" y="100081"/>
                    <a:pt x="4898" y="96244"/>
                    <a:pt x="6452" y="92209"/>
                  </a:cubicBezTo>
                  <a:cubicBezTo>
                    <a:pt x="8006" y="88207"/>
                    <a:pt x="9759" y="84040"/>
                    <a:pt x="11810" y="79774"/>
                  </a:cubicBezTo>
                  <a:cubicBezTo>
                    <a:pt x="13827" y="75474"/>
                    <a:pt x="16043" y="71175"/>
                    <a:pt x="18457" y="66776"/>
                  </a:cubicBezTo>
                  <a:cubicBezTo>
                    <a:pt x="20872" y="62411"/>
                    <a:pt x="23451" y="58111"/>
                    <a:pt x="26197" y="53812"/>
                  </a:cubicBezTo>
                  <a:cubicBezTo>
                    <a:pt x="28942" y="49512"/>
                    <a:pt x="31753" y="45378"/>
                    <a:pt x="34696" y="41310"/>
                  </a:cubicBezTo>
                  <a:cubicBezTo>
                    <a:pt x="37640" y="37275"/>
                    <a:pt x="40616" y="33439"/>
                    <a:pt x="43626" y="29801"/>
                  </a:cubicBezTo>
                  <a:cubicBezTo>
                    <a:pt x="46669" y="26163"/>
                    <a:pt x="49678" y="22789"/>
                    <a:pt x="52655" y="19680"/>
                  </a:cubicBezTo>
                  <a:cubicBezTo>
                    <a:pt x="55664" y="16571"/>
                    <a:pt x="58608" y="13793"/>
                    <a:pt x="61452" y="11379"/>
                  </a:cubicBezTo>
                  <a:cubicBezTo>
                    <a:pt x="64297" y="8932"/>
                    <a:pt x="67042" y="6848"/>
                    <a:pt x="69654" y="5161"/>
                  </a:cubicBezTo>
                  <a:cubicBezTo>
                    <a:pt x="72267" y="3475"/>
                    <a:pt x="74681" y="2185"/>
                    <a:pt x="76930" y="1325"/>
                  </a:cubicBezTo>
                  <a:cubicBezTo>
                    <a:pt x="79179" y="465"/>
                    <a:pt x="81230" y="2"/>
                    <a:pt x="83049" y="2"/>
                  </a:cubicBezTo>
                  <a:cubicBezTo>
                    <a:pt x="84868" y="-31"/>
                    <a:pt x="86422" y="366"/>
                    <a:pt x="87745" y="1193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8" name="Freeform: Shape 5127">
              <a:extLst>
                <a:ext uri="{FF2B5EF4-FFF2-40B4-BE49-F238E27FC236}">
                  <a16:creationId xmlns:a16="http://schemas.microsoft.com/office/drawing/2014/main" id="{22EDC96A-FF3D-EAE0-984F-A8B2E8458723}"/>
                </a:ext>
              </a:extLst>
            </p:cNvPr>
            <p:cNvSpPr/>
            <p:nvPr/>
          </p:nvSpPr>
          <p:spPr>
            <a:xfrm>
              <a:off x="10614394" y="1436288"/>
              <a:ext cx="119806" cy="138446"/>
            </a:xfrm>
            <a:custGeom>
              <a:avLst/>
              <a:gdLst>
                <a:gd name="connsiteX0" fmla="*/ 72 w 187928"/>
                <a:gd name="connsiteY0" fmla="*/ 127240 h 217167"/>
                <a:gd name="connsiteX1" fmla="*/ 97901 w 187928"/>
                <a:gd name="connsiteY1" fmla="*/ 217099 h 217167"/>
                <a:gd name="connsiteX2" fmla="*/ 187860 w 187928"/>
                <a:gd name="connsiteY2" fmla="*/ 119369 h 217167"/>
                <a:gd name="connsiteX3" fmla="*/ 89369 w 187928"/>
                <a:gd name="connsiteY3" fmla="*/ 42 h 217167"/>
                <a:gd name="connsiteX4" fmla="*/ 72 w 187928"/>
                <a:gd name="connsiteY4" fmla="*/ 127240 h 21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928" h="217167">
                  <a:moveTo>
                    <a:pt x="72" y="127240"/>
                  </a:moveTo>
                  <a:cubicBezTo>
                    <a:pt x="2056" y="179065"/>
                    <a:pt x="46043" y="219050"/>
                    <a:pt x="97901" y="217099"/>
                  </a:cubicBezTo>
                  <a:cubicBezTo>
                    <a:pt x="149760" y="215115"/>
                    <a:pt x="189811" y="171194"/>
                    <a:pt x="187860" y="119369"/>
                  </a:cubicBezTo>
                  <a:cubicBezTo>
                    <a:pt x="185875" y="67576"/>
                    <a:pt x="141227" y="-1943"/>
                    <a:pt x="89369" y="42"/>
                  </a:cubicBezTo>
                  <a:cubicBezTo>
                    <a:pt x="37510" y="2654"/>
                    <a:pt x="-1913" y="75448"/>
                    <a:pt x="72" y="127240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9" name="Freeform: Shape 5128">
              <a:extLst>
                <a:ext uri="{FF2B5EF4-FFF2-40B4-BE49-F238E27FC236}">
                  <a16:creationId xmlns:a16="http://schemas.microsoft.com/office/drawing/2014/main" id="{E9D2DC80-E9CA-E738-4E2D-84EAB7F3A728}"/>
                </a:ext>
              </a:extLst>
            </p:cNvPr>
            <p:cNvSpPr/>
            <p:nvPr/>
          </p:nvSpPr>
          <p:spPr>
            <a:xfrm>
              <a:off x="10661212" y="1470614"/>
              <a:ext cx="26150" cy="83546"/>
            </a:xfrm>
            <a:custGeom>
              <a:avLst/>
              <a:gdLst>
                <a:gd name="connsiteX0" fmla="*/ 40833 w 41019"/>
                <a:gd name="connsiteY0" fmla="*/ 64731 h 131050"/>
                <a:gd name="connsiteX1" fmla="*/ 40965 w 41019"/>
                <a:gd name="connsiteY1" fmla="*/ 77531 h 131050"/>
                <a:gd name="connsiteX2" fmla="*/ 40304 w 41019"/>
                <a:gd name="connsiteY2" fmla="*/ 89867 h 131050"/>
                <a:gd name="connsiteX3" fmla="*/ 38882 w 41019"/>
                <a:gd name="connsiteY3" fmla="*/ 101277 h 131050"/>
                <a:gd name="connsiteX4" fmla="*/ 36732 w 41019"/>
                <a:gd name="connsiteY4" fmla="*/ 111298 h 131050"/>
                <a:gd name="connsiteX5" fmla="*/ 33987 w 41019"/>
                <a:gd name="connsiteY5" fmla="*/ 119566 h 131050"/>
                <a:gd name="connsiteX6" fmla="*/ 30713 w 41019"/>
                <a:gd name="connsiteY6" fmla="*/ 125751 h 131050"/>
                <a:gd name="connsiteX7" fmla="*/ 27042 w 41019"/>
                <a:gd name="connsiteY7" fmla="*/ 129653 h 131050"/>
                <a:gd name="connsiteX8" fmla="*/ 23106 w 41019"/>
                <a:gd name="connsiteY8" fmla="*/ 131043 h 131050"/>
                <a:gd name="connsiteX9" fmla="*/ 19104 w 41019"/>
                <a:gd name="connsiteY9" fmla="*/ 129951 h 131050"/>
                <a:gd name="connsiteX10" fmla="*/ 15135 w 41019"/>
                <a:gd name="connsiteY10" fmla="*/ 126379 h 131050"/>
                <a:gd name="connsiteX11" fmla="*/ 11365 w 41019"/>
                <a:gd name="connsiteY11" fmla="*/ 120459 h 131050"/>
                <a:gd name="connsiteX12" fmla="*/ 7959 w 41019"/>
                <a:gd name="connsiteY12" fmla="*/ 112422 h 131050"/>
                <a:gd name="connsiteX13" fmla="*/ 5048 w 41019"/>
                <a:gd name="connsiteY13" fmla="*/ 102600 h 131050"/>
                <a:gd name="connsiteX14" fmla="*/ 2733 w 41019"/>
                <a:gd name="connsiteY14" fmla="*/ 91355 h 131050"/>
                <a:gd name="connsiteX15" fmla="*/ 1079 w 41019"/>
                <a:gd name="connsiteY15" fmla="*/ 79118 h 131050"/>
                <a:gd name="connsiteX16" fmla="*/ 186 w 41019"/>
                <a:gd name="connsiteY16" fmla="*/ 66352 h 131050"/>
                <a:gd name="connsiteX17" fmla="*/ 54 w 41019"/>
                <a:gd name="connsiteY17" fmla="*/ 53553 h 131050"/>
                <a:gd name="connsiteX18" fmla="*/ 716 w 41019"/>
                <a:gd name="connsiteY18" fmla="*/ 41183 h 131050"/>
                <a:gd name="connsiteX19" fmla="*/ 2138 w 41019"/>
                <a:gd name="connsiteY19" fmla="*/ 29806 h 131050"/>
                <a:gd name="connsiteX20" fmla="*/ 4288 w 41019"/>
                <a:gd name="connsiteY20" fmla="*/ 19752 h 131050"/>
                <a:gd name="connsiteX21" fmla="*/ 7033 w 41019"/>
                <a:gd name="connsiteY21" fmla="*/ 11484 h 131050"/>
                <a:gd name="connsiteX22" fmla="*/ 10307 w 41019"/>
                <a:gd name="connsiteY22" fmla="*/ 5299 h 131050"/>
                <a:gd name="connsiteX23" fmla="*/ 13978 w 41019"/>
                <a:gd name="connsiteY23" fmla="*/ 1430 h 131050"/>
                <a:gd name="connsiteX24" fmla="*/ 17914 w 41019"/>
                <a:gd name="connsiteY24" fmla="*/ 8 h 131050"/>
                <a:gd name="connsiteX25" fmla="*/ 21915 w 41019"/>
                <a:gd name="connsiteY25" fmla="*/ 1099 h 131050"/>
                <a:gd name="connsiteX26" fmla="*/ 25884 w 41019"/>
                <a:gd name="connsiteY26" fmla="*/ 4671 h 131050"/>
                <a:gd name="connsiteX27" fmla="*/ 29621 w 41019"/>
                <a:gd name="connsiteY27" fmla="*/ 10591 h 131050"/>
                <a:gd name="connsiteX28" fmla="*/ 33028 w 41019"/>
                <a:gd name="connsiteY28" fmla="*/ 18628 h 131050"/>
                <a:gd name="connsiteX29" fmla="*/ 35971 w 41019"/>
                <a:gd name="connsiteY29" fmla="*/ 28450 h 131050"/>
                <a:gd name="connsiteX30" fmla="*/ 38286 w 41019"/>
                <a:gd name="connsiteY30" fmla="*/ 39695 h 131050"/>
                <a:gd name="connsiteX31" fmla="*/ 39940 w 41019"/>
                <a:gd name="connsiteY31" fmla="*/ 51965 h 131050"/>
                <a:gd name="connsiteX32" fmla="*/ 40833 w 41019"/>
                <a:gd name="connsiteY32" fmla="*/ 64731 h 13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019" h="131050">
                  <a:moveTo>
                    <a:pt x="40833" y="64731"/>
                  </a:moveTo>
                  <a:cubicBezTo>
                    <a:pt x="41032" y="69031"/>
                    <a:pt x="41065" y="73297"/>
                    <a:pt x="40965" y="77531"/>
                  </a:cubicBezTo>
                  <a:cubicBezTo>
                    <a:pt x="40866" y="81764"/>
                    <a:pt x="40635" y="85865"/>
                    <a:pt x="40304" y="89867"/>
                  </a:cubicBezTo>
                  <a:cubicBezTo>
                    <a:pt x="39940" y="93869"/>
                    <a:pt x="39477" y="97639"/>
                    <a:pt x="38882" y="101277"/>
                  </a:cubicBezTo>
                  <a:cubicBezTo>
                    <a:pt x="38253" y="104882"/>
                    <a:pt x="37559" y="108222"/>
                    <a:pt x="36732" y="111298"/>
                  </a:cubicBezTo>
                  <a:cubicBezTo>
                    <a:pt x="35905" y="114374"/>
                    <a:pt x="34979" y="117119"/>
                    <a:pt x="33987" y="119566"/>
                  </a:cubicBezTo>
                  <a:cubicBezTo>
                    <a:pt x="32962" y="121981"/>
                    <a:pt x="31870" y="124064"/>
                    <a:pt x="30713" y="125751"/>
                  </a:cubicBezTo>
                  <a:cubicBezTo>
                    <a:pt x="29522" y="127438"/>
                    <a:pt x="28298" y="128761"/>
                    <a:pt x="27042" y="129653"/>
                  </a:cubicBezTo>
                  <a:cubicBezTo>
                    <a:pt x="25752" y="130513"/>
                    <a:pt x="24462" y="131009"/>
                    <a:pt x="23106" y="131043"/>
                  </a:cubicBezTo>
                  <a:cubicBezTo>
                    <a:pt x="21783" y="131109"/>
                    <a:pt x="20427" y="130745"/>
                    <a:pt x="19104" y="129951"/>
                  </a:cubicBezTo>
                  <a:cubicBezTo>
                    <a:pt x="17748" y="129157"/>
                    <a:pt x="16425" y="127967"/>
                    <a:pt x="15135" y="126379"/>
                  </a:cubicBezTo>
                  <a:cubicBezTo>
                    <a:pt x="13846" y="124792"/>
                    <a:pt x="12589" y="122807"/>
                    <a:pt x="11365" y="120459"/>
                  </a:cubicBezTo>
                  <a:cubicBezTo>
                    <a:pt x="10174" y="118111"/>
                    <a:pt x="9050" y="115432"/>
                    <a:pt x="7959" y="112422"/>
                  </a:cubicBezTo>
                  <a:cubicBezTo>
                    <a:pt x="6900" y="109413"/>
                    <a:pt x="5941" y="106139"/>
                    <a:pt x="5048" y="102600"/>
                  </a:cubicBezTo>
                  <a:cubicBezTo>
                    <a:pt x="4155" y="99061"/>
                    <a:pt x="3395" y="95291"/>
                    <a:pt x="2733" y="91355"/>
                  </a:cubicBezTo>
                  <a:cubicBezTo>
                    <a:pt x="2039" y="87386"/>
                    <a:pt x="1509" y="83318"/>
                    <a:pt x="1079" y="79118"/>
                  </a:cubicBezTo>
                  <a:cubicBezTo>
                    <a:pt x="649" y="74885"/>
                    <a:pt x="352" y="70651"/>
                    <a:pt x="186" y="66352"/>
                  </a:cubicBezTo>
                  <a:cubicBezTo>
                    <a:pt x="-12" y="62019"/>
                    <a:pt x="-45" y="57753"/>
                    <a:pt x="54" y="53553"/>
                  </a:cubicBezTo>
                  <a:cubicBezTo>
                    <a:pt x="153" y="49319"/>
                    <a:pt x="352" y="45185"/>
                    <a:pt x="716" y="41183"/>
                  </a:cubicBezTo>
                  <a:cubicBezTo>
                    <a:pt x="1079" y="37215"/>
                    <a:pt x="1542" y="33411"/>
                    <a:pt x="2138" y="29806"/>
                  </a:cubicBezTo>
                  <a:cubicBezTo>
                    <a:pt x="2733" y="26201"/>
                    <a:pt x="3461" y="22828"/>
                    <a:pt x="4288" y="19752"/>
                  </a:cubicBezTo>
                  <a:cubicBezTo>
                    <a:pt x="5114" y="16676"/>
                    <a:pt x="6007" y="13931"/>
                    <a:pt x="7033" y="11484"/>
                  </a:cubicBezTo>
                  <a:cubicBezTo>
                    <a:pt x="8058" y="9070"/>
                    <a:pt x="9149" y="6986"/>
                    <a:pt x="10307" y="5299"/>
                  </a:cubicBezTo>
                  <a:cubicBezTo>
                    <a:pt x="11497" y="3613"/>
                    <a:pt x="12688" y="2323"/>
                    <a:pt x="13978" y="1430"/>
                  </a:cubicBezTo>
                  <a:cubicBezTo>
                    <a:pt x="15268" y="537"/>
                    <a:pt x="16558" y="41"/>
                    <a:pt x="17914" y="8"/>
                  </a:cubicBezTo>
                  <a:cubicBezTo>
                    <a:pt x="19236" y="-59"/>
                    <a:pt x="20559" y="305"/>
                    <a:pt x="21915" y="1099"/>
                  </a:cubicBezTo>
                  <a:cubicBezTo>
                    <a:pt x="23271" y="1893"/>
                    <a:pt x="24594" y="3083"/>
                    <a:pt x="25884" y="4671"/>
                  </a:cubicBezTo>
                  <a:cubicBezTo>
                    <a:pt x="27174" y="6291"/>
                    <a:pt x="28431" y="8243"/>
                    <a:pt x="29621" y="10591"/>
                  </a:cubicBezTo>
                  <a:cubicBezTo>
                    <a:pt x="30845" y="12939"/>
                    <a:pt x="31970" y="15618"/>
                    <a:pt x="33028" y="18628"/>
                  </a:cubicBezTo>
                  <a:cubicBezTo>
                    <a:pt x="34119" y="21637"/>
                    <a:pt x="35078" y="24912"/>
                    <a:pt x="35971" y="28450"/>
                  </a:cubicBezTo>
                  <a:cubicBezTo>
                    <a:pt x="36864" y="31989"/>
                    <a:pt x="37625" y="35759"/>
                    <a:pt x="38286" y="39695"/>
                  </a:cubicBezTo>
                  <a:cubicBezTo>
                    <a:pt x="38981" y="43664"/>
                    <a:pt x="39510" y="47732"/>
                    <a:pt x="39940" y="51965"/>
                  </a:cubicBezTo>
                  <a:cubicBezTo>
                    <a:pt x="40370" y="56165"/>
                    <a:pt x="40668" y="60432"/>
                    <a:pt x="40833" y="6473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0" name="Freeform: Shape 5129">
              <a:extLst>
                <a:ext uri="{FF2B5EF4-FFF2-40B4-BE49-F238E27FC236}">
                  <a16:creationId xmlns:a16="http://schemas.microsoft.com/office/drawing/2014/main" id="{DAC5526E-7324-986A-78B4-8E5A78D987BD}"/>
                </a:ext>
              </a:extLst>
            </p:cNvPr>
            <p:cNvSpPr/>
            <p:nvPr/>
          </p:nvSpPr>
          <p:spPr>
            <a:xfrm>
              <a:off x="10423407" y="1490582"/>
              <a:ext cx="142241" cy="160804"/>
            </a:xfrm>
            <a:custGeom>
              <a:avLst/>
              <a:gdLst>
                <a:gd name="connsiteX0" fmla="*/ 6827 w 223119"/>
                <a:gd name="connsiteY0" fmla="*/ 175855 h 252237"/>
                <a:gd name="connsiteX1" fmla="*/ 146659 w 223119"/>
                <a:gd name="connsiteY1" fmla="*/ 246697 h 252237"/>
                <a:gd name="connsiteX2" fmla="*/ 217568 w 223119"/>
                <a:gd name="connsiteY2" fmla="*/ 106997 h 252237"/>
                <a:gd name="connsiteX3" fmla="*/ 67218 w 223119"/>
                <a:gd name="connsiteY3" fmla="*/ 3413 h 252237"/>
                <a:gd name="connsiteX4" fmla="*/ 6827 w 223119"/>
                <a:gd name="connsiteY4" fmla="*/ 175855 h 2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119" h="252237">
                  <a:moveTo>
                    <a:pt x="6827" y="175855"/>
                  </a:moveTo>
                  <a:cubicBezTo>
                    <a:pt x="25877" y="234229"/>
                    <a:pt x="88252" y="265714"/>
                    <a:pt x="146659" y="246697"/>
                  </a:cubicBezTo>
                  <a:cubicBezTo>
                    <a:pt x="205099" y="227680"/>
                    <a:pt x="236618" y="165371"/>
                    <a:pt x="217568" y="106997"/>
                  </a:cubicBezTo>
                  <a:cubicBezTo>
                    <a:pt x="198551" y="48657"/>
                    <a:pt x="125658" y="-15637"/>
                    <a:pt x="67218" y="3413"/>
                  </a:cubicBezTo>
                  <a:cubicBezTo>
                    <a:pt x="8811" y="22430"/>
                    <a:pt x="-12223" y="117515"/>
                    <a:pt x="6827" y="17585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1" name="Freeform: Shape 5130">
              <a:extLst>
                <a:ext uri="{FF2B5EF4-FFF2-40B4-BE49-F238E27FC236}">
                  <a16:creationId xmlns:a16="http://schemas.microsoft.com/office/drawing/2014/main" id="{F8D661D4-D857-F432-EDC1-338A2B053242}"/>
                </a:ext>
              </a:extLst>
            </p:cNvPr>
            <p:cNvSpPr/>
            <p:nvPr/>
          </p:nvSpPr>
          <p:spPr>
            <a:xfrm>
              <a:off x="10472553" y="1530533"/>
              <a:ext cx="41894" cy="94286"/>
            </a:xfrm>
            <a:custGeom>
              <a:avLst/>
              <a:gdLst>
                <a:gd name="connsiteX0" fmla="*/ 55314 w 65715"/>
                <a:gd name="connsiteY0" fmla="*/ 66654 h 147898"/>
                <a:gd name="connsiteX1" fmla="*/ 59581 w 65715"/>
                <a:gd name="connsiteY1" fmla="*/ 81140 h 147898"/>
                <a:gd name="connsiteX2" fmla="*/ 62789 w 65715"/>
                <a:gd name="connsiteY2" fmla="*/ 95362 h 147898"/>
                <a:gd name="connsiteX3" fmla="*/ 64872 w 65715"/>
                <a:gd name="connsiteY3" fmla="*/ 108756 h 147898"/>
                <a:gd name="connsiteX4" fmla="*/ 65699 w 65715"/>
                <a:gd name="connsiteY4" fmla="*/ 120828 h 147898"/>
                <a:gd name="connsiteX5" fmla="*/ 65269 w 65715"/>
                <a:gd name="connsiteY5" fmla="*/ 131080 h 147898"/>
                <a:gd name="connsiteX6" fmla="*/ 63583 w 65715"/>
                <a:gd name="connsiteY6" fmla="*/ 139150 h 147898"/>
                <a:gd name="connsiteX7" fmla="*/ 60738 w 65715"/>
                <a:gd name="connsiteY7" fmla="*/ 144707 h 147898"/>
                <a:gd name="connsiteX8" fmla="*/ 56836 w 65715"/>
                <a:gd name="connsiteY8" fmla="*/ 147551 h 147898"/>
                <a:gd name="connsiteX9" fmla="*/ 51974 w 65715"/>
                <a:gd name="connsiteY9" fmla="*/ 147551 h 147898"/>
                <a:gd name="connsiteX10" fmla="*/ 46385 w 65715"/>
                <a:gd name="connsiteY10" fmla="*/ 144740 h 147898"/>
                <a:gd name="connsiteX11" fmla="*/ 40299 w 65715"/>
                <a:gd name="connsiteY11" fmla="*/ 139183 h 147898"/>
                <a:gd name="connsiteX12" fmla="*/ 33916 w 65715"/>
                <a:gd name="connsiteY12" fmla="*/ 131147 h 147898"/>
                <a:gd name="connsiteX13" fmla="*/ 27467 w 65715"/>
                <a:gd name="connsiteY13" fmla="*/ 120894 h 147898"/>
                <a:gd name="connsiteX14" fmla="*/ 21249 w 65715"/>
                <a:gd name="connsiteY14" fmla="*/ 108855 h 147898"/>
                <a:gd name="connsiteX15" fmla="*/ 15495 w 65715"/>
                <a:gd name="connsiteY15" fmla="*/ 95461 h 147898"/>
                <a:gd name="connsiteX16" fmla="*/ 10368 w 65715"/>
                <a:gd name="connsiteY16" fmla="*/ 81273 h 147898"/>
                <a:gd name="connsiteX17" fmla="*/ 6135 w 65715"/>
                <a:gd name="connsiteY17" fmla="*/ 66754 h 147898"/>
                <a:gd name="connsiteX18" fmla="*/ 2927 w 65715"/>
                <a:gd name="connsiteY18" fmla="*/ 52532 h 147898"/>
                <a:gd name="connsiteX19" fmla="*/ 843 w 65715"/>
                <a:gd name="connsiteY19" fmla="*/ 39138 h 147898"/>
                <a:gd name="connsiteX20" fmla="*/ 16 w 65715"/>
                <a:gd name="connsiteY20" fmla="*/ 27099 h 147898"/>
                <a:gd name="connsiteX21" fmla="*/ 446 w 65715"/>
                <a:gd name="connsiteY21" fmla="*/ 16814 h 147898"/>
                <a:gd name="connsiteX22" fmla="*/ 2100 w 65715"/>
                <a:gd name="connsiteY22" fmla="*/ 8777 h 147898"/>
                <a:gd name="connsiteX23" fmla="*/ 4944 w 65715"/>
                <a:gd name="connsiteY23" fmla="*/ 3221 h 147898"/>
                <a:gd name="connsiteX24" fmla="*/ 8880 w 65715"/>
                <a:gd name="connsiteY24" fmla="*/ 376 h 147898"/>
                <a:gd name="connsiteX25" fmla="*/ 13709 w 65715"/>
                <a:gd name="connsiteY25" fmla="*/ 343 h 147898"/>
                <a:gd name="connsiteX26" fmla="*/ 19298 w 65715"/>
                <a:gd name="connsiteY26" fmla="*/ 3188 h 147898"/>
                <a:gd name="connsiteX27" fmla="*/ 25416 w 65715"/>
                <a:gd name="connsiteY27" fmla="*/ 8711 h 147898"/>
                <a:gd name="connsiteX28" fmla="*/ 31799 w 65715"/>
                <a:gd name="connsiteY28" fmla="*/ 16747 h 147898"/>
                <a:gd name="connsiteX29" fmla="*/ 38216 w 65715"/>
                <a:gd name="connsiteY29" fmla="*/ 27000 h 147898"/>
                <a:gd name="connsiteX30" fmla="*/ 44433 w 65715"/>
                <a:gd name="connsiteY30" fmla="*/ 39039 h 147898"/>
                <a:gd name="connsiteX31" fmla="*/ 50221 w 65715"/>
                <a:gd name="connsiteY31" fmla="*/ 52433 h 147898"/>
                <a:gd name="connsiteX32" fmla="*/ 55314 w 65715"/>
                <a:gd name="connsiteY32" fmla="*/ 66654 h 14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5715" h="147898">
                  <a:moveTo>
                    <a:pt x="55314" y="66654"/>
                  </a:moveTo>
                  <a:cubicBezTo>
                    <a:pt x="56902" y="71483"/>
                    <a:pt x="58324" y="76312"/>
                    <a:pt x="59581" y="81140"/>
                  </a:cubicBezTo>
                  <a:cubicBezTo>
                    <a:pt x="60837" y="85969"/>
                    <a:pt x="61896" y="90732"/>
                    <a:pt x="62789" y="95362"/>
                  </a:cubicBezTo>
                  <a:cubicBezTo>
                    <a:pt x="63682" y="100025"/>
                    <a:pt x="64376" y="104490"/>
                    <a:pt x="64872" y="108756"/>
                  </a:cubicBezTo>
                  <a:cubicBezTo>
                    <a:pt x="65335" y="113056"/>
                    <a:pt x="65633" y="117058"/>
                    <a:pt x="65699" y="120828"/>
                  </a:cubicBezTo>
                  <a:cubicBezTo>
                    <a:pt x="65765" y="124565"/>
                    <a:pt x="65633" y="128005"/>
                    <a:pt x="65269" y="131080"/>
                  </a:cubicBezTo>
                  <a:cubicBezTo>
                    <a:pt x="64905" y="134156"/>
                    <a:pt x="64376" y="136835"/>
                    <a:pt x="63583" y="139150"/>
                  </a:cubicBezTo>
                  <a:cubicBezTo>
                    <a:pt x="62822" y="141432"/>
                    <a:pt x="61896" y="143284"/>
                    <a:pt x="60738" y="144707"/>
                  </a:cubicBezTo>
                  <a:cubicBezTo>
                    <a:pt x="59614" y="146129"/>
                    <a:pt x="58291" y="147055"/>
                    <a:pt x="56836" y="147551"/>
                  </a:cubicBezTo>
                  <a:cubicBezTo>
                    <a:pt x="55347" y="148014"/>
                    <a:pt x="53727" y="148014"/>
                    <a:pt x="51974" y="147551"/>
                  </a:cubicBezTo>
                  <a:cubicBezTo>
                    <a:pt x="50221" y="147088"/>
                    <a:pt x="48369" y="146129"/>
                    <a:pt x="46385" y="144740"/>
                  </a:cubicBezTo>
                  <a:cubicBezTo>
                    <a:pt x="44433" y="143317"/>
                    <a:pt x="42383" y="141498"/>
                    <a:pt x="40299" y="139183"/>
                  </a:cubicBezTo>
                  <a:cubicBezTo>
                    <a:pt x="38183" y="136901"/>
                    <a:pt x="36066" y="134222"/>
                    <a:pt x="33916" y="131147"/>
                  </a:cubicBezTo>
                  <a:cubicBezTo>
                    <a:pt x="31766" y="128071"/>
                    <a:pt x="29617" y="124664"/>
                    <a:pt x="27467" y="120894"/>
                  </a:cubicBezTo>
                  <a:cubicBezTo>
                    <a:pt x="25350" y="117157"/>
                    <a:pt x="23267" y="113155"/>
                    <a:pt x="21249" y="108855"/>
                  </a:cubicBezTo>
                  <a:cubicBezTo>
                    <a:pt x="19232" y="104589"/>
                    <a:pt x="17314" y="100124"/>
                    <a:pt x="15495" y="95461"/>
                  </a:cubicBezTo>
                  <a:cubicBezTo>
                    <a:pt x="13642" y="90831"/>
                    <a:pt x="11956" y="86101"/>
                    <a:pt x="10368" y="81273"/>
                  </a:cubicBezTo>
                  <a:cubicBezTo>
                    <a:pt x="8814" y="76411"/>
                    <a:pt x="7392" y="71582"/>
                    <a:pt x="6135" y="66754"/>
                  </a:cubicBezTo>
                  <a:cubicBezTo>
                    <a:pt x="4878" y="61925"/>
                    <a:pt x="3787" y="57196"/>
                    <a:pt x="2927" y="52532"/>
                  </a:cubicBezTo>
                  <a:cubicBezTo>
                    <a:pt x="2034" y="47902"/>
                    <a:pt x="1339" y="43437"/>
                    <a:pt x="843" y="39138"/>
                  </a:cubicBezTo>
                  <a:cubicBezTo>
                    <a:pt x="347" y="34871"/>
                    <a:pt x="83" y="30836"/>
                    <a:pt x="16" y="27099"/>
                  </a:cubicBezTo>
                  <a:cubicBezTo>
                    <a:pt x="-50" y="23329"/>
                    <a:pt x="83" y="19922"/>
                    <a:pt x="446" y="16814"/>
                  </a:cubicBezTo>
                  <a:cubicBezTo>
                    <a:pt x="777" y="13738"/>
                    <a:pt x="1339" y="11059"/>
                    <a:pt x="2100" y="8777"/>
                  </a:cubicBezTo>
                  <a:cubicBezTo>
                    <a:pt x="2861" y="6462"/>
                    <a:pt x="3820" y="4610"/>
                    <a:pt x="4944" y="3221"/>
                  </a:cubicBezTo>
                  <a:cubicBezTo>
                    <a:pt x="6102" y="1798"/>
                    <a:pt x="7392" y="839"/>
                    <a:pt x="8880" y="376"/>
                  </a:cubicBezTo>
                  <a:cubicBezTo>
                    <a:pt x="10368" y="-120"/>
                    <a:pt x="11956" y="-120"/>
                    <a:pt x="13709" y="343"/>
                  </a:cubicBezTo>
                  <a:cubicBezTo>
                    <a:pt x="15495" y="839"/>
                    <a:pt x="17347" y="1765"/>
                    <a:pt x="19298" y="3188"/>
                  </a:cubicBezTo>
                  <a:cubicBezTo>
                    <a:pt x="21282" y="4577"/>
                    <a:pt x="23300" y="6429"/>
                    <a:pt x="25416" y="8711"/>
                  </a:cubicBezTo>
                  <a:cubicBezTo>
                    <a:pt x="27500" y="10993"/>
                    <a:pt x="29650" y="13672"/>
                    <a:pt x="31799" y="16747"/>
                  </a:cubicBezTo>
                  <a:cubicBezTo>
                    <a:pt x="33949" y="19823"/>
                    <a:pt x="36099" y="23230"/>
                    <a:pt x="38216" y="27000"/>
                  </a:cubicBezTo>
                  <a:cubicBezTo>
                    <a:pt x="40365" y="30737"/>
                    <a:pt x="42416" y="34772"/>
                    <a:pt x="44433" y="39039"/>
                  </a:cubicBezTo>
                  <a:cubicBezTo>
                    <a:pt x="46451" y="43338"/>
                    <a:pt x="48402" y="47803"/>
                    <a:pt x="50221" y="52433"/>
                  </a:cubicBezTo>
                  <a:cubicBezTo>
                    <a:pt x="52040" y="57063"/>
                    <a:pt x="53760" y="61826"/>
                    <a:pt x="55314" y="6665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2" name="Freeform: Shape 5131">
              <a:extLst>
                <a:ext uri="{FF2B5EF4-FFF2-40B4-BE49-F238E27FC236}">
                  <a16:creationId xmlns:a16="http://schemas.microsoft.com/office/drawing/2014/main" id="{00677D69-D9FD-0D23-145B-CE3E8D5F92D9}"/>
                </a:ext>
              </a:extLst>
            </p:cNvPr>
            <p:cNvSpPr/>
            <p:nvPr/>
          </p:nvSpPr>
          <p:spPr>
            <a:xfrm>
              <a:off x="10227360" y="1580692"/>
              <a:ext cx="124269" cy="140833"/>
            </a:xfrm>
            <a:custGeom>
              <a:avLst/>
              <a:gdLst>
                <a:gd name="connsiteX0" fmla="*/ 5742 w 194928"/>
                <a:gd name="connsiteY0" fmla="*/ 153868 h 220911"/>
                <a:gd name="connsiteX1" fmla="*/ 127880 w 194928"/>
                <a:gd name="connsiteY1" fmla="*/ 216178 h 220911"/>
                <a:gd name="connsiteX2" fmla="*/ 190256 w 194928"/>
                <a:gd name="connsiteY2" fmla="*/ 94205 h 220911"/>
                <a:gd name="connsiteX3" fmla="*/ 58957 w 194928"/>
                <a:gd name="connsiteY3" fmla="*/ 3056 h 220911"/>
                <a:gd name="connsiteX4" fmla="*/ 5742 w 194928"/>
                <a:gd name="connsiteY4" fmla="*/ 153868 h 22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28" h="220911">
                  <a:moveTo>
                    <a:pt x="5742" y="153868"/>
                  </a:moveTo>
                  <a:cubicBezTo>
                    <a:pt x="22179" y="205032"/>
                    <a:pt x="77312" y="232582"/>
                    <a:pt x="127880" y="216178"/>
                  </a:cubicBezTo>
                  <a:cubicBezTo>
                    <a:pt x="178449" y="199774"/>
                    <a:pt x="206660" y="144707"/>
                    <a:pt x="190256" y="94205"/>
                  </a:cubicBezTo>
                  <a:cubicBezTo>
                    <a:pt x="173852" y="43703"/>
                    <a:pt x="109492" y="-14010"/>
                    <a:pt x="58957" y="3056"/>
                  </a:cubicBezTo>
                  <a:cubicBezTo>
                    <a:pt x="8388" y="20088"/>
                    <a:pt x="-10662" y="102738"/>
                    <a:pt x="5742" y="153868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3" name="Freeform: Shape 5132">
              <a:extLst>
                <a:ext uri="{FF2B5EF4-FFF2-40B4-BE49-F238E27FC236}">
                  <a16:creationId xmlns:a16="http://schemas.microsoft.com/office/drawing/2014/main" id="{07119B88-75F1-59E3-EF5B-20B6757920D0}"/>
                </a:ext>
              </a:extLst>
            </p:cNvPr>
            <p:cNvSpPr/>
            <p:nvPr/>
          </p:nvSpPr>
          <p:spPr>
            <a:xfrm>
              <a:off x="10270733" y="1615432"/>
              <a:ext cx="37066" cy="83106"/>
            </a:xfrm>
            <a:custGeom>
              <a:avLst/>
              <a:gdLst>
                <a:gd name="connsiteX0" fmla="*/ 49064 w 58142"/>
                <a:gd name="connsiteY0" fmla="*/ 58696 h 130361"/>
                <a:gd name="connsiteX1" fmla="*/ 52801 w 58142"/>
                <a:gd name="connsiteY1" fmla="*/ 71462 h 130361"/>
                <a:gd name="connsiteX2" fmla="*/ 55612 w 58142"/>
                <a:gd name="connsiteY2" fmla="*/ 83997 h 130361"/>
                <a:gd name="connsiteX3" fmla="*/ 57431 w 58142"/>
                <a:gd name="connsiteY3" fmla="*/ 95837 h 130361"/>
                <a:gd name="connsiteX4" fmla="*/ 58126 w 58142"/>
                <a:gd name="connsiteY4" fmla="*/ 106453 h 130361"/>
                <a:gd name="connsiteX5" fmla="*/ 57729 w 58142"/>
                <a:gd name="connsiteY5" fmla="*/ 115515 h 130361"/>
                <a:gd name="connsiteX6" fmla="*/ 56240 w 58142"/>
                <a:gd name="connsiteY6" fmla="*/ 122626 h 130361"/>
                <a:gd name="connsiteX7" fmla="*/ 53694 w 58142"/>
                <a:gd name="connsiteY7" fmla="*/ 127521 h 130361"/>
                <a:gd name="connsiteX8" fmla="*/ 50188 w 58142"/>
                <a:gd name="connsiteY8" fmla="*/ 130034 h 130361"/>
                <a:gd name="connsiteX9" fmla="*/ 45889 w 58142"/>
                <a:gd name="connsiteY9" fmla="*/ 130068 h 130361"/>
                <a:gd name="connsiteX10" fmla="*/ 40928 w 58142"/>
                <a:gd name="connsiteY10" fmla="*/ 127587 h 130361"/>
                <a:gd name="connsiteX11" fmla="*/ 35537 w 58142"/>
                <a:gd name="connsiteY11" fmla="*/ 122725 h 130361"/>
                <a:gd name="connsiteX12" fmla="*/ 29881 w 58142"/>
                <a:gd name="connsiteY12" fmla="*/ 115648 h 130361"/>
                <a:gd name="connsiteX13" fmla="*/ 24193 w 58142"/>
                <a:gd name="connsiteY13" fmla="*/ 106619 h 130361"/>
                <a:gd name="connsiteX14" fmla="*/ 18703 w 58142"/>
                <a:gd name="connsiteY14" fmla="*/ 96002 h 130361"/>
                <a:gd name="connsiteX15" fmla="*/ 13610 w 58142"/>
                <a:gd name="connsiteY15" fmla="*/ 84195 h 130361"/>
                <a:gd name="connsiteX16" fmla="*/ 9079 w 58142"/>
                <a:gd name="connsiteY16" fmla="*/ 71694 h 130361"/>
                <a:gd name="connsiteX17" fmla="*/ 5341 w 58142"/>
                <a:gd name="connsiteY17" fmla="*/ 58895 h 130361"/>
                <a:gd name="connsiteX18" fmla="*/ 2530 w 58142"/>
                <a:gd name="connsiteY18" fmla="*/ 46360 h 130361"/>
                <a:gd name="connsiteX19" fmla="*/ 711 w 58142"/>
                <a:gd name="connsiteY19" fmla="*/ 34553 h 130361"/>
                <a:gd name="connsiteX20" fmla="*/ 17 w 58142"/>
                <a:gd name="connsiteY20" fmla="*/ 23937 h 130361"/>
                <a:gd name="connsiteX21" fmla="*/ 413 w 58142"/>
                <a:gd name="connsiteY21" fmla="*/ 14875 h 130361"/>
                <a:gd name="connsiteX22" fmla="*/ 1902 w 58142"/>
                <a:gd name="connsiteY22" fmla="*/ 7764 h 130361"/>
                <a:gd name="connsiteX23" fmla="*/ 4448 w 58142"/>
                <a:gd name="connsiteY23" fmla="*/ 2836 h 130361"/>
                <a:gd name="connsiteX24" fmla="*/ 7954 w 58142"/>
                <a:gd name="connsiteY24" fmla="*/ 322 h 130361"/>
                <a:gd name="connsiteX25" fmla="*/ 12254 w 58142"/>
                <a:gd name="connsiteY25" fmla="*/ 322 h 130361"/>
                <a:gd name="connsiteX26" fmla="*/ 17181 w 58142"/>
                <a:gd name="connsiteY26" fmla="*/ 2770 h 130361"/>
                <a:gd name="connsiteX27" fmla="*/ 22605 w 58142"/>
                <a:gd name="connsiteY27" fmla="*/ 7665 h 130361"/>
                <a:gd name="connsiteX28" fmla="*/ 28261 w 58142"/>
                <a:gd name="connsiteY28" fmla="*/ 14742 h 130361"/>
                <a:gd name="connsiteX29" fmla="*/ 33949 w 58142"/>
                <a:gd name="connsiteY29" fmla="*/ 23771 h 130361"/>
                <a:gd name="connsiteX30" fmla="*/ 39439 w 58142"/>
                <a:gd name="connsiteY30" fmla="*/ 34388 h 130361"/>
                <a:gd name="connsiteX31" fmla="*/ 44533 w 58142"/>
                <a:gd name="connsiteY31" fmla="*/ 46162 h 130361"/>
                <a:gd name="connsiteX32" fmla="*/ 49064 w 58142"/>
                <a:gd name="connsiteY32" fmla="*/ 58696 h 1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8142" h="130361">
                  <a:moveTo>
                    <a:pt x="49064" y="58696"/>
                  </a:moveTo>
                  <a:cubicBezTo>
                    <a:pt x="50420" y="62963"/>
                    <a:pt x="51676" y="67229"/>
                    <a:pt x="52801" y="71462"/>
                  </a:cubicBezTo>
                  <a:cubicBezTo>
                    <a:pt x="53892" y="75729"/>
                    <a:pt x="54818" y="79896"/>
                    <a:pt x="55612" y="83997"/>
                  </a:cubicBezTo>
                  <a:cubicBezTo>
                    <a:pt x="56406" y="88098"/>
                    <a:pt x="57001" y="92034"/>
                    <a:pt x="57431" y="95837"/>
                  </a:cubicBezTo>
                  <a:cubicBezTo>
                    <a:pt x="57828" y="99607"/>
                    <a:pt x="58093" y="103146"/>
                    <a:pt x="58126" y="106453"/>
                  </a:cubicBezTo>
                  <a:cubicBezTo>
                    <a:pt x="58192" y="109761"/>
                    <a:pt x="58060" y="112803"/>
                    <a:pt x="57729" y="115515"/>
                  </a:cubicBezTo>
                  <a:cubicBezTo>
                    <a:pt x="57431" y="118227"/>
                    <a:pt x="56902" y="120609"/>
                    <a:pt x="56240" y="122626"/>
                  </a:cubicBezTo>
                  <a:cubicBezTo>
                    <a:pt x="55546" y="124644"/>
                    <a:pt x="54719" y="126297"/>
                    <a:pt x="53694" y="127521"/>
                  </a:cubicBezTo>
                  <a:cubicBezTo>
                    <a:pt x="52669" y="128778"/>
                    <a:pt x="51511" y="129604"/>
                    <a:pt x="50188" y="130034"/>
                  </a:cubicBezTo>
                  <a:cubicBezTo>
                    <a:pt x="48898" y="130464"/>
                    <a:pt x="47443" y="130464"/>
                    <a:pt x="45889" y="130068"/>
                  </a:cubicBezTo>
                  <a:cubicBezTo>
                    <a:pt x="44334" y="129638"/>
                    <a:pt x="42681" y="128844"/>
                    <a:pt x="40928" y="127587"/>
                  </a:cubicBezTo>
                  <a:cubicBezTo>
                    <a:pt x="39208" y="126363"/>
                    <a:pt x="37389" y="124743"/>
                    <a:pt x="35537" y="122725"/>
                  </a:cubicBezTo>
                  <a:cubicBezTo>
                    <a:pt x="33685" y="120708"/>
                    <a:pt x="31800" y="118360"/>
                    <a:pt x="29881" y="115648"/>
                  </a:cubicBezTo>
                  <a:cubicBezTo>
                    <a:pt x="27963" y="112936"/>
                    <a:pt x="26078" y="109926"/>
                    <a:pt x="24193" y="106619"/>
                  </a:cubicBezTo>
                  <a:cubicBezTo>
                    <a:pt x="22308" y="103312"/>
                    <a:pt x="20489" y="99773"/>
                    <a:pt x="18703" y="96002"/>
                  </a:cubicBezTo>
                  <a:cubicBezTo>
                    <a:pt x="16917" y="92232"/>
                    <a:pt x="15197" y="88296"/>
                    <a:pt x="13610" y="84195"/>
                  </a:cubicBezTo>
                  <a:cubicBezTo>
                    <a:pt x="11989" y="80127"/>
                    <a:pt x="10468" y="75927"/>
                    <a:pt x="9079" y="71694"/>
                  </a:cubicBezTo>
                  <a:cubicBezTo>
                    <a:pt x="7689" y="67427"/>
                    <a:pt x="6466" y="63161"/>
                    <a:pt x="5341" y="58895"/>
                  </a:cubicBezTo>
                  <a:cubicBezTo>
                    <a:pt x="4250" y="54661"/>
                    <a:pt x="3291" y="50461"/>
                    <a:pt x="2530" y="46360"/>
                  </a:cubicBezTo>
                  <a:cubicBezTo>
                    <a:pt x="1736" y="42259"/>
                    <a:pt x="1141" y="38323"/>
                    <a:pt x="711" y="34553"/>
                  </a:cubicBezTo>
                  <a:cubicBezTo>
                    <a:pt x="281" y="30783"/>
                    <a:pt x="50" y="27244"/>
                    <a:pt x="17" y="23937"/>
                  </a:cubicBezTo>
                  <a:cubicBezTo>
                    <a:pt x="-50" y="20596"/>
                    <a:pt x="83" y="17587"/>
                    <a:pt x="413" y="14875"/>
                  </a:cubicBezTo>
                  <a:cubicBezTo>
                    <a:pt x="711" y="12163"/>
                    <a:pt x="1207" y="9781"/>
                    <a:pt x="1902" y="7764"/>
                  </a:cubicBezTo>
                  <a:cubicBezTo>
                    <a:pt x="2596" y="5746"/>
                    <a:pt x="3423" y="4093"/>
                    <a:pt x="4448" y="2836"/>
                  </a:cubicBezTo>
                  <a:cubicBezTo>
                    <a:pt x="5474" y="1612"/>
                    <a:pt x="6631" y="752"/>
                    <a:pt x="7954" y="322"/>
                  </a:cubicBezTo>
                  <a:cubicBezTo>
                    <a:pt x="9244" y="-107"/>
                    <a:pt x="10699" y="-107"/>
                    <a:pt x="12254" y="322"/>
                  </a:cubicBezTo>
                  <a:cubicBezTo>
                    <a:pt x="13808" y="719"/>
                    <a:pt x="15462" y="1546"/>
                    <a:pt x="17181" y="2770"/>
                  </a:cubicBezTo>
                  <a:cubicBezTo>
                    <a:pt x="18934" y="4027"/>
                    <a:pt x="20753" y="5647"/>
                    <a:pt x="22605" y="7665"/>
                  </a:cubicBezTo>
                  <a:cubicBezTo>
                    <a:pt x="24457" y="9682"/>
                    <a:pt x="26343" y="12030"/>
                    <a:pt x="28261" y="14742"/>
                  </a:cubicBezTo>
                  <a:cubicBezTo>
                    <a:pt x="30179" y="17454"/>
                    <a:pt x="32064" y="20464"/>
                    <a:pt x="33949" y="23771"/>
                  </a:cubicBezTo>
                  <a:cubicBezTo>
                    <a:pt x="35835" y="27078"/>
                    <a:pt x="37654" y="30584"/>
                    <a:pt x="39439" y="34388"/>
                  </a:cubicBezTo>
                  <a:cubicBezTo>
                    <a:pt x="41225" y="38158"/>
                    <a:pt x="42912" y="42060"/>
                    <a:pt x="44533" y="46162"/>
                  </a:cubicBezTo>
                  <a:cubicBezTo>
                    <a:pt x="46153" y="50263"/>
                    <a:pt x="47675" y="54430"/>
                    <a:pt x="49064" y="58696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4" name="Freeform: Shape 5133">
              <a:extLst>
                <a:ext uri="{FF2B5EF4-FFF2-40B4-BE49-F238E27FC236}">
                  <a16:creationId xmlns:a16="http://schemas.microsoft.com/office/drawing/2014/main" id="{A01F9188-2475-6065-4966-EDF92515BE46}"/>
                </a:ext>
              </a:extLst>
            </p:cNvPr>
            <p:cNvSpPr/>
            <p:nvPr/>
          </p:nvSpPr>
          <p:spPr>
            <a:xfrm>
              <a:off x="9877693" y="1823399"/>
              <a:ext cx="136560" cy="127280"/>
            </a:xfrm>
            <a:custGeom>
              <a:avLst/>
              <a:gdLst>
                <a:gd name="connsiteX0" fmla="*/ 65116 w 214208"/>
                <a:gd name="connsiteY0" fmla="*/ 184354 h 199652"/>
                <a:gd name="connsiteX1" fmla="*/ 199061 w 214208"/>
                <a:gd name="connsiteY1" fmla="*/ 154853 h 199652"/>
                <a:gd name="connsiteX2" fmla="*/ 169494 w 214208"/>
                <a:gd name="connsiteY2" fmla="*/ 21073 h 199652"/>
                <a:gd name="connsiteX3" fmla="*/ 9950 w 214208"/>
                <a:gd name="connsiteY3" fmla="*/ 34831 h 199652"/>
                <a:gd name="connsiteX4" fmla="*/ 65116 w 214208"/>
                <a:gd name="connsiteY4" fmla="*/ 184354 h 1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08" h="199652">
                  <a:moveTo>
                    <a:pt x="65116" y="184354"/>
                  </a:moveTo>
                  <a:cubicBezTo>
                    <a:pt x="110393" y="213193"/>
                    <a:pt x="170156" y="200096"/>
                    <a:pt x="199061" y="154853"/>
                  </a:cubicBezTo>
                  <a:cubicBezTo>
                    <a:pt x="227934" y="109609"/>
                    <a:pt x="214143" y="49912"/>
                    <a:pt x="169494" y="21073"/>
                  </a:cubicBezTo>
                  <a:cubicBezTo>
                    <a:pt x="124846" y="-7800"/>
                    <a:pt x="38856" y="-10413"/>
                    <a:pt x="9950" y="34831"/>
                  </a:cubicBezTo>
                  <a:cubicBezTo>
                    <a:pt x="-18922" y="80075"/>
                    <a:pt x="19806" y="155514"/>
                    <a:pt x="65116" y="18435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5" name="Freeform: Shape 5134">
              <a:extLst>
                <a:ext uri="{FF2B5EF4-FFF2-40B4-BE49-F238E27FC236}">
                  <a16:creationId xmlns:a16="http://schemas.microsoft.com/office/drawing/2014/main" id="{FBC6F321-D5F5-332D-CBA4-239D94308715}"/>
                </a:ext>
              </a:extLst>
            </p:cNvPr>
            <p:cNvSpPr/>
            <p:nvPr/>
          </p:nvSpPr>
          <p:spPr>
            <a:xfrm>
              <a:off x="9912351" y="1861199"/>
              <a:ext cx="74830" cy="51860"/>
            </a:xfrm>
            <a:custGeom>
              <a:avLst/>
              <a:gdLst>
                <a:gd name="connsiteX0" fmla="*/ 69984 w 117379"/>
                <a:gd name="connsiteY0" fmla="*/ 22964 h 81348"/>
                <a:gd name="connsiteX1" fmla="*/ 80998 w 117379"/>
                <a:gd name="connsiteY1" fmla="*/ 30438 h 81348"/>
                <a:gd name="connsiteX2" fmla="*/ 91151 w 117379"/>
                <a:gd name="connsiteY2" fmla="*/ 38310 h 81348"/>
                <a:gd name="connsiteX3" fmla="*/ 100081 w 117379"/>
                <a:gd name="connsiteY3" fmla="*/ 46280 h 81348"/>
                <a:gd name="connsiteX4" fmla="*/ 107390 w 117379"/>
                <a:gd name="connsiteY4" fmla="*/ 54053 h 81348"/>
                <a:gd name="connsiteX5" fmla="*/ 112847 w 117379"/>
                <a:gd name="connsiteY5" fmla="*/ 61295 h 81348"/>
                <a:gd name="connsiteX6" fmla="*/ 116220 w 117379"/>
                <a:gd name="connsiteY6" fmla="*/ 67712 h 81348"/>
                <a:gd name="connsiteX7" fmla="*/ 117378 w 117379"/>
                <a:gd name="connsiteY7" fmla="*/ 73136 h 81348"/>
                <a:gd name="connsiteX8" fmla="*/ 116286 w 117379"/>
                <a:gd name="connsiteY8" fmla="*/ 77303 h 81348"/>
                <a:gd name="connsiteX9" fmla="*/ 112979 w 117379"/>
                <a:gd name="connsiteY9" fmla="*/ 80048 h 81348"/>
                <a:gd name="connsiteX10" fmla="*/ 107588 w 117379"/>
                <a:gd name="connsiteY10" fmla="*/ 81272 h 81348"/>
                <a:gd name="connsiteX11" fmla="*/ 100312 w 117379"/>
                <a:gd name="connsiteY11" fmla="*/ 80941 h 81348"/>
                <a:gd name="connsiteX12" fmla="*/ 91449 w 117379"/>
                <a:gd name="connsiteY12" fmla="*/ 79089 h 81348"/>
                <a:gd name="connsiteX13" fmla="*/ 81328 w 117379"/>
                <a:gd name="connsiteY13" fmla="*/ 75748 h 81348"/>
                <a:gd name="connsiteX14" fmla="*/ 70315 w 117379"/>
                <a:gd name="connsiteY14" fmla="*/ 71052 h 81348"/>
                <a:gd name="connsiteX15" fmla="*/ 58872 w 117379"/>
                <a:gd name="connsiteY15" fmla="*/ 65165 h 81348"/>
                <a:gd name="connsiteX16" fmla="*/ 47396 w 117379"/>
                <a:gd name="connsiteY16" fmla="*/ 58385 h 81348"/>
                <a:gd name="connsiteX17" fmla="*/ 36382 w 117379"/>
                <a:gd name="connsiteY17" fmla="*/ 50878 h 81348"/>
                <a:gd name="connsiteX18" fmla="*/ 26229 w 117379"/>
                <a:gd name="connsiteY18" fmla="*/ 43006 h 81348"/>
                <a:gd name="connsiteX19" fmla="*/ 17299 w 117379"/>
                <a:gd name="connsiteY19" fmla="*/ 35036 h 81348"/>
                <a:gd name="connsiteX20" fmla="*/ 9990 w 117379"/>
                <a:gd name="connsiteY20" fmla="*/ 27297 h 81348"/>
                <a:gd name="connsiteX21" fmla="*/ 4533 w 117379"/>
                <a:gd name="connsiteY21" fmla="*/ 20054 h 81348"/>
                <a:gd name="connsiteX22" fmla="*/ 1160 w 117379"/>
                <a:gd name="connsiteY22" fmla="*/ 13604 h 81348"/>
                <a:gd name="connsiteX23" fmla="*/ 2 w 117379"/>
                <a:gd name="connsiteY23" fmla="*/ 8213 h 81348"/>
                <a:gd name="connsiteX24" fmla="*/ 1093 w 117379"/>
                <a:gd name="connsiteY24" fmla="*/ 4046 h 81348"/>
                <a:gd name="connsiteX25" fmla="*/ 4401 w 117379"/>
                <a:gd name="connsiteY25" fmla="*/ 1301 h 81348"/>
                <a:gd name="connsiteX26" fmla="*/ 9792 w 117379"/>
                <a:gd name="connsiteY26" fmla="*/ 78 h 81348"/>
                <a:gd name="connsiteX27" fmla="*/ 17068 w 117379"/>
                <a:gd name="connsiteY27" fmla="*/ 375 h 81348"/>
                <a:gd name="connsiteX28" fmla="*/ 25931 w 117379"/>
                <a:gd name="connsiteY28" fmla="*/ 2260 h 81348"/>
                <a:gd name="connsiteX29" fmla="*/ 36052 w 117379"/>
                <a:gd name="connsiteY29" fmla="*/ 5601 h 81348"/>
                <a:gd name="connsiteX30" fmla="*/ 47065 w 117379"/>
                <a:gd name="connsiteY30" fmla="*/ 10297 h 81348"/>
                <a:gd name="connsiteX31" fmla="*/ 58508 w 117379"/>
                <a:gd name="connsiteY31" fmla="*/ 16151 h 81348"/>
                <a:gd name="connsiteX32" fmla="*/ 69984 w 117379"/>
                <a:gd name="connsiteY32" fmla="*/ 22964 h 8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7379" h="81348">
                  <a:moveTo>
                    <a:pt x="69984" y="22964"/>
                  </a:moveTo>
                  <a:cubicBezTo>
                    <a:pt x="73755" y="25378"/>
                    <a:pt x="77426" y="27859"/>
                    <a:pt x="80998" y="30438"/>
                  </a:cubicBezTo>
                  <a:cubicBezTo>
                    <a:pt x="84570" y="33018"/>
                    <a:pt x="87943" y="35664"/>
                    <a:pt x="91151" y="38310"/>
                  </a:cubicBezTo>
                  <a:cubicBezTo>
                    <a:pt x="94359" y="40989"/>
                    <a:pt x="97336" y="43635"/>
                    <a:pt x="100081" y="46280"/>
                  </a:cubicBezTo>
                  <a:cubicBezTo>
                    <a:pt x="102793" y="48926"/>
                    <a:pt x="105240" y="51506"/>
                    <a:pt x="107390" y="54053"/>
                  </a:cubicBezTo>
                  <a:cubicBezTo>
                    <a:pt x="109540" y="56566"/>
                    <a:pt x="111359" y="58980"/>
                    <a:pt x="112847" y="61295"/>
                  </a:cubicBezTo>
                  <a:cubicBezTo>
                    <a:pt x="114335" y="63578"/>
                    <a:pt x="115460" y="65727"/>
                    <a:pt x="116220" y="67712"/>
                  </a:cubicBezTo>
                  <a:cubicBezTo>
                    <a:pt x="116981" y="69729"/>
                    <a:pt x="117378" y="71515"/>
                    <a:pt x="117378" y="73136"/>
                  </a:cubicBezTo>
                  <a:cubicBezTo>
                    <a:pt x="117411" y="74723"/>
                    <a:pt x="117047" y="76112"/>
                    <a:pt x="116286" y="77303"/>
                  </a:cubicBezTo>
                  <a:cubicBezTo>
                    <a:pt x="115559" y="78460"/>
                    <a:pt x="114467" y="79353"/>
                    <a:pt x="112979" y="80048"/>
                  </a:cubicBezTo>
                  <a:cubicBezTo>
                    <a:pt x="111524" y="80709"/>
                    <a:pt x="109738" y="81106"/>
                    <a:pt x="107588" y="81272"/>
                  </a:cubicBezTo>
                  <a:cubicBezTo>
                    <a:pt x="105472" y="81437"/>
                    <a:pt x="103024" y="81338"/>
                    <a:pt x="100312" y="80941"/>
                  </a:cubicBezTo>
                  <a:cubicBezTo>
                    <a:pt x="97600" y="80577"/>
                    <a:pt x="94657" y="79949"/>
                    <a:pt x="91449" y="79089"/>
                  </a:cubicBezTo>
                  <a:cubicBezTo>
                    <a:pt x="88241" y="78196"/>
                    <a:pt x="84867" y="77071"/>
                    <a:pt x="81328" y="75748"/>
                  </a:cubicBezTo>
                  <a:cubicBezTo>
                    <a:pt x="77756" y="74392"/>
                    <a:pt x="74085" y="72805"/>
                    <a:pt x="70315" y="71052"/>
                  </a:cubicBezTo>
                  <a:cubicBezTo>
                    <a:pt x="66545" y="69266"/>
                    <a:pt x="62708" y="67315"/>
                    <a:pt x="58872" y="65165"/>
                  </a:cubicBezTo>
                  <a:cubicBezTo>
                    <a:pt x="55002" y="63048"/>
                    <a:pt x="51199" y="60766"/>
                    <a:pt x="47396" y="58385"/>
                  </a:cubicBezTo>
                  <a:cubicBezTo>
                    <a:pt x="43625" y="55971"/>
                    <a:pt x="39954" y="53457"/>
                    <a:pt x="36382" y="50878"/>
                  </a:cubicBezTo>
                  <a:cubicBezTo>
                    <a:pt x="32810" y="48298"/>
                    <a:pt x="29437" y="45685"/>
                    <a:pt x="26229" y="43006"/>
                  </a:cubicBezTo>
                  <a:cubicBezTo>
                    <a:pt x="23021" y="40360"/>
                    <a:pt x="20044" y="37681"/>
                    <a:pt x="17299" y="35036"/>
                  </a:cubicBezTo>
                  <a:cubicBezTo>
                    <a:pt x="14587" y="32390"/>
                    <a:pt x="12140" y="29810"/>
                    <a:pt x="9990" y="27297"/>
                  </a:cubicBezTo>
                  <a:cubicBezTo>
                    <a:pt x="7840" y="24783"/>
                    <a:pt x="6021" y="22369"/>
                    <a:pt x="4533" y="20054"/>
                  </a:cubicBezTo>
                  <a:cubicBezTo>
                    <a:pt x="3045" y="17738"/>
                    <a:pt x="1920" y="15622"/>
                    <a:pt x="1160" y="13604"/>
                  </a:cubicBezTo>
                  <a:cubicBezTo>
                    <a:pt x="399" y="11620"/>
                    <a:pt x="2" y="9801"/>
                    <a:pt x="2" y="8213"/>
                  </a:cubicBezTo>
                  <a:cubicBezTo>
                    <a:pt x="-31" y="6593"/>
                    <a:pt x="333" y="5204"/>
                    <a:pt x="1093" y="4046"/>
                  </a:cubicBezTo>
                  <a:cubicBezTo>
                    <a:pt x="1821" y="2889"/>
                    <a:pt x="2912" y="1963"/>
                    <a:pt x="4401" y="1301"/>
                  </a:cubicBezTo>
                  <a:cubicBezTo>
                    <a:pt x="5856" y="640"/>
                    <a:pt x="7642" y="210"/>
                    <a:pt x="9792" y="78"/>
                  </a:cubicBezTo>
                  <a:cubicBezTo>
                    <a:pt x="11908" y="-88"/>
                    <a:pt x="14356" y="11"/>
                    <a:pt x="17068" y="375"/>
                  </a:cubicBezTo>
                  <a:cubicBezTo>
                    <a:pt x="19780" y="739"/>
                    <a:pt x="22723" y="1367"/>
                    <a:pt x="25931" y="2260"/>
                  </a:cubicBezTo>
                  <a:cubicBezTo>
                    <a:pt x="29139" y="3120"/>
                    <a:pt x="32513" y="4245"/>
                    <a:pt x="36052" y="5601"/>
                  </a:cubicBezTo>
                  <a:cubicBezTo>
                    <a:pt x="39623" y="6957"/>
                    <a:pt x="43295" y="8511"/>
                    <a:pt x="47065" y="10297"/>
                  </a:cubicBezTo>
                  <a:cubicBezTo>
                    <a:pt x="50835" y="12083"/>
                    <a:pt x="54672" y="14034"/>
                    <a:pt x="58508" y="16151"/>
                  </a:cubicBezTo>
                  <a:cubicBezTo>
                    <a:pt x="62378" y="18301"/>
                    <a:pt x="66181" y="20550"/>
                    <a:pt x="69984" y="2296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6" name="Freeform: Shape 5135">
              <a:extLst>
                <a:ext uri="{FF2B5EF4-FFF2-40B4-BE49-F238E27FC236}">
                  <a16:creationId xmlns:a16="http://schemas.microsoft.com/office/drawing/2014/main" id="{DAF22E18-523C-DE7E-7CD6-00CE629C4B90}"/>
                </a:ext>
              </a:extLst>
            </p:cNvPr>
            <p:cNvSpPr/>
            <p:nvPr/>
          </p:nvSpPr>
          <p:spPr>
            <a:xfrm>
              <a:off x="10031067" y="1691598"/>
              <a:ext cx="149396" cy="151578"/>
            </a:xfrm>
            <a:custGeom>
              <a:avLst/>
              <a:gdLst>
                <a:gd name="connsiteX0" fmla="*/ 41855 w 234343"/>
                <a:gd name="connsiteY0" fmla="*/ 201556 h 237766"/>
                <a:gd name="connsiteX1" fmla="*/ 198125 w 234343"/>
                <a:gd name="connsiteY1" fmla="*/ 208799 h 237766"/>
                <a:gd name="connsiteX2" fmla="*/ 205335 w 234343"/>
                <a:gd name="connsiteY2" fmla="*/ 52695 h 237766"/>
                <a:gd name="connsiteX3" fmla="*/ 25418 w 234343"/>
                <a:gd name="connsiteY3" fmla="*/ 19920 h 237766"/>
                <a:gd name="connsiteX4" fmla="*/ 41855 w 234343"/>
                <a:gd name="connsiteY4" fmla="*/ 201556 h 23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43" h="237766">
                  <a:moveTo>
                    <a:pt x="41855" y="201556"/>
                  </a:moveTo>
                  <a:cubicBezTo>
                    <a:pt x="83196" y="246833"/>
                    <a:pt x="152815" y="250107"/>
                    <a:pt x="198125" y="208799"/>
                  </a:cubicBezTo>
                  <a:cubicBezTo>
                    <a:pt x="243402" y="167458"/>
                    <a:pt x="246709" y="97972"/>
                    <a:pt x="205335" y="52695"/>
                  </a:cubicBezTo>
                  <a:cubicBezTo>
                    <a:pt x="163960" y="7451"/>
                    <a:pt x="70728" y="-21388"/>
                    <a:pt x="25418" y="19920"/>
                  </a:cubicBezTo>
                  <a:cubicBezTo>
                    <a:pt x="-19230" y="60566"/>
                    <a:pt x="481" y="156313"/>
                    <a:pt x="41855" y="20155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7" name="Freeform: Shape 5136">
              <a:extLst>
                <a:ext uri="{FF2B5EF4-FFF2-40B4-BE49-F238E27FC236}">
                  <a16:creationId xmlns:a16="http://schemas.microsoft.com/office/drawing/2014/main" id="{62394EE4-5B17-88B8-D72A-EEAD91FCC1DB}"/>
                </a:ext>
              </a:extLst>
            </p:cNvPr>
            <p:cNvSpPr/>
            <p:nvPr/>
          </p:nvSpPr>
          <p:spPr>
            <a:xfrm>
              <a:off x="10072417" y="1732147"/>
              <a:ext cx="70168" cy="75696"/>
            </a:xfrm>
            <a:custGeom>
              <a:avLst/>
              <a:gdLst>
                <a:gd name="connsiteX0" fmla="*/ 72508 w 110066"/>
                <a:gd name="connsiteY0" fmla="*/ 43462 h 118737"/>
                <a:gd name="connsiteX1" fmla="*/ 82364 w 110066"/>
                <a:gd name="connsiteY1" fmla="*/ 54938 h 118737"/>
                <a:gd name="connsiteX2" fmla="*/ 91161 w 110066"/>
                <a:gd name="connsiteY2" fmla="*/ 66547 h 118737"/>
                <a:gd name="connsiteX3" fmla="*/ 98569 w 110066"/>
                <a:gd name="connsiteY3" fmla="*/ 77924 h 118737"/>
                <a:gd name="connsiteX4" fmla="*/ 104291 w 110066"/>
                <a:gd name="connsiteY4" fmla="*/ 88573 h 118737"/>
                <a:gd name="connsiteX5" fmla="*/ 108127 w 110066"/>
                <a:gd name="connsiteY5" fmla="*/ 98098 h 118737"/>
                <a:gd name="connsiteX6" fmla="*/ 109946 w 110066"/>
                <a:gd name="connsiteY6" fmla="*/ 106102 h 118737"/>
                <a:gd name="connsiteX7" fmla="*/ 109616 w 110066"/>
                <a:gd name="connsiteY7" fmla="*/ 112353 h 118737"/>
                <a:gd name="connsiteX8" fmla="*/ 107234 w 110066"/>
                <a:gd name="connsiteY8" fmla="*/ 116553 h 118737"/>
                <a:gd name="connsiteX9" fmla="*/ 102803 w 110066"/>
                <a:gd name="connsiteY9" fmla="*/ 118570 h 118737"/>
                <a:gd name="connsiteX10" fmla="*/ 96552 w 110066"/>
                <a:gd name="connsiteY10" fmla="*/ 118273 h 118737"/>
                <a:gd name="connsiteX11" fmla="*/ 88714 w 110066"/>
                <a:gd name="connsiteY11" fmla="*/ 115759 h 118737"/>
                <a:gd name="connsiteX12" fmla="*/ 79585 w 110066"/>
                <a:gd name="connsiteY12" fmla="*/ 111063 h 118737"/>
                <a:gd name="connsiteX13" fmla="*/ 69498 w 110066"/>
                <a:gd name="connsiteY13" fmla="*/ 104349 h 118737"/>
                <a:gd name="connsiteX14" fmla="*/ 58882 w 110066"/>
                <a:gd name="connsiteY14" fmla="*/ 95948 h 118737"/>
                <a:gd name="connsiteX15" fmla="*/ 48100 w 110066"/>
                <a:gd name="connsiteY15" fmla="*/ 86126 h 118737"/>
                <a:gd name="connsiteX16" fmla="*/ 37583 w 110066"/>
                <a:gd name="connsiteY16" fmla="*/ 75278 h 118737"/>
                <a:gd name="connsiteX17" fmla="*/ 27727 w 110066"/>
                <a:gd name="connsiteY17" fmla="*/ 63802 h 118737"/>
                <a:gd name="connsiteX18" fmla="*/ 18930 w 110066"/>
                <a:gd name="connsiteY18" fmla="*/ 52160 h 118737"/>
                <a:gd name="connsiteX19" fmla="*/ 11521 w 110066"/>
                <a:gd name="connsiteY19" fmla="*/ 40816 h 118737"/>
                <a:gd name="connsiteX20" fmla="*/ 5800 w 110066"/>
                <a:gd name="connsiteY20" fmla="*/ 30166 h 118737"/>
                <a:gd name="connsiteX21" fmla="*/ 1930 w 110066"/>
                <a:gd name="connsiteY21" fmla="*/ 20641 h 118737"/>
                <a:gd name="connsiteX22" fmla="*/ 144 w 110066"/>
                <a:gd name="connsiteY22" fmla="*/ 12605 h 118737"/>
                <a:gd name="connsiteX23" fmla="*/ 442 w 110066"/>
                <a:gd name="connsiteY23" fmla="*/ 6354 h 118737"/>
                <a:gd name="connsiteX24" fmla="*/ 2856 w 110066"/>
                <a:gd name="connsiteY24" fmla="*/ 2154 h 118737"/>
                <a:gd name="connsiteX25" fmla="*/ 7255 w 110066"/>
                <a:gd name="connsiteY25" fmla="*/ 169 h 118737"/>
                <a:gd name="connsiteX26" fmla="*/ 13506 w 110066"/>
                <a:gd name="connsiteY26" fmla="*/ 434 h 118737"/>
                <a:gd name="connsiteX27" fmla="*/ 21344 w 110066"/>
                <a:gd name="connsiteY27" fmla="*/ 2980 h 118737"/>
                <a:gd name="connsiteX28" fmla="*/ 30505 w 110066"/>
                <a:gd name="connsiteY28" fmla="*/ 7677 h 118737"/>
                <a:gd name="connsiteX29" fmla="*/ 40559 w 110066"/>
                <a:gd name="connsiteY29" fmla="*/ 14357 h 118737"/>
                <a:gd name="connsiteX30" fmla="*/ 51209 w 110066"/>
                <a:gd name="connsiteY30" fmla="*/ 22791 h 118737"/>
                <a:gd name="connsiteX31" fmla="*/ 61991 w 110066"/>
                <a:gd name="connsiteY31" fmla="*/ 32614 h 118737"/>
                <a:gd name="connsiteX32" fmla="*/ 72508 w 110066"/>
                <a:gd name="connsiteY32" fmla="*/ 43462 h 11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0066" h="118737">
                  <a:moveTo>
                    <a:pt x="72508" y="43462"/>
                  </a:moveTo>
                  <a:cubicBezTo>
                    <a:pt x="75947" y="47199"/>
                    <a:pt x="79222" y="51035"/>
                    <a:pt x="82364" y="54938"/>
                  </a:cubicBezTo>
                  <a:cubicBezTo>
                    <a:pt x="85506" y="58808"/>
                    <a:pt x="88416" y="62677"/>
                    <a:pt x="91161" y="66547"/>
                  </a:cubicBezTo>
                  <a:cubicBezTo>
                    <a:pt x="93873" y="70416"/>
                    <a:pt x="96353" y="74219"/>
                    <a:pt x="98569" y="77924"/>
                  </a:cubicBezTo>
                  <a:cubicBezTo>
                    <a:pt x="100785" y="81628"/>
                    <a:pt x="102670" y="85167"/>
                    <a:pt x="104291" y="88573"/>
                  </a:cubicBezTo>
                  <a:cubicBezTo>
                    <a:pt x="105912" y="91947"/>
                    <a:pt x="107201" y="95122"/>
                    <a:pt x="108127" y="98098"/>
                  </a:cubicBezTo>
                  <a:cubicBezTo>
                    <a:pt x="109087" y="101042"/>
                    <a:pt x="109682" y="103721"/>
                    <a:pt x="109946" y="106102"/>
                  </a:cubicBezTo>
                  <a:cubicBezTo>
                    <a:pt x="110178" y="108516"/>
                    <a:pt x="110079" y="110600"/>
                    <a:pt x="109616" y="112353"/>
                  </a:cubicBezTo>
                  <a:cubicBezTo>
                    <a:pt x="109186" y="114105"/>
                    <a:pt x="108359" y="115528"/>
                    <a:pt x="107234" y="116553"/>
                  </a:cubicBezTo>
                  <a:cubicBezTo>
                    <a:pt x="106077" y="117611"/>
                    <a:pt x="104622" y="118273"/>
                    <a:pt x="102803" y="118570"/>
                  </a:cubicBezTo>
                  <a:cubicBezTo>
                    <a:pt x="101017" y="118868"/>
                    <a:pt x="98933" y="118769"/>
                    <a:pt x="96552" y="118273"/>
                  </a:cubicBezTo>
                  <a:cubicBezTo>
                    <a:pt x="94204" y="117810"/>
                    <a:pt x="91591" y="116983"/>
                    <a:pt x="88714" y="115759"/>
                  </a:cubicBezTo>
                  <a:cubicBezTo>
                    <a:pt x="85869" y="114535"/>
                    <a:pt x="82827" y="112981"/>
                    <a:pt x="79585" y="111063"/>
                  </a:cubicBezTo>
                  <a:cubicBezTo>
                    <a:pt x="76344" y="109144"/>
                    <a:pt x="73004" y="106896"/>
                    <a:pt x="69498" y="104349"/>
                  </a:cubicBezTo>
                  <a:cubicBezTo>
                    <a:pt x="66026" y="101802"/>
                    <a:pt x="62487" y="99024"/>
                    <a:pt x="58882" y="95948"/>
                  </a:cubicBezTo>
                  <a:cubicBezTo>
                    <a:pt x="55277" y="92873"/>
                    <a:pt x="51672" y="89598"/>
                    <a:pt x="48100" y="86126"/>
                  </a:cubicBezTo>
                  <a:cubicBezTo>
                    <a:pt x="44495" y="82653"/>
                    <a:pt x="40989" y="79015"/>
                    <a:pt x="37583" y="75278"/>
                  </a:cubicBezTo>
                  <a:cubicBezTo>
                    <a:pt x="34143" y="71508"/>
                    <a:pt x="30869" y="67704"/>
                    <a:pt x="27727" y="63802"/>
                  </a:cubicBezTo>
                  <a:cubicBezTo>
                    <a:pt x="24585" y="59899"/>
                    <a:pt x="21642" y="56029"/>
                    <a:pt x="18930" y="52160"/>
                  </a:cubicBezTo>
                  <a:cubicBezTo>
                    <a:pt x="16218" y="48290"/>
                    <a:pt x="13737" y="44520"/>
                    <a:pt x="11521" y="40816"/>
                  </a:cubicBezTo>
                  <a:cubicBezTo>
                    <a:pt x="9306" y="37112"/>
                    <a:pt x="7387" y="33573"/>
                    <a:pt x="5800" y="30166"/>
                  </a:cubicBezTo>
                  <a:cubicBezTo>
                    <a:pt x="4179" y="26760"/>
                    <a:pt x="2889" y="23585"/>
                    <a:pt x="1930" y="20641"/>
                  </a:cubicBezTo>
                  <a:cubicBezTo>
                    <a:pt x="1004" y="17698"/>
                    <a:pt x="376" y="15019"/>
                    <a:pt x="144" y="12605"/>
                  </a:cubicBezTo>
                  <a:cubicBezTo>
                    <a:pt x="-120" y="10190"/>
                    <a:pt x="-21" y="8140"/>
                    <a:pt x="442" y="6354"/>
                  </a:cubicBezTo>
                  <a:cubicBezTo>
                    <a:pt x="905" y="4601"/>
                    <a:pt x="1699" y="3212"/>
                    <a:pt x="2856" y="2154"/>
                  </a:cubicBezTo>
                  <a:cubicBezTo>
                    <a:pt x="4014" y="1128"/>
                    <a:pt x="5469" y="467"/>
                    <a:pt x="7255" y="169"/>
                  </a:cubicBezTo>
                  <a:cubicBezTo>
                    <a:pt x="9041" y="-128"/>
                    <a:pt x="11125" y="-29"/>
                    <a:pt x="13506" y="434"/>
                  </a:cubicBezTo>
                  <a:cubicBezTo>
                    <a:pt x="15887" y="897"/>
                    <a:pt x="18500" y="1757"/>
                    <a:pt x="21344" y="2980"/>
                  </a:cubicBezTo>
                  <a:cubicBezTo>
                    <a:pt x="24221" y="4204"/>
                    <a:pt x="27264" y="5759"/>
                    <a:pt x="30505" y="7677"/>
                  </a:cubicBezTo>
                  <a:cubicBezTo>
                    <a:pt x="33713" y="9595"/>
                    <a:pt x="37087" y="11811"/>
                    <a:pt x="40559" y="14357"/>
                  </a:cubicBezTo>
                  <a:cubicBezTo>
                    <a:pt x="44065" y="16904"/>
                    <a:pt x="47604" y="19715"/>
                    <a:pt x="51209" y="22791"/>
                  </a:cubicBezTo>
                  <a:cubicBezTo>
                    <a:pt x="54814" y="25867"/>
                    <a:pt x="58419" y="29141"/>
                    <a:pt x="61991" y="32614"/>
                  </a:cubicBezTo>
                  <a:cubicBezTo>
                    <a:pt x="65563" y="36086"/>
                    <a:pt x="69068" y="39691"/>
                    <a:pt x="72508" y="434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8" name="Freeform: Shape 5137">
              <a:extLst>
                <a:ext uri="{FF2B5EF4-FFF2-40B4-BE49-F238E27FC236}">
                  <a16:creationId xmlns:a16="http://schemas.microsoft.com/office/drawing/2014/main" id="{0A0D4651-84F3-4E22-D636-C10E2A7FEFE6}"/>
                </a:ext>
              </a:extLst>
            </p:cNvPr>
            <p:cNvSpPr/>
            <p:nvPr/>
          </p:nvSpPr>
          <p:spPr>
            <a:xfrm>
              <a:off x="11261202" y="2490781"/>
              <a:ext cx="159261" cy="142890"/>
            </a:xfrm>
            <a:custGeom>
              <a:avLst/>
              <a:gdLst>
                <a:gd name="connsiteX0" fmla="*/ 66839 w 249818"/>
                <a:gd name="connsiteY0" fmla="*/ 212334 h 224137"/>
                <a:gd name="connsiteX1" fmla="*/ 9061 w 249818"/>
                <a:gd name="connsiteY1" fmla="*/ 66747 h 224137"/>
                <a:gd name="connsiteX2" fmla="*/ 154847 w 249818"/>
                <a:gd name="connsiteY2" fmla="*/ 9067 h 224137"/>
                <a:gd name="connsiteX3" fmla="*/ 244110 w 249818"/>
                <a:gd name="connsiteY3" fmla="*/ 168413 h 224137"/>
                <a:gd name="connsiteX4" fmla="*/ 66839 w 249818"/>
                <a:gd name="connsiteY4" fmla="*/ 212334 h 22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18" h="224137">
                  <a:moveTo>
                    <a:pt x="66839" y="212334"/>
                  </a:moveTo>
                  <a:cubicBezTo>
                    <a:pt x="11045" y="188091"/>
                    <a:pt x="-15214" y="123169"/>
                    <a:pt x="9061" y="66747"/>
                  </a:cubicBezTo>
                  <a:cubicBezTo>
                    <a:pt x="33370" y="11019"/>
                    <a:pt x="98358" y="-15208"/>
                    <a:pt x="154847" y="9067"/>
                  </a:cubicBezTo>
                  <a:cubicBezTo>
                    <a:pt x="210641" y="33310"/>
                    <a:pt x="268419" y="112023"/>
                    <a:pt x="244110" y="168413"/>
                  </a:cubicBezTo>
                  <a:cubicBezTo>
                    <a:pt x="219835" y="224141"/>
                    <a:pt x="122667" y="236609"/>
                    <a:pt x="66839" y="21233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9" name="Freeform: Shape 5138">
              <a:extLst>
                <a:ext uri="{FF2B5EF4-FFF2-40B4-BE49-F238E27FC236}">
                  <a16:creationId xmlns:a16="http://schemas.microsoft.com/office/drawing/2014/main" id="{C041B4C4-164A-6EDA-0E7F-1000B52C0940}"/>
                </a:ext>
              </a:extLst>
            </p:cNvPr>
            <p:cNvSpPr/>
            <p:nvPr/>
          </p:nvSpPr>
          <p:spPr>
            <a:xfrm>
              <a:off x="11289074" y="2538574"/>
              <a:ext cx="91456" cy="47921"/>
            </a:xfrm>
            <a:custGeom>
              <a:avLst/>
              <a:gdLst>
                <a:gd name="connsiteX0" fmla="*/ 81096 w 143458"/>
                <a:gd name="connsiteY0" fmla="*/ 15922 h 75169"/>
                <a:gd name="connsiteX1" fmla="*/ 94788 w 143458"/>
                <a:gd name="connsiteY1" fmla="*/ 22338 h 75169"/>
                <a:gd name="connsiteX2" fmla="*/ 107621 w 143458"/>
                <a:gd name="connsiteY2" fmla="*/ 29317 h 75169"/>
                <a:gd name="connsiteX3" fmla="*/ 119031 w 143458"/>
                <a:gd name="connsiteY3" fmla="*/ 36626 h 75169"/>
                <a:gd name="connsiteX4" fmla="*/ 128655 w 143458"/>
                <a:gd name="connsiteY4" fmla="*/ 43968 h 75169"/>
                <a:gd name="connsiteX5" fmla="*/ 136063 w 143458"/>
                <a:gd name="connsiteY5" fmla="*/ 51079 h 75169"/>
                <a:gd name="connsiteX6" fmla="*/ 141024 w 143458"/>
                <a:gd name="connsiteY6" fmla="*/ 57660 h 75169"/>
                <a:gd name="connsiteX7" fmla="*/ 143306 w 143458"/>
                <a:gd name="connsiteY7" fmla="*/ 63481 h 75169"/>
                <a:gd name="connsiteX8" fmla="*/ 142843 w 143458"/>
                <a:gd name="connsiteY8" fmla="*/ 68310 h 75169"/>
                <a:gd name="connsiteX9" fmla="*/ 139635 w 143458"/>
                <a:gd name="connsiteY9" fmla="*/ 71948 h 75169"/>
                <a:gd name="connsiteX10" fmla="*/ 133847 w 143458"/>
                <a:gd name="connsiteY10" fmla="*/ 74263 h 75169"/>
                <a:gd name="connsiteX11" fmla="*/ 125645 w 143458"/>
                <a:gd name="connsiteY11" fmla="*/ 75156 h 75169"/>
                <a:gd name="connsiteX12" fmla="*/ 115393 w 143458"/>
                <a:gd name="connsiteY12" fmla="*/ 74627 h 75169"/>
                <a:gd name="connsiteX13" fmla="*/ 103453 w 143458"/>
                <a:gd name="connsiteY13" fmla="*/ 72675 h 75169"/>
                <a:gd name="connsiteX14" fmla="*/ 90290 w 143458"/>
                <a:gd name="connsiteY14" fmla="*/ 69368 h 75169"/>
                <a:gd name="connsiteX15" fmla="*/ 76400 w 143458"/>
                <a:gd name="connsiteY15" fmla="*/ 64837 h 75169"/>
                <a:gd name="connsiteX16" fmla="*/ 62344 w 143458"/>
                <a:gd name="connsiteY16" fmla="*/ 59248 h 75169"/>
                <a:gd name="connsiteX17" fmla="*/ 48652 w 143458"/>
                <a:gd name="connsiteY17" fmla="*/ 52865 h 75169"/>
                <a:gd name="connsiteX18" fmla="*/ 35852 w 143458"/>
                <a:gd name="connsiteY18" fmla="*/ 45853 h 75169"/>
                <a:gd name="connsiteX19" fmla="*/ 24409 w 143458"/>
                <a:gd name="connsiteY19" fmla="*/ 38544 h 75169"/>
                <a:gd name="connsiteX20" fmla="*/ 14818 w 143458"/>
                <a:gd name="connsiteY20" fmla="*/ 31202 h 75169"/>
                <a:gd name="connsiteX21" fmla="*/ 7377 w 143458"/>
                <a:gd name="connsiteY21" fmla="*/ 24091 h 75169"/>
                <a:gd name="connsiteX22" fmla="*/ 2449 w 143458"/>
                <a:gd name="connsiteY22" fmla="*/ 17510 h 75169"/>
                <a:gd name="connsiteX23" fmla="*/ 167 w 143458"/>
                <a:gd name="connsiteY23" fmla="*/ 11689 h 75169"/>
                <a:gd name="connsiteX24" fmla="*/ 630 w 143458"/>
                <a:gd name="connsiteY24" fmla="*/ 6860 h 75169"/>
                <a:gd name="connsiteX25" fmla="*/ 3805 w 143458"/>
                <a:gd name="connsiteY25" fmla="*/ 3255 h 75169"/>
                <a:gd name="connsiteX26" fmla="*/ 9625 w 143458"/>
                <a:gd name="connsiteY26" fmla="*/ 907 h 75169"/>
                <a:gd name="connsiteX27" fmla="*/ 17828 w 143458"/>
                <a:gd name="connsiteY27" fmla="*/ 14 h 75169"/>
                <a:gd name="connsiteX28" fmla="*/ 28080 w 143458"/>
                <a:gd name="connsiteY28" fmla="*/ 543 h 75169"/>
                <a:gd name="connsiteX29" fmla="*/ 40019 w 143458"/>
                <a:gd name="connsiteY29" fmla="*/ 2495 h 75169"/>
                <a:gd name="connsiteX30" fmla="*/ 53182 w 143458"/>
                <a:gd name="connsiteY30" fmla="*/ 5802 h 75169"/>
                <a:gd name="connsiteX31" fmla="*/ 67073 w 143458"/>
                <a:gd name="connsiteY31" fmla="*/ 10333 h 75169"/>
                <a:gd name="connsiteX32" fmla="*/ 81096 w 143458"/>
                <a:gd name="connsiteY32" fmla="*/ 15922 h 7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3458" h="75169">
                  <a:moveTo>
                    <a:pt x="81096" y="15922"/>
                  </a:moveTo>
                  <a:cubicBezTo>
                    <a:pt x="85792" y="17940"/>
                    <a:pt x="90356" y="20056"/>
                    <a:pt x="94788" y="22338"/>
                  </a:cubicBezTo>
                  <a:cubicBezTo>
                    <a:pt x="99253" y="24587"/>
                    <a:pt x="103519" y="26902"/>
                    <a:pt x="107621" y="29317"/>
                  </a:cubicBezTo>
                  <a:cubicBezTo>
                    <a:pt x="111688" y="31731"/>
                    <a:pt x="115492" y="34178"/>
                    <a:pt x="119031" y="36626"/>
                  </a:cubicBezTo>
                  <a:cubicBezTo>
                    <a:pt x="122569" y="39106"/>
                    <a:pt x="125778" y="41554"/>
                    <a:pt x="128655" y="43968"/>
                  </a:cubicBezTo>
                  <a:cubicBezTo>
                    <a:pt x="131499" y="46415"/>
                    <a:pt x="133980" y="48797"/>
                    <a:pt x="136063" y="51079"/>
                  </a:cubicBezTo>
                  <a:cubicBezTo>
                    <a:pt x="138147" y="53394"/>
                    <a:pt x="139800" y="55577"/>
                    <a:pt x="141024" y="57660"/>
                  </a:cubicBezTo>
                  <a:cubicBezTo>
                    <a:pt x="142248" y="59744"/>
                    <a:pt x="143009" y="61695"/>
                    <a:pt x="143306" y="63481"/>
                  </a:cubicBezTo>
                  <a:cubicBezTo>
                    <a:pt x="143604" y="65267"/>
                    <a:pt x="143472" y="66888"/>
                    <a:pt x="142843" y="68310"/>
                  </a:cubicBezTo>
                  <a:cubicBezTo>
                    <a:pt x="142215" y="69732"/>
                    <a:pt x="141156" y="70922"/>
                    <a:pt x="139635" y="71948"/>
                  </a:cubicBezTo>
                  <a:cubicBezTo>
                    <a:pt x="138114" y="72940"/>
                    <a:pt x="136196" y="73701"/>
                    <a:pt x="133847" y="74263"/>
                  </a:cubicBezTo>
                  <a:cubicBezTo>
                    <a:pt x="131466" y="74792"/>
                    <a:pt x="128754" y="75090"/>
                    <a:pt x="125645" y="75156"/>
                  </a:cubicBezTo>
                  <a:cubicBezTo>
                    <a:pt x="122536" y="75222"/>
                    <a:pt x="119130" y="75057"/>
                    <a:pt x="115393" y="74627"/>
                  </a:cubicBezTo>
                  <a:cubicBezTo>
                    <a:pt x="111655" y="74197"/>
                    <a:pt x="107654" y="73568"/>
                    <a:pt x="103453" y="72675"/>
                  </a:cubicBezTo>
                  <a:cubicBezTo>
                    <a:pt x="99220" y="71782"/>
                    <a:pt x="94821" y="70691"/>
                    <a:pt x="90290" y="69368"/>
                  </a:cubicBezTo>
                  <a:cubicBezTo>
                    <a:pt x="85726" y="68045"/>
                    <a:pt x="81096" y="66524"/>
                    <a:pt x="76400" y="64837"/>
                  </a:cubicBezTo>
                  <a:cubicBezTo>
                    <a:pt x="71703" y="63150"/>
                    <a:pt x="67007" y="61265"/>
                    <a:pt x="62344" y="59248"/>
                  </a:cubicBezTo>
                  <a:cubicBezTo>
                    <a:pt x="57680" y="57230"/>
                    <a:pt x="53116" y="55114"/>
                    <a:pt x="48652" y="52865"/>
                  </a:cubicBezTo>
                  <a:cubicBezTo>
                    <a:pt x="44187" y="50583"/>
                    <a:pt x="39920" y="48267"/>
                    <a:pt x="35852" y="45853"/>
                  </a:cubicBezTo>
                  <a:cubicBezTo>
                    <a:pt x="31784" y="43439"/>
                    <a:pt x="27948" y="41024"/>
                    <a:pt x="24409" y="38544"/>
                  </a:cubicBezTo>
                  <a:cubicBezTo>
                    <a:pt x="20870" y="36064"/>
                    <a:pt x="17695" y="33616"/>
                    <a:pt x="14818" y="31202"/>
                  </a:cubicBezTo>
                  <a:cubicBezTo>
                    <a:pt x="11941" y="28754"/>
                    <a:pt x="9460" y="26406"/>
                    <a:pt x="7377" y="24091"/>
                  </a:cubicBezTo>
                  <a:cubicBezTo>
                    <a:pt x="5293" y="21776"/>
                    <a:pt x="3672" y="19593"/>
                    <a:pt x="2449" y="17510"/>
                  </a:cubicBezTo>
                  <a:cubicBezTo>
                    <a:pt x="1225" y="15426"/>
                    <a:pt x="464" y="13475"/>
                    <a:pt x="167" y="11689"/>
                  </a:cubicBezTo>
                  <a:cubicBezTo>
                    <a:pt x="-164" y="9903"/>
                    <a:pt x="1" y="8315"/>
                    <a:pt x="630" y="6860"/>
                  </a:cubicBezTo>
                  <a:cubicBezTo>
                    <a:pt x="1225" y="5438"/>
                    <a:pt x="2283" y="4247"/>
                    <a:pt x="3805" y="3255"/>
                  </a:cubicBezTo>
                  <a:cubicBezTo>
                    <a:pt x="5326" y="2230"/>
                    <a:pt x="7277" y="1469"/>
                    <a:pt x="9625" y="907"/>
                  </a:cubicBezTo>
                  <a:cubicBezTo>
                    <a:pt x="11974" y="378"/>
                    <a:pt x="14719" y="80"/>
                    <a:pt x="17828" y="14"/>
                  </a:cubicBezTo>
                  <a:cubicBezTo>
                    <a:pt x="20936" y="-52"/>
                    <a:pt x="24343" y="113"/>
                    <a:pt x="28080" y="543"/>
                  </a:cubicBezTo>
                  <a:cubicBezTo>
                    <a:pt x="31817" y="973"/>
                    <a:pt x="35786" y="1635"/>
                    <a:pt x="40019" y="2495"/>
                  </a:cubicBezTo>
                  <a:cubicBezTo>
                    <a:pt x="44253" y="3388"/>
                    <a:pt x="48618" y="4512"/>
                    <a:pt x="53182" y="5802"/>
                  </a:cubicBezTo>
                  <a:cubicBezTo>
                    <a:pt x="57747" y="7125"/>
                    <a:pt x="62344" y="8646"/>
                    <a:pt x="67073" y="10333"/>
                  </a:cubicBezTo>
                  <a:cubicBezTo>
                    <a:pt x="71769" y="12053"/>
                    <a:pt x="76433" y="13905"/>
                    <a:pt x="81096" y="1592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0" name="Freeform: Shape 5139">
              <a:extLst>
                <a:ext uri="{FF2B5EF4-FFF2-40B4-BE49-F238E27FC236}">
                  <a16:creationId xmlns:a16="http://schemas.microsoft.com/office/drawing/2014/main" id="{EA8F7CA4-0552-AE14-50E8-FEC1691CC474}"/>
                </a:ext>
              </a:extLst>
            </p:cNvPr>
            <p:cNvSpPr/>
            <p:nvPr/>
          </p:nvSpPr>
          <p:spPr>
            <a:xfrm>
              <a:off x="9872176" y="1641563"/>
              <a:ext cx="144712" cy="156124"/>
            </a:xfrm>
            <a:custGeom>
              <a:avLst/>
              <a:gdLst>
                <a:gd name="connsiteX0" fmla="*/ 211651 w 226995"/>
                <a:gd name="connsiteY0" fmla="*/ 78065 h 244897"/>
                <a:gd name="connsiteX1" fmla="*/ 172889 w 226995"/>
                <a:gd name="connsiteY1" fmla="*/ 229572 h 244897"/>
                <a:gd name="connsiteX2" fmla="*/ 21250 w 226995"/>
                <a:gd name="connsiteY2" fmla="*/ 190877 h 244897"/>
                <a:gd name="connsiteX3" fmla="*/ 42251 w 226995"/>
                <a:gd name="connsiteY3" fmla="*/ 9869 h 244897"/>
                <a:gd name="connsiteX4" fmla="*/ 211651 w 226995"/>
                <a:gd name="connsiteY4" fmla="*/ 78065 h 24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95" h="244897">
                  <a:moveTo>
                    <a:pt x="211651" y="78065"/>
                  </a:moveTo>
                  <a:cubicBezTo>
                    <a:pt x="242508" y="130552"/>
                    <a:pt x="225442" y="198748"/>
                    <a:pt x="172889" y="229572"/>
                  </a:cubicBezTo>
                  <a:cubicBezTo>
                    <a:pt x="120369" y="260396"/>
                    <a:pt x="52107" y="243330"/>
                    <a:pt x="21250" y="190877"/>
                  </a:cubicBezTo>
                  <a:cubicBezTo>
                    <a:pt x="-9640" y="138390"/>
                    <a:pt x="-10269" y="40693"/>
                    <a:pt x="42251" y="9869"/>
                  </a:cubicBezTo>
                  <a:cubicBezTo>
                    <a:pt x="94771" y="-20955"/>
                    <a:pt x="180132" y="25611"/>
                    <a:pt x="211651" y="78065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1" name="Freeform: Shape 5140">
              <a:extLst>
                <a:ext uri="{FF2B5EF4-FFF2-40B4-BE49-F238E27FC236}">
                  <a16:creationId xmlns:a16="http://schemas.microsoft.com/office/drawing/2014/main" id="{A6608BC3-B20B-CD62-DCE4-1B67A3410AD3}"/>
                </a:ext>
              </a:extLst>
            </p:cNvPr>
            <p:cNvSpPr/>
            <p:nvPr/>
          </p:nvSpPr>
          <p:spPr>
            <a:xfrm>
              <a:off x="9915990" y="1681310"/>
              <a:ext cx="56569" cy="86307"/>
            </a:xfrm>
            <a:custGeom>
              <a:avLst/>
              <a:gdLst>
                <a:gd name="connsiteX0" fmla="*/ 64708 w 88735"/>
                <a:gd name="connsiteY0" fmla="*/ 55669 h 135382"/>
                <a:gd name="connsiteX1" fmla="*/ 72017 w 88735"/>
                <a:gd name="connsiteY1" fmla="*/ 68899 h 135382"/>
                <a:gd name="connsiteX2" fmla="*/ 78268 w 88735"/>
                <a:gd name="connsiteY2" fmla="*/ 82095 h 135382"/>
                <a:gd name="connsiteX3" fmla="*/ 83195 w 88735"/>
                <a:gd name="connsiteY3" fmla="*/ 94695 h 135382"/>
                <a:gd name="connsiteX4" fmla="*/ 86635 w 88735"/>
                <a:gd name="connsiteY4" fmla="*/ 106304 h 135382"/>
                <a:gd name="connsiteX5" fmla="*/ 88454 w 88735"/>
                <a:gd name="connsiteY5" fmla="*/ 116391 h 135382"/>
                <a:gd name="connsiteX6" fmla="*/ 88586 w 88735"/>
                <a:gd name="connsiteY6" fmla="*/ 124626 h 135382"/>
                <a:gd name="connsiteX7" fmla="*/ 87032 w 88735"/>
                <a:gd name="connsiteY7" fmla="*/ 130679 h 135382"/>
                <a:gd name="connsiteX8" fmla="*/ 83791 w 88735"/>
                <a:gd name="connsiteY8" fmla="*/ 134317 h 135382"/>
                <a:gd name="connsiteX9" fmla="*/ 79061 w 88735"/>
                <a:gd name="connsiteY9" fmla="*/ 135375 h 135382"/>
                <a:gd name="connsiteX10" fmla="*/ 73009 w 88735"/>
                <a:gd name="connsiteY10" fmla="*/ 133821 h 135382"/>
                <a:gd name="connsiteX11" fmla="*/ 65865 w 88735"/>
                <a:gd name="connsiteY11" fmla="*/ 129753 h 135382"/>
                <a:gd name="connsiteX12" fmla="*/ 57862 w 88735"/>
                <a:gd name="connsiteY12" fmla="*/ 123303 h 135382"/>
                <a:gd name="connsiteX13" fmla="*/ 49362 w 88735"/>
                <a:gd name="connsiteY13" fmla="*/ 114705 h 135382"/>
                <a:gd name="connsiteX14" fmla="*/ 40664 w 88735"/>
                <a:gd name="connsiteY14" fmla="*/ 104287 h 135382"/>
                <a:gd name="connsiteX15" fmla="*/ 32098 w 88735"/>
                <a:gd name="connsiteY15" fmla="*/ 92480 h 135382"/>
                <a:gd name="connsiteX16" fmla="*/ 24028 w 88735"/>
                <a:gd name="connsiteY16" fmla="*/ 79713 h 135382"/>
                <a:gd name="connsiteX17" fmla="*/ 16719 w 88735"/>
                <a:gd name="connsiteY17" fmla="*/ 66484 h 135382"/>
                <a:gd name="connsiteX18" fmla="*/ 10501 w 88735"/>
                <a:gd name="connsiteY18" fmla="*/ 53288 h 135382"/>
                <a:gd name="connsiteX19" fmla="*/ 5540 w 88735"/>
                <a:gd name="connsiteY19" fmla="*/ 40687 h 135382"/>
                <a:gd name="connsiteX20" fmla="*/ 2101 w 88735"/>
                <a:gd name="connsiteY20" fmla="*/ 29079 h 135382"/>
                <a:gd name="connsiteX21" fmla="*/ 282 w 88735"/>
                <a:gd name="connsiteY21" fmla="*/ 18992 h 135382"/>
                <a:gd name="connsiteX22" fmla="*/ 149 w 88735"/>
                <a:gd name="connsiteY22" fmla="*/ 10756 h 135382"/>
                <a:gd name="connsiteX23" fmla="*/ 1737 w 88735"/>
                <a:gd name="connsiteY23" fmla="*/ 4704 h 135382"/>
                <a:gd name="connsiteX24" fmla="*/ 4945 w 88735"/>
                <a:gd name="connsiteY24" fmla="*/ 1066 h 135382"/>
                <a:gd name="connsiteX25" fmla="*/ 9674 w 88735"/>
                <a:gd name="connsiteY25" fmla="*/ 8 h 135382"/>
                <a:gd name="connsiteX26" fmla="*/ 15727 w 88735"/>
                <a:gd name="connsiteY26" fmla="*/ 1562 h 135382"/>
                <a:gd name="connsiteX27" fmla="*/ 22903 w 88735"/>
                <a:gd name="connsiteY27" fmla="*/ 5630 h 135382"/>
                <a:gd name="connsiteX28" fmla="*/ 30874 w 88735"/>
                <a:gd name="connsiteY28" fmla="*/ 12079 h 135382"/>
                <a:gd name="connsiteX29" fmla="*/ 39374 w 88735"/>
                <a:gd name="connsiteY29" fmla="*/ 20678 h 135382"/>
                <a:gd name="connsiteX30" fmla="*/ 48072 w 88735"/>
                <a:gd name="connsiteY30" fmla="*/ 31096 h 135382"/>
                <a:gd name="connsiteX31" fmla="*/ 56638 w 88735"/>
                <a:gd name="connsiteY31" fmla="*/ 42903 h 135382"/>
                <a:gd name="connsiteX32" fmla="*/ 64708 w 88735"/>
                <a:gd name="connsiteY32" fmla="*/ 55669 h 1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735" h="135382">
                  <a:moveTo>
                    <a:pt x="64708" y="55669"/>
                  </a:moveTo>
                  <a:cubicBezTo>
                    <a:pt x="67320" y="60035"/>
                    <a:pt x="69735" y="64467"/>
                    <a:pt x="72017" y="68899"/>
                  </a:cubicBezTo>
                  <a:cubicBezTo>
                    <a:pt x="74299" y="73330"/>
                    <a:pt x="76382" y="77729"/>
                    <a:pt x="78268" y="82095"/>
                  </a:cubicBezTo>
                  <a:cubicBezTo>
                    <a:pt x="80153" y="86427"/>
                    <a:pt x="81773" y="90627"/>
                    <a:pt x="83195" y="94695"/>
                  </a:cubicBezTo>
                  <a:cubicBezTo>
                    <a:pt x="84618" y="98796"/>
                    <a:pt x="85742" y="102633"/>
                    <a:pt x="86635" y="106304"/>
                  </a:cubicBezTo>
                  <a:cubicBezTo>
                    <a:pt x="87528" y="109942"/>
                    <a:pt x="88123" y="113315"/>
                    <a:pt x="88454" y="116391"/>
                  </a:cubicBezTo>
                  <a:cubicBezTo>
                    <a:pt x="88785" y="119500"/>
                    <a:pt x="88818" y="122245"/>
                    <a:pt x="88586" y="124626"/>
                  </a:cubicBezTo>
                  <a:cubicBezTo>
                    <a:pt x="88355" y="127041"/>
                    <a:pt x="87826" y="129058"/>
                    <a:pt x="87032" y="130679"/>
                  </a:cubicBezTo>
                  <a:cubicBezTo>
                    <a:pt x="86205" y="132299"/>
                    <a:pt x="85147" y="133523"/>
                    <a:pt x="83791" y="134317"/>
                  </a:cubicBezTo>
                  <a:cubicBezTo>
                    <a:pt x="82468" y="135077"/>
                    <a:pt x="80880" y="135441"/>
                    <a:pt x="79061" y="135375"/>
                  </a:cubicBezTo>
                  <a:cubicBezTo>
                    <a:pt x="77275" y="135276"/>
                    <a:pt x="75258" y="134780"/>
                    <a:pt x="73009" y="133821"/>
                  </a:cubicBezTo>
                  <a:cubicBezTo>
                    <a:pt x="70793" y="132895"/>
                    <a:pt x="68412" y="131539"/>
                    <a:pt x="65865" y="129753"/>
                  </a:cubicBezTo>
                  <a:cubicBezTo>
                    <a:pt x="63319" y="127967"/>
                    <a:pt x="60640" y="125817"/>
                    <a:pt x="57862" y="123303"/>
                  </a:cubicBezTo>
                  <a:cubicBezTo>
                    <a:pt x="55083" y="120757"/>
                    <a:pt x="52272" y="117880"/>
                    <a:pt x="49362" y="114705"/>
                  </a:cubicBezTo>
                  <a:cubicBezTo>
                    <a:pt x="46484" y="111496"/>
                    <a:pt x="43574" y="108024"/>
                    <a:pt x="40664" y="104287"/>
                  </a:cubicBezTo>
                  <a:cubicBezTo>
                    <a:pt x="37753" y="100549"/>
                    <a:pt x="34909" y="96614"/>
                    <a:pt x="32098" y="92480"/>
                  </a:cubicBezTo>
                  <a:cubicBezTo>
                    <a:pt x="29320" y="88345"/>
                    <a:pt x="26608" y="84079"/>
                    <a:pt x="24028" y="79713"/>
                  </a:cubicBezTo>
                  <a:cubicBezTo>
                    <a:pt x="21448" y="75348"/>
                    <a:pt x="19001" y="70916"/>
                    <a:pt x="16719" y="66484"/>
                  </a:cubicBezTo>
                  <a:cubicBezTo>
                    <a:pt x="14437" y="62019"/>
                    <a:pt x="12353" y="57654"/>
                    <a:pt x="10501" y="53288"/>
                  </a:cubicBezTo>
                  <a:cubicBezTo>
                    <a:pt x="8616" y="48956"/>
                    <a:pt x="6962" y="44755"/>
                    <a:pt x="5540" y="40687"/>
                  </a:cubicBezTo>
                  <a:cubicBezTo>
                    <a:pt x="4151" y="36586"/>
                    <a:pt x="2994" y="32750"/>
                    <a:pt x="2101" y="29079"/>
                  </a:cubicBezTo>
                  <a:cubicBezTo>
                    <a:pt x="1208" y="25441"/>
                    <a:pt x="612" y="22067"/>
                    <a:pt x="282" y="18992"/>
                  </a:cubicBezTo>
                  <a:cubicBezTo>
                    <a:pt x="-49" y="15883"/>
                    <a:pt x="-82" y="13138"/>
                    <a:pt x="149" y="10756"/>
                  </a:cubicBezTo>
                  <a:cubicBezTo>
                    <a:pt x="414" y="8342"/>
                    <a:pt x="943" y="6325"/>
                    <a:pt x="1737" y="4704"/>
                  </a:cubicBezTo>
                  <a:cubicBezTo>
                    <a:pt x="2531" y="3083"/>
                    <a:pt x="3622" y="1860"/>
                    <a:pt x="4945" y="1066"/>
                  </a:cubicBezTo>
                  <a:cubicBezTo>
                    <a:pt x="6268" y="305"/>
                    <a:pt x="7855" y="-58"/>
                    <a:pt x="9674" y="8"/>
                  </a:cubicBezTo>
                  <a:cubicBezTo>
                    <a:pt x="11493" y="107"/>
                    <a:pt x="13511" y="603"/>
                    <a:pt x="15727" y="1562"/>
                  </a:cubicBezTo>
                  <a:cubicBezTo>
                    <a:pt x="17942" y="2488"/>
                    <a:pt x="20357" y="3844"/>
                    <a:pt x="22903" y="5630"/>
                  </a:cubicBezTo>
                  <a:cubicBezTo>
                    <a:pt x="25450" y="7416"/>
                    <a:pt x="28096" y="9566"/>
                    <a:pt x="30874" y="12079"/>
                  </a:cubicBezTo>
                  <a:cubicBezTo>
                    <a:pt x="33652" y="14626"/>
                    <a:pt x="36496" y="17503"/>
                    <a:pt x="39374" y="20678"/>
                  </a:cubicBezTo>
                  <a:cubicBezTo>
                    <a:pt x="42284" y="23886"/>
                    <a:pt x="45195" y="27359"/>
                    <a:pt x="48072" y="31096"/>
                  </a:cubicBezTo>
                  <a:cubicBezTo>
                    <a:pt x="50982" y="34833"/>
                    <a:pt x="53827" y="38769"/>
                    <a:pt x="56638" y="42903"/>
                  </a:cubicBezTo>
                  <a:cubicBezTo>
                    <a:pt x="59449" y="47037"/>
                    <a:pt x="62128" y="51304"/>
                    <a:pt x="64708" y="55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2" name="Freeform: Shape 5141">
              <a:extLst>
                <a:ext uri="{FF2B5EF4-FFF2-40B4-BE49-F238E27FC236}">
                  <a16:creationId xmlns:a16="http://schemas.microsoft.com/office/drawing/2014/main" id="{7DD62A63-9BAD-7391-D0A4-958E990F9DBB}"/>
                </a:ext>
              </a:extLst>
            </p:cNvPr>
            <p:cNvSpPr/>
            <p:nvPr/>
          </p:nvSpPr>
          <p:spPr>
            <a:xfrm>
              <a:off x="10275948" y="2939912"/>
              <a:ext cx="141137" cy="162411"/>
            </a:xfrm>
            <a:custGeom>
              <a:avLst/>
              <a:gdLst>
                <a:gd name="connsiteX0" fmla="*/ 2422 w 221388"/>
                <a:gd name="connsiteY0" fmla="*/ 88883 h 254758"/>
                <a:gd name="connsiteX1" fmla="*/ 132431 w 221388"/>
                <a:gd name="connsiteY1" fmla="*/ 2298 h 254758"/>
                <a:gd name="connsiteX2" fmla="*/ 219082 w 221388"/>
                <a:gd name="connsiteY2" fmla="*/ 132804 h 254758"/>
                <a:gd name="connsiteX3" fmla="*/ 81863 w 221388"/>
                <a:gd name="connsiteY3" fmla="*/ 253487 h 254758"/>
                <a:gd name="connsiteX4" fmla="*/ 2422 w 221388"/>
                <a:gd name="connsiteY4" fmla="*/ 88883 h 25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388" h="254758">
                  <a:moveTo>
                    <a:pt x="2422" y="88883"/>
                  </a:moveTo>
                  <a:cubicBezTo>
                    <a:pt x="14229" y="29187"/>
                    <a:pt x="72668" y="-10137"/>
                    <a:pt x="132431" y="2298"/>
                  </a:cubicBezTo>
                  <a:cubicBezTo>
                    <a:pt x="192161" y="14105"/>
                    <a:pt x="231551" y="72479"/>
                    <a:pt x="219082" y="132804"/>
                  </a:cubicBezTo>
                  <a:cubicBezTo>
                    <a:pt x="207275" y="192501"/>
                    <a:pt x="142287" y="265294"/>
                    <a:pt x="81863" y="253487"/>
                  </a:cubicBezTo>
                  <a:cubicBezTo>
                    <a:pt x="22761" y="241019"/>
                    <a:pt x="-9385" y="149208"/>
                    <a:pt x="2422" y="8888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3" name="Freeform: Shape 5142">
              <a:extLst>
                <a:ext uri="{FF2B5EF4-FFF2-40B4-BE49-F238E27FC236}">
                  <a16:creationId xmlns:a16="http://schemas.microsoft.com/office/drawing/2014/main" id="{06E13049-CEA4-F0C0-AE44-0FDDBE8FC546}"/>
                </a:ext>
              </a:extLst>
            </p:cNvPr>
            <p:cNvSpPr/>
            <p:nvPr/>
          </p:nvSpPr>
          <p:spPr>
            <a:xfrm>
              <a:off x="10328639" y="2965475"/>
              <a:ext cx="35340" cy="96932"/>
            </a:xfrm>
            <a:custGeom>
              <a:avLst/>
              <a:gdLst>
                <a:gd name="connsiteX0" fmla="*/ 42900 w 55434"/>
                <a:gd name="connsiteY0" fmla="*/ 135 h 152047"/>
                <a:gd name="connsiteX1" fmla="*/ 47133 w 55434"/>
                <a:gd name="connsiteY1" fmla="*/ 2516 h 152047"/>
                <a:gd name="connsiteX2" fmla="*/ 50606 w 55434"/>
                <a:gd name="connsiteY2" fmla="*/ 7675 h 152047"/>
                <a:gd name="connsiteX3" fmla="*/ 53218 w 55434"/>
                <a:gd name="connsiteY3" fmla="*/ 15514 h 152047"/>
                <a:gd name="connsiteX4" fmla="*/ 54839 w 55434"/>
                <a:gd name="connsiteY4" fmla="*/ 25634 h 152047"/>
                <a:gd name="connsiteX5" fmla="*/ 55434 w 55434"/>
                <a:gd name="connsiteY5" fmla="*/ 37706 h 152047"/>
                <a:gd name="connsiteX6" fmla="*/ 54938 w 55434"/>
                <a:gd name="connsiteY6" fmla="*/ 51266 h 152047"/>
                <a:gd name="connsiteX7" fmla="*/ 53417 w 55434"/>
                <a:gd name="connsiteY7" fmla="*/ 65752 h 152047"/>
                <a:gd name="connsiteX8" fmla="*/ 50870 w 55434"/>
                <a:gd name="connsiteY8" fmla="*/ 80667 h 152047"/>
                <a:gd name="connsiteX9" fmla="*/ 47464 w 55434"/>
                <a:gd name="connsiteY9" fmla="*/ 95352 h 152047"/>
                <a:gd name="connsiteX10" fmla="*/ 43297 w 55434"/>
                <a:gd name="connsiteY10" fmla="*/ 109342 h 152047"/>
                <a:gd name="connsiteX11" fmla="*/ 38534 w 55434"/>
                <a:gd name="connsiteY11" fmla="*/ 122042 h 152047"/>
                <a:gd name="connsiteX12" fmla="*/ 33342 w 55434"/>
                <a:gd name="connsiteY12" fmla="*/ 132956 h 152047"/>
                <a:gd name="connsiteX13" fmla="*/ 27951 w 55434"/>
                <a:gd name="connsiteY13" fmla="*/ 141687 h 152047"/>
                <a:gd name="connsiteX14" fmla="*/ 22527 w 55434"/>
                <a:gd name="connsiteY14" fmla="*/ 147905 h 152047"/>
                <a:gd name="connsiteX15" fmla="*/ 17334 w 55434"/>
                <a:gd name="connsiteY15" fmla="*/ 151344 h 152047"/>
                <a:gd name="connsiteX16" fmla="*/ 12506 w 55434"/>
                <a:gd name="connsiteY16" fmla="*/ 151906 h 152047"/>
                <a:gd name="connsiteX17" fmla="*/ 8272 w 55434"/>
                <a:gd name="connsiteY17" fmla="*/ 149558 h 152047"/>
                <a:gd name="connsiteX18" fmla="*/ 4800 w 55434"/>
                <a:gd name="connsiteY18" fmla="*/ 144366 h 152047"/>
                <a:gd name="connsiteX19" fmla="*/ 2187 w 55434"/>
                <a:gd name="connsiteY19" fmla="*/ 136561 h 152047"/>
                <a:gd name="connsiteX20" fmla="*/ 566 w 55434"/>
                <a:gd name="connsiteY20" fmla="*/ 126407 h 152047"/>
                <a:gd name="connsiteX21" fmla="*/ 4 w 55434"/>
                <a:gd name="connsiteY21" fmla="*/ 114336 h 152047"/>
                <a:gd name="connsiteX22" fmla="*/ 467 w 55434"/>
                <a:gd name="connsiteY22" fmla="*/ 100776 h 152047"/>
                <a:gd name="connsiteX23" fmla="*/ 2022 w 55434"/>
                <a:gd name="connsiteY23" fmla="*/ 86290 h 152047"/>
                <a:gd name="connsiteX24" fmla="*/ 4535 w 55434"/>
                <a:gd name="connsiteY24" fmla="*/ 71407 h 152047"/>
                <a:gd name="connsiteX25" fmla="*/ 7942 w 55434"/>
                <a:gd name="connsiteY25" fmla="*/ 56690 h 152047"/>
                <a:gd name="connsiteX26" fmla="*/ 12109 w 55434"/>
                <a:gd name="connsiteY26" fmla="*/ 42700 h 152047"/>
                <a:gd name="connsiteX27" fmla="*/ 16871 w 55434"/>
                <a:gd name="connsiteY27" fmla="*/ 30000 h 152047"/>
                <a:gd name="connsiteX28" fmla="*/ 22064 w 55434"/>
                <a:gd name="connsiteY28" fmla="*/ 19086 h 152047"/>
                <a:gd name="connsiteX29" fmla="*/ 27455 w 55434"/>
                <a:gd name="connsiteY29" fmla="*/ 10354 h 152047"/>
                <a:gd name="connsiteX30" fmla="*/ 32879 w 55434"/>
                <a:gd name="connsiteY30" fmla="*/ 4137 h 152047"/>
                <a:gd name="connsiteX31" fmla="*/ 38104 w 55434"/>
                <a:gd name="connsiteY31" fmla="*/ 697 h 152047"/>
                <a:gd name="connsiteX32" fmla="*/ 42900 w 55434"/>
                <a:gd name="connsiteY32" fmla="*/ 135 h 15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434" h="152047">
                  <a:moveTo>
                    <a:pt x="42900" y="135"/>
                  </a:moveTo>
                  <a:cubicBezTo>
                    <a:pt x="44421" y="433"/>
                    <a:pt x="45843" y="1226"/>
                    <a:pt x="47133" y="2516"/>
                  </a:cubicBezTo>
                  <a:cubicBezTo>
                    <a:pt x="48423" y="3773"/>
                    <a:pt x="49580" y="5493"/>
                    <a:pt x="50606" y="7675"/>
                  </a:cubicBezTo>
                  <a:cubicBezTo>
                    <a:pt x="51631" y="9891"/>
                    <a:pt x="52491" y="12471"/>
                    <a:pt x="53218" y="15514"/>
                  </a:cubicBezTo>
                  <a:cubicBezTo>
                    <a:pt x="53913" y="18523"/>
                    <a:pt x="54475" y="21897"/>
                    <a:pt x="54839" y="25634"/>
                  </a:cubicBezTo>
                  <a:cubicBezTo>
                    <a:pt x="55203" y="29371"/>
                    <a:pt x="55401" y="33406"/>
                    <a:pt x="55434" y="37706"/>
                  </a:cubicBezTo>
                  <a:cubicBezTo>
                    <a:pt x="55434" y="42038"/>
                    <a:pt x="55269" y="46536"/>
                    <a:pt x="54938" y="51266"/>
                  </a:cubicBezTo>
                  <a:cubicBezTo>
                    <a:pt x="54608" y="55995"/>
                    <a:pt x="54078" y="60824"/>
                    <a:pt x="53417" y="65752"/>
                  </a:cubicBezTo>
                  <a:cubicBezTo>
                    <a:pt x="52722" y="70712"/>
                    <a:pt x="51896" y="75673"/>
                    <a:pt x="50870" y="80667"/>
                  </a:cubicBezTo>
                  <a:cubicBezTo>
                    <a:pt x="49878" y="85628"/>
                    <a:pt x="48754" y="90556"/>
                    <a:pt x="47464" y="95352"/>
                  </a:cubicBezTo>
                  <a:cubicBezTo>
                    <a:pt x="46207" y="100180"/>
                    <a:pt x="44818" y="104844"/>
                    <a:pt x="43297" y="109342"/>
                  </a:cubicBezTo>
                  <a:cubicBezTo>
                    <a:pt x="41808" y="113840"/>
                    <a:pt x="40221" y="118040"/>
                    <a:pt x="38534" y="122042"/>
                  </a:cubicBezTo>
                  <a:cubicBezTo>
                    <a:pt x="36880" y="126010"/>
                    <a:pt x="35128" y="129648"/>
                    <a:pt x="33342" y="132956"/>
                  </a:cubicBezTo>
                  <a:cubicBezTo>
                    <a:pt x="31589" y="136263"/>
                    <a:pt x="29770" y="139173"/>
                    <a:pt x="27951" y="141687"/>
                  </a:cubicBezTo>
                  <a:cubicBezTo>
                    <a:pt x="26132" y="144200"/>
                    <a:pt x="24346" y="146284"/>
                    <a:pt x="22527" y="147905"/>
                  </a:cubicBezTo>
                  <a:cubicBezTo>
                    <a:pt x="20741" y="149525"/>
                    <a:pt x="19021" y="150683"/>
                    <a:pt x="17334" y="151344"/>
                  </a:cubicBezTo>
                  <a:cubicBezTo>
                    <a:pt x="15648" y="152039"/>
                    <a:pt x="14027" y="152204"/>
                    <a:pt x="12506" y="151906"/>
                  </a:cubicBezTo>
                  <a:cubicBezTo>
                    <a:pt x="10984" y="151609"/>
                    <a:pt x="9595" y="150815"/>
                    <a:pt x="8272" y="149558"/>
                  </a:cubicBezTo>
                  <a:cubicBezTo>
                    <a:pt x="6983" y="148268"/>
                    <a:pt x="5825" y="146549"/>
                    <a:pt x="4800" y="144366"/>
                  </a:cubicBezTo>
                  <a:cubicBezTo>
                    <a:pt x="3774" y="142183"/>
                    <a:pt x="2915" y="139570"/>
                    <a:pt x="2187" y="136561"/>
                  </a:cubicBezTo>
                  <a:cubicBezTo>
                    <a:pt x="1492" y="133518"/>
                    <a:pt x="963" y="130144"/>
                    <a:pt x="566" y="126407"/>
                  </a:cubicBezTo>
                  <a:cubicBezTo>
                    <a:pt x="203" y="122670"/>
                    <a:pt x="4" y="118635"/>
                    <a:pt x="4" y="114336"/>
                  </a:cubicBezTo>
                  <a:cubicBezTo>
                    <a:pt x="-29" y="110036"/>
                    <a:pt x="136" y="105505"/>
                    <a:pt x="467" y="100776"/>
                  </a:cubicBezTo>
                  <a:cubicBezTo>
                    <a:pt x="831" y="96079"/>
                    <a:pt x="1327" y="91218"/>
                    <a:pt x="2022" y="86290"/>
                  </a:cubicBezTo>
                  <a:cubicBezTo>
                    <a:pt x="2683" y="81329"/>
                    <a:pt x="3543" y="76368"/>
                    <a:pt x="4535" y="71407"/>
                  </a:cubicBezTo>
                  <a:cubicBezTo>
                    <a:pt x="5527" y="66413"/>
                    <a:pt x="6652" y="61518"/>
                    <a:pt x="7942" y="56690"/>
                  </a:cubicBezTo>
                  <a:cubicBezTo>
                    <a:pt x="9231" y="51861"/>
                    <a:pt x="10621" y="47198"/>
                    <a:pt x="12109" y="42700"/>
                  </a:cubicBezTo>
                  <a:cubicBezTo>
                    <a:pt x="13630" y="38235"/>
                    <a:pt x="15218" y="34002"/>
                    <a:pt x="16871" y="30000"/>
                  </a:cubicBezTo>
                  <a:cubicBezTo>
                    <a:pt x="18558" y="26031"/>
                    <a:pt x="20278" y="22393"/>
                    <a:pt x="22064" y="19086"/>
                  </a:cubicBezTo>
                  <a:cubicBezTo>
                    <a:pt x="23850" y="15778"/>
                    <a:pt x="25636" y="12868"/>
                    <a:pt x="27455" y="10354"/>
                  </a:cubicBezTo>
                  <a:cubicBezTo>
                    <a:pt x="29274" y="7841"/>
                    <a:pt x="31093" y="5757"/>
                    <a:pt x="32879" y="4137"/>
                  </a:cubicBezTo>
                  <a:cubicBezTo>
                    <a:pt x="34665" y="2516"/>
                    <a:pt x="36384" y="1359"/>
                    <a:pt x="38104" y="697"/>
                  </a:cubicBezTo>
                  <a:cubicBezTo>
                    <a:pt x="39791" y="36"/>
                    <a:pt x="41378" y="-163"/>
                    <a:pt x="42900" y="13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4" name="Freeform: Shape 5143">
              <a:extLst>
                <a:ext uri="{FF2B5EF4-FFF2-40B4-BE49-F238E27FC236}">
                  <a16:creationId xmlns:a16="http://schemas.microsoft.com/office/drawing/2014/main" id="{0E6029D0-A979-5946-E5AD-8512280DC1D3}"/>
                </a:ext>
              </a:extLst>
            </p:cNvPr>
            <p:cNvSpPr/>
            <p:nvPr/>
          </p:nvSpPr>
          <p:spPr>
            <a:xfrm>
              <a:off x="11007793" y="2656999"/>
              <a:ext cx="101645" cy="94492"/>
            </a:xfrm>
            <a:custGeom>
              <a:avLst/>
              <a:gdLst>
                <a:gd name="connsiteX0" fmla="*/ 34290 w 159440"/>
                <a:gd name="connsiteY0" fmla="*/ 133273 h 148221"/>
                <a:gd name="connsiteX1" fmla="*/ 10676 w 159440"/>
                <a:gd name="connsiteY1" fmla="*/ 34253 h 148221"/>
                <a:gd name="connsiteX2" fmla="*/ 109795 w 159440"/>
                <a:gd name="connsiteY2" fmla="*/ 10638 h 148221"/>
                <a:gd name="connsiteX3" fmla="*/ 152492 w 159440"/>
                <a:gd name="connsiteY3" fmla="*/ 121466 h 148221"/>
                <a:gd name="connsiteX4" fmla="*/ 34290 w 159440"/>
                <a:gd name="connsiteY4" fmla="*/ 133273 h 1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0" h="148221">
                  <a:moveTo>
                    <a:pt x="34290" y="133273"/>
                  </a:moveTo>
                  <a:cubicBezTo>
                    <a:pt x="820" y="112305"/>
                    <a:pt x="-10359" y="67689"/>
                    <a:pt x="10676" y="34253"/>
                  </a:cubicBezTo>
                  <a:cubicBezTo>
                    <a:pt x="31677" y="816"/>
                    <a:pt x="76325" y="-10330"/>
                    <a:pt x="109795" y="10638"/>
                  </a:cubicBezTo>
                  <a:cubicBezTo>
                    <a:pt x="143298" y="31640"/>
                    <a:pt x="173494" y="88029"/>
                    <a:pt x="152492" y="121466"/>
                  </a:cubicBezTo>
                  <a:cubicBezTo>
                    <a:pt x="132119" y="155564"/>
                    <a:pt x="68454" y="154274"/>
                    <a:pt x="34290" y="133273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5" name="Freeform: Shape 5144">
              <a:extLst>
                <a:ext uri="{FF2B5EF4-FFF2-40B4-BE49-F238E27FC236}">
                  <a16:creationId xmlns:a16="http://schemas.microsoft.com/office/drawing/2014/main" id="{D6CBF05F-6AB0-9D3D-4CFA-90C481F676E0}"/>
                </a:ext>
              </a:extLst>
            </p:cNvPr>
            <p:cNvSpPr/>
            <p:nvPr/>
          </p:nvSpPr>
          <p:spPr>
            <a:xfrm>
              <a:off x="11028030" y="2684817"/>
              <a:ext cx="55852" cy="37903"/>
            </a:xfrm>
            <a:custGeom>
              <a:avLst/>
              <a:gdLst>
                <a:gd name="connsiteX0" fmla="*/ 52090 w 87610"/>
                <a:gd name="connsiteY0" fmla="*/ 16349 h 59454"/>
                <a:gd name="connsiteX1" fmla="*/ 60325 w 87610"/>
                <a:gd name="connsiteY1" fmla="*/ 21773 h 59454"/>
                <a:gd name="connsiteX2" fmla="*/ 67932 w 87610"/>
                <a:gd name="connsiteY2" fmla="*/ 27528 h 59454"/>
                <a:gd name="connsiteX3" fmla="*/ 74579 w 87610"/>
                <a:gd name="connsiteY3" fmla="*/ 33349 h 59454"/>
                <a:gd name="connsiteX4" fmla="*/ 80070 w 87610"/>
                <a:gd name="connsiteY4" fmla="*/ 39037 h 59454"/>
                <a:gd name="connsiteX5" fmla="*/ 84171 w 87610"/>
                <a:gd name="connsiteY5" fmla="*/ 44362 h 59454"/>
                <a:gd name="connsiteX6" fmla="*/ 86717 w 87610"/>
                <a:gd name="connsiteY6" fmla="*/ 49125 h 59454"/>
                <a:gd name="connsiteX7" fmla="*/ 87610 w 87610"/>
                <a:gd name="connsiteY7" fmla="*/ 53159 h 59454"/>
                <a:gd name="connsiteX8" fmla="*/ 86816 w 87610"/>
                <a:gd name="connsiteY8" fmla="*/ 56268 h 59454"/>
                <a:gd name="connsiteX9" fmla="*/ 84369 w 87610"/>
                <a:gd name="connsiteY9" fmla="*/ 58385 h 59454"/>
                <a:gd name="connsiteX10" fmla="*/ 80367 w 87610"/>
                <a:gd name="connsiteY10" fmla="*/ 59377 h 59454"/>
                <a:gd name="connsiteX11" fmla="*/ 74976 w 87610"/>
                <a:gd name="connsiteY11" fmla="*/ 59245 h 59454"/>
                <a:gd name="connsiteX12" fmla="*/ 68362 w 87610"/>
                <a:gd name="connsiteY12" fmla="*/ 57955 h 59454"/>
                <a:gd name="connsiteX13" fmla="*/ 60821 w 87610"/>
                <a:gd name="connsiteY13" fmla="*/ 55607 h 59454"/>
                <a:gd name="connsiteX14" fmla="*/ 52619 w 87610"/>
                <a:gd name="connsiteY14" fmla="*/ 52266 h 59454"/>
                <a:gd name="connsiteX15" fmla="*/ 44086 w 87610"/>
                <a:gd name="connsiteY15" fmla="*/ 48033 h 59454"/>
                <a:gd name="connsiteX16" fmla="*/ 35520 w 87610"/>
                <a:gd name="connsiteY16" fmla="*/ 43105 h 59454"/>
                <a:gd name="connsiteX17" fmla="*/ 27285 w 87610"/>
                <a:gd name="connsiteY17" fmla="*/ 37681 h 59454"/>
                <a:gd name="connsiteX18" fmla="*/ 19711 w 87610"/>
                <a:gd name="connsiteY18" fmla="*/ 31927 h 59454"/>
                <a:gd name="connsiteX19" fmla="*/ 13031 w 87610"/>
                <a:gd name="connsiteY19" fmla="*/ 26106 h 59454"/>
                <a:gd name="connsiteX20" fmla="*/ 7541 w 87610"/>
                <a:gd name="connsiteY20" fmla="*/ 20417 h 59454"/>
                <a:gd name="connsiteX21" fmla="*/ 3440 w 87610"/>
                <a:gd name="connsiteY21" fmla="*/ 15092 h 59454"/>
                <a:gd name="connsiteX22" fmla="*/ 893 w 87610"/>
                <a:gd name="connsiteY22" fmla="*/ 10330 h 59454"/>
                <a:gd name="connsiteX23" fmla="*/ 0 w 87610"/>
                <a:gd name="connsiteY23" fmla="*/ 6295 h 59454"/>
                <a:gd name="connsiteX24" fmla="*/ 794 w 87610"/>
                <a:gd name="connsiteY24" fmla="*/ 3186 h 59454"/>
                <a:gd name="connsiteX25" fmla="*/ 3241 w 87610"/>
                <a:gd name="connsiteY25" fmla="*/ 1070 h 59454"/>
                <a:gd name="connsiteX26" fmla="*/ 7243 w 87610"/>
                <a:gd name="connsiteY26" fmla="*/ 77 h 59454"/>
                <a:gd name="connsiteX27" fmla="*/ 12667 w 87610"/>
                <a:gd name="connsiteY27" fmla="*/ 210 h 59454"/>
                <a:gd name="connsiteX28" fmla="*/ 19248 w 87610"/>
                <a:gd name="connsiteY28" fmla="*/ 1500 h 59454"/>
                <a:gd name="connsiteX29" fmla="*/ 26789 w 87610"/>
                <a:gd name="connsiteY29" fmla="*/ 3848 h 59454"/>
                <a:gd name="connsiteX30" fmla="*/ 34991 w 87610"/>
                <a:gd name="connsiteY30" fmla="*/ 7188 h 59454"/>
                <a:gd name="connsiteX31" fmla="*/ 43557 w 87610"/>
                <a:gd name="connsiteY31" fmla="*/ 11421 h 59454"/>
                <a:gd name="connsiteX32" fmla="*/ 52090 w 87610"/>
                <a:gd name="connsiteY32" fmla="*/ 16349 h 59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610" h="59454">
                  <a:moveTo>
                    <a:pt x="52090" y="16349"/>
                  </a:moveTo>
                  <a:cubicBezTo>
                    <a:pt x="54934" y="18069"/>
                    <a:pt x="57646" y="19888"/>
                    <a:pt x="60325" y="21773"/>
                  </a:cubicBezTo>
                  <a:cubicBezTo>
                    <a:pt x="63004" y="23658"/>
                    <a:pt x="65517" y="25577"/>
                    <a:pt x="67932" y="27528"/>
                  </a:cubicBezTo>
                  <a:cubicBezTo>
                    <a:pt x="70313" y="29479"/>
                    <a:pt x="72562" y="31397"/>
                    <a:pt x="74579" y="33349"/>
                  </a:cubicBezTo>
                  <a:cubicBezTo>
                    <a:pt x="76630" y="35300"/>
                    <a:pt x="78482" y="37185"/>
                    <a:pt x="80070" y="39037"/>
                  </a:cubicBezTo>
                  <a:cubicBezTo>
                    <a:pt x="81690" y="40889"/>
                    <a:pt x="83046" y="42675"/>
                    <a:pt x="84171" y="44362"/>
                  </a:cubicBezTo>
                  <a:cubicBezTo>
                    <a:pt x="85295" y="46049"/>
                    <a:pt x="86122" y="47636"/>
                    <a:pt x="86717" y="49125"/>
                  </a:cubicBezTo>
                  <a:cubicBezTo>
                    <a:pt x="87279" y="50613"/>
                    <a:pt x="87577" y="51936"/>
                    <a:pt x="87610" y="53159"/>
                  </a:cubicBezTo>
                  <a:cubicBezTo>
                    <a:pt x="87610" y="54350"/>
                    <a:pt x="87346" y="55408"/>
                    <a:pt x="86816" y="56268"/>
                  </a:cubicBezTo>
                  <a:cubicBezTo>
                    <a:pt x="86287" y="57161"/>
                    <a:pt x="85460" y="57856"/>
                    <a:pt x="84369" y="58385"/>
                  </a:cubicBezTo>
                  <a:cubicBezTo>
                    <a:pt x="83278" y="58914"/>
                    <a:pt x="81955" y="59245"/>
                    <a:pt x="80367" y="59377"/>
                  </a:cubicBezTo>
                  <a:cubicBezTo>
                    <a:pt x="78780" y="59509"/>
                    <a:pt x="76994" y="59476"/>
                    <a:pt x="74976" y="59245"/>
                  </a:cubicBezTo>
                  <a:cubicBezTo>
                    <a:pt x="72959" y="59013"/>
                    <a:pt x="70743" y="58583"/>
                    <a:pt x="68362" y="57955"/>
                  </a:cubicBezTo>
                  <a:cubicBezTo>
                    <a:pt x="65980" y="57360"/>
                    <a:pt x="63467" y="56566"/>
                    <a:pt x="60821" y="55607"/>
                  </a:cubicBezTo>
                  <a:cubicBezTo>
                    <a:pt x="58175" y="54648"/>
                    <a:pt x="55430" y="53523"/>
                    <a:pt x="52619" y="52266"/>
                  </a:cubicBezTo>
                  <a:cubicBezTo>
                    <a:pt x="49808" y="50977"/>
                    <a:pt x="46964" y="49588"/>
                    <a:pt x="44086" y="48033"/>
                  </a:cubicBezTo>
                  <a:cubicBezTo>
                    <a:pt x="41209" y="46512"/>
                    <a:pt x="38365" y="44858"/>
                    <a:pt x="35520" y="43105"/>
                  </a:cubicBezTo>
                  <a:cubicBezTo>
                    <a:pt x="32709" y="41385"/>
                    <a:pt x="29964" y="39566"/>
                    <a:pt x="27285" y="37681"/>
                  </a:cubicBezTo>
                  <a:cubicBezTo>
                    <a:pt x="24639" y="35796"/>
                    <a:pt x="22093" y="33878"/>
                    <a:pt x="19711" y="31927"/>
                  </a:cubicBezTo>
                  <a:cubicBezTo>
                    <a:pt x="17297" y="30008"/>
                    <a:pt x="15081" y="28057"/>
                    <a:pt x="13031" y="26106"/>
                  </a:cubicBezTo>
                  <a:cubicBezTo>
                    <a:pt x="10980" y="24188"/>
                    <a:pt x="9161" y="22269"/>
                    <a:pt x="7541" y="20417"/>
                  </a:cubicBezTo>
                  <a:cubicBezTo>
                    <a:pt x="5920" y="18565"/>
                    <a:pt x="4564" y="16812"/>
                    <a:pt x="3440" y="15092"/>
                  </a:cubicBezTo>
                  <a:cubicBezTo>
                    <a:pt x="2348" y="13406"/>
                    <a:pt x="1488" y="11818"/>
                    <a:pt x="893" y="10330"/>
                  </a:cubicBezTo>
                  <a:cubicBezTo>
                    <a:pt x="331" y="8842"/>
                    <a:pt x="33" y="7519"/>
                    <a:pt x="0" y="6295"/>
                  </a:cubicBezTo>
                  <a:cubicBezTo>
                    <a:pt x="0" y="5104"/>
                    <a:pt x="265" y="4079"/>
                    <a:pt x="794" y="3186"/>
                  </a:cubicBezTo>
                  <a:cubicBezTo>
                    <a:pt x="1356" y="2293"/>
                    <a:pt x="2150" y="1599"/>
                    <a:pt x="3241" y="1070"/>
                  </a:cubicBezTo>
                  <a:cubicBezTo>
                    <a:pt x="4333" y="573"/>
                    <a:pt x="5655" y="243"/>
                    <a:pt x="7243" y="77"/>
                  </a:cubicBezTo>
                  <a:cubicBezTo>
                    <a:pt x="8830" y="-55"/>
                    <a:pt x="10649" y="-22"/>
                    <a:pt x="12667" y="210"/>
                  </a:cubicBezTo>
                  <a:cubicBezTo>
                    <a:pt x="14684" y="474"/>
                    <a:pt x="16867" y="871"/>
                    <a:pt x="19248" y="1500"/>
                  </a:cubicBezTo>
                  <a:cubicBezTo>
                    <a:pt x="21630" y="2095"/>
                    <a:pt x="24143" y="2889"/>
                    <a:pt x="26789" y="3848"/>
                  </a:cubicBezTo>
                  <a:cubicBezTo>
                    <a:pt x="29468" y="4807"/>
                    <a:pt x="32180" y="5931"/>
                    <a:pt x="34991" y="7188"/>
                  </a:cubicBezTo>
                  <a:cubicBezTo>
                    <a:pt x="37835" y="8478"/>
                    <a:pt x="40680" y="9867"/>
                    <a:pt x="43557" y="11421"/>
                  </a:cubicBezTo>
                  <a:cubicBezTo>
                    <a:pt x="46434" y="12943"/>
                    <a:pt x="49279" y="14596"/>
                    <a:pt x="52090" y="1634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6" name="Freeform: Shape 5145">
              <a:extLst>
                <a:ext uri="{FF2B5EF4-FFF2-40B4-BE49-F238E27FC236}">
                  <a16:creationId xmlns:a16="http://schemas.microsoft.com/office/drawing/2014/main" id="{B9EA0D49-E35A-428F-6F81-B325D031171B}"/>
                </a:ext>
              </a:extLst>
            </p:cNvPr>
            <p:cNvSpPr/>
            <p:nvPr/>
          </p:nvSpPr>
          <p:spPr>
            <a:xfrm>
              <a:off x="11177501" y="2067237"/>
              <a:ext cx="101453" cy="88069"/>
            </a:xfrm>
            <a:custGeom>
              <a:avLst/>
              <a:gdLst>
                <a:gd name="connsiteX0" fmla="*/ 77979 w 159140"/>
                <a:gd name="connsiteY0" fmla="*/ 137624 h 138146"/>
                <a:gd name="connsiteX1" fmla="*/ 522 w 159140"/>
                <a:gd name="connsiteY1" fmla="*/ 77961 h 138146"/>
                <a:gd name="connsiteX2" fmla="*/ 60252 w 159140"/>
                <a:gd name="connsiteY2" fmla="*/ 570 h 138146"/>
                <a:gd name="connsiteX3" fmla="*/ 158743 w 159140"/>
                <a:gd name="connsiteY3" fmla="*/ 56959 h 138146"/>
                <a:gd name="connsiteX4" fmla="*/ 77979 w 159140"/>
                <a:gd name="connsiteY4" fmla="*/ 137624 h 1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140" h="138146">
                  <a:moveTo>
                    <a:pt x="77979" y="137624"/>
                  </a:moveTo>
                  <a:cubicBezTo>
                    <a:pt x="40573" y="142221"/>
                    <a:pt x="5780" y="115994"/>
                    <a:pt x="522" y="77961"/>
                  </a:cubicBezTo>
                  <a:cubicBezTo>
                    <a:pt x="-4075" y="40588"/>
                    <a:pt x="22185" y="5829"/>
                    <a:pt x="60252" y="570"/>
                  </a:cubicBezTo>
                  <a:cubicBezTo>
                    <a:pt x="97690" y="-4027"/>
                    <a:pt x="153484" y="19587"/>
                    <a:pt x="158743" y="56959"/>
                  </a:cubicBezTo>
                  <a:cubicBezTo>
                    <a:pt x="164001" y="94365"/>
                    <a:pt x="116079" y="133060"/>
                    <a:pt x="77979" y="137624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7" name="Freeform: Shape 5146">
              <a:extLst>
                <a:ext uri="{FF2B5EF4-FFF2-40B4-BE49-F238E27FC236}">
                  <a16:creationId xmlns:a16="http://schemas.microsoft.com/office/drawing/2014/main" id="{58DD0A11-4C5D-8ABB-45C2-0B0063140317}"/>
                </a:ext>
              </a:extLst>
            </p:cNvPr>
            <p:cNvSpPr/>
            <p:nvPr/>
          </p:nvSpPr>
          <p:spPr>
            <a:xfrm>
              <a:off x="11192715" y="2101209"/>
              <a:ext cx="61490" cy="20662"/>
            </a:xfrm>
            <a:custGeom>
              <a:avLst/>
              <a:gdLst>
                <a:gd name="connsiteX0" fmla="*/ 96414 w 96454"/>
                <a:gd name="connsiteY0" fmla="*/ 9955 h 32411"/>
                <a:gd name="connsiteX1" fmla="*/ 95852 w 96454"/>
                <a:gd name="connsiteY1" fmla="*/ 12998 h 32411"/>
                <a:gd name="connsiteX2" fmla="*/ 93504 w 96454"/>
                <a:gd name="connsiteY2" fmla="*/ 16173 h 32411"/>
                <a:gd name="connsiteX3" fmla="*/ 89370 w 96454"/>
                <a:gd name="connsiteY3" fmla="*/ 19315 h 32411"/>
                <a:gd name="connsiteX4" fmla="*/ 83681 w 96454"/>
                <a:gd name="connsiteY4" fmla="*/ 22357 h 32411"/>
                <a:gd name="connsiteX5" fmla="*/ 76604 w 96454"/>
                <a:gd name="connsiteY5" fmla="*/ 25168 h 32411"/>
                <a:gd name="connsiteX6" fmla="*/ 68468 w 96454"/>
                <a:gd name="connsiteY6" fmla="*/ 27616 h 32411"/>
                <a:gd name="connsiteX7" fmla="*/ 59538 w 96454"/>
                <a:gd name="connsiteY7" fmla="*/ 29633 h 32411"/>
                <a:gd name="connsiteX8" fmla="*/ 50178 w 96454"/>
                <a:gd name="connsiteY8" fmla="*/ 31155 h 32411"/>
                <a:gd name="connsiteX9" fmla="*/ 40720 w 96454"/>
                <a:gd name="connsiteY9" fmla="*/ 32081 h 32411"/>
                <a:gd name="connsiteX10" fmla="*/ 31592 w 96454"/>
                <a:gd name="connsiteY10" fmla="*/ 32411 h 32411"/>
                <a:gd name="connsiteX11" fmla="*/ 23059 w 96454"/>
                <a:gd name="connsiteY11" fmla="*/ 32081 h 32411"/>
                <a:gd name="connsiteX12" fmla="*/ 15518 w 96454"/>
                <a:gd name="connsiteY12" fmla="*/ 31188 h 32411"/>
                <a:gd name="connsiteX13" fmla="*/ 9234 w 96454"/>
                <a:gd name="connsiteY13" fmla="*/ 29666 h 32411"/>
                <a:gd name="connsiteX14" fmla="*/ 4472 w 96454"/>
                <a:gd name="connsiteY14" fmla="*/ 27682 h 32411"/>
                <a:gd name="connsiteX15" fmla="*/ 1363 w 96454"/>
                <a:gd name="connsiteY15" fmla="*/ 25235 h 32411"/>
                <a:gd name="connsiteX16" fmla="*/ 40 w 96454"/>
                <a:gd name="connsiteY16" fmla="*/ 22423 h 32411"/>
                <a:gd name="connsiteX17" fmla="*/ 602 w 96454"/>
                <a:gd name="connsiteY17" fmla="*/ 19381 h 32411"/>
                <a:gd name="connsiteX18" fmla="*/ 2983 w 96454"/>
                <a:gd name="connsiteY18" fmla="*/ 16206 h 32411"/>
                <a:gd name="connsiteX19" fmla="*/ 7084 w 96454"/>
                <a:gd name="connsiteY19" fmla="*/ 13064 h 32411"/>
                <a:gd name="connsiteX20" fmla="*/ 12806 w 96454"/>
                <a:gd name="connsiteY20" fmla="*/ 10021 h 32411"/>
                <a:gd name="connsiteX21" fmla="*/ 19851 w 96454"/>
                <a:gd name="connsiteY21" fmla="*/ 7210 h 32411"/>
                <a:gd name="connsiteX22" fmla="*/ 27987 w 96454"/>
                <a:gd name="connsiteY22" fmla="*/ 4763 h 32411"/>
                <a:gd name="connsiteX23" fmla="*/ 36916 w 96454"/>
                <a:gd name="connsiteY23" fmla="*/ 2745 h 32411"/>
                <a:gd name="connsiteX24" fmla="*/ 46309 w 96454"/>
                <a:gd name="connsiteY24" fmla="*/ 1224 h 32411"/>
                <a:gd name="connsiteX25" fmla="*/ 55735 w 96454"/>
                <a:gd name="connsiteY25" fmla="*/ 298 h 32411"/>
                <a:gd name="connsiteX26" fmla="*/ 64896 w 96454"/>
                <a:gd name="connsiteY26" fmla="*/ 0 h 32411"/>
                <a:gd name="connsiteX27" fmla="*/ 73396 w 96454"/>
                <a:gd name="connsiteY27" fmla="*/ 298 h 32411"/>
                <a:gd name="connsiteX28" fmla="*/ 80936 w 96454"/>
                <a:gd name="connsiteY28" fmla="*/ 1224 h 32411"/>
                <a:gd name="connsiteX29" fmla="*/ 87220 w 96454"/>
                <a:gd name="connsiteY29" fmla="*/ 2712 h 32411"/>
                <a:gd name="connsiteX30" fmla="*/ 92016 w 96454"/>
                <a:gd name="connsiteY30" fmla="*/ 4729 h 32411"/>
                <a:gd name="connsiteX31" fmla="*/ 95125 w 96454"/>
                <a:gd name="connsiteY31" fmla="*/ 7177 h 32411"/>
                <a:gd name="connsiteX32" fmla="*/ 96414 w 96454"/>
                <a:gd name="connsiteY32" fmla="*/ 9955 h 3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54" h="32411">
                  <a:moveTo>
                    <a:pt x="96414" y="9955"/>
                  </a:moveTo>
                  <a:cubicBezTo>
                    <a:pt x="96547" y="10947"/>
                    <a:pt x="96348" y="11972"/>
                    <a:pt x="95852" y="12998"/>
                  </a:cubicBezTo>
                  <a:cubicBezTo>
                    <a:pt x="95389" y="14056"/>
                    <a:pt x="94595" y="15114"/>
                    <a:pt x="93504" y="16173"/>
                  </a:cubicBezTo>
                  <a:cubicBezTo>
                    <a:pt x="92413" y="17231"/>
                    <a:pt x="91024" y="18289"/>
                    <a:pt x="89370" y="19315"/>
                  </a:cubicBezTo>
                  <a:cubicBezTo>
                    <a:pt x="87716" y="20373"/>
                    <a:pt x="85831" y="21398"/>
                    <a:pt x="83681" y="22357"/>
                  </a:cubicBezTo>
                  <a:cubicBezTo>
                    <a:pt x="81532" y="23349"/>
                    <a:pt x="79183" y="24276"/>
                    <a:pt x="76604" y="25168"/>
                  </a:cubicBezTo>
                  <a:cubicBezTo>
                    <a:pt x="74057" y="26061"/>
                    <a:pt x="71345" y="26888"/>
                    <a:pt x="68468" y="27616"/>
                  </a:cubicBezTo>
                  <a:cubicBezTo>
                    <a:pt x="65590" y="28377"/>
                    <a:pt x="62614" y="29071"/>
                    <a:pt x="59538" y="29633"/>
                  </a:cubicBezTo>
                  <a:cubicBezTo>
                    <a:pt x="56462" y="30229"/>
                    <a:pt x="53320" y="30758"/>
                    <a:pt x="50178" y="31155"/>
                  </a:cubicBezTo>
                  <a:cubicBezTo>
                    <a:pt x="47003" y="31552"/>
                    <a:pt x="43862" y="31882"/>
                    <a:pt x="40720" y="32081"/>
                  </a:cubicBezTo>
                  <a:cubicBezTo>
                    <a:pt x="37611" y="32279"/>
                    <a:pt x="34568" y="32378"/>
                    <a:pt x="31592" y="32411"/>
                  </a:cubicBezTo>
                  <a:cubicBezTo>
                    <a:pt x="28615" y="32411"/>
                    <a:pt x="25771" y="32312"/>
                    <a:pt x="23059" y="32081"/>
                  </a:cubicBezTo>
                  <a:cubicBezTo>
                    <a:pt x="20380" y="31882"/>
                    <a:pt x="17866" y="31585"/>
                    <a:pt x="15518" y="31188"/>
                  </a:cubicBezTo>
                  <a:cubicBezTo>
                    <a:pt x="13203" y="30758"/>
                    <a:pt x="11119" y="30262"/>
                    <a:pt x="9234" y="29666"/>
                  </a:cubicBezTo>
                  <a:cubicBezTo>
                    <a:pt x="7382" y="29104"/>
                    <a:pt x="5795" y="28410"/>
                    <a:pt x="4472" y="27682"/>
                  </a:cubicBezTo>
                  <a:cubicBezTo>
                    <a:pt x="3116" y="26921"/>
                    <a:pt x="2090" y="26095"/>
                    <a:pt x="1363" y="25235"/>
                  </a:cubicBezTo>
                  <a:cubicBezTo>
                    <a:pt x="602" y="24342"/>
                    <a:pt x="172" y="23416"/>
                    <a:pt x="40" y="22423"/>
                  </a:cubicBezTo>
                  <a:cubicBezTo>
                    <a:pt x="-92" y="21431"/>
                    <a:pt x="106" y="20439"/>
                    <a:pt x="602" y="19381"/>
                  </a:cubicBezTo>
                  <a:cubicBezTo>
                    <a:pt x="1098" y="18322"/>
                    <a:pt x="1892" y="17297"/>
                    <a:pt x="2983" y="16206"/>
                  </a:cubicBezTo>
                  <a:cubicBezTo>
                    <a:pt x="4075" y="15147"/>
                    <a:pt x="5431" y="14089"/>
                    <a:pt x="7084" y="13064"/>
                  </a:cubicBezTo>
                  <a:cubicBezTo>
                    <a:pt x="8738" y="12005"/>
                    <a:pt x="10656" y="11013"/>
                    <a:pt x="12806" y="10021"/>
                  </a:cubicBezTo>
                  <a:cubicBezTo>
                    <a:pt x="14923" y="9029"/>
                    <a:pt x="17304" y="8103"/>
                    <a:pt x="19851" y="7210"/>
                  </a:cubicBezTo>
                  <a:cubicBezTo>
                    <a:pt x="22397" y="6317"/>
                    <a:pt x="25142" y="5523"/>
                    <a:pt x="27987" y="4763"/>
                  </a:cubicBezTo>
                  <a:cubicBezTo>
                    <a:pt x="30864" y="4002"/>
                    <a:pt x="33840" y="3340"/>
                    <a:pt x="36916" y="2745"/>
                  </a:cubicBezTo>
                  <a:cubicBezTo>
                    <a:pt x="40025" y="2150"/>
                    <a:pt x="43134" y="1654"/>
                    <a:pt x="46309" y="1224"/>
                  </a:cubicBezTo>
                  <a:cubicBezTo>
                    <a:pt x="49451" y="827"/>
                    <a:pt x="52593" y="529"/>
                    <a:pt x="55735" y="298"/>
                  </a:cubicBezTo>
                  <a:cubicBezTo>
                    <a:pt x="58844" y="99"/>
                    <a:pt x="61919" y="0"/>
                    <a:pt x="64896" y="0"/>
                  </a:cubicBezTo>
                  <a:cubicBezTo>
                    <a:pt x="67839" y="0"/>
                    <a:pt x="70684" y="99"/>
                    <a:pt x="73396" y="298"/>
                  </a:cubicBezTo>
                  <a:cubicBezTo>
                    <a:pt x="76108" y="496"/>
                    <a:pt x="78621" y="794"/>
                    <a:pt x="80936" y="1224"/>
                  </a:cubicBezTo>
                  <a:cubicBezTo>
                    <a:pt x="83251" y="1621"/>
                    <a:pt x="85368" y="2117"/>
                    <a:pt x="87220" y="2712"/>
                  </a:cubicBezTo>
                  <a:cubicBezTo>
                    <a:pt x="89072" y="3307"/>
                    <a:pt x="90693" y="3969"/>
                    <a:pt x="92016" y="4729"/>
                  </a:cubicBezTo>
                  <a:cubicBezTo>
                    <a:pt x="93339" y="5457"/>
                    <a:pt x="94364" y="6284"/>
                    <a:pt x="95125" y="7177"/>
                  </a:cubicBezTo>
                  <a:cubicBezTo>
                    <a:pt x="95852" y="8037"/>
                    <a:pt x="96282" y="8996"/>
                    <a:pt x="96414" y="995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8" name="Freeform: Shape 5147">
              <a:extLst>
                <a:ext uri="{FF2B5EF4-FFF2-40B4-BE49-F238E27FC236}">
                  <a16:creationId xmlns:a16="http://schemas.microsoft.com/office/drawing/2014/main" id="{CE1089B4-9551-8F3A-0B17-C3EE76445CDC}"/>
                </a:ext>
              </a:extLst>
            </p:cNvPr>
            <p:cNvSpPr/>
            <p:nvPr/>
          </p:nvSpPr>
          <p:spPr>
            <a:xfrm>
              <a:off x="10580079" y="1567565"/>
              <a:ext cx="67034" cy="77392"/>
            </a:xfrm>
            <a:custGeom>
              <a:avLst/>
              <a:gdLst>
                <a:gd name="connsiteX0" fmla="*/ 105095 w 105149"/>
                <a:gd name="connsiteY0" fmla="*/ 66906 h 121398"/>
                <a:gd name="connsiteX1" fmla="*/ 54560 w 105149"/>
                <a:gd name="connsiteY1" fmla="*/ 121344 h 121398"/>
                <a:gd name="connsiteX2" fmla="*/ 56 w 105149"/>
                <a:gd name="connsiteY2" fmla="*/ 70842 h 121398"/>
                <a:gd name="connsiteX3" fmla="*/ 49963 w 105149"/>
                <a:gd name="connsiteY3" fmla="*/ 32 h 121398"/>
                <a:gd name="connsiteX4" fmla="*/ 105095 w 105149"/>
                <a:gd name="connsiteY4" fmla="*/ 66906 h 12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49" h="121398">
                  <a:moveTo>
                    <a:pt x="105095" y="66906"/>
                  </a:moveTo>
                  <a:cubicBezTo>
                    <a:pt x="106418" y="95779"/>
                    <a:pt x="83433" y="120054"/>
                    <a:pt x="54560" y="121344"/>
                  </a:cubicBezTo>
                  <a:cubicBezTo>
                    <a:pt x="25654" y="122667"/>
                    <a:pt x="1379" y="99714"/>
                    <a:pt x="56" y="70842"/>
                  </a:cubicBezTo>
                  <a:cubicBezTo>
                    <a:pt x="-1267" y="42002"/>
                    <a:pt x="21057" y="1355"/>
                    <a:pt x="49963" y="32"/>
                  </a:cubicBezTo>
                  <a:cubicBezTo>
                    <a:pt x="78836" y="-1290"/>
                    <a:pt x="103806" y="38066"/>
                    <a:pt x="105095" y="66906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9" name="Freeform: Shape 5148">
              <a:extLst>
                <a:ext uri="{FF2B5EF4-FFF2-40B4-BE49-F238E27FC236}">
                  <a16:creationId xmlns:a16="http://schemas.microsoft.com/office/drawing/2014/main" id="{3887455F-CB56-2F0D-5162-ECFF560473EB}"/>
                </a:ext>
              </a:extLst>
            </p:cNvPr>
            <p:cNvSpPr/>
            <p:nvPr/>
          </p:nvSpPr>
          <p:spPr>
            <a:xfrm>
              <a:off x="10606006" y="1586834"/>
              <a:ext cx="14338" cy="46790"/>
            </a:xfrm>
            <a:custGeom>
              <a:avLst/>
              <a:gdLst>
                <a:gd name="connsiteX0" fmla="*/ 22390 w 22490"/>
                <a:gd name="connsiteY0" fmla="*/ 36251 h 73395"/>
                <a:gd name="connsiteX1" fmla="*/ 22126 w 22490"/>
                <a:gd name="connsiteY1" fmla="*/ 50340 h 73395"/>
                <a:gd name="connsiteX2" fmla="*/ 20174 w 22490"/>
                <a:gd name="connsiteY2" fmla="*/ 62346 h 73395"/>
                <a:gd name="connsiteX3" fmla="*/ 16867 w 22490"/>
                <a:gd name="connsiteY3" fmla="*/ 70449 h 73395"/>
                <a:gd name="connsiteX4" fmla="*/ 12700 w 22490"/>
                <a:gd name="connsiteY4" fmla="*/ 73392 h 73395"/>
                <a:gd name="connsiteX5" fmla="*/ 8334 w 22490"/>
                <a:gd name="connsiteY5" fmla="*/ 70779 h 73395"/>
                <a:gd name="connsiteX6" fmla="*/ 4399 w 22490"/>
                <a:gd name="connsiteY6" fmla="*/ 62974 h 73395"/>
                <a:gd name="connsiteX7" fmla="*/ 1521 w 22490"/>
                <a:gd name="connsiteY7" fmla="*/ 51167 h 73395"/>
                <a:gd name="connsiteX8" fmla="*/ 99 w 22490"/>
                <a:gd name="connsiteY8" fmla="*/ 37144 h 73395"/>
                <a:gd name="connsiteX9" fmla="*/ 397 w 22490"/>
                <a:gd name="connsiteY9" fmla="*/ 23055 h 73395"/>
                <a:gd name="connsiteX10" fmla="*/ 2315 w 22490"/>
                <a:gd name="connsiteY10" fmla="*/ 11050 h 73395"/>
                <a:gd name="connsiteX11" fmla="*/ 5622 w 22490"/>
                <a:gd name="connsiteY11" fmla="*/ 2980 h 73395"/>
                <a:gd name="connsiteX12" fmla="*/ 9790 w 22490"/>
                <a:gd name="connsiteY12" fmla="*/ 3 h 73395"/>
                <a:gd name="connsiteX13" fmla="*/ 14155 w 22490"/>
                <a:gd name="connsiteY13" fmla="*/ 2616 h 73395"/>
                <a:gd name="connsiteX14" fmla="*/ 18091 w 22490"/>
                <a:gd name="connsiteY14" fmla="*/ 10454 h 73395"/>
                <a:gd name="connsiteX15" fmla="*/ 21001 w 22490"/>
                <a:gd name="connsiteY15" fmla="*/ 22261 h 73395"/>
                <a:gd name="connsiteX16" fmla="*/ 22390 w 22490"/>
                <a:gd name="connsiteY16" fmla="*/ 36251 h 7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90" h="73395">
                  <a:moveTo>
                    <a:pt x="22390" y="36251"/>
                  </a:moveTo>
                  <a:cubicBezTo>
                    <a:pt x="22589" y="41113"/>
                    <a:pt x="22490" y="45809"/>
                    <a:pt x="22126" y="50340"/>
                  </a:cubicBezTo>
                  <a:cubicBezTo>
                    <a:pt x="21729" y="54838"/>
                    <a:pt x="21067" y="58840"/>
                    <a:pt x="20174" y="62346"/>
                  </a:cubicBezTo>
                  <a:cubicBezTo>
                    <a:pt x="19248" y="65819"/>
                    <a:pt x="18157" y="68531"/>
                    <a:pt x="16867" y="70449"/>
                  </a:cubicBezTo>
                  <a:cubicBezTo>
                    <a:pt x="15577" y="72334"/>
                    <a:pt x="14188" y="73326"/>
                    <a:pt x="12700" y="73392"/>
                  </a:cubicBezTo>
                  <a:cubicBezTo>
                    <a:pt x="11245" y="73458"/>
                    <a:pt x="9790" y="72565"/>
                    <a:pt x="8334" y="70779"/>
                  </a:cubicBezTo>
                  <a:cubicBezTo>
                    <a:pt x="6879" y="68960"/>
                    <a:pt x="5589" y="66348"/>
                    <a:pt x="4399" y="62974"/>
                  </a:cubicBezTo>
                  <a:cubicBezTo>
                    <a:pt x="3208" y="59568"/>
                    <a:pt x="2249" y="55632"/>
                    <a:pt x="1521" y="51167"/>
                  </a:cubicBezTo>
                  <a:cubicBezTo>
                    <a:pt x="761" y="46669"/>
                    <a:pt x="298" y="42006"/>
                    <a:pt x="99" y="37144"/>
                  </a:cubicBezTo>
                  <a:cubicBezTo>
                    <a:pt x="-99" y="32283"/>
                    <a:pt x="0" y="27586"/>
                    <a:pt x="397" y="23055"/>
                  </a:cubicBezTo>
                  <a:cubicBezTo>
                    <a:pt x="761" y="18557"/>
                    <a:pt x="1422" y="14556"/>
                    <a:pt x="2315" y="11050"/>
                  </a:cubicBezTo>
                  <a:cubicBezTo>
                    <a:pt x="3241" y="7577"/>
                    <a:pt x="4333" y="4898"/>
                    <a:pt x="5622" y="2980"/>
                  </a:cubicBezTo>
                  <a:cubicBezTo>
                    <a:pt x="6912" y="1062"/>
                    <a:pt x="8301" y="70"/>
                    <a:pt x="9790" y="3"/>
                  </a:cubicBezTo>
                  <a:cubicBezTo>
                    <a:pt x="11278" y="-63"/>
                    <a:pt x="12733" y="830"/>
                    <a:pt x="14155" y="2616"/>
                  </a:cubicBezTo>
                  <a:cubicBezTo>
                    <a:pt x="15610" y="4435"/>
                    <a:pt x="16933" y="7048"/>
                    <a:pt x="18091" y="10454"/>
                  </a:cubicBezTo>
                  <a:cubicBezTo>
                    <a:pt x="19282" y="13828"/>
                    <a:pt x="20241" y="17764"/>
                    <a:pt x="21001" y="22261"/>
                  </a:cubicBezTo>
                  <a:cubicBezTo>
                    <a:pt x="21729" y="26726"/>
                    <a:pt x="22225" y="31390"/>
                    <a:pt x="22390" y="3625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0" name="Freeform: Shape 5149">
              <a:extLst>
                <a:ext uri="{FF2B5EF4-FFF2-40B4-BE49-F238E27FC236}">
                  <a16:creationId xmlns:a16="http://schemas.microsoft.com/office/drawing/2014/main" id="{C6080737-152F-A83B-9C72-ADF04C35618F}"/>
                </a:ext>
              </a:extLst>
            </p:cNvPr>
            <p:cNvSpPr/>
            <p:nvPr/>
          </p:nvSpPr>
          <p:spPr>
            <a:xfrm>
              <a:off x="9951798" y="2385304"/>
              <a:ext cx="77523" cy="67394"/>
            </a:xfrm>
            <a:custGeom>
              <a:avLst/>
              <a:gdLst>
                <a:gd name="connsiteX0" fmla="*/ 71642 w 121602"/>
                <a:gd name="connsiteY0" fmla="*/ 59 h 105714"/>
                <a:gd name="connsiteX1" fmla="*/ 121549 w 121602"/>
                <a:gd name="connsiteY1" fmla="*/ 55820 h 105714"/>
                <a:gd name="connsiteX2" fmla="*/ 65722 w 121602"/>
                <a:gd name="connsiteY2" fmla="*/ 105661 h 105714"/>
                <a:gd name="connsiteX3" fmla="*/ 72 w 121602"/>
                <a:gd name="connsiteY3" fmla="*/ 49239 h 105714"/>
                <a:gd name="connsiteX4" fmla="*/ 71642 w 121602"/>
                <a:gd name="connsiteY4" fmla="*/ 59 h 10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02" h="105714">
                  <a:moveTo>
                    <a:pt x="71642" y="59"/>
                  </a:moveTo>
                  <a:cubicBezTo>
                    <a:pt x="100548" y="1382"/>
                    <a:pt x="122839" y="26286"/>
                    <a:pt x="121549" y="55820"/>
                  </a:cubicBezTo>
                  <a:cubicBezTo>
                    <a:pt x="120226" y="84660"/>
                    <a:pt x="95289" y="106951"/>
                    <a:pt x="65722" y="105661"/>
                  </a:cubicBezTo>
                  <a:cubicBezTo>
                    <a:pt x="36188" y="104338"/>
                    <a:pt x="-1879" y="78111"/>
                    <a:pt x="72" y="49239"/>
                  </a:cubicBezTo>
                  <a:cubicBezTo>
                    <a:pt x="1395" y="19738"/>
                    <a:pt x="42769" y="-1264"/>
                    <a:pt x="71642" y="59"/>
                  </a:cubicBezTo>
                  <a:close/>
                </a:path>
              </a:pathLst>
            </a:custGeom>
            <a:solidFill>
              <a:schemeClr val="accent4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1" name="Freeform: Shape 5150">
              <a:extLst>
                <a:ext uri="{FF2B5EF4-FFF2-40B4-BE49-F238E27FC236}">
                  <a16:creationId xmlns:a16="http://schemas.microsoft.com/office/drawing/2014/main" id="{2B659C36-D206-DF4E-A2A4-F6CB5A6E05F7}"/>
                </a:ext>
              </a:extLst>
            </p:cNvPr>
            <p:cNvSpPr/>
            <p:nvPr/>
          </p:nvSpPr>
          <p:spPr>
            <a:xfrm>
              <a:off x="9970860" y="2411586"/>
              <a:ext cx="46814" cy="14445"/>
            </a:xfrm>
            <a:custGeom>
              <a:avLst/>
              <a:gdLst>
                <a:gd name="connsiteX0" fmla="*/ 37376 w 73433"/>
                <a:gd name="connsiteY0" fmla="*/ 207 h 22659"/>
                <a:gd name="connsiteX1" fmla="*/ 51366 w 73433"/>
                <a:gd name="connsiteY1" fmla="*/ 1861 h 22659"/>
                <a:gd name="connsiteX2" fmla="*/ 63140 w 73433"/>
                <a:gd name="connsiteY2" fmla="*/ 4937 h 22659"/>
                <a:gd name="connsiteX3" fmla="*/ 70879 w 73433"/>
                <a:gd name="connsiteY3" fmla="*/ 9005 h 22659"/>
                <a:gd name="connsiteX4" fmla="*/ 73425 w 73433"/>
                <a:gd name="connsiteY4" fmla="*/ 13437 h 22659"/>
                <a:gd name="connsiteX5" fmla="*/ 70383 w 73433"/>
                <a:gd name="connsiteY5" fmla="*/ 17538 h 22659"/>
                <a:gd name="connsiteX6" fmla="*/ 62247 w 73433"/>
                <a:gd name="connsiteY6" fmla="*/ 20680 h 22659"/>
                <a:gd name="connsiteX7" fmla="*/ 50175 w 73433"/>
                <a:gd name="connsiteY7" fmla="*/ 22432 h 22659"/>
                <a:gd name="connsiteX8" fmla="*/ 36086 w 73433"/>
                <a:gd name="connsiteY8" fmla="*/ 22465 h 22659"/>
                <a:gd name="connsiteX9" fmla="*/ 22096 w 73433"/>
                <a:gd name="connsiteY9" fmla="*/ 20812 h 22659"/>
                <a:gd name="connsiteX10" fmla="*/ 10322 w 73433"/>
                <a:gd name="connsiteY10" fmla="*/ 17703 h 22659"/>
                <a:gd name="connsiteX11" fmla="*/ 2583 w 73433"/>
                <a:gd name="connsiteY11" fmla="*/ 13635 h 22659"/>
                <a:gd name="connsiteX12" fmla="*/ 4 w 73433"/>
                <a:gd name="connsiteY12" fmla="*/ 9236 h 22659"/>
                <a:gd name="connsiteX13" fmla="*/ 3046 w 73433"/>
                <a:gd name="connsiteY13" fmla="*/ 5135 h 22659"/>
                <a:gd name="connsiteX14" fmla="*/ 11215 w 73433"/>
                <a:gd name="connsiteY14" fmla="*/ 1960 h 22659"/>
                <a:gd name="connsiteX15" fmla="*/ 23254 w 73433"/>
                <a:gd name="connsiteY15" fmla="*/ 240 h 22659"/>
                <a:gd name="connsiteX16" fmla="*/ 37376 w 73433"/>
                <a:gd name="connsiteY16" fmla="*/ 207 h 2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433" h="22659">
                  <a:moveTo>
                    <a:pt x="37376" y="207"/>
                  </a:moveTo>
                  <a:cubicBezTo>
                    <a:pt x="42238" y="472"/>
                    <a:pt x="46901" y="1034"/>
                    <a:pt x="51366" y="1861"/>
                  </a:cubicBezTo>
                  <a:cubicBezTo>
                    <a:pt x="55831" y="2688"/>
                    <a:pt x="59766" y="3713"/>
                    <a:pt x="63140" y="4937"/>
                  </a:cubicBezTo>
                  <a:cubicBezTo>
                    <a:pt x="66513" y="6194"/>
                    <a:pt x="69093" y="7550"/>
                    <a:pt x="70879" y="9005"/>
                  </a:cubicBezTo>
                  <a:cubicBezTo>
                    <a:pt x="72665" y="10493"/>
                    <a:pt x="73525" y="11948"/>
                    <a:pt x="73425" y="13437"/>
                  </a:cubicBezTo>
                  <a:cubicBezTo>
                    <a:pt x="73359" y="14892"/>
                    <a:pt x="72334" y="16281"/>
                    <a:pt x="70383" y="17538"/>
                  </a:cubicBezTo>
                  <a:cubicBezTo>
                    <a:pt x="68464" y="18794"/>
                    <a:pt x="65719" y="19853"/>
                    <a:pt x="62247" y="20680"/>
                  </a:cubicBezTo>
                  <a:cubicBezTo>
                    <a:pt x="58741" y="21539"/>
                    <a:pt x="54706" y="22102"/>
                    <a:pt x="50175" y="22432"/>
                  </a:cubicBezTo>
                  <a:cubicBezTo>
                    <a:pt x="45644" y="22730"/>
                    <a:pt x="40948" y="22730"/>
                    <a:pt x="36086" y="22465"/>
                  </a:cubicBezTo>
                  <a:cubicBezTo>
                    <a:pt x="31224" y="22168"/>
                    <a:pt x="26561" y="21639"/>
                    <a:pt x="22096" y="20812"/>
                  </a:cubicBezTo>
                  <a:cubicBezTo>
                    <a:pt x="17631" y="19985"/>
                    <a:pt x="13696" y="18960"/>
                    <a:pt x="10322" y="17703"/>
                  </a:cubicBezTo>
                  <a:cubicBezTo>
                    <a:pt x="6949" y="16479"/>
                    <a:pt x="4369" y="15123"/>
                    <a:pt x="2583" y="13635"/>
                  </a:cubicBezTo>
                  <a:cubicBezTo>
                    <a:pt x="797" y="12180"/>
                    <a:pt x="-63" y="10692"/>
                    <a:pt x="4" y="9236"/>
                  </a:cubicBezTo>
                  <a:cubicBezTo>
                    <a:pt x="103" y="7748"/>
                    <a:pt x="1128" y="6392"/>
                    <a:pt x="3046" y="5135"/>
                  </a:cubicBezTo>
                  <a:cubicBezTo>
                    <a:pt x="4998" y="3878"/>
                    <a:pt x="7710" y="2820"/>
                    <a:pt x="11215" y="1960"/>
                  </a:cubicBezTo>
                  <a:cubicBezTo>
                    <a:pt x="14721" y="1133"/>
                    <a:pt x="18756" y="538"/>
                    <a:pt x="23254" y="240"/>
                  </a:cubicBezTo>
                  <a:cubicBezTo>
                    <a:pt x="27785" y="-57"/>
                    <a:pt x="32514" y="-90"/>
                    <a:pt x="37376" y="20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2" name="Freeform: Shape 5151">
              <a:extLst>
                <a:ext uri="{FF2B5EF4-FFF2-40B4-BE49-F238E27FC236}">
                  <a16:creationId xmlns:a16="http://schemas.microsoft.com/office/drawing/2014/main" id="{09809930-BDCC-8A23-A771-B1CF2F278920}"/>
                </a:ext>
              </a:extLst>
            </p:cNvPr>
            <p:cNvSpPr/>
            <p:nvPr/>
          </p:nvSpPr>
          <p:spPr>
            <a:xfrm>
              <a:off x="10345549" y="2050662"/>
              <a:ext cx="182564" cy="169728"/>
            </a:xfrm>
            <a:custGeom>
              <a:avLst/>
              <a:gdLst>
                <a:gd name="connsiteX0" fmla="*/ 281950 w 286370"/>
                <a:gd name="connsiteY0" fmla="*/ 235129 h 266236"/>
                <a:gd name="connsiteX1" fmla="*/ 191331 w 286370"/>
                <a:gd name="connsiteY1" fmla="*/ 255436 h 266236"/>
                <a:gd name="connsiteX2" fmla="*/ 16011 w 286370"/>
                <a:gd name="connsiteY2" fmla="*/ 99365 h 266236"/>
                <a:gd name="connsiteX3" fmla="*/ 25205 w 286370"/>
                <a:gd name="connsiteY3" fmla="*/ 7555 h 266236"/>
                <a:gd name="connsiteX4" fmla="*/ 109905 w 286370"/>
                <a:gd name="connsiteY4" fmla="*/ 27894 h 266236"/>
                <a:gd name="connsiteX5" fmla="*/ 251722 w 286370"/>
                <a:gd name="connsiteY5" fmla="*/ 153803 h 266236"/>
                <a:gd name="connsiteX6" fmla="*/ 281950 w 286370"/>
                <a:gd name="connsiteY6" fmla="*/ 235129 h 266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70" h="266236">
                  <a:moveTo>
                    <a:pt x="281950" y="235129"/>
                  </a:moveTo>
                  <a:cubicBezTo>
                    <a:pt x="269449" y="265292"/>
                    <a:pt x="227446" y="276437"/>
                    <a:pt x="191331" y="255436"/>
                  </a:cubicBezTo>
                  <a:cubicBezTo>
                    <a:pt x="123035" y="215451"/>
                    <a:pt x="63967" y="162336"/>
                    <a:pt x="16011" y="99365"/>
                  </a:cubicBezTo>
                  <a:cubicBezTo>
                    <a:pt x="-9587" y="65928"/>
                    <a:pt x="-3006" y="23297"/>
                    <a:pt x="25205" y="7555"/>
                  </a:cubicBezTo>
                  <a:cubicBezTo>
                    <a:pt x="54111" y="-8188"/>
                    <a:pt x="90227" y="1668"/>
                    <a:pt x="109905" y="27894"/>
                  </a:cubicBezTo>
                  <a:cubicBezTo>
                    <a:pt x="148666" y="78397"/>
                    <a:pt x="196589" y="121028"/>
                    <a:pt x="251722" y="153803"/>
                  </a:cubicBezTo>
                  <a:cubicBezTo>
                    <a:pt x="279305" y="170207"/>
                    <a:pt x="294419" y="204967"/>
                    <a:pt x="281950" y="23512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3" name="Freeform: Shape 5152">
              <a:extLst>
                <a:ext uri="{FF2B5EF4-FFF2-40B4-BE49-F238E27FC236}">
                  <a16:creationId xmlns:a16="http://schemas.microsoft.com/office/drawing/2014/main" id="{CADD7CD6-6BA4-B2ED-86E6-8D006482E7C0}"/>
                </a:ext>
              </a:extLst>
            </p:cNvPr>
            <p:cNvSpPr/>
            <p:nvPr/>
          </p:nvSpPr>
          <p:spPr>
            <a:xfrm>
              <a:off x="10252010" y="2321447"/>
              <a:ext cx="219669" cy="99496"/>
            </a:xfrm>
            <a:custGeom>
              <a:avLst/>
              <a:gdLst>
                <a:gd name="connsiteX0" fmla="*/ 343975 w 344574"/>
                <a:gd name="connsiteY0" fmla="*/ 91693 h 156069"/>
                <a:gd name="connsiteX1" fmla="*/ 277664 w 344574"/>
                <a:gd name="connsiteY1" fmla="*/ 155987 h 156069"/>
                <a:gd name="connsiteX2" fmla="*/ 46551 w 344574"/>
                <a:gd name="connsiteY2" fmla="*/ 115307 h 156069"/>
                <a:gd name="connsiteX3" fmla="*/ 5838 w 344574"/>
                <a:gd name="connsiteY3" fmla="*/ 32030 h 156069"/>
                <a:gd name="connsiteX4" fmla="*/ 88553 w 344574"/>
                <a:gd name="connsiteY4" fmla="*/ 4480 h 156069"/>
                <a:gd name="connsiteX5" fmla="*/ 275018 w 344574"/>
                <a:gd name="connsiteY5" fmla="*/ 37288 h 156069"/>
                <a:gd name="connsiteX6" fmla="*/ 343975 w 344574"/>
                <a:gd name="connsiteY6" fmla="*/ 91693 h 15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574" h="156069">
                  <a:moveTo>
                    <a:pt x="343975" y="91693"/>
                  </a:moveTo>
                  <a:cubicBezTo>
                    <a:pt x="349201" y="123840"/>
                    <a:pt x="319667" y="155326"/>
                    <a:pt x="277664" y="155987"/>
                  </a:cubicBezTo>
                  <a:cubicBezTo>
                    <a:pt x="198851" y="157277"/>
                    <a:pt x="120072" y="143519"/>
                    <a:pt x="46551" y="115307"/>
                  </a:cubicBezTo>
                  <a:cubicBezTo>
                    <a:pt x="7128" y="100226"/>
                    <a:pt x="-9938" y="60241"/>
                    <a:pt x="5838" y="32030"/>
                  </a:cubicBezTo>
                  <a:cubicBezTo>
                    <a:pt x="21581" y="3157"/>
                    <a:pt x="58358" y="-6666"/>
                    <a:pt x="88553" y="4480"/>
                  </a:cubicBezTo>
                  <a:cubicBezTo>
                    <a:pt x="148316" y="27433"/>
                    <a:pt x="211320" y="38578"/>
                    <a:pt x="275018" y="37288"/>
                  </a:cubicBezTo>
                  <a:cubicBezTo>
                    <a:pt x="307860" y="37288"/>
                    <a:pt x="338717" y="59579"/>
                    <a:pt x="343975" y="9169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4" name="Freeform: Shape 5153">
              <a:extLst>
                <a:ext uri="{FF2B5EF4-FFF2-40B4-BE49-F238E27FC236}">
                  <a16:creationId xmlns:a16="http://schemas.microsoft.com/office/drawing/2014/main" id="{E59266A0-37B8-0A92-A694-5D0CE7E27E89}"/>
                </a:ext>
              </a:extLst>
            </p:cNvPr>
            <p:cNvSpPr/>
            <p:nvPr/>
          </p:nvSpPr>
          <p:spPr>
            <a:xfrm>
              <a:off x="10558545" y="2396460"/>
              <a:ext cx="216254" cy="111851"/>
            </a:xfrm>
            <a:custGeom>
              <a:avLst/>
              <a:gdLst>
                <a:gd name="connsiteX0" fmla="*/ 8235 w 339216"/>
                <a:gd name="connsiteY0" fmla="*/ 148487 h 175449"/>
                <a:gd name="connsiteX1" fmla="*/ 40415 w 339216"/>
                <a:gd name="connsiteY1" fmla="*/ 61902 h 175449"/>
                <a:gd name="connsiteX2" fmla="*/ 266931 w 339216"/>
                <a:gd name="connsiteY2" fmla="*/ 254 h 175449"/>
                <a:gd name="connsiteX3" fmla="*/ 339129 w 339216"/>
                <a:gd name="connsiteY3" fmla="*/ 58628 h 175449"/>
                <a:gd name="connsiteX4" fmla="*/ 276125 w 339216"/>
                <a:gd name="connsiteY4" fmla="*/ 118324 h 175449"/>
                <a:gd name="connsiteX5" fmla="*/ 93596 w 339216"/>
                <a:gd name="connsiteY5" fmla="*/ 168165 h 175449"/>
                <a:gd name="connsiteX6" fmla="*/ 8235 w 339216"/>
                <a:gd name="connsiteY6" fmla="*/ 148487 h 17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216" h="175449">
                  <a:moveTo>
                    <a:pt x="8235" y="148487"/>
                  </a:moveTo>
                  <a:cubicBezTo>
                    <a:pt x="-10154" y="121599"/>
                    <a:pt x="2976" y="80290"/>
                    <a:pt x="40415" y="61902"/>
                  </a:cubicBezTo>
                  <a:cubicBezTo>
                    <a:pt x="111323" y="27142"/>
                    <a:pt x="188118" y="6174"/>
                    <a:pt x="266931" y="254"/>
                  </a:cubicBezTo>
                  <a:cubicBezTo>
                    <a:pt x="308934" y="-3020"/>
                    <a:pt x="341114" y="25852"/>
                    <a:pt x="339129" y="58628"/>
                  </a:cubicBezTo>
                  <a:cubicBezTo>
                    <a:pt x="336517" y="91436"/>
                    <a:pt x="308272" y="116340"/>
                    <a:pt x="276125" y="118324"/>
                  </a:cubicBezTo>
                  <a:cubicBezTo>
                    <a:pt x="212427" y="122888"/>
                    <a:pt x="150713" y="139954"/>
                    <a:pt x="93596" y="168165"/>
                  </a:cubicBezTo>
                  <a:cubicBezTo>
                    <a:pt x="64029" y="182585"/>
                    <a:pt x="26623" y="175375"/>
                    <a:pt x="8235" y="148487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5A160BC-3692-4A26-B68A-8FF38ABC63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264806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0D44E4C9-DA63-4020-4C2B-518CFFAEA614}"/>
              </a:ext>
            </a:extLst>
          </p:cNvPr>
          <p:cNvGrpSpPr/>
          <p:nvPr/>
        </p:nvGrpSpPr>
        <p:grpSpPr>
          <a:xfrm rot="19433303">
            <a:off x="5099690" y="3940293"/>
            <a:ext cx="2004642" cy="1975956"/>
            <a:chOff x="10149732" y="3972565"/>
            <a:chExt cx="1579958" cy="1557349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0F75BE0-4940-342C-9ED7-2B34A1E75634}"/>
                </a:ext>
              </a:extLst>
            </p:cNvPr>
            <p:cNvSpPr/>
            <p:nvPr/>
          </p:nvSpPr>
          <p:spPr>
            <a:xfrm rot="19800000">
              <a:off x="10150031" y="3972565"/>
              <a:ext cx="1560941" cy="1557349"/>
            </a:xfrm>
            <a:custGeom>
              <a:avLst/>
              <a:gdLst>
                <a:gd name="connsiteX0" fmla="*/ 2565457 w 2743224"/>
                <a:gd name="connsiteY0" fmla="*/ 1429214 h 2736912"/>
                <a:gd name="connsiteX1" fmla="*/ 2301138 w 2743224"/>
                <a:gd name="connsiteY1" fmla="*/ 1687348 h 2736912"/>
                <a:gd name="connsiteX2" fmla="*/ 2394337 w 2743224"/>
                <a:gd name="connsiteY2" fmla="*/ 1743638 h 2736912"/>
                <a:gd name="connsiteX3" fmla="*/ 2475895 w 2743224"/>
                <a:gd name="connsiteY3" fmla="*/ 1826750 h 2736912"/>
                <a:gd name="connsiteX4" fmla="*/ 2484626 w 2743224"/>
                <a:gd name="connsiteY4" fmla="*/ 2037325 h 2736912"/>
                <a:gd name="connsiteX5" fmla="*/ 1520683 w 2743224"/>
                <a:gd name="connsiteY5" fmla="*/ 2715452 h 2736912"/>
                <a:gd name="connsiteX6" fmla="*/ 1390210 w 2743224"/>
                <a:gd name="connsiteY6" fmla="*/ 2720711 h 2736912"/>
                <a:gd name="connsiteX7" fmla="*/ 1262119 w 2743224"/>
                <a:gd name="connsiteY7" fmla="*/ 2719355 h 2736912"/>
                <a:gd name="connsiteX8" fmla="*/ 1236355 w 2743224"/>
                <a:gd name="connsiteY8" fmla="*/ 2700007 h 2736912"/>
                <a:gd name="connsiteX9" fmla="*/ 1186448 w 2743224"/>
                <a:gd name="connsiteY9" fmla="*/ 2704505 h 2736912"/>
                <a:gd name="connsiteX10" fmla="*/ 1141833 w 2743224"/>
                <a:gd name="connsiteY10" fmla="*/ 2694286 h 2736912"/>
                <a:gd name="connsiteX11" fmla="*/ 1003886 w 2743224"/>
                <a:gd name="connsiteY11" fmla="*/ 2670936 h 2736912"/>
                <a:gd name="connsiteX12" fmla="*/ 907842 w 2743224"/>
                <a:gd name="connsiteY12" fmla="*/ 2641005 h 2736912"/>
                <a:gd name="connsiteX13" fmla="*/ 41563 w 2743224"/>
                <a:gd name="connsiteY13" fmla="*/ 1671539 h 2736912"/>
                <a:gd name="connsiteX14" fmla="*/ 263681 w 2743224"/>
                <a:gd name="connsiteY14" fmla="*/ 1279989 h 2736912"/>
                <a:gd name="connsiteX15" fmla="*/ 453354 w 2743224"/>
                <a:gd name="connsiteY15" fmla="*/ 1440293 h 2736912"/>
                <a:gd name="connsiteX16" fmla="*/ 504418 w 2743224"/>
                <a:gd name="connsiteY16" fmla="*/ 1400705 h 2736912"/>
                <a:gd name="connsiteX17" fmla="*/ 579560 w 2743224"/>
                <a:gd name="connsiteY17" fmla="*/ 1362241 h 2736912"/>
                <a:gd name="connsiteX18" fmla="*/ 291495 w 2743224"/>
                <a:gd name="connsiteY18" fmla="*/ 711730 h 2736912"/>
                <a:gd name="connsiteX19" fmla="*/ 620571 w 2743224"/>
                <a:gd name="connsiteY19" fmla="*/ 420026 h 2736912"/>
                <a:gd name="connsiteX20" fmla="*/ 765298 w 2743224"/>
                <a:gd name="connsiteY20" fmla="*/ 699658 h 2736912"/>
                <a:gd name="connsiteX21" fmla="*/ 793310 w 2743224"/>
                <a:gd name="connsiteY21" fmla="*/ 794743 h 2736912"/>
                <a:gd name="connsiteX22" fmla="*/ 768142 w 2743224"/>
                <a:gd name="connsiteY22" fmla="*/ 266998 h 2736912"/>
                <a:gd name="connsiteX23" fmla="*/ 978188 w 2743224"/>
                <a:gd name="connsiteY23" fmla="*/ 0 h 2736912"/>
                <a:gd name="connsiteX24" fmla="*/ 1121195 w 2743224"/>
                <a:gd name="connsiteY24" fmla="*/ 331 h 2736912"/>
                <a:gd name="connsiteX25" fmla="*/ 1330150 w 2743224"/>
                <a:gd name="connsiteY25" fmla="*/ 265741 h 2736912"/>
                <a:gd name="connsiteX26" fmla="*/ 1291752 w 2743224"/>
                <a:gd name="connsiteY26" fmla="*/ 1143397 h 2736912"/>
                <a:gd name="connsiteX27" fmla="*/ 1339245 w 2743224"/>
                <a:gd name="connsiteY27" fmla="*/ 1146969 h 2736912"/>
                <a:gd name="connsiteX28" fmla="*/ 1445012 w 2743224"/>
                <a:gd name="connsiteY28" fmla="*/ 1193139 h 2736912"/>
                <a:gd name="connsiteX29" fmla="*/ 1560834 w 2743224"/>
                <a:gd name="connsiteY29" fmla="*/ 557180 h 2736912"/>
                <a:gd name="connsiteX30" fmla="*/ 1796247 w 2743224"/>
                <a:gd name="connsiteY30" fmla="*/ 394395 h 2736912"/>
                <a:gd name="connsiteX31" fmla="*/ 1921560 w 2743224"/>
                <a:gd name="connsiteY31" fmla="*/ 431503 h 2736912"/>
                <a:gd name="connsiteX32" fmla="*/ 2053785 w 2743224"/>
                <a:gd name="connsiteY32" fmla="*/ 700981 h 2736912"/>
                <a:gd name="connsiteX33" fmla="*/ 1912928 w 2743224"/>
                <a:gd name="connsiteY33" fmla="*/ 1190791 h 2736912"/>
                <a:gd name="connsiteX34" fmla="*/ 2003118 w 2743224"/>
                <a:gd name="connsiteY34" fmla="*/ 1210337 h 2736912"/>
                <a:gd name="connsiteX35" fmla="*/ 2095490 w 2743224"/>
                <a:gd name="connsiteY35" fmla="*/ 1263650 h 2736912"/>
                <a:gd name="connsiteX36" fmla="*/ 2118774 w 2743224"/>
                <a:gd name="connsiteY36" fmla="*/ 1280154 h 2736912"/>
                <a:gd name="connsiteX37" fmla="*/ 2354121 w 2743224"/>
                <a:gd name="connsiteY37" fmla="*/ 977934 h 2736912"/>
                <a:gd name="connsiteX38" fmla="*/ 2742000 w 2743224"/>
                <a:gd name="connsiteY38" fmla="*/ 1171046 h 2736912"/>
                <a:gd name="connsiteX39" fmla="*/ 2565457 w 2743224"/>
                <a:gd name="connsiteY39" fmla="*/ 1429214 h 27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743224" h="2736912">
                  <a:moveTo>
                    <a:pt x="2565457" y="1429214"/>
                  </a:moveTo>
                  <a:cubicBezTo>
                    <a:pt x="2477350" y="1515269"/>
                    <a:pt x="2389244" y="1601292"/>
                    <a:pt x="2301138" y="1687348"/>
                  </a:cubicBezTo>
                  <a:cubicBezTo>
                    <a:pt x="2334409" y="1697071"/>
                    <a:pt x="2367218" y="1716022"/>
                    <a:pt x="2394337" y="1743638"/>
                  </a:cubicBezTo>
                  <a:lnTo>
                    <a:pt x="2475895" y="1826750"/>
                  </a:lnTo>
                  <a:cubicBezTo>
                    <a:pt x="2544356" y="1896468"/>
                    <a:pt x="2548325" y="1992478"/>
                    <a:pt x="2484626" y="2037325"/>
                  </a:cubicBezTo>
                  <a:lnTo>
                    <a:pt x="1520683" y="2715452"/>
                  </a:lnTo>
                  <a:cubicBezTo>
                    <a:pt x="1485758" y="2740026"/>
                    <a:pt x="1435917" y="2740555"/>
                    <a:pt x="1390210" y="2720711"/>
                  </a:cubicBezTo>
                  <a:cubicBezTo>
                    <a:pt x="1351317" y="2742043"/>
                    <a:pt x="1303196" y="2743035"/>
                    <a:pt x="1262119" y="2719355"/>
                  </a:cubicBezTo>
                  <a:cubicBezTo>
                    <a:pt x="1252627" y="2713865"/>
                    <a:pt x="1244028" y="2707350"/>
                    <a:pt x="1236355" y="2700007"/>
                  </a:cubicBezTo>
                  <a:cubicBezTo>
                    <a:pt x="1220613" y="2704141"/>
                    <a:pt x="1203811" y="2705795"/>
                    <a:pt x="1186448" y="2704505"/>
                  </a:cubicBezTo>
                  <a:cubicBezTo>
                    <a:pt x="1170706" y="2703315"/>
                    <a:pt x="1155723" y="2699776"/>
                    <a:pt x="1141833" y="2694286"/>
                  </a:cubicBezTo>
                  <a:cubicBezTo>
                    <a:pt x="1091364" y="2715684"/>
                    <a:pt x="1036760" y="2705696"/>
                    <a:pt x="1003886" y="2670936"/>
                  </a:cubicBezTo>
                  <a:cubicBezTo>
                    <a:pt x="968630" y="2679171"/>
                    <a:pt x="933407" y="2669613"/>
                    <a:pt x="907842" y="2641005"/>
                  </a:cubicBezTo>
                  <a:cubicBezTo>
                    <a:pt x="907842" y="2641005"/>
                    <a:pt x="42456" y="1672531"/>
                    <a:pt x="41563" y="1671539"/>
                  </a:cubicBezTo>
                  <a:cubicBezTo>
                    <a:pt x="-86231" y="1528465"/>
                    <a:pt x="107180" y="1273639"/>
                    <a:pt x="263681" y="1279989"/>
                  </a:cubicBezTo>
                  <a:cubicBezTo>
                    <a:pt x="367232" y="1284156"/>
                    <a:pt x="408672" y="1360389"/>
                    <a:pt x="453354" y="1440293"/>
                  </a:cubicBezTo>
                  <a:cubicBezTo>
                    <a:pt x="467245" y="1424550"/>
                    <a:pt x="484409" y="1410924"/>
                    <a:pt x="504418" y="1400705"/>
                  </a:cubicBezTo>
                  <a:lnTo>
                    <a:pt x="579560" y="1362241"/>
                  </a:lnTo>
                  <a:cubicBezTo>
                    <a:pt x="442506" y="1052778"/>
                    <a:pt x="291793" y="712358"/>
                    <a:pt x="291495" y="711730"/>
                  </a:cubicBezTo>
                  <a:cubicBezTo>
                    <a:pt x="216717" y="542727"/>
                    <a:pt x="476472" y="367507"/>
                    <a:pt x="620571" y="420026"/>
                  </a:cubicBezTo>
                  <a:cubicBezTo>
                    <a:pt x="744032" y="465039"/>
                    <a:pt x="732754" y="589294"/>
                    <a:pt x="765298" y="699658"/>
                  </a:cubicBezTo>
                  <a:cubicBezTo>
                    <a:pt x="774624" y="731342"/>
                    <a:pt x="783984" y="763059"/>
                    <a:pt x="793310" y="794743"/>
                  </a:cubicBezTo>
                  <a:lnTo>
                    <a:pt x="768142" y="266998"/>
                  </a:lnTo>
                  <a:cubicBezTo>
                    <a:pt x="761230" y="121907"/>
                    <a:pt x="857340" y="-264"/>
                    <a:pt x="978188" y="0"/>
                  </a:cubicBezTo>
                  <a:lnTo>
                    <a:pt x="1121195" y="331"/>
                  </a:lnTo>
                  <a:cubicBezTo>
                    <a:pt x="1241184" y="596"/>
                    <a:pt x="1336467" y="121610"/>
                    <a:pt x="1330150" y="265741"/>
                  </a:cubicBezTo>
                  <a:lnTo>
                    <a:pt x="1291752" y="1143397"/>
                  </a:lnTo>
                  <a:lnTo>
                    <a:pt x="1339245" y="1146969"/>
                  </a:lnTo>
                  <a:cubicBezTo>
                    <a:pt x="1380983" y="1150144"/>
                    <a:pt x="1417926" y="1167441"/>
                    <a:pt x="1445012" y="1193139"/>
                  </a:cubicBezTo>
                  <a:lnTo>
                    <a:pt x="1560834" y="557180"/>
                  </a:lnTo>
                  <a:cubicBezTo>
                    <a:pt x="1582629" y="437522"/>
                    <a:pt x="1690380" y="363009"/>
                    <a:pt x="1796247" y="394395"/>
                  </a:cubicBezTo>
                  <a:lnTo>
                    <a:pt x="1921560" y="431503"/>
                  </a:lnTo>
                  <a:cubicBezTo>
                    <a:pt x="2026699" y="462657"/>
                    <a:pt x="2086991" y="585523"/>
                    <a:pt x="2053785" y="700981"/>
                  </a:cubicBezTo>
                  <a:lnTo>
                    <a:pt x="1912928" y="1190791"/>
                  </a:lnTo>
                  <a:cubicBezTo>
                    <a:pt x="1943090" y="1187748"/>
                    <a:pt x="1974477" y="1193800"/>
                    <a:pt x="2003118" y="1210337"/>
                  </a:cubicBezTo>
                  <a:lnTo>
                    <a:pt x="2095490" y="1263650"/>
                  </a:lnTo>
                  <a:cubicBezTo>
                    <a:pt x="2103891" y="1268512"/>
                    <a:pt x="2111630" y="1274068"/>
                    <a:pt x="2118774" y="1280154"/>
                  </a:cubicBezTo>
                  <a:cubicBezTo>
                    <a:pt x="2249776" y="1111945"/>
                    <a:pt x="2353823" y="978330"/>
                    <a:pt x="2354121" y="977934"/>
                  </a:cubicBezTo>
                  <a:cubicBezTo>
                    <a:pt x="2466172" y="834132"/>
                    <a:pt x="2725563" y="1009915"/>
                    <a:pt x="2742000" y="1171046"/>
                  </a:cubicBezTo>
                  <a:cubicBezTo>
                    <a:pt x="2756089" y="1309093"/>
                    <a:pt x="2645592" y="1350996"/>
                    <a:pt x="2565457" y="1429214"/>
                  </a:cubicBezTo>
                  <a:close/>
                </a:path>
              </a:pathLst>
            </a:custGeom>
            <a:solidFill>
              <a:srgbClr val="F9939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5E885E6-348A-26D4-7DD1-471E85675201}"/>
                </a:ext>
              </a:extLst>
            </p:cNvPr>
            <p:cNvSpPr/>
            <p:nvPr/>
          </p:nvSpPr>
          <p:spPr>
            <a:xfrm rot="19800000">
              <a:off x="10296710" y="4236490"/>
              <a:ext cx="1217796" cy="879740"/>
            </a:xfrm>
            <a:custGeom>
              <a:avLst/>
              <a:gdLst>
                <a:gd name="connsiteX0" fmla="*/ 343126 w 2140176"/>
                <a:gd name="connsiteY0" fmla="*/ 89760 h 1546070"/>
                <a:gd name="connsiteX1" fmla="*/ 185567 w 2140176"/>
                <a:gd name="connsiteY1" fmla="*/ 258564 h 1546070"/>
                <a:gd name="connsiteX2" fmla="*/ 557 w 2140176"/>
                <a:gd name="connsiteY2" fmla="*/ 194171 h 1546070"/>
                <a:gd name="connsiteX3" fmla="*/ 158116 w 2140176"/>
                <a:gd name="connsiteY3" fmla="*/ 25334 h 1546070"/>
                <a:gd name="connsiteX4" fmla="*/ 343126 w 2140176"/>
                <a:gd name="connsiteY4" fmla="*/ 89760 h 1546070"/>
                <a:gd name="connsiteX5" fmla="*/ 2064439 w 2140176"/>
                <a:gd name="connsiteY5" fmla="*/ 1335088 h 1546070"/>
                <a:gd name="connsiteX6" fmla="*/ 1854856 w 2140176"/>
                <a:gd name="connsiteY6" fmla="*/ 1297881 h 1546070"/>
                <a:gd name="connsiteX7" fmla="*/ 1909526 w 2140176"/>
                <a:gd name="connsiteY7" fmla="*/ 1485933 h 1546070"/>
                <a:gd name="connsiteX8" fmla="*/ 2119109 w 2140176"/>
                <a:gd name="connsiteY8" fmla="*/ 1523140 h 1546070"/>
                <a:gd name="connsiteX9" fmla="*/ 2064439 w 2140176"/>
                <a:gd name="connsiteY9" fmla="*/ 1335088 h 1546070"/>
                <a:gd name="connsiteX10" fmla="*/ 1509575 w 2140176"/>
                <a:gd name="connsiteY10" fmla="*/ 6284 h 1546070"/>
                <a:gd name="connsiteX11" fmla="*/ 1306507 w 2140176"/>
                <a:gd name="connsiteY11" fmla="*/ 83608 h 1546070"/>
                <a:gd name="connsiteX12" fmla="*/ 1470152 w 2140176"/>
                <a:gd name="connsiteY12" fmla="*/ 238158 h 1546070"/>
                <a:gd name="connsiteX13" fmla="*/ 1673187 w 2140176"/>
                <a:gd name="connsiteY13" fmla="*/ 160834 h 1546070"/>
                <a:gd name="connsiteX14" fmla="*/ 1509575 w 2140176"/>
                <a:gd name="connsiteY14" fmla="*/ 6284 h 15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0176" h="1546070">
                  <a:moveTo>
                    <a:pt x="343126" y="89760"/>
                  </a:moveTo>
                  <a:cubicBezTo>
                    <a:pt x="350700" y="154153"/>
                    <a:pt x="280155" y="229724"/>
                    <a:pt x="185567" y="258564"/>
                  </a:cubicBezTo>
                  <a:cubicBezTo>
                    <a:pt x="90978" y="287404"/>
                    <a:pt x="8131" y="258564"/>
                    <a:pt x="557" y="194171"/>
                  </a:cubicBezTo>
                  <a:cubicBezTo>
                    <a:pt x="-7017" y="129778"/>
                    <a:pt x="63528" y="54173"/>
                    <a:pt x="158116" y="25334"/>
                  </a:cubicBezTo>
                  <a:cubicBezTo>
                    <a:pt x="252705" y="-3506"/>
                    <a:pt x="335553" y="25334"/>
                    <a:pt x="343126" y="89760"/>
                  </a:cubicBezTo>
                  <a:close/>
                  <a:moveTo>
                    <a:pt x="2064439" y="1335088"/>
                  </a:moveTo>
                  <a:cubicBezTo>
                    <a:pt x="1991481" y="1272877"/>
                    <a:pt x="1897620" y="1256242"/>
                    <a:pt x="1854856" y="1297881"/>
                  </a:cubicBezTo>
                  <a:cubicBezTo>
                    <a:pt x="1812060" y="1339519"/>
                    <a:pt x="1836567" y="1423723"/>
                    <a:pt x="1909526" y="1485933"/>
                  </a:cubicBezTo>
                  <a:cubicBezTo>
                    <a:pt x="1982518" y="1548143"/>
                    <a:pt x="2076346" y="1564779"/>
                    <a:pt x="2119109" y="1523140"/>
                  </a:cubicBezTo>
                  <a:cubicBezTo>
                    <a:pt x="2161905" y="1481468"/>
                    <a:pt x="2137431" y="1397298"/>
                    <a:pt x="2064439" y="1335088"/>
                  </a:cubicBezTo>
                  <a:close/>
                  <a:moveTo>
                    <a:pt x="1509575" y="6284"/>
                  </a:moveTo>
                  <a:cubicBezTo>
                    <a:pt x="1408306" y="-15015"/>
                    <a:pt x="1317388" y="19579"/>
                    <a:pt x="1306507" y="83608"/>
                  </a:cubicBezTo>
                  <a:cubicBezTo>
                    <a:pt x="1295626" y="147638"/>
                    <a:pt x="1368883" y="216826"/>
                    <a:pt x="1470152" y="238158"/>
                  </a:cubicBezTo>
                  <a:cubicBezTo>
                    <a:pt x="1571421" y="259490"/>
                    <a:pt x="1662306" y="224863"/>
                    <a:pt x="1673187" y="160834"/>
                  </a:cubicBezTo>
                  <a:cubicBezTo>
                    <a:pt x="1684068" y="96804"/>
                    <a:pt x="1610811" y="27616"/>
                    <a:pt x="1509575" y="6284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2D6433D-BFC4-49AC-48F0-6AE5FF25BB95}"/>
                </a:ext>
              </a:extLst>
            </p:cNvPr>
            <p:cNvSpPr/>
            <p:nvPr/>
          </p:nvSpPr>
          <p:spPr>
            <a:xfrm rot="19800000">
              <a:off x="10486797" y="4123854"/>
              <a:ext cx="308932" cy="753986"/>
            </a:xfrm>
            <a:custGeom>
              <a:avLst/>
              <a:gdLst>
                <a:gd name="connsiteX0" fmla="*/ 177337 w 542923"/>
                <a:gd name="connsiteY0" fmla="*/ 224003 h 1325068"/>
                <a:gd name="connsiteX1" fmla="*/ 0 w 542923"/>
                <a:gd name="connsiteY1" fmla="*/ 111622 h 1325068"/>
                <a:gd name="connsiteX2" fmla="*/ 177800 w 542923"/>
                <a:gd name="connsiteY2" fmla="*/ 1 h 1325068"/>
                <a:gd name="connsiteX3" fmla="*/ 355137 w 542923"/>
                <a:gd name="connsiteY3" fmla="*/ 112382 h 1325068"/>
                <a:gd name="connsiteX4" fmla="*/ 177337 w 542923"/>
                <a:gd name="connsiteY4" fmla="*/ 224003 h 1325068"/>
                <a:gd name="connsiteX5" fmla="*/ 403622 w 542923"/>
                <a:gd name="connsiteY5" fmla="*/ 1151434 h 1325068"/>
                <a:gd name="connsiteX6" fmla="*/ 255918 w 542923"/>
                <a:gd name="connsiteY6" fmla="*/ 1230181 h 1325068"/>
                <a:gd name="connsiteX7" fmla="*/ 395155 w 542923"/>
                <a:gd name="connsiteY7" fmla="*/ 1324703 h 1325068"/>
                <a:gd name="connsiteX8" fmla="*/ 542859 w 542923"/>
                <a:gd name="connsiteY8" fmla="*/ 1245957 h 1325068"/>
                <a:gd name="connsiteX9" fmla="*/ 403622 w 542923"/>
                <a:gd name="connsiteY9" fmla="*/ 1151434 h 132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923" h="1325068">
                  <a:moveTo>
                    <a:pt x="177337" y="224003"/>
                  </a:moveTo>
                  <a:cubicBezTo>
                    <a:pt x="79243" y="223805"/>
                    <a:pt x="-132" y="173468"/>
                    <a:pt x="0" y="111622"/>
                  </a:cubicBezTo>
                  <a:cubicBezTo>
                    <a:pt x="132" y="49775"/>
                    <a:pt x="79739" y="-198"/>
                    <a:pt x="177800" y="1"/>
                  </a:cubicBezTo>
                  <a:cubicBezTo>
                    <a:pt x="275861" y="199"/>
                    <a:pt x="355269" y="50536"/>
                    <a:pt x="355137" y="112382"/>
                  </a:cubicBezTo>
                  <a:cubicBezTo>
                    <a:pt x="355005" y="174229"/>
                    <a:pt x="275398" y="224202"/>
                    <a:pt x="177337" y="224003"/>
                  </a:cubicBezTo>
                  <a:close/>
                  <a:moveTo>
                    <a:pt x="403622" y="1151434"/>
                  </a:moveTo>
                  <a:cubicBezTo>
                    <a:pt x="324379" y="1147069"/>
                    <a:pt x="258234" y="1182324"/>
                    <a:pt x="255918" y="1230181"/>
                  </a:cubicBezTo>
                  <a:cubicBezTo>
                    <a:pt x="253570" y="1278037"/>
                    <a:pt x="315913" y="1320338"/>
                    <a:pt x="395155" y="1324703"/>
                  </a:cubicBezTo>
                  <a:cubicBezTo>
                    <a:pt x="474398" y="1329069"/>
                    <a:pt x="540544" y="1293813"/>
                    <a:pt x="542859" y="1245957"/>
                  </a:cubicBezTo>
                  <a:cubicBezTo>
                    <a:pt x="545207" y="1198133"/>
                    <a:pt x="482865" y="1155800"/>
                    <a:pt x="403622" y="1151434"/>
                  </a:cubicBezTo>
                  <a:close/>
                </a:path>
              </a:pathLst>
            </a:custGeom>
            <a:solidFill>
              <a:schemeClr val="accent6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EC37B63-51D7-976D-523A-AABF3D81997B}"/>
                </a:ext>
              </a:extLst>
            </p:cNvPr>
            <p:cNvSpPr/>
            <p:nvPr/>
          </p:nvSpPr>
          <p:spPr>
            <a:xfrm rot="19800000">
              <a:off x="10449845" y="4709889"/>
              <a:ext cx="929884" cy="195792"/>
            </a:xfrm>
            <a:custGeom>
              <a:avLst/>
              <a:gdLst>
                <a:gd name="connsiteX0" fmla="*/ 274762 w 1634193"/>
                <a:gd name="connsiteY0" fmla="*/ 199510 h 344089"/>
                <a:gd name="connsiteX1" fmla="*/ 164696 w 1634193"/>
                <a:gd name="connsiteY1" fmla="*/ 330611 h 344089"/>
                <a:gd name="connsiteX2" fmla="*/ 2506 w 1634193"/>
                <a:gd name="connsiteY2" fmla="*/ 297373 h 344089"/>
                <a:gd name="connsiteX3" fmla="*/ 112540 w 1634193"/>
                <a:gd name="connsiteY3" fmla="*/ 166239 h 344089"/>
                <a:gd name="connsiteX4" fmla="*/ 274762 w 1634193"/>
                <a:gd name="connsiteY4" fmla="*/ 199510 h 344089"/>
                <a:gd name="connsiteX5" fmla="*/ 1536362 w 1634193"/>
                <a:gd name="connsiteY5" fmla="*/ 21512 h 344089"/>
                <a:gd name="connsiteX6" fmla="*/ 1376487 w 1634193"/>
                <a:gd name="connsiteY6" fmla="*/ 35502 h 344089"/>
                <a:gd name="connsiteX7" fmla="*/ 1470051 w 1634193"/>
                <a:gd name="connsiteY7" fmla="*/ 170704 h 344089"/>
                <a:gd name="connsiteX8" fmla="*/ 1629892 w 1634193"/>
                <a:gd name="connsiteY8" fmla="*/ 156714 h 344089"/>
                <a:gd name="connsiteX9" fmla="*/ 1536362 w 1634193"/>
                <a:gd name="connsiteY9" fmla="*/ 21512 h 34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4193" h="344089">
                  <a:moveTo>
                    <a:pt x="274762" y="199510"/>
                  </a:moveTo>
                  <a:cubicBezTo>
                    <a:pt x="289149" y="244886"/>
                    <a:pt x="239870" y="303591"/>
                    <a:pt x="164696" y="330611"/>
                  </a:cubicBezTo>
                  <a:cubicBezTo>
                    <a:pt x="89521" y="357632"/>
                    <a:pt x="16893" y="342749"/>
                    <a:pt x="2506" y="297373"/>
                  </a:cubicBezTo>
                  <a:cubicBezTo>
                    <a:pt x="-11914" y="251964"/>
                    <a:pt x="37365" y="193260"/>
                    <a:pt x="112540" y="166239"/>
                  </a:cubicBezTo>
                  <a:cubicBezTo>
                    <a:pt x="187714" y="139218"/>
                    <a:pt x="260342" y="154134"/>
                    <a:pt x="274762" y="199510"/>
                  </a:cubicBezTo>
                  <a:close/>
                  <a:moveTo>
                    <a:pt x="1536362" y="21512"/>
                  </a:moveTo>
                  <a:cubicBezTo>
                    <a:pt x="1466380" y="-11958"/>
                    <a:pt x="1394810" y="-5674"/>
                    <a:pt x="1376487" y="35502"/>
                  </a:cubicBezTo>
                  <a:cubicBezTo>
                    <a:pt x="1358165" y="76711"/>
                    <a:pt x="1400068" y="137234"/>
                    <a:pt x="1470051" y="170704"/>
                  </a:cubicBezTo>
                  <a:cubicBezTo>
                    <a:pt x="1540033" y="204174"/>
                    <a:pt x="1611603" y="197923"/>
                    <a:pt x="1629892" y="156714"/>
                  </a:cubicBezTo>
                  <a:cubicBezTo>
                    <a:pt x="1648214" y="115505"/>
                    <a:pt x="1606311" y="54982"/>
                    <a:pt x="1536362" y="21512"/>
                  </a:cubicBezTo>
                  <a:close/>
                </a:path>
              </a:pathLst>
            </a:custGeom>
            <a:solidFill>
              <a:schemeClr val="accent5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47BC3E9-A2CE-3CC1-E61D-86EC34C5D690}"/>
                </a:ext>
              </a:extLst>
            </p:cNvPr>
            <p:cNvSpPr/>
            <p:nvPr/>
          </p:nvSpPr>
          <p:spPr>
            <a:xfrm rot="19800000">
              <a:off x="10227634" y="4162410"/>
              <a:ext cx="1502056" cy="1355325"/>
            </a:xfrm>
            <a:custGeom>
              <a:avLst/>
              <a:gdLst>
                <a:gd name="connsiteX0" fmla="*/ 2607043 w 2639739"/>
                <a:gd name="connsiteY0" fmla="*/ 920978 h 2381871"/>
                <a:gd name="connsiteX1" fmla="*/ 2396534 w 2639739"/>
                <a:gd name="connsiteY1" fmla="*/ 840942 h 2381871"/>
                <a:gd name="connsiteX2" fmla="*/ 2372821 w 2639739"/>
                <a:gd name="connsiteY2" fmla="*/ 635361 h 2381871"/>
                <a:gd name="connsiteX3" fmla="*/ 2583330 w 2639739"/>
                <a:gd name="connsiteY3" fmla="*/ 715430 h 2381871"/>
                <a:gd name="connsiteX4" fmla="*/ 2607043 w 2639739"/>
                <a:gd name="connsiteY4" fmla="*/ 920978 h 2381871"/>
                <a:gd name="connsiteX5" fmla="*/ 301894 w 2639739"/>
                <a:gd name="connsiteY5" fmla="*/ 1027705 h 2381871"/>
                <a:gd name="connsiteX6" fmla="*/ 107226 w 2639739"/>
                <a:gd name="connsiteY6" fmla="*/ 1028432 h 2381871"/>
                <a:gd name="connsiteX7" fmla="*/ 7512 w 2639739"/>
                <a:gd name="connsiteY7" fmla="*/ 1241356 h 2381871"/>
                <a:gd name="connsiteX8" fmla="*/ 202179 w 2639739"/>
                <a:gd name="connsiteY8" fmla="*/ 1240661 h 2381871"/>
                <a:gd name="connsiteX9" fmla="*/ 301894 w 2639739"/>
                <a:gd name="connsiteY9" fmla="*/ 1027705 h 2381871"/>
                <a:gd name="connsiteX10" fmla="*/ 1005421 w 2639739"/>
                <a:gd name="connsiteY10" fmla="*/ 188479 h 2381871"/>
                <a:gd name="connsiteX11" fmla="*/ 1034393 w 2639739"/>
                <a:gd name="connsiteY11" fmla="*/ 145716 h 2381871"/>
                <a:gd name="connsiteX12" fmla="*/ 1053410 w 2639739"/>
                <a:gd name="connsiteY12" fmla="*/ 85722 h 2381871"/>
                <a:gd name="connsiteX13" fmla="*/ 979095 w 2639739"/>
                <a:gd name="connsiteY13" fmla="*/ 4991 h 2381871"/>
                <a:gd name="connsiteX14" fmla="*/ 966097 w 2639739"/>
                <a:gd name="connsiteY14" fmla="*/ 140160 h 2381871"/>
                <a:gd name="connsiteX15" fmla="*/ 1005421 w 2639739"/>
                <a:gd name="connsiteY15" fmla="*/ 188479 h 2381871"/>
                <a:gd name="connsiteX16" fmla="*/ 996623 w 2639739"/>
                <a:gd name="connsiteY16" fmla="*/ 428490 h 2381871"/>
                <a:gd name="connsiteX17" fmla="*/ 1025562 w 2639739"/>
                <a:gd name="connsiteY17" fmla="*/ 385726 h 2381871"/>
                <a:gd name="connsiteX18" fmla="*/ 1044579 w 2639739"/>
                <a:gd name="connsiteY18" fmla="*/ 325732 h 2381871"/>
                <a:gd name="connsiteX19" fmla="*/ 970297 w 2639739"/>
                <a:gd name="connsiteY19" fmla="*/ 245001 h 2381871"/>
                <a:gd name="connsiteX20" fmla="*/ 957300 w 2639739"/>
                <a:gd name="connsiteY20" fmla="*/ 380170 h 2381871"/>
                <a:gd name="connsiteX21" fmla="*/ 996623 w 2639739"/>
                <a:gd name="connsiteY21" fmla="*/ 428490 h 2381871"/>
                <a:gd name="connsiteX22" fmla="*/ 996094 w 2639739"/>
                <a:gd name="connsiteY22" fmla="*/ 684011 h 2381871"/>
                <a:gd name="connsiteX23" fmla="*/ 1025033 w 2639739"/>
                <a:gd name="connsiteY23" fmla="*/ 641215 h 2381871"/>
                <a:gd name="connsiteX24" fmla="*/ 1044050 w 2639739"/>
                <a:gd name="connsiteY24" fmla="*/ 581253 h 2381871"/>
                <a:gd name="connsiteX25" fmla="*/ 969768 w 2639739"/>
                <a:gd name="connsiteY25" fmla="*/ 500522 h 2381871"/>
                <a:gd name="connsiteX26" fmla="*/ 956770 w 2639739"/>
                <a:gd name="connsiteY26" fmla="*/ 635658 h 2381871"/>
                <a:gd name="connsiteX27" fmla="*/ 996094 w 2639739"/>
                <a:gd name="connsiteY27" fmla="*/ 684011 h 2381871"/>
                <a:gd name="connsiteX28" fmla="*/ 556853 w 2639739"/>
                <a:gd name="connsiteY28" fmla="*/ 548710 h 2381871"/>
                <a:gd name="connsiteX29" fmla="*/ 612746 w 2639739"/>
                <a:gd name="connsiteY29" fmla="*/ 572225 h 2381871"/>
                <a:gd name="connsiteX30" fmla="*/ 619824 w 2639739"/>
                <a:gd name="connsiteY30" fmla="*/ 520035 h 2381871"/>
                <a:gd name="connsiteX31" fmla="*/ 610596 w 2639739"/>
                <a:gd name="connsiteY31" fmla="*/ 457528 h 2381871"/>
                <a:gd name="connsiteX32" fmla="*/ 509625 w 2639739"/>
                <a:gd name="connsiteY32" fmla="*/ 422503 h 2381871"/>
                <a:gd name="connsiteX33" fmla="*/ 556853 w 2639739"/>
                <a:gd name="connsiteY33" fmla="*/ 548710 h 2381871"/>
                <a:gd name="connsiteX34" fmla="*/ 606131 w 2639739"/>
                <a:gd name="connsiteY34" fmla="*/ 639627 h 2381871"/>
                <a:gd name="connsiteX35" fmla="*/ 653360 w 2639739"/>
                <a:gd name="connsiteY35" fmla="*/ 765833 h 2381871"/>
                <a:gd name="connsiteX36" fmla="*/ 709220 w 2639739"/>
                <a:gd name="connsiteY36" fmla="*/ 789348 h 2381871"/>
                <a:gd name="connsiteX37" fmla="*/ 716330 w 2639739"/>
                <a:gd name="connsiteY37" fmla="*/ 737159 h 2381871"/>
                <a:gd name="connsiteX38" fmla="*/ 707103 w 2639739"/>
                <a:gd name="connsiteY38" fmla="*/ 674651 h 2381871"/>
                <a:gd name="connsiteX39" fmla="*/ 606131 w 2639739"/>
                <a:gd name="connsiteY39" fmla="*/ 639627 h 2381871"/>
                <a:gd name="connsiteX40" fmla="*/ 763922 w 2639739"/>
                <a:gd name="connsiteY40" fmla="*/ 992614 h 2381871"/>
                <a:gd name="connsiteX41" fmla="*/ 819815 w 2639739"/>
                <a:gd name="connsiteY41" fmla="*/ 1016129 h 2381871"/>
                <a:gd name="connsiteX42" fmla="*/ 826893 w 2639739"/>
                <a:gd name="connsiteY42" fmla="*/ 963973 h 2381871"/>
                <a:gd name="connsiteX43" fmla="*/ 817666 w 2639739"/>
                <a:gd name="connsiteY43" fmla="*/ 901432 h 2381871"/>
                <a:gd name="connsiteX44" fmla="*/ 716694 w 2639739"/>
                <a:gd name="connsiteY44" fmla="*/ 866408 h 2381871"/>
                <a:gd name="connsiteX45" fmla="*/ 763922 w 2639739"/>
                <a:gd name="connsiteY45" fmla="*/ 992614 h 2381871"/>
                <a:gd name="connsiteX46" fmla="*/ 343599 w 2639739"/>
                <a:gd name="connsiteY46" fmla="*/ 1341600 h 2381871"/>
                <a:gd name="connsiteX47" fmla="*/ 237666 w 2639739"/>
                <a:gd name="connsiteY47" fmla="*/ 1333596 h 2381871"/>
                <a:gd name="connsiteX48" fmla="*/ 312179 w 2639739"/>
                <a:gd name="connsiteY48" fmla="*/ 1443894 h 2381871"/>
                <a:gd name="connsiteX49" fmla="*/ 371744 w 2639739"/>
                <a:gd name="connsiteY49" fmla="*/ 1452328 h 2381871"/>
                <a:gd name="connsiteX50" fmla="*/ 366750 w 2639739"/>
                <a:gd name="connsiteY50" fmla="*/ 1399907 h 2381871"/>
                <a:gd name="connsiteX51" fmla="*/ 343599 w 2639739"/>
                <a:gd name="connsiteY51" fmla="*/ 1341600 h 2381871"/>
                <a:gd name="connsiteX52" fmla="*/ 486573 w 2639739"/>
                <a:gd name="connsiteY52" fmla="*/ 1527470 h 2381871"/>
                <a:gd name="connsiteX53" fmla="*/ 380640 w 2639739"/>
                <a:gd name="connsiteY53" fmla="*/ 1519433 h 2381871"/>
                <a:gd name="connsiteX54" fmla="*/ 455154 w 2639739"/>
                <a:gd name="connsiteY54" fmla="*/ 1629764 h 2381871"/>
                <a:gd name="connsiteX55" fmla="*/ 514718 w 2639739"/>
                <a:gd name="connsiteY55" fmla="*/ 1638198 h 2381871"/>
                <a:gd name="connsiteX56" fmla="*/ 509724 w 2639739"/>
                <a:gd name="connsiteY56" fmla="*/ 1585744 h 2381871"/>
                <a:gd name="connsiteX57" fmla="*/ 486573 w 2639739"/>
                <a:gd name="connsiteY57" fmla="*/ 1527470 h 2381871"/>
                <a:gd name="connsiteX58" fmla="*/ 1672005 w 2639739"/>
                <a:gd name="connsiteY58" fmla="*/ 593623 h 2381871"/>
                <a:gd name="connsiteX59" fmla="*/ 1711230 w 2639739"/>
                <a:gd name="connsiteY59" fmla="*/ 561443 h 2381871"/>
                <a:gd name="connsiteX60" fmla="*/ 1745560 w 2639739"/>
                <a:gd name="connsiteY60" fmla="*/ 509750 h 2381871"/>
                <a:gd name="connsiteX61" fmla="*/ 1696082 w 2639739"/>
                <a:gd name="connsiteY61" fmla="*/ 409770 h 2381871"/>
                <a:gd name="connsiteX62" fmla="*/ 1647300 w 2639739"/>
                <a:gd name="connsiteY62" fmla="*/ 535348 h 2381871"/>
                <a:gd name="connsiteX63" fmla="*/ 1672005 w 2639739"/>
                <a:gd name="connsiteY63" fmla="*/ 593623 h 2381871"/>
                <a:gd name="connsiteX64" fmla="*/ 1599047 w 2639739"/>
                <a:gd name="connsiteY64" fmla="*/ 820933 h 2381871"/>
                <a:gd name="connsiteX65" fmla="*/ 1638271 w 2639739"/>
                <a:gd name="connsiteY65" fmla="*/ 788786 h 2381871"/>
                <a:gd name="connsiteX66" fmla="*/ 1672601 w 2639739"/>
                <a:gd name="connsiteY66" fmla="*/ 737093 h 2381871"/>
                <a:gd name="connsiteX67" fmla="*/ 1623124 w 2639739"/>
                <a:gd name="connsiteY67" fmla="*/ 637114 h 2381871"/>
                <a:gd name="connsiteX68" fmla="*/ 1574341 w 2639739"/>
                <a:gd name="connsiteY68" fmla="*/ 762658 h 2381871"/>
                <a:gd name="connsiteX69" fmla="*/ 1599047 w 2639739"/>
                <a:gd name="connsiteY69" fmla="*/ 820933 h 2381871"/>
                <a:gd name="connsiteX70" fmla="*/ 1529858 w 2639739"/>
                <a:gd name="connsiteY70" fmla="*/ 1065639 h 2381871"/>
                <a:gd name="connsiteX71" fmla="*/ 1569082 w 2639739"/>
                <a:gd name="connsiteY71" fmla="*/ 1033459 h 2381871"/>
                <a:gd name="connsiteX72" fmla="*/ 1603412 w 2639739"/>
                <a:gd name="connsiteY72" fmla="*/ 981766 h 2381871"/>
                <a:gd name="connsiteX73" fmla="*/ 1553935 w 2639739"/>
                <a:gd name="connsiteY73" fmla="*/ 881787 h 2381871"/>
                <a:gd name="connsiteX74" fmla="*/ 1505153 w 2639739"/>
                <a:gd name="connsiteY74" fmla="*/ 1007365 h 2381871"/>
                <a:gd name="connsiteX75" fmla="*/ 1529858 w 2639739"/>
                <a:gd name="connsiteY75" fmla="*/ 1065639 h 2381871"/>
                <a:gd name="connsiteX76" fmla="*/ 2327312 w 2639739"/>
                <a:gd name="connsiteY76" fmla="*/ 909833 h 2381871"/>
                <a:gd name="connsiteX77" fmla="*/ 2228292 w 2639739"/>
                <a:gd name="connsiteY77" fmla="*/ 995624 h 2381871"/>
                <a:gd name="connsiteX78" fmla="*/ 2223959 w 2639739"/>
                <a:gd name="connsiteY78" fmla="*/ 1059389 h 2381871"/>
                <a:gd name="connsiteX79" fmla="*/ 2272874 w 2639739"/>
                <a:gd name="connsiteY79" fmla="*/ 1050955 h 2381871"/>
                <a:gd name="connsiteX80" fmla="*/ 2326155 w 2639739"/>
                <a:gd name="connsiteY80" fmla="*/ 1022843 h 2381871"/>
                <a:gd name="connsiteX81" fmla="*/ 2327312 w 2639739"/>
                <a:gd name="connsiteY81" fmla="*/ 909833 h 2381871"/>
                <a:gd name="connsiteX82" fmla="*/ 2160393 w 2639739"/>
                <a:gd name="connsiteY82" fmla="*/ 1185926 h 2381871"/>
                <a:gd name="connsiteX83" fmla="*/ 2107080 w 2639739"/>
                <a:gd name="connsiteY83" fmla="*/ 1214004 h 2381871"/>
                <a:gd name="connsiteX84" fmla="*/ 2058198 w 2639739"/>
                <a:gd name="connsiteY84" fmla="*/ 1222471 h 2381871"/>
                <a:gd name="connsiteX85" fmla="*/ 2053766 w 2639739"/>
                <a:gd name="connsiteY85" fmla="*/ 1219263 h 2381871"/>
                <a:gd name="connsiteX86" fmla="*/ 2018510 w 2639739"/>
                <a:gd name="connsiteY86" fmla="*/ 1277901 h 2381871"/>
                <a:gd name="connsiteX87" fmla="*/ 1990167 w 2639739"/>
                <a:gd name="connsiteY87" fmla="*/ 1366173 h 2381871"/>
                <a:gd name="connsiteX88" fmla="*/ 1952431 w 2639739"/>
                <a:gd name="connsiteY88" fmla="*/ 1387803 h 2381871"/>
                <a:gd name="connsiteX89" fmla="*/ 1394325 w 2639739"/>
                <a:gd name="connsiteY89" fmla="*/ 2316292 h 2381871"/>
                <a:gd name="connsiteX90" fmla="*/ 1343228 w 2639739"/>
                <a:gd name="connsiteY90" fmla="*/ 2365670 h 2381871"/>
                <a:gd name="connsiteX91" fmla="*/ 1215136 w 2639739"/>
                <a:gd name="connsiteY91" fmla="*/ 2364314 h 2381871"/>
                <a:gd name="connsiteX92" fmla="*/ 1189372 w 2639739"/>
                <a:gd name="connsiteY92" fmla="*/ 2344966 h 2381871"/>
                <a:gd name="connsiteX93" fmla="*/ 1139465 w 2639739"/>
                <a:gd name="connsiteY93" fmla="*/ 2349464 h 2381871"/>
                <a:gd name="connsiteX94" fmla="*/ 1094850 w 2639739"/>
                <a:gd name="connsiteY94" fmla="*/ 2339244 h 2381871"/>
                <a:gd name="connsiteX95" fmla="*/ 956903 w 2639739"/>
                <a:gd name="connsiteY95" fmla="*/ 2315895 h 2381871"/>
                <a:gd name="connsiteX96" fmla="*/ 940532 w 2639739"/>
                <a:gd name="connsiteY96" fmla="*/ 2293405 h 2381871"/>
                <a:gd name="connsiteX97" fmla="*/ 672972 w 2639739"/>
                <a:gd name="connsiteY97" fmla="*/ 1793740 h 2381871"/>
                <a:gd name="connsiteX98" fmla="*/ 673534 w 2639739"/>
                <a:gd name="connsiteY98" fmla="*/ 1829789 h 2381871"/>
                <a:gd name="connsiteX99" fmla="*/ 613970 w 2639739"/>
                <a:gd name="connsiteY99" fmla="*/ 1821356 h 2381871"/>
                <a:gd name="connsiteX100" fmla="*/ 539489 w 2639739"/>
                <a:gd name="connsiteY100" fmla="*/ 1711057 h 2381871"/>
                <a:gd name="connsiteX101" fmla="*/ 617707 w 2639739"/>
                <a:gd name="connsiteY101" fmla="*/ 1690552 h 2381871"/>
                <a:gd name="connsiteX102" fmla="*/ 380839 w 2639739"/>
                <a:gd name="connsiteY102" fmla="*/ 1248202 h 2381871"/>
                <a:gd name="connsiteX103" fmla="*/ 406371 w 2639739"/>
                <a:gd name="connsiteY103" fmla="*/ 1085252 h 2381871"/>
                <a:gd name="connsiteX104" fmla="*/ 457436 w 2639739"/>
                <a:gd name="connsiteY104" fmla="*/ 1045663 h 2381871"/>
                <a:gd name="connsiteX105" fmla="*/ 532577 w 2639739"/>
                <a:gd name="connsiteY105" fmla="*/ 1007200 h 2381871"/>
                <a:gd name="connsiteX106" fmla="*/ 550635 w 2639739"/>
                <a:gd name="connsiteY106" fmla="*/ 997939 h 2381871"/>
                <a:gd name="connsiteX107" fmla="*/ 746658 w 2639739"/>
                <a:gd name="connsiteY107" fmla="*/ 1059455 h 2381871"/>
                <a:gd name="connsiteX108" fmla="*/ 1008067 w 2639739"/>
                <a:gd name="connsiteY108" fmla="*/ 1735895 h 2381871"/>
                <a:gd name="connsiteX109" fmla="*/ 1009191 w 2639739"/>
                <a:gd name="connsiteY109" fmla="*/ 928717 h 2381871"/>
                <a:gd name="connsiteX110" fmla="*/ 1181699 w 2639739"/>
                <a:gd name="connsiteY110" fmla="*/ 783594 h 2381871"/>
                <a:gd name="connsiteX111" fmla="*/ 1244769 w 2639739"/>
                <a:gd name="connsiteY111" fmla="*/ 788356 h 2381871"/>
                <a:gd name="connsiteX112" fmla="*/ 1292262 w 2639739"/>
                <a:gd name="connsiteY112" fmla="*/ 791928 h 2381871"/>
                <a:gd name="connsiteX113" fmla="*/ 1398029 w 2639739"/>
                <a:gd name="connsiteY113" fmla="*/ 838098 h 2381871"/>
                <a:gd name="connsiteX114" fmla="*/ 1443868 w 2639739"/>
                <a:gd name="connsiteY114" fmla="*/ 960104 h 2381871"/>
                <a:gd name="connsiteX115" fmla="*/ 1343095 w 2639739"/>
                <a:gd name="connsiteY115" fmla="*/ 1785471 h 2381871"/>
                <a:gd name="connsiteX116" fmla="*/ 1740830 w 2639739"/>
                <a:gd name="connsiteY116" fmla="*/ 926303 h 2381871"/>
                <a:gd name="connsiteX117" fmla="*/ 1865945 w 2639739"/>
                <a:gd name="connsiteY117" fmla="*/ 835750 h 2381871"/>
                <a:gd name="connsiteX118" fmla="*/ 1956135 w 2639739"/>
                <a:gd name="connsiteY118" fmla="*/ 855296 h 2381871"/>
                <a:gd name="connsiteX119" fmla="*/ 2048507 w 2639739"/>
                <a:gd name="connsiteY119" fmla="*/ 908609 h 2381871"/>
                <a:gd name="connsiteX120" fmla="*/ 2071791 w 2639739"/>
                <a:gd name="connsiteY120" fmla="*/ 925113 h 2381871"/>
                <a:gd name="connsiteX121" fmla="*/ 2126956 w 2639739"/>
                <a:gd name="connsiteY121" fmla="*/ 1070071 h 2381871"/>
                <a:gd name="connsiteX122" fmla="*/ 2161551 w 2639739"/>
                <a:gd name="connsiteY122" fmla="*/ 1072915 h 2381871"/>
                <a:gd name="connsiteX123" fmla="*/ 2160393 w 2639739"/>
                <a:gd name="connsiteY123" fmla="*/ 1185926 h 2381871"/>
                <a:gd name="connsiteX124" fmla="*/ 708690 w 2639739"/>
                <a:gd name="connsiteY124" fmla="*/ 1113132 h 2381871"/>
                <a:gd name="connsiteX125" fmla="*/ 546468 w 2639739"/>
                <a:gd name="connsiteY125" fmla="*/ 1079861 h 2381871"/>
                <a:gd name="connsiteX126" fmla="*/ 436434 w 2639739"/>
                <a:gd name="connsiteY126" fmla="*/ 1210995 h 2381871"/>
                <a:gd name="connsiteX127" fmla="*/ 598624 w 2639739"/>
                <a:gd name="connsiteY127" fmla="*/ 1244233 h 2381871"/>
                <a:gd name="connsiteX128" fmla="*/ 708690 w 2639739"/>
                <a:gd name="connsiteY128" fmla="*/ 1113132 h 2381871"/>
                <a:gd name="connsiteX129" fmla="*/ 696487 w 2639739"/>
                <a:gd name="connsiteY129" fmla="*/ 1472734 h 2381871"/>
                <a:gd name="connsiteX130" fmla="*/ 752214 w 2639739"/>
                <a:gd name="connsiteY130" fmla="*/ 1496646 h 2381871"/>
                <a:gd name="connsiteX131" fmla="*/ 759623 w 2639739"/>
                <a:gd name="connsiteY131" fmla="*/ 1444523 h 2381871"/>
                <a:gd name="connsiteX132" fmla="*/ 750792 w 2639739"/>
                <a:gd name="connsiteY132" fmla="*/ 1381916 h 2381871"/>
                <a:gd name="connsiteX133" fmla="*/ 650052 w 2639739"/>
                <a:gd name="connsiteY133" fmla="*/ 1346197 h 2381871"/>
                <a:gd name="connsiteX134" fmla="*/ 696487 w 2639739"/>
                <a:gd name="connsiteY134" fmla="*/ 1472734 h 2381871"/>
                <a:gd name="connsiteX135" fmla="*/ 847332 w 2639739"/>
                <a:gd name="connsiteY135" fmla="*/ 1714431 h 2381871"/>
                <a:gd name="connsiteX136" fmla="*/ 854740 w 2639739"/>
                <a:gd name="connsiteY136" fmla="*/ 1662308 h 2381871"/>
                <a:gd name="connsiteX137" fmla="*/ 845943 w 2639739"/>
                <a:gd name="connsiteY137" fmla="*/ 1599734 h 2381871"/>
                <a:gd name="connsiteX138" fmla="*/ 745170 w 2639739"/>
                <a:gd name="connsiteY138" fmla="*/ 1563982 h 2381871"/>
                <a:gd name="connsiteX139" fmla="*/ 791604 w 2639739"/>
                <a:gd name="connsiteY139" fmla="*/ 1690519 h 2381871"/>
                <a:gd name="connsiteX140" fmla="*/ 847332 w 2639739"/>
                <a:gd name="connsiteY140" fmla="*/ 1714431 h 2381871"/>
                <a:gd name="connsiteX141" fmla="*/ 963914 w 2639739"/>
                <a:gd name="connsiteY141" fmla="*/ 1889883 h 2381871"/>
                <a:gd name="connsiteX142" fmla="*/ 955084 w 2639739"/>
                <a:gd name="connsiteY142" fmla="*/ 1827309 h 2381871"/>
                <a:gd name="connsiteX143" fmla="*/ 854344 w 2639739"/>
                <a:gd name="connsiteY143" fmla="*/ 1791557 h 2381871"/>
                <a:gd name="connsiteX144" fmla="*/ 900745 w 2639739"/>
                <a:gd name="connsiteY144" fmla="*/ 1918094 h 2381871"/>
                <a:gd name="connsiteX145" fmla="*/ 956473 w 2639739"/>
                <a:gd name="connsiteY145" fmla="*/ 1942006 h 2381871"/>
                <a:gd name="connsiteX146" fmla="*/ 963914 w 2639739"/>
                <a:gd name="connsiteY146" fmla="*/ 1889883 h 2381871"/>
                <a:gd name="connsiteX147" fmla="*/ 1155010 w 2639739"/>
                <a:gd name="connsiteY147" fmla="*/ 1623116 h 2381871"/>
                <a:gd name="connsiteX148" fmla="*/ 1134934 w 2639739"/>
                <a:gd name="connsiteY148" fmla="*/ 1757293 h 2381871"/>
                <a:gd name="connsiteX149" fmla="*/ 1171645 w 2639739"/>
                <a:gd name="connsiteY149" fmla="*/ 1807895 h 2381871"/>
                <a:gd name="connsiteX150" fmla="*/ 1202800 w 2639739"/>
                <a:gd name="connsiteY150" fmla="*/ 1766951 h 2381871"/>
                <a:gd name="connsiteX151" fmla="*/ 1224926 w 2639739"/>
                <a:gd name="connsiteY151" fmla="*/ 1708180 h 2381871"/>
                <a:gd name="connsiteX152" fmla="*/ 1155010 w 2639739"/>
                <a:gd name="connsiteY152" fmla="*/ 1623116 h 2381871"/>
                <a:gd name="connsiteX153" fmla="*/ 1169032 w 2639739"/>
                <a:gd name="connsiteY153" fmla="*/ 1368058 h 2381871"/>
                <a:gd name="connsiteX154" fmla="*/ 1148957 w 2639739"/>
                <a:gd name="connsiteY154" fmla="*/ 1502235 h 2381871"/>
                <a:gd name="connsiteX155" fmla="*/ 1185668 w 2639739"/>
                <a:gd name="connsiteY155" fmla="*/ 1552837 h 2381871"/>
                <a:gd name="connsiteX156" fmla="*/ 1216823 w 2639739"/>
                <a:gd name="connsiteY156" fmla="*/ 1511859 h 2381871"/>
                <a:gd name="connsiteX157" fmla="*/ 1238949 w 2639739"/>
                <a:gd name="connsiteY157" fmla="*/ 1453122 h 2381871"/>
                <a:gd name="connsiteX158" fmla="*/ 1169032 w 2639739"/>
                <a:gd name="connsiteY158" fmla="*/ 1368058 h 2381871"/>
                <a:gd name="connsiteX159" fmla="*/ 1190530 w 2639739"/>
                <a:gd name="connsiteY159" fmla="*/ 1128941 h 2381871"/>
                <a:gd name="connsiteX160" fmla="*/ 1170422 w 2639739"/>
                <a:gd name="connsiteY160" fmla="*/ 1263118 h 2381871"/>
                <a:gd name="connsiteX161" fmla="*/ 1207132 w 2639739"/>
                <a:gd name="connsiteY161" fmla="*/ 1313719 h 2381871"/>
                <a:gd name="connsiteX162" fmla="*/ 1238287 w 2639739"/>
                <a:gd name="connsiteY162" fmla="*/ 1272742 h 2381871"/>
                <a:gd name="connsiteX163" fmla="*/ 1260446 w 2639739"/>
                <a:gd name="connsiteY163" fmla="*/ 1214004 h 2381871"/>
                <a:gd name="connsiteX164" fmla="*/ 1190530 w 2639739"/>
                <a:gd name="connsiteY164" fmla="*/ 1128941 h 2381871"/>
                <a:gd name="connsiteX165" fmla="*/ 1375837 w 2639739"/>
                <a:gd name="connsiteY165" fmla="*/ 961592 h 2381871"/>
                <a:gd name="connsiteX166" fmla="*/ 1236600 w 2639739"/>
                <a:gd name="connsiteY166" fmla="*/ 867070 h 2381871"/>
                <a:gd name="connsiteX167" fmla="*/ 1088897 w 2639739"/>
                <a:gd name="connsiteY167" fmla="*/ 945816 h 2381871"/>
                <a:gd name="connsiteX168" fmla="*/ 1228134 w 2639739"/>
                <a:gd name="connsiteY168" fmla="*/ 1040339 h 2381871"/>
                <a:gd name="connsiteX169" fmla="*/ 1375837 w 2639739"/>
                <a:gd name="connsiteY169" fmla="*/ 961592 h 2381871"/>
                <a:gd name="connsiteX170" fmla="*/ 1595805 w 2639739"/>
                <a:gd name="connsiteY170" fmla="*/ 1630227 h 2381871"/>
                <a:gd name="connsiteX171" fmla="*/ 1529097 w 2639739"/>
                <a:gd name="connsiteY171" fmla="*/ 1746048 h 2381871"/>
                <a:gd name="connsiteX172" fmla="*/ 1544840 w 2639739"/>
                <a:gd name="connsiteY172" fmla="*/ 1807763 h 2381871"/>
                <a:gd name="connsiteX173" fmla="*/ 1588364 w 2639739"/>
                <a:gd name="connsiteY173" fmla="*/ 1782528 h 2381871"/>
                <a:gd name="connsiteX174" fmla="*/ 1629904 w 2639739"/>
                <a:gd name="connsiteY174" fmla="*/ 1737218 h 2381871"/>
                <a:gd name="connsiteX175" fmla="*/ 1595805 w 2639739"/>
                <a:gd name="connsiteY175" fmla="*/ 1630227 h 2381871"/>
                <a:gd name="connsiteX176" fmla="*/ 1700283 w 2639739"/>
                <a:gd name="connsiteY176" fmla="*/ 1400139 h 2381871"/>
                <a:gd name="connsiteX177" fmla="*/ 1633575 w 2639739"/>
                <a:gd name="connsiteY177" fmla="*/ 1515993 h 2381871"/>
                <a:gd name="connsiteX178" fmla="*/ 1649350 w 2639739"/>
                <a:gd name="connsiteY178" fmla="*/ 1577674 h 2381871"/>
                <a:gd name="connsiteX179" fmla="*/ 1692841 w 2639739"/>
                <a:gd name="connsiteY179" fmla="*/ 1552473 h 2381871"/>
                <a:gd name="connsiteX180" fmla="*/ 1734381 w 2639739"/>
                <a:gd name="connsiteY180" fmla="*/ 1507163 h 2381871"/>
                <a:gd name="connsiteX181" fmla="*/ 1700283 w 2639739"/>
                <a:gd name="connsiteY181" fmla="*/ 1400139 h 2381871"/>
                <a:gd name="connsiteX182" fmla="*/ 1805951 w 2639739"/>
                <a:gd name="connsiteY182" fmla="*/ 1187844 h 2381871"/>
                <a:gd name="connsiteX183" fmla="*/ 1739210 w 2639739"/>
                <a:gd name="connsiteY183" fmla="*/ 1303698 h 2381871"/>
                <a:gd name="connsiteX184" fmla="*/ 1754985 w 2639739"/>
                <a:gd name="connsiteY184" fmla="*/ 1365379 h 2381871"/>
                <a:gd name="connsiteX185" fmla="*/ 1798476 w 2639739"/>
                <a:gd name="connsiteY185" fmla="*/ 1340178 h 2381871"/>
                <a:gd name="connsiteX186" fmla="*/ 1840049 w 2639739"/>
                <a:gd name="connsiteY186" fmla="*/ 1294868 h 2381871"/>
                <a:gd name="connsiteX187" fmla="*/ 1805951 w 2639739"/>
                <a:gd name="connsiteY187" fmla="*/ 1187844 h 2381871"/>
                <a:gd name="connsiteX188" fmla="*/ 2063820 w 2639739"/>
                <a:gd name="connsiteY188" fmla="*/ 1070336 h 2381871"/>
                <a:gd name="connsiteX189" fmla="*/ 1970290 w 2639739"/>
                <a:gd name="connsiteY189" fmla="*/ 935134 h 2381871"/>
                <a:gd name="connsiteX190" fmla="*/ 1810416 w 2639739"/>
                <a:gd name="connsiteY190" fmla="*/ 949123 h 2381871"/>
                <a:gd name="connsiteX191" fmla="*/ 1903979 w 2639739"/>
                <a:gd name="connsiteY191" fmla="*/ 1084326 h 2381871"/>
                <a:gd name="connsiteX192" fmla="*/ 2063820 w 2639739"/>
                <a:gd name="connsiteY192" fmla="*/ 1070336 h 2381871"/>
                <a:gd name="connsiteX193" fmla="*/ 2115381 w 2639739"/>
                <a:gd name="connsiteY193" fmla="*/ 1627813 h 2381871"/>
                <a:gd name="connsiteX194" fmla="*/ 2009713 w 2639739"/>
                <a:gd name="connsiteY194" fmla="*/ 1704112 h 2381871"/>
                <a:gd name="connsiteX195" fmla="*/ 2000188 w 2639739"/>
                <a:gd name="connsiteY195" fmla="*/ 1767248 h 2381871"/>
                <a:gd name="connsiteX196" fmla="*/ 2049599 w 2639739"/>
                <a:gd name="connsiteY196" fmla="*/ 1763346 h 2381871"/>
                <a:gd name="connsiteX197" fmla="*/ 2104996 w 2639739"/>
                <a:gd name="connsiteY197" fmla="*/ 1740261 h 2381871"/>
                <a:gd name="connsiteX198" fmla="*/ 2115381 w 2639739"/>
                <a:gd name="connsiteY198" fmla="*/ 1627813 h 2381871"/>
                <a:gd name="connsiteX199" fmla="*/ 1936919 w 2639739"/>
                <a:gd name="connsiteY199" fmla="*/ 1774954 h 2381871"/>
                <a:gd name="connsiteX200" fmla="*/ 1831285 w 2639739"/>
                <a:gd name="connsiteY200" fmla="*/ 1851253 h 2381871"/>
                <a:gd name="connsiteX201" fmla="*/ 1821760 w 2639739"/>
                <a:gd name="connsiteY201" fmla="*/ 1914390 h 2381871"/>
                <a:gd name="connsiteX202" fmla="*/ 1871137 w 2639739"/>
                <a:gd name="connsiteY202" fmla="*/ 1910487 h 2381871"/>
                <a:gd name="connsiteX203" fmla="*/ 1926535 w 2639739"/>
                <a:gd name="connsiteY203" fmla="*/ 1887402 h 2381871"/>
                <a:gd name="connsiteX204" fmla="*/ 1936919 w 2639739"/>
                <a:gd name="connsiteY204" fmla="*/ 1774954 h 2381871"/>
                <a:gd name="connsiteX205" fmla="*/ 1752637 w 2639739"/>
                <a:gd name="connsiteY205" fmla="*/ 1938797 h 2381871"/>
                <a:gd name="connsiteX206" fmla="*/ 1646969 w 2639739"/>
                <a:gd name="connsiteY206" fmla="*/ 2015130 h 2381871"/>
                <a:gd name="connsiteX207" fmla="*/ 1637444 w 2639739"/>
                <a:gd name="connsiteY207" fmla="*/ 2078266 h 2381871"/>
                <a:gd name="connsiteX208" fmla="*/ 1686855 w 2639739"/>
                <a:gd name="connsiteY208" fmla="*/ 2074363 h 2381871"/>
                <a:gd name="connsiteX209" fmla="*/ 1742252 w 2639739"/>
                <a:gd name="connsiteY209" fmla="*/ 2051278 h 2381871"/>
                <a:gd name="connsiteX210" fmla="*/ 1752637 w 2639739"/>
                <a:gd name="connsiteY210" fmla="*/ 1938797 h 23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39739" h="2381871">
                  <a:moveTo>
                    <a:pt x="2607043" y="920978"/>
                  </a:moveTo>
                  <a:cubicBezTo>
                    <a:pt x="2555482" y="955639"/>
                    <a:pt x="2461224" y="919821"/>
                    <a:pt x="2396534" y="840942"/>
                  </a:cubicBezTo>
                  <a:cubicBezTo>
                    <a:pt x="2331843" y="762063"/>
                    <a:pt x="2321227" y="670021"/>
                    <a:pt x="2372821" y="635361"/>
                  </a:cubicBezTo>
                  <a:cubicBezTo>
                    <a:pt x="2424414" y="600700"/>
                    <a:pt x="2518672" y="636551"/>
                    <a:pt x="2583330" y="715430"/>
                  </a:cubicBezTo>
                  <a:cubicBezTo>
                    <a:pt x="2648020" y="794276"/>
                    <a:pt x="2658637" y="886318"/>
                    <a:pt x="2607043" y="920978"/>
                  </a:cubicBezTo>
                  <a:close/>
                  <a:moveTo>
                    <a:pt x="301894" y="1027705"/>
                  </a:moveTo>
                  <a:cubicBezTo>
                    <a:pt x="275700" y="969100"/>
                    <a:pt x="188520" y="969430"/>
                    <a:pt x="107226" y="1028432"/>
                  </a:cubicBezTo>
                  <a:cubicBezTo>
                    <a:pt x="25933" y="1087434"/>
                    <a:pt x="-18715" y="1182751"/>
                    <a:pt x="7512" y="1241356"/>
                  </a:cubicBezTo>
                  <a:cubicBezTo>
                    <a:pt x="33738" y="1299961"/>
                    <a:pt x="120886" y="1299630"/>
                    <a:pt x="202179" y="1240661"/>
                  </a:cubicBezTo>
                  <a:cubicBezTo>
                    <a:pt x="283472" y="1181659"/>
                    <a:pt x="328120" y="1086310"/>
                    <a:pt x="301894" y="1027705"/>
                  </a:cubicBezTo>
                  <a:close/>
                  <a:moveTo>
                    <a:pt x="1005421" y="188479"/>
                  </a:moveTo>
                  <a:cubicBezTo>
                    <a:pt x="1020800" y="180013"/>
                    <a:pt x="1028043" y="159739"/>
                    <a:pt x="1034393" y="145716"/>
                  </a:cubicBezTo>
                  <a:cubicBezTo>
                    <a:pt x="1043124" y="126402"/>
                    <a:pt x="1049540" y="106260"/>
                    <a:pt x="1053410" y="85722"/>
                  </a:cubicBezTo>
                  <a:cubicBezTo>
                    <a:pt x="1060289" y="49077"/>
                    <a:pt x="1036377" y="-18954"/>
                    <a:pt x="979095" y="4991"/>
                  </a:cubicBezTo>
                  <a:cubicBezTo>
                    <a:pt x="924690" y="27745"/>
                    <a:pt x="950784" y="103680"/>
                    <a:pt x="966097" y="140160"/>
                  </a:cubicBezTo>
                  <a:cubicBezTo>
                    <a:pt x="970330" y="150214"/>
                    <a:pt x="988289" y="197938"/>
                    <a:pt x="1005421" y="188479"/>
                  </a:cubicBezTo>
                  <a:close/>
                  <a:moveTo>
                    <a:pt x="996623" y="428490"/>
                  </a:moveTo>
                  <a:cubicBezTo>
                    <a:pt x="1011969" y="420023"/>
                    <a:pt x="1019245" y="399749"/>
                    <a:pt x="1025562" y="385726"/>
                  </a:cubicBezTo>
                  <a:cubicBezTo>
                    <a:pt x="1034326" y="366412"/>
                    <a:pt x="1040710" y="346270"/>
                    <a:pt x="1044579" y="325732"/>
                  </a:cubicBezTo>
                  <a:cubicBezTo>
                    <a:pt x="1051491" y="289087"/>
                    <a:pt x="1027580" y="221056"/>
                    <a:pt x="970297" y="245001"/>
                  </a:cubicBezTo>
                  <a:cubicBezTo>
                    <a:pt x="915859" y="267755"/>
                    <a:pt x="941954" y="343691"/>
                    <a:pt x="957300" y="380170"/>
                  </a:cubicBezTo>
                  <a:cubicBezTo>
                    <a:pt x="961533" y="390224"/>
                    <a:pt x="979458" y="437948"/>
                    <a:pt x="996623" y="428490"/>
                  </a:cubicBezTo>
                  <a:close/>
                  <a:moveTo>
                    <a:pt x="996094" y="684011"/>
                  </a:moveTo>
                  <a:cubicBezTo>
                    <a:pt x="1011440" y="675544"/>
                    <a:pt x="1018683" y="655238"/>
                    <a:pt x="1025033" y="641215"/>
                  </a:cubicBezTo>
                  <a:cubicBezTo>
                    <a:pt x="1033797" y="621933"/>
                    <a:pt x="1040180" y="601759"/>
                    <a:pt x="1044050" y="581253"/>
                  </a:cubicBezTo>
                  <a:cubicBezTo>
                    <a:pt x="1050962" y="544576"/>
                    <a:pt x="1027050" y="476545"/>
                    <a:pt x="969768" y="500522"/>
                  </a:cubicBezTo>
                  <a:cubicBezTo>
                    <a:pt x="915330" y="523243"/>
                    <a:pt x="941425" y="599212"/>
                    <a:pt x="956770" y="635658"/>
                  </a:cubicBezTo>
                  <a:cubicBezTo>
                    <a:pt x="961004" y="645713"/>
                    <a:pt x="978929" y="693437"/>
                    <a:pt x="996094" y="684011"/>
                  </a:cubicBezTo>
                  <a:close/>
                  <a:moveTo>
                    <a:pt x="556853" y="548710"/>
                  </a:moveTo>
                  <a:cubicBezTo>
                    <a:pt x="564989" y="555556"/>
                    <a:pt x="601633" y="589026"/>
                    <a:pt x="612746" y="572225"/>
                  </a:cubicBezTo>
                  <a:cubicBezTo>
                    <a:pt x="622668" y="557176"/>
                    <a:pt x="620287" y="535613"/>
                    <a:pt x="619824" y="520035"/>
                  </a:cubicBezTo>
                  <a:cubicBezTo>
                    <a:pt x="619195" y="498637"/>
                    <a:pt x="616119" y="477636"/>
                    <a:pt x="610596" y="457528"/>
                  </a:cubicBezTo>
                  <a:cubicBezTo>
                    <a:pt x="600807" y="421610"/>
                    <a:pt x="550040" y="373092"/>
                    <a:pt x="509625" y="422503"/>
                  </a:cubicBezTo>
                  <a:cubicBezTo>
                    <a:pt x="471260" y="469434"/>
                    <a:pt x="527418" y="523938"/>
                    <a:pt x="556853" y="548710"/>
                  </a:cubicBezTo>
                  <a:close/>
                  <a:moveTo>
                    <a:pt x="606131" y="639627"/>
                  </a:moveTo>
                  <a:cubicBezTo>
                    <a:pt x="567767" y="686558"/>
                    <a:pt x="623892" y="741062"/>
                    <a:pt x="653360" y="765833"/>
                  </a:cubicBezTo>
                  <a:cubicBezTo>
                    <a:pt x="661462" y="772679"/>
                    <a:pt x="698140" y="806149"/>
                    <a:pt x="709220" y="789348"/>
                  </a:cubicBezTo>
                  <a:cubicBezTo>
                    <a:pt x="719175" y="774300"/>
                    <a:pt x="716793" y="752736"/>
                    <a:pt x="716330" y="737159"/>
                  </a:cubicBezTo>
                  <a:cubicBezTo>
                    <a:pt x="715669" y="715761"/>
                    <a:pt x="712593" y="694760"/>
                    <a:pt x="707103" y="674651"/>
                  </a:cubicBezTo>
                  <a:cubicBezTo>
                    <a:pt x="697280" y="638734"/>
                    <a:pt x="646513" y="590216"/>
                    <a:pt x="606131" y="639627"/>
                  </a:cubicBezTo>
                  <a:close/>
                  <a:moveTo>
                    <a:pt x="763922" y="992614"/>
                  </a:moveTo>
                  <a:cubicBezTo>
                    <a:pt x="772058" y="999460"/>
                    <a:pt x="808703" y="1032930"/>
                    <a:pt x="819815" y="1016129"/>
                  </a:cubicBezTo>
                  <a:cubicBezTo>
                    <a:pt x="829737" y="1001081"/>
                    <a:pt x="827356" y="979517"/>
                    <a:pt x="826893" y="963973"/>
                  </a:cubicBezTo>
                  <a:cubicBezTo>
                    <a:pt x="826232" y="942542"/>
                    <a:pt x="823156" y="921541"/>
                    <a:pt x="817666" y="901432"/>
                  </a:cubicBezTo>
                  <a:cubicBezTo>
                    <a:pt x="807876" y="865515"/>
                    <a:pt x="757076" y="816997"/>
                    <a:pt x="716694" y="866408"/>
                  </a:cubicBezTo>
                  <a:cubicBezTo>
                    <a:pt x="678330" y="913339"/>
                    <a:pt x="734487" y="967843"/>
                    <a:pt x="763922" y="992614"/>
                  </a:cubicBezTo>
                  <a:close/>
                  <a:moveTo>
                    <a:pt x="343599" y="1341600"/>
                  </a:moveTo>
                  <a:cubicBezTo>
                    <a:pt x="325938" y="1309288"/>
                    <a:pt x="265646" y="1275256"/>
                    <a:pt x="237666" y="1333596"/>
                  </a:cubicBezTo>
                  <a:cubicBezTo>
                    <a:pt x="211108" y="1388993"/>
                    <a:pt x="277982" y="1427457"/>
                    <a:pt x="312179" y="1443894"/>
                  </a:cubicBezTo>
                  <a:cubicBezTo>
                    <a:pt x="321605" y="1448458"/>
                    <a:pt x="364798" y="1471510"/>
                    <a:pt x="371744" y="1452328"/>
                  </a:cubicBezTo>
                  <a:cubicBezTo>
                    <a:pt x="377961" y="1435196"/>
                    <a:pt x="370751" y="1414889"/>
                    <a:pt x="366750" y="1399907"/>
                  </a:cubicBezTo>
                  <a:cubicBezTo>
                    <a:pt x="361259" y="1379303"/>
                    <a:pt x="353520" y="1359691"/>
                    <a:pt x="343599" y="1341600"/>
                  </a:cubicBezTo>
                  <a:close/>
                  <a:moveTo>
                    <a:pt x="486573" y="1527470"/>
                  </a:moveTo>
                  <a:cubicBezTo>
                    <a:pt x="468912" y="1495124"/>
                    <a:pt x="408620" y="1461092"/>
                    <a:pt x="380640" y="1519433"/>
                  </a:cubicBezTo>
                  <a:cubicBezTo>
                    <a:pt x="354083" y="1574863"/>
                    <a:pt x="420956" y="1613294"/>
                    <a:pt x="455154" y="1629764"/>
                  </a:cubicBezTo>
                  <a:cubicBezTo>
                    <a:pt x="464579" y="1634295"/>
                    <a:pt x="507773" y="1657347"/>
                    <a:pt x="514718" y="1638198"/>
                  </a:cubicBezTo>
                  <a:cubicBezTo>
                    <a:pt x="520936" y="1621033"/>
                    <a:pt x="513726" y="1600726"/>
                    <a:pt x="509724" y="1585744"/>
                  </a:cubicBezTo>
                  <a:cubicBezTo>
                    <a:pt x="504234" y="1565140"/>
                    <a:pt x="496495" y="1545527"/>
                    <a:pt x="486573" y="1527470"/>
                  </a:cubicBezTo>
                  <a:close/>
                  <a:moveTo>
                    <a:pt x="1672005" y="593623"/>
                  </a:moveTo>
                  <a:cubicBezTo>
                    <a:pt x="1688972" y="590216"/>
                    <a:pt x="1701407" y="572952"/>
                    <a:pt x="1711230" y="561443"/>
                  </a:cubicBezTo>
                  <a:cubicBezTo>
                    <a:pt x="1724790" y="545601"/>
                    <a:pt x="1736365" y="528271"/>
                    <a:pt x="1745560" y="509750"/>
                  </a:cubicBezTo>
                  <a:cubicBezTo>
                    <a:pt x="1762063" y="476743"/>
                    <a:pt x="1757400" y="404280"/>
                    <a:pt x="1696082" y="409770"/>
                  </a:cubicBezTo>
                  <a:cubicBezTo>
                    <a:pt x="1637841" y="415029"/>
                    <a:pt x="1642405" y="495760"/>
                    <a:pt x="1647300" y="535348"/>
                  </a:cubicBezTo>
                  <a:cubicBezTo>
                    <a:pt x="1648656" y="546262"/>
                    <a:pt x="1653022" y="597459"/>
                    <a:pt x="1672005" y="593623"/>
                  </a:cubicBezTo>
                  <a:close/>
                  <a:moveTo>
                    <a:pt x="1599047" y="820933"/>
                  </a:moveTo>
                  <a:cubicBezTo>
                    <a:pt x="1616013" y="817526"/>
                    <a:pt x="1628415" y="800262"/>
                    <a:pt x="1638271" y="788786"/>
                  </a:cubicBezTo>
                  <a:cubicBezTo>
                    <a:pt x="1651831" y="772944"/>
                    <a:pt x="1663406" y="755581"/>
                    <a:pt x="1672601" y="737093"/>
                  </a:cubicBezTo>
                  <a:cubicBezTo>
                    <a:pt x="1689071" y="704053"/>
                    <a:pt x="1684441" y="631590"/>
                    <a:pt x="1623124" y="637114"/>
                  </a:cubicBezTo>
                  <a:cubicBezTo>
                    <a:pt x="1564882" y="642339"/>
                    <a:pt x="1569446" y="723070"/>
                    <a:pt x="1574341" y="762658"/>
                  </a:cubicBezTo>
                  <a:cubicBezTo>
                    <a:pt x="1575697" y="773605"/>
                    <a:pt x="1580063" y="824769"/>
                    <a:pt x="1599047" y="820933"/>
                  </a:cubicBezTo>
                  <a:close/>
                  <a:moveTo>
                    <a:pt x="1529858" y="1065639"/>
                  </a:moveTo>
                  <a:cubicBezTo>
                    <a:pt x="1546824" y="1062200"/>
                    <a:pt x="1559227" y="1044969"/>
                    <a:pt x="1569082" y="1033459"/>
                  </a:cubicBezTo>
                  <a:cubicBezTo>
                    <a:pt x="1582642" y="1017617"/>
                    <a:pt x="1594218" y="1000254"/>
                    <a:pt x="1603412" y="981766"/>
                  </a:cubicBezTo>
                  <a:cubicBezTo>
                    <a:pt x="1619882" y="948727"/>
                    <a:pt x="1615252" y="876264"/>
                    <a:pt x="1553935" y="881787"/>
                  </a:cubicBezTo>
                  <a:cubicBezTo>
                    <a:pt x="1495694" y="887013"/>
                    <a:pt x="1500258" y="967744"/>
                    <a:pt x="1505153" y="1007365"/>
                  </a:cubicBezTo>
                  <a:cubicBezTo>
                    <a:pt x="1506508" y="1018279"/>
                    <a:pt x="1510874" y="1069476"/>
                    <a:pt x="1529858" y="1065639"/>
                  </a:cubicBezTo>
                  <a:close/>
                  <a:moveTo>
                    <a:pt x="2327312" y="909833"/>
                  </a:moveTo>
                  <a:cubicBezTo>
                    <a:pt x="2273734" y="884962"/>
                    <a:pt x="2241686" y="958318"/>
                    <a:pt x="2228292" y="995624"/>
                  </a:cubicBezTo>
                  <a:cubicBezTo>
                    <a:pt x="2224621" y="1005910"/>
                    <a:pt x="2205571" y="1053171"/>
                    <a:pt x="2223959" y="1059389"/>
                  </a:cubicBezTo>
                  <a:cubicBezTo>
                    <a:pt x="2240430" y="1064978"/>
                    <a:pt x="2259050" y="1056081"/>
                    <a:pt x="2272874" y="1050955"/>
                  </a:cubicBezTo>
                  <a:cubicBezTo>
                    <a:pt x="2291858" y="1043877"/>
                    <a:pt x="2309784" y="1034452"/>
                    <a:pt x="2326155" y="1022843"/>
                  </a:cubicBezTo>
                  <a:cubicBezTo>
                    <a:pt x="2355424" y="1002106"/>
                    <a:pt x="2383735" y="935994"/>
                    <a:pt x="2327312" y="909833"/>
                  </a:cubicBezTo>
                  <a:close/>
                  <a:moveTo>
                    <a:pt x="2160393" y="1185926"/>
                  </a:moveTo>
                  <a:cubicBezTo>
                    <a:pt x="2144022" y="1197501"/>
                    <a:pt x="2126097" y="1206927"/>
                    <a:pt x="2107080" y="1214004"/>
                  </a:cubicBezTo>
                  <a:cubicBezTo>
                    <a:pt x="2093288" y="1219164"/>
                    <a:pt x="2074668" y="1228060"/>
                    <a:pt x="2058198" y="1222471"/>
                  </a:cubicBezTo>
                  <a:cubicBezTo>
                    <a:pt x="2056313" y="1221843"/>
                    <a:pt x="2054924" y="1220685"/>
                    <a:pt x="2053766" y="1219263"/>
                  </a:cubicBezTo>
                  <a:lnTo>
                    <a:pt x="2018510" y="1277901"/>
                  </a:lnTo>
                  <a:cubicBezTo>
                    <a:pt x="2033988" y="1308626"/>
                    <a:pt x="2012359" y="1350463"/>
                    <a:pt x="1990167" y="1366173"/>
                  </a:cubicBezTo>
                  <a:cubicBezTo>
                    <a:pt x="1978360" y="1374573"/>
                    <a:pt x="1965693" y="1381750"/>
                    <a:pt x="1952431" y="1387803"/>
                  </a:cubicBezTo>
                  <a:lnTo>
                    <a:pt x="1394325" y="2316292"/>
                  </a:lnTo>
                  <a:cubicBezTo>
                    <a:pt x="1381328" y="2337855"/>
                    <a:pt x="1363534" y="2354524"/>
                    <a:pt x="1343228" y="2365670"/>
                  </a:cubicBezTo>
                  <a:cubicBezTo>
                    <a:pt x="1304334" y="2387002"/>
                    <a:pt x="1256213" y="2387994"/>
                    <a:pt x="1215136" y="2364314"/>
                  </a:cubicBezTo>
                  <a:cubicBezTo>
                    <a:pt x="1205644" y="2358824"/>
                    <a:pt x="1197045" y="2352308"/>
                    <a:pt x="1189372" y="2344966"/>
                  </a:cubicBezTo>
                  <a:cubicBezTo>
                    <a:pt x="1173630" y="2349100"/>
                    <a:pt x="1156829" y="2350754"/>
                    <a:pt x="1139465" y="2349464"/>
                  </a:cubicBezTo>
                  <a:cubicBezTo>
                    <a:pt x="1123723" y="2348273"/>
                    <a:pt x="1108741" y="2344734"/>
                    <a:pt x="1094850" y="2339244"/>
                  </a:cubicBezTo>
                  <a:cubicBezTo>
                    <a:pt x="1044381" y="2360643"/>
                    <a:pt x="989777" y="2350655"/>
                    <a:pt x="956903" y="2315895"/>
                  </a:cubicBezTo>
                  <a:cubicBezTo>
                    <a:pt x="950619" y="2309247"/>
                    <a:pt x="945063" y="2301806"/>
                    <a:pt x="940532" y="2293405"/>
                  </a:cubicBezTo>
                  <a:lnTo>
                    <a:pt x="672972" y="1793740"/>
                  </a:lnTo>
                  <a:cubicBezTo>
                    <a:pt x="675849" y="1805481"/>
                    <a:pt x="677701" y="1818313"/>
                    <a:pt x="673534" y="1829789"/>
                  </a:cubicBezTo>
                  <a:cubicBezTo>
                    <a:pt x="666589" y="1848971"/>
                    <a:pt x="623429" y="1825887"/>
                    <a:pt x="613970" y="1821356"/>
                  </a:cubicBezTo>
                  <a:cubicBezTo>
                    <a:pt x="579772" y="1804885"/>
                    <a:pt x="512932" y="1766454"/>
                    <a:pt x="539489" y="1711057"/>
                  </a:cubicBezTo>
                  <a:cubicBezTo>
                    <a:pt x="558473" y="1671403"/>
                    <a:pt x="592373" y="1674413"/>
                    <a:pt x="617707" y="1690552"/>
                  </a:cubicBezTo>
                  <a:lnTo>
                    <a:pt x="380839" y="1248202"/>
                  </a:lnTo>
                  <a:cubicBezTo>
                    <a:pt x="353057" y="1196310"/>
                    <a:pt x="365526" y="1131554"/>
                    <a:pt x="406371" y="1085252"/>
                  </a:cubicBezTo>
                  <a:cubicBezTo>
                    <a:pt x="420262" y="1069509"/>
                    <a:pt x="437426" y="1055883"/>
                    <a:pt x="457436" y="1045663"/>
                  </a:cubicBezTo>
                  <a:lnTo>
                    <a:pt x="532577" y="1007200"/>
                  </a:lnTo>
                  <a:lnTo>
                    <a:pt x="550635" y="997939"/>
                  </a:lnTo>
                  <a:cubicBezTo>
                    <a:pt x="628886" y="957921"/>
                    <a:pt x="718249" y="985967"/>
                    <a:pt x="746658" y="1059455"/>
                  </a:cubicBezTo>
                  <a:lnTo>
                    <a:pt x="1008067" y="1735895"/>
                  </a:lnTo>
                  <a:lnTo>
                    <a:pt x="1009191" y="928717"/>
                  </a:lnTo>
                  <a:cubicBezTo>
                    <a:pt x="1009290" y="842959"/>
                    <a:pt x="1088268" y="776516"/>
                    <a:pt x="1181699" y="783594"/>
                  </a:cubicBezTo>
                  <a:lnTo>
                    <a:pt x="1244769" y="788356"/>
                  </a:lnTo>
                  <a:lnTo>
                    <a:pt x="1292262" y="791928"/>
                  </a:lnTo>
                  <a:cubicBezTo>
                    <a:pt x="1334000" y="795103"/>
                    <a:pt x="1370943" y="812400"/>
                    <a:pt x="1398029" y="838098"/>
                  </a:cubicBezTo>
                  <a:cubicBezTo>
                    <a:pt x="1431135" y="869550"/>
                    <a:pt x="1449557" y="913636"/>
                    <a:pt x="1443868" y="960104"/>
                  </a:cubicBezTo>
                  <a:lnTo>
                    <a:pt x="1343095" y="1785471"/>
                  </a:lnTo>
                  <a:lnTo>
                    <a:pt x="1740830" y="926303"/>
                  </a:lnTo>
                  <a:cubicBezTo>
                    <a:pt x="1765337" y="873386"/>
                    <a:pt x="1813822" y="840975"/>
                    <a:pt x="1865945" y="835750"/>
                  </a:cubicBezTo>
                  <a:cubicBezTo>
                    <a:pt x="1896107" y="832707"/>
                    <a:pt x="1927494" y="838759"/>
                    <a:pt x="1956135" y="855296"/>
                  </a:cubicBezTo>
                  <a:lnTo>
                    <a:pt x="2048507" y="908609"/>
                  </a:lnTo>
                  <a:cubicBezTo>
                    <a:pt x="2056908" y="913471"/>
                    <a:pt x="2064647" y="919027"/>
                    <a:pt x="2071791" y="925113"/>
                  </a:cubicBezTo>
                  <a:cubicBezTo>
                    <a:pt x="2113562" y="960765"/>
                    <a:pt x="2133703" y="1016063"/>
                    <a:pt x="2126956" y="1070071"/>
                  </a:cubicBezTo>
                  <a:cubicBezTo>
                    <a:pt x="2137275" y="1066698"/>
                    <a:pt x="2148818" y="1066995"/>
                    <a:pt x="2161551" y="1072915"/>
                  </a:cubicBezTo>
                  <a:cubicBezTo>
                    <a:pt x="2217973" y="1099076"/>
                    <a:pt x="2189663" y="1165189"/>
                    <a:pt x="2160393" y="1185926"/>
                  </a:cubicBezTo>
                  <a:close/>
                  <a:moveTo>
                    <a:pt x="708690" y="1113132"/>
                  </a:moveTo>
                  <a:cubicBezTo>
                    <a:pt x="694271" y="1067756"/>
                    <a:pt x="621643" y="1052840"/>
                    <a:pt x="546468" y="1079861"/>
                  </a:cubicBezTo>
                  <a:cubicBezTo>
                    <a:pt x="471293" y="1106881"/>
                    <a:pt x="422014" y="1165586"/>
                    <a:pt x="436434" y="1210995"/>
                  </a:cubicBezTo>
                  <a:cubicBezTo>
                    <a:pt x="450821" y="1256371"/>
                    <a:pt x="523449" y="1271254"/>
                    <a:pt x="598624" y="1244233"/>
                  </a:cubicBezTo>
                  <a:cubicBezTo>
                    <a:pt x="673799" y="1217213"/>
                    <a:pt x="723077" y="1158508"/>
                    <a:pt x="708690" y="1113132"/>
                  </a:cubicBezTo>
                  <a:close/>
                  <a:moveTo>
                    <a:pt x="696487" y="1472734"/>
                  </a:moveTo>
                  <a:cubicBezTo>
                    <a:pt x="704556" y="1479613"/>
                    <a:pt x="741003" y="1513381"/>
                    <a:pt x="752214" y="1496646"/>
                  </a:cubicBezTo>
                  <a:cubicBezTo>
                    <a:pt x="762236" y="1481664"/>
                    <a:pt x="759987" y="1460067"/>
                    <a:pt x="759623" y="1444523"/>
                  </a:cubicBezTo>
                  <a:cubicBezTo>
                    <a:pt x="759127" y="1423091"/>
                    <a:pt x="756183" y="1402057"/>
                    <a:pt x="750792" y="1381916"/>
                  </a:cubicBezTo>
                  <a:cubicBezTo>
                    <a:pt x="741234" y="1345965"/>
                    <a:pt x="690765" y="1297051"/>
                    <a:pt x="650052" y="1346197"/>
                  </a:cubicBezTo>
                  <a:cubicBezTo>
                    <a:pt x="611390" y="1392863"/>
                    <a:pt x="667184" y="1447764"/>
                    <a:pt x="696487" y="1472734"/>
                  </a:cubicBezTo>
                  <a:close/>
                  <a:moveTo>
                    <a:pt x="847332" y="1714431"/>
                  </a:moveTo>
                  <a:cubicBezTo>
                    <a:pt x="857386" y="1699449"/>
                    <a:pt x="855137" y="1677885"/>
                    <a:pt x="854740" y="1662308"/>
                  </a:cubicBezTo>
                  <a:cubicBezTo>
                    <a:pt x="854244" y="1640910"/>
                    <a:pt x="851301" y="1619875"/>
                    <a:pt x="845943" y="1599734"/>
                  </a:cubicBezTo>
                  <a:cubicBezTo>
                    <a:pt x="836352" y="1563751"/>
                    <a:pt x="785883" y="1514869"/>
                    <a:pt x="745170" y="1563982"/>
                  </a:cubicBezTo>
                  <a:cubicBezTo>
                    <a:pt x="706508" y="1610648"/>
                    <a:pt x="762335" y="1665549"/>
                    <a:pt x="791604" y="1690519"/>
                  </a:cubicBezTo>
                  <a:cubicBezTo>
                    <a:pt x="799707" y="1697431"/>
                    <a:pt x="836120" y="1731166"/>
                    <a:pt x="847332" y="1714431"/>
                  </a:cubicBezTo>
                  <a:close/>
                  <a:moveTo>
                    <a:pt x="963914" y="1889883"/>
                  </a:moveTo>
                  <a:cubicBezTo>
                    <a:pt x="963385" y="1868451"/>
                    <a:pt x="960442" y="1847450"/>
                    <a:pt x="955084" y="1827309"/>
                  </a:cubicBezTo>
                  <a:cubicBezTo>
                    <a:pt x="945493" y="1791325"/>
                    <a:pt x="895023" y="1742410"/>
                    <a:pt x="854344" y="1791557"/>
                  </a:cubicBezTo>
                  <a:cubicBezTo>
                    <a:pt x="815681" y="1838223"/>
                    <a:pt x="871475" y="1893124"/>
                    <a:pt x="900745" y="1918094"/>
                  </a:cubicBezTo>
                  <a:cubicBezTo>
                    <a:pt x="908848" y="1925006"/>
                    <a:pt x="945294" y="1958740"/>
                    <a:pt x="956473" y="1942006"/>
                  </a:cubicBezTo>
                  <a:cubicBezTo>
                    <a:pt x="966527" y="1927023"/>
                    <a:pt x="964278" y="1905427"/>
                    <a:pt x="963914" y="1889883"/>
                  </a:cubicBezTo>
                  <a:close/>
                  <a:moveTo>
                    <a:pt x="1155010" y="1623116"/>
                  </a:moveTo>
                  <a:cubicBezTo>
                    <a:pt x="1099480" y="1642596"/>
                    <a:pt x="1121540" y="1719987"/>
                    <a:pt x="1134934" y="1757293"/>
                  </a:cubicBezTo>
                  <a:cubicBezTo>
                    <a:pt x="1138605" y="1767612"/>
                    <a:pt x="1154017" y="1816328"/>
                    <a:pt x="1171645" y="1807895"/>
                  </a:cubicBezTo>
                  <a:cubicBezTo>
                    <a:pt x="1187388" y="1800387"/>
                    <a:pt x="1195722" y="1780544"/>
                    <a:pt x="1202800" y="1766951"/>
                  </a:cubicBezTo>
                  <a:cubicBezTo>
                    <a:pt x="1212523" y="1748165"/>
                    <a:pt x="1219998" y="1728454"/>
                    <a:pt x="1224926" y="1708180"/>
                  </a:cubicBezTo>
                  <a:cubicBezTo>
                    <a:pt x="1233756" y="1671998"/>
                    <a:pt x="1213482" y="1602644"/>
                    <a:pt x="1155010" y="1623116"/>
                  </a:cubicBezTo>
                  <a:close/>
                  <a:moveTo>
                    <a:pt x="1169032" y="1368058"/>
                  </a:moveTo>
                  <a:cubicBezTo>
                    <a:pt x="1113503" y="1387505"/>
                    <a:pt x="1135563" y="1464929"/>
                    <a:pt x="1148957" y="1502235"/>
                  </a:cubicBezTo>
                  <a:cubicBezTo>
                    <a:pt x="1152628" y="1512521"/>
                    <a:pt x="1168040" y="1561237"/>
                    <a:pt x="1185668" y="1552837"/>
                  </a:cubicBezTo>
                  <a:cubicBezTo>
                    <a:pt x="1201411" y="1545296"/>
                    <a:pt x="1209745" y="1525485"/>
                    <a:pt x="1216823" y="1511859"/>
                  </a:cubicBezTo>
                  <a:cubicBezTo>
                    <a:pt x="1226546" y="1493107"/>
                    <a:pt x="1234021" y="1473362"/>
                    <a:pt x="1238949" y="1453122"/>
                  </a:cubicBezTo>
                  <a:cubicBezTo>
                    <a:pt x="1247779" y="1416907"/>
                    <a:pt x="1227505" y="1347586"/>
                    <a:pt x="1169032" y="1368058"/>
                  </a:cubicBezTo>
                  <a:close/>
                  <a:moveTo>
                    <a:pt x="1190530" y="1128941"/>
                  </a:moveTo>
                  <a:cubicBezTo>
                    <a:pt x="1135000" y="1148421"/>
                    <a:pt x="1157027" y="1225812"/>
                    <a:pt x="1170422" y="1263118"/>
                  </a:cubicBezTo>
                  <a:cubicBezTo>
                    <a:pt x="1174093" y="1273403"/>
                    <a:pt x="1189505" y="1322153"/>
                    <a:pt x="1207132" y="1313719"/>
                  </a:cubicBezTo>
                  <a:cubicBezTo>
                    <a:pt x="1222908" y="1306212"/>
                    <a:pt x="1231210" y="1286368"/>
                    <a:pt x="1238287" y="1272742"/>
                  </a:cubicBezTo>
                  <a:cubicBezTo>
                    <a:pt x="1248044" y="1253990"/>
                    <a:pt x="1255485" y="1234278"/>
                    <a:pt x="1260446" y="1214004"/>
                  </a:cubicBezTo>
                  <a:cubicBezTo>
                    <a:pt x="1269276" y="1177823"/>
                    <a:pt x="1248970" y="1108469"/>
                    <a:pt x="1190530" y="1128941"/>
                  </a:cubicBezTo>
                  <a:close/>
                  <a:moveTo>
                    <a:pt x="1375837" y="961592"/>
                  </a:moveTo>
                  <a:cubicBezTo>
                    <a:pt x="1378186" y="913769"/>
                    <a:pt x="1315843" y="871435"/>
                    <a:pt x="1236600" y="867070"/>
                  </a:cubicBezTo>
                  <a:cubicBezTo>
                    <a:pt x="1157358" y="862704"/>
                    <a:pt x="1091212" y="897960"/>
                    <a:pt x="1088897" y="945816"/>
                  </a:cubicBezTo>
                  <a:cubicBezTo>
                    <a:pt x="1086549" y="993673"/>
                    <a:pt x="1148891" y="1035973"/>
                    <a:pt x="1228134" y="1040339"/>
                  </a:cubicBezTo>
                  <a:cubicBezTo>
                    <a:pt x="1307376" y="1044704"/>
                    <a:pt x="1373522" y="1009448"/>
                    <a:pt x="1375837" y="961592"/>
                  </a:cubicBezTo>
                  <a:close/>
                  <a:moveTo>
                    <a:pt x="1595805" y="1630227"/>
                  </a:moveTo>
                  <a:cubicBezTo>
                    <a:pt x="1537498" y="1625630"/>
                    <a:pt x="1530089" y="1706129"/>
                    <a:pt x="1529097" y="1746048"/>
                  </a:cubicBezTo>
                  <a:cubicBezTo>
                    <a:pt x="1528800" y="1757095"/>
                    <a:pt x="1525558" y="1808358"/>
                    <a:pt x="1544840" y="1807763"/>
                  </a:cubicBezTo>
                  <a:cubicBezTo>
                    <a:pt x="1562137" y="1807200"/>
                    <a:pt x="1576921" y="1792251"/>
                    <a:pt x="1588364" y="1782528"/>
                  </a:cubicBezTo>
                  <a:cubicBezTo>
                    <a:pt x="1604074" y="1769166"/>
                    <a:pt x="1618063" y="1753953"/>
                    <a:pt x="1629904" y="1737218"/>
                  </a:cubicBezTo>
                  <a:cubicBezTo>
                    <a:pt x="1651037" y="1707353"/>
                    <a:pt x="1657189" y="1635023"/>
                    <a:pt x="1595805" y="1630227"/>
                  </a:cubicBezTo>
                  <a:close/>
                  <a:moveTo>
                    <a:pt x="1700283" y="1400139"/>
                  </a:moveTo>
                  <a:cubicBezTo>
                    <a:pt x="1642008" y="1395575"/>
                    <a:pt x="1634600" y="1476041"/>
                    <a:pt x="1633575" y="1515993"/>
                  </a:cubicBezTo>
                  <a:cubicBezTo>
                    <a:pt x="1633310" y="1527007"/>
                    <a:pt x="1630036" y="1578303"/>
                    <a:pt x="1649350" y="1577674"/>
                  </a:cubicBezTo>
                  <a:cubicBezTo>
                    <a:pt x="1666614" y="1577112"/>
                    <a:pt x="1681431" y="1562163"/>
                    <a:pt x="1692841" y="1552473"/>
                  </a:cubicBezTo>
                  <a:cubicBezTo>
                    <a:pt x="1708584" y="1539078"/>
                    <a:pt x="1722541" y="1523865"/>
                    <a:pt x="1734381" y="1507163"/>
                  </a:cubicBezTo>
                  <a:cubicBezTo>
                    <a:pt x="1755548" y="1477298"/>
                    <a:pt x="1761666" y="1404934"/>
                    <a:pt x="1700283" y="1400139"/>
                  </a:cubicBezTo>
                  <a:close/>
                  <a:moveTo>
                    <a:pt x="1805951" y="1187844"/>
                  </a:moveTo>
                  <a:cubicBezTo>
                    <a:pt x="1747643" y="1183280"/>
                    <a:pt x="1740235" y="1263779"/>
                    <a:pt x="1739210" y="1303698"/>
                  </a:cubicBezTo>
                  <a:cubicBezTo>
                    <a:pt x="1738945" y="1314712"/>
                    <a:pt x="1735671" y="1366008"/>
                    <a:pt x="1754985" y="1365379"/>
                  </a:cubicBezTo>
                  <a:cubicBezTo>
                    <a:pt x="1772249" y="1364850"/>
                    <a:pt x="1787066" y="1349901"/>
                    <a:pt x="1798476" y="1340178"/>
                  </a:cubicBezTo>
                  <a:cubicBezTo>
                    <a:pt x="1814219" y="1326783"/>
                    <a:pt x="1828209" y="1311603"/>
                    <a:pt x="1840049" y="1294868"/>
                  </a:cubicBezTo>
                  <a:cubicBezTo>
                    <a:pt x="1861182" y="1265003"/>
                    <a:pt x="1867334" y="1192672"/>
                    <a:pt x="1805951" y="1187844"/>
                  </a:cubicBezTo>
                  <a:close/>
                  <a:moveTo>
                    <a:pt x="2063820" y="1070336"/>
                  </a:moveTo>
                  <a:cubicBezTo>
                    <a:pt x="2082143" y="1029127"/>
                    <a:pt x="2040239" y="968603"/>
                    <a:pt x="1970290" y="935134"/>
                  </a:cubicBezTo>
                  <a:cubicBezTo>
                    <a:pt x="1900308" y="901664"/>
                    <a:pt x="1828738" y="907948"/>
                    <a:pt x="1810416" y="949123"/>
                  </a:cubicBezTo>
                  <a:cubicBezTo>
                    <a:pt x="1792093" y="990332"/>
                    <a:pt x="1833997" y="1050856"/>
                    <a:pt x="1903979" y="1084326"/>
                  </a:cubicBezTo>
                  <a:cubicBezTo>
                    <a:pt x="1973961" y="1117795"/>
                    <a:pt x="2045531" y="1111545"/>
                    <a:pt x="2063820" y="1070336"/>
                  </a:cubicBezTo>
                  <a:close/>
                  <a:moveTo>
                    <a:pt x="2115381" y="1627813"/>
                  </a:moveTo>
                  <a:cubicBezTo>
                    <a:pt x="2064019" y="1598080"/>
                    <a:pt x="2026117" y="1668195"/>
                    <a:pt x="2009713" y="1704112"/>
                  </a:cubicBezTo>
                  <a:cubicBezTo>
                    <a:pt x="2005215" y="1714034"/>
                    <a:pt x="1982362" y="1759344"/>
                    <a:pt x="2000188" y="1767248"/>
                  </a:cubicBezTo>
                  <a:cubicBezTo>
                    <a:pt x="2016162" y="1774326"/>
                    <a:pt x="2035444" y="1767182"/>
                    <a:pt x="2049599" y="1763346"/>
                  </a:cubicBezTo>
                  <a:cubicBezTo>
                    <a:pt x="2069112" y="1758054"/>
                    <a:pt x="2087732" y="1750315"/>
                    <a:pt x="2104996" y="1740261"/>
                  </a:cubicBezTo>
                  <a:cubicBezTo>
                    <a:pt x="2135820" y="1722302"/>
                    <a:pt x="2169422" y="1659100"/>
                    <a:pt x="2115381" y="1627813"/>
                  </a:cubicBezTo>
                  <a:close/>
                  <a:moveTo>
                    <a:pt x="1936919" y="1774954"/>
                  </a:moveTo>
                  <a:cubicBezTo>
                    <a:pt x="1885557" y="1745222"/>
                    <a:pt x="1847656" y="1815336"/>
                    <a:pt x="1831285" y="1851253"/>
                  </a:cubicBezTo>
                  <a:cubicBezTo>
                    <a:pt x="1826754" y="1861175"/>
                    <a:pt x="1803933" y="1906485"/>
                    <a:pt x="1821760" y="1914390"/>
                  </a:cubicBezTo>
                  <a:cubicBezTo>
                    <a:pt x="1837701" y="1921467"/>
                    <a:pt x="1856982" y="1914323"/>
                    <a:pt x="1871137" y="1910487"/>
                  </a:cubicBezTo>
                  <a:cubicBezTo>
                    <a:pt x="1890650" y="1905195"/>
                    <a:pt x="1909270" y="1897456"/>
                    <a:pt x="1926535" y="1887402"/>
                  </a:cubicBezTo>
                  <a:cubicBezTo>
                    <a:pt x="1957392" y="1869477"/>
                    <a:pt x="1990994" y="1806241"/>
                    <a:pt x="1936919" y="1774954"/>
                  </a:cubicBezTo>
                  <a:close/>
                  <a:moveTo>
                    <a:pt x="1752637" y="1938797"/>
                  </a:moveTo>
                  <a:cubicBezTo>
                    <a:pt x="1701275" y="1909098"/>
                    <a:pt x="1663373" y="1979179"/>
                    <a:pt x="1646969" y="2015130"/>
                  </a:cubicBezTo>
                  <a:cubicBezTo>
                    <a:pt x="1642471" y="2025052"/>
                    <a:pt x="1619618" y="2070362"/>
                    <a:pt x="1637444" y="2078266"/>
                  </a:cubicBezTo>
                  <a:cubicBezTo>
                    <a:pt x="1653418" y="2085344"/>
                    <a:pt x="1672667" y="2078200"/>
                    <a:pt x="1686855" y="2074363"/>
                  </a:cubicBezTo>
                  <a:cubicBezTo>
                    <a:pt x="1706368" y="2069072"/>
                    <a:pt x="1724988" y="2061333"/>
                    <a:pt x="1742252" y="2051278"/>
                  </a:cubicBezTo>
                  <a:cubicBezTo>
                    <a:pt x="1773076" y="2033320"/>
                    <a:pt x="1806678" y="1970084"/>
                    <a:pt x="1752637" y="1938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7EEEE13-3D5A-1E1E-DC95-86FEE77FDCE9}"/>
                </a:ext>
              </a:extLst>
            </p:cNvPr>
            <p:cNvSpPr/>
            <p:nvPr/>
          </p:nvSpPr>
          <p:spPr>
            <a:xfrm rot="19800000">
              <a:off x="10149732" y="3972645"/>
              <a:ext cx="1560941" cy="1556152"/>
            </a:xfrm>
            <a:custGeom>
              <a:avLst/>
              <a:gdLst>
                <a:gd name="connsiteX0" fmla="*/ 1121195 w 2743224"/>
                <a:gd name="connsiteY0" fmla="*/ 331 h 2734808"/>
                <a:gd name="connsiteX1" fmla="*/ 978188 w 2743224"/>
                <a:gd name="connsiteY1" fmla="*/ 0 h 2734808"/>
                <a:gd name="connsiteX2" fmla="*/ 768142 w 2743224"/>
                <a:gd name="connsiteY2" fmla="*/ 266998 h 2734808"/>
                <a:gd name="connsiteX3" fmla="*/ 793310 w 2743224"/>
                <a:gd name="connsiteY3" fmla="*/ 794743 h 2734808"/>
                <a:gd name="connsiteX4" fmla="*/ 765298 w 2743224"/>
                <a:gd name="connsiteY4" fmla="*/ 699658 h 2734808"/>
                <a:gd name="connsiteX5" fmla="*/ 620571 w 2743224"/>
                <a:gd name="connsiteY5" fmla="*/ 420026 h 2734808"/>
                <a:gd name="connsiteX6" fmla="*/ 291495 w 2743224"/>
                <a:gd name="connsiteY6" fmla="*/ 711730 h 2734808"/>
                <a:gd name="connsiteX7" fmla="*/ 579560 w 2743224"/>
                <a:gd name="connsiteY7" fmla="*/ 1362241 h 2734808"/>
                <a:gd name="connsiteX8" fmla="*/ 597618 w 2743224"/>
                <a:gd name="connsiteY8" fmla="*/ 1352980 h 2734808"/>
                <a:gd name="connsiteX9" fmla="*/ 793641 w 2743224"/>
                <a:gd name="connsiteY9" fmla="*/ 1414496 h 2734808"/>
                <a:gd name="connsiteX10" fmla="*/ 1055050 w 2743224"/>
                <a:gd name="connsiteY10" fmla="*/ 2090936 h 2734808"/>
                <a:gd name="connsiteX11" fmla="*/ 1056174 w 2743224"/>
                <a:gd name="connsiteY11" fmla="*/ 1283759 h 2734808"/>
                <a:gd name="connsiteX12" fmla="*/ 1228682 w 2743224"/>
                <a:gd name="connsiteY12" fmla="*/ 1138635 h 2734808"/>
                <a:gd name="connsiteX13" fmla="*/ 1291752 w 2743224"/>
                <a:gd name="connsiteY13" fmla="*/ 1143397 h 2734808"/>
                <a:gd name="connsiteX14" fmla="*/ 1330150 w 2743224"/>
                <a:gd name="connsiteY14" fmla="*/ 265741 h 2734808"/>
                <a:gd name="connsiteX15" fmla="*/ 1121195 w 2743224"/>
                <a:gd name="connsiteY15" fmla="*/ 331 h 2734808"/>
                <a:gd name="connsiteX16" fmla="*/ 329992 w 2743224"/>
                <a:gd name="connsiteY16" fmla="*/ 653753 h 2734808"/>
                <a:gd name="connsiteX17" fmla="*/ 487551 w 2743224"/>
                <a:gd name="connsiteY17" fmla="*/ 484916 h 2734808"/>
                <a:gd name="connsiteX18" fmla="*/ 672561 w 2743224"/>
                <a:gd name="connsiteY18" fmla="*/ 549342 h 2734808"/>
                <a:gd name="connsiteX19" fmla="*/ 515002 w 2743224"/>
                <a:gd name="connsiteY19" fmla="*/ 718146 h 2734808"/>
                <a:gd name="connsiteX20" fmla="*/ 329992 w 2743224"/>
                <a:gd name="connsiteY20" fmla="*/ 653753 h 2734808"/>
                <a:gd name="connsiteX21" fmla="*/ 556608 w 2743224"/>
                <a:gd name="connsiteY21" fmla="*/ 777545 h 2734808"/>
                <a:gd name="connsiteX22" fmla="*/ 657579 w 2743224"/>
                <a:gd name="connsiteY22" fmla="*/ 812569 h 2734808"/>
                <a:gd name="connsiteX23" fmla="*/ 666807 w 2743224"/>
                <a:gd name="connsiteY23" fmla="*/ 875077 h 2734808"/>
                <a:gd name="connsiteX24" fmla="*/ 659729 w 2743224"/>
                <a:gd name="connsiteY24" fmla="*/ 927266 h 2734808"/>
                <a:gd name="connsiteX25" fmla="*/ 603836 w 2743224"/>
                <a:gd name="connsiteY25" fmla="*/ 903751 h 2734808"/>
                <a:gd name="connsiteX26" fmla="*/ 556608 w 2743224"/>
                <a:gd name="connsiteY26" fmla="*/ 777545 h 2734808"/>
                <a:gd name="connsiteX27" fmla="*/ 700342 w 2743224"/>
                <a:gd name="connsiteY27" fmla="*/ 1120875 h 2734808"/>
                <a:gd name="connsiteX28" fmla="*/ 653114 w 2743224"/>
                <a:gd name="connsiteY28" fmla="*/ 994668 h 2734808"/>
                <a:gd name="connsiteX29" fmla="*/ 754086 w 2743224"/>
                <a:gd name="connsiteY29" fmla="*/ 1029693 h 2734808"/>
                <a:gd name="connsiteX30" fmla="*/ 763313 w 2743224"/>
                <a:gd name="connsiteY30" fmla="*/ 1092200 h 2734808"/>
                <a:gd name="connsiteX31" fmla="*/ 756203 w 2743224"/>
                <a:gd name="connsiteY31" fmla="*/ 1144390 h 2734808"/>
                <a:gd name="connsiteX32" fmla="*/ 700342 w 2743224"/>
                <a:gd name="connsiteY32" fmla="*/ 1120875 h 2734808"/>
                <a:gd name="connsiteX33" fmla="*/ 866798 w 2743224"/>
                <a:gd name="connsiteY33" fmla="*/ 1371171 h 2734808"/>
                <a:gd name="connsiteX34" fmla="*/ 810905 w 2743224"/>
                <a:gd name="connsiteY34" fmla="*/ 1347656 h 2734808"/>
                <a:gd name="connsiteX35" fmla="*/ 763677 w 2743224"/>
                <a:gd name="connsiteY35" fmla="*/ 1221449 h 2734808"/>
                <a:gd name="connsiteX36" fmla="*/ 864649 w 2743224"/>
                <a:gd name="connsiteY36" fmla="*/ 1256474 h 2734808"/>
                <a:gd name="connsiteX37" fmla="*/ 873876 w 2743224"/>
                <a:gd name="connsiteY37" fmla="*/ 1319015 h 2734808"/>
                <a:gd name="connsiteX38" fmla="*/ 866798 w 2743224"/>
                <a:gd name="connsiteY38" fmla="*/ 1371171 h 2734808"/>
                <a:gd name="connsiteX39" fmla="*/ 1091033 w 2743224"/>
                <a:gd name="connsiteY39" fmla="*/ 936295 h 2734808"/>
                <a:gd name="connsiteX40" fmla="*/ 1072016 w 2743224"/>
                <a:gd name="connsiteY40" fmla="*/ 996256 h 2734808"/>
                <a:gd name="connsiteX41" fmla="*/ 1043077 w 2743224"/>
                <a:gd name="connsiteY41" fmla="*/ 1039052 h 2734808"/>
                <a:gd name="connsiteX42" fmla="*/ 1003753 w 2743224"/>
                <a:gd name="connsiteY42" fmla="*/ 990700 h 2734808"/>
                <a:gd name="connsiteX43" fmla="*/ 1016751 w 2743224"/>
                <a:gd name="connsiteY43" fmla="*/ 855564 h 2734808"/>
                <a:gd name="connsiteX44" fmla="*/ 1091033 w 2743224"/>
                <a:gd name="connsiteY44" fmla="*/ 936295 h 2734808"/>
                <a:gd name="connsiteX45" fmla="*/ 1091562 w 2743224"/>
                <a:gd name="connsiteY45" fmla="*/ 680773 h 2734808"/>
                <a:gd name="connsiteX46" fmla="*/ 1072545 w 2743224"/>
                <a:gd name="connsiteY46" fmla="*/ 740768 h 2734808"/>
                <a:gd name="connsiteX47" fmla="*/ 1043606 w 2743224"/>
                <a:gd name="connsiteY47" fmla="*/ 783531 h 2734808"/>
                <a:gd name="connsiteX48" fmla="*/ 1004283 w 2743224"/>
                <a:gd name="connsiteY48" fmla="*/ 735211 h 2734808"/>
                <a:gd name="connsiteX49" fmla="*/ 1017280 w 2743224"/>
                <a:gd name="connsiteY49" fmla="*/ 600042 h 2734808"/>
                <a:gd name="connsiteX50" fmla="*/ 1091562 w 2743224"/>
                <a:gd name="connsiteY50" fmla="*/ 680773 h 2734808"/>
                <a:gd name="connsiteX51" fmla="*/ 1100392 w 2743224"/>
                <a:gd name="connsiteY51" fmla="*/ 440763 h 2734808"/>
                <a:gd name="connsiteX52" fmla="*/ 1081376 w 2743224"/>
                <a:gd name="connsiteY52" fmla="*/ 500757 h 2734808"/>
                <a:gd name="connsiteX53" fmla="*/ 1052404 w 2743224"/>
                <a:gd name="connsiteY53" fmla="*/ 543521 h 2734808"/>
                <a:gd name="connsiteX54" fmla="*/ 1013080 w 2743224"/>
                <a:gd name="connsiteY54" fmla="*/ 495201 h 2734808"/>
                <a:gd name="connsiteX55" fmla="*/ 1026078 w 2743224"/>
                <a:gd name="connsiteY55" fmla="*/ 360032 h 2734808"/>
                <a:gd name="connsiteX56" fmla="*/ 1100392 w 2743224"/>
                <a:gd name="connsiteY56" fmla="*/ 440763 h 2734808"/>
                <a:gd name="connsiteX57" fmla="*/ 1057298 w 2743224"/>
                <a:gd name="connsiteY57" fmla="*/ 294680 h 2734808"/>
                <a:gd name="connsiteX58" fmla="*/ 879961 w 2743224"/>
                <a:gd name="connsiteY58" fmla="*/ 182298 h 2734808"/>
                <a:gd name="connsiteX59" fmla="*/ 1057761 w 2743224"/>
                <a:gd name="connsiteY59" fmla="*/ 70677 h 2734808"/>
                <a:gd name="connsiteX60" fmla="*/ 1235098 w 2743224"/>
                <a:gd name="connsiteY60" fmla="*/ 183059 h 2734808"/>
                <a:gd name="connsiteX61" fmla="*/ 1057298 w 2743224"/>
                <a:gd name="connsiteY61" fmla="*/ 294680 h 2734808"/>
                <a:gd name="connsiteX62" fmla="*/ 2742000 w 2743224"/>
                <a:gd name="connsiteY62" fmla="*/ 1171046 h 2734808"/>
                <a:gd name="connsiteX63" fmla="*/ 2354121 w 2743224"/>
                <a:gd name="connsiteY63" fmla="*/ 977934 h 2734808"/>
                <a:gd name="connsiteX64" fmla="*/ 2118774 w 2743224"/>
                <a:gd name="connsiteY64" fmla="*/ 1280154 h 2734808"/>
                <a:gd name="connsiteX65" fmla="*/ 2173939 w 2743224"/>
                <a:gd name="connsiteY65" fmla="*/ 1425112 h 2734808"/>
                <a:gd name="connsiteX66" fmla="*/ 2208534 w 2743224"/>
                <a:gd name="connsiteY66" fmla="*/ 1427957 h 2734808"/>
                <a:gd name="connsiteX67" fmla="*/ 2207376 w 2743224"/>
                <a:gd name="connsiteY67" fmla="*/ 1540967 h 2734808"/>
                <a:gd name="connsiteX68" fmla="*/ 2154063 w 2743224"/>
                <a:gd name="connsiteY68" fmla="*/ 1569046 h 2734808"/>
                <a:gd name="connsiteX69" fmla="*/ 2105181 w 2743224"/>
                <a:gd name="connsiteY69" fmla="*/ 1577512 h 2734808"/>
                <a:gd name="connsiteX70" fmla="*/ 2100749 w 2743224"/>
                <a:gd name="connsiteY70" fmla="*/ 1574304 h 2734808"/>
                <a:gd name="connsiteX71" fmla="*/ 2065493 w 2743224"/>
                <a:gd name="connsiteY71" fmla="*/ 1632943 h 2734808"/>
                <a:gd name="connsiteX72" fmla="*/ 2037150 w 2743224"/>
                <a:gd name="connsiteY72" fmla="*/ 1721214 h 2734808"/>
                <a:gd name="connsiteX73" fmla="*/ 1999414 w 2743224"/>
                <a:gd name="connsiteY73" fmla="*/ 1742844 h 2734808"/>
                <a:gd name="connsiteX74" fmla="*/ 1441308 w 2743224"/>
                <a:gd name="connsiteY74" fmla="*/ 2671333 h 2734808"/>
                <a:gd name="connsiteX75" fmla="*/ 1390210 w 2743224"/>
                <a:gd name="connsiteY75" fmla="*/ 2720711 h 2734808"/>
                <a:gd name="connsiteX76" fmla="*/ 1520683 w 2743224"/>
                <a:gd name="connsiteY76" fmla="*/ 2715452 h 2734808"/>
                <a:gd name="connsiteX77" fmla="*/ 2484626 w 2743224"/>
                <a:gd name="connsiteY77" fmla="*/ 2037325 h 2734808"/>
                <a:gd name="connsiteX78" fmla="*/ 2475895 w 2743224"/>
                <a:gd name="connsiteY78" fmla="*/ 1826750 h 2734808"/>
                <a:gd name="connsiteX79" fmla="*/ 2394337 w 2743224"/>
                <a:gd name="connsiteY79" fmla="*/ 1743638 h 2734808"/>
                <a:gd name="connsiteX80" fmla="*/ 2301138 w 2743224"/>
                <a:gd name="connsiteY80" fmla="*/ 1687348 h 2734808"/>
                <a:gd name="connsiteX81" fmla="*/ 2565457 w 2743224"/>
                <a:gd name="connsiteY81" fmla="*/ 1429214 h 2734808"/>
                <a:gd name="connsiteX82" fmla="*/ 2742000 w 2743224"/>
                <a:gd name="connsiteY82" fmla="*/ 1171046 h 2734808"/>
                <a:gd name="connsiteX83" fmla="*/ 1789235 w 2743224"/>
                <a:gd name="connsiteY83" fmla="*/ 2406320 h 2734808"/>
                <a:gd name="connsiteX84" fmla="*/ 1733838 w 2743224"/>
                <a:gd name="connsiteY84" fmla="*/ 2429405 h 2734808"/>
                <a:gd name="connsiteX85" fmla="*/ 1684427 w 2743224"/>
                <a:gd name="connsiteY85" fmla="*/ 2433307 h 2734808"/>
                <a:gd name="connsiteX86" fmla="*/ 1693952 w 2743224"/>
                <a:gd name="connsiteY86" fmla="*/ 2370171 h 2734808"/>
                <a:gd name="connsiteX87" fmla="*/ 1799620 w 2743224"/>
                <a:gd name="connsiteY87" fmla="*/ 2293839 h 2734808"/>
                <a:gd name="connsiteX88" fmla="*/ 1789235 w 2743224"/>
                <a:gd name="connsiteY88" fmla="*/ 2406320 h 2734808"/>
                <a:gd name="connsiteX89" fmla="*/ 1973517 w 2743224"/>
                <a:gd name="connsiteY89" fmla="*/ 2242444 h 2734808"/>
                <a:gd name="connsiteX90" fmla="*/ 1918120 w 2743224"/>
                <a:gd name="connsiteY90" fmla="*/ 2265528 h 2734808"/>
                <a:gd name="connsiteX91" fmla="*/ 1868742 w 2743224"/>
                <a:gd name="connsiteY91" fmla="*/ 2269431 h 2734808"/>
                <a:gd name="connsiteX92" fmla="*/ 1878267 w 2743224"/>
                <a:gd name="connsiteY92" fmla="*/ 2206295 h 2734808"/>
                <a:gd name="connsiteX93" fmla="*/ 1983902 w 2743224"/>
                <a:gd name="connsiteY93" fmla="*/ 2129996 h 2734808"/>
                <a:gd name="connsiteX94" fmla="*/ 1973517 w 2743224"/>
                <a:gd name="connsiteY94" fmla="*/ 2242444 h 2734808"/>
                <a:gd name="connsiteX95" fmla="*/ 2151979 w 2743224"/>
                <a:gd name="connsiteY95" fmla="*/ 2095302 h 2734808"/>
                <a:gd name="connsiteX96" fmla="*/ 2096582 w 2743224"/>
                <a:gd name="connsiteY96" fmla="*/ 2118387 h 2734808"/>
                <a:gd name="connsiteX97" fmla="*/ 2047171 w 2743224"/>
                <a:gd name="connsiteY97" fmla="*/ 2122290 h 2734808"/>
                <a:gd name="connsiteX98" fmla="*/ 2056696 w 2743224"/>
                <a:gd name="connsiteY98" fmla="*/ 2059153 h 2734808"/>
                <a:gd name="connsiteX99" fmla="*/ 2162364 w 2743224"/>
                <a:gd name="connsiteY99" fmla="*/ 1982854 h 2734808"/>
                <a:gd name="connsiteX100" fmla="*/ 2151979 w 2743224"/>
                <a:gd name="connsiteY100" fmla="*/ 2095302 h 2734808"/>
                <a:gd name="connsiteX101" fmla="*/ 2393874 w 2743224"/>
                <a:gd name="connsiteY101" fmla="*/ 1794669 h 2734808"/>
                <a:gd name="connsiteX102" fmla="*/ 2448544 w 2743224"/>
                <a:gd name="connsiteY102" fmla="*/ 1982722 h 2734808"/>
                <a:gd name="connsiteX103" fmla="*/ 2238961 w 2743224"/>
                <a:gd name="connsiteY103" fmla="*/ 1945515 h 2734808"/>
                <a:gd name="connsiteX104" fmla="*/ 2184291 w 2743224"/>
                <a:gd name="connsiteY104" fmla="*/ 1757462 h 2734808"/>
                <a:gd name="connsiteX105" fmla="*/ 2393874 w 2743224"/>
                <a:gd name="connsiteY105" fmla="*/ 1794669 h 2734808"/>
                <a:gd name="connsiteX106" fmla="*/ 2373138 w 2743224"/>
                <a:gd name="connsiteY106" fmla="*/ 1377884 h 2734808"/>
                <a:gd name="connsiteX107" fmla="*/ 2319857 w 2743224"/>
                <a:gd name="connsiteY107" fmla="*/ 1405996 h 2734808"/>
                <a:gd name="connsiteX108" fmla="*/ 2270942 w 2743224"/>
                <a:gd name="connsiteY108" fmla="*/ 1414430 h 2734808"/>
                <a:gd name="connsiteX109" fmla="*/ 2275275 w 2743224"/>
                <a:gd name="connsiteY109" fmla="*/ 1350665 h 2734808"/>
                <a:gd name="connsiteX110" fmla="*/ 2374295 w 2743224"/>
                <a:gd name="connsiteY110" fmla="*/ 1264874 h 2734808"/>
                <a:gd name="connsiteX111" fmla="*/ 2373138 w 2743224"/>
                <a:gd name="connsiteY111" fmla="*/ 1377884 h 2734808"/>
                <a:gd name="connsiteX112" fmla="*/ 2654026 w 2743224"/>
                <a:gd name="connsiteY112" fmla="*/ 1276020 h 2734808"/>
                <a:gd name="connsiteX113" fmla="*/ 2443517 w 2743224"/>
                <a:gd name="connsiteY113" fmla="*/ 1195983 h 2734808"/>
                <a:gd name="connsiteX114" fmla="*/ 2419803 w 2743224"/>
                <a:gd name="connsiteY114" fmla="*/ 990402 h 2734808"/>
                <a:gd name="connsiteX115" fmla="*/ 2630313 w 2743224"/>
                <a:gd name="connsiteY115" fmla="*/ 1070472 h 2734808"/>
                <a:gd name="connsiteX116" fmla="*/ 2654026 w 2743224"/>
                <a:gd name="connsiteY116" fmla="*/ 1276020 h 2734808"/>
                <a:gd name="connsiteX117" fmla="*/ 1390078 w 2743224"/>
                <a:gd name="connsiteY117" fmla="*/ 2140513 h 2734808"/>
                <a:gd name="connsiteX118" fmla="*/ 1787813 w 2743224"/>
                <a:gd name="connsiteY118" fmla="*/ 1281345 h 2734808"/>
                <a:gd name="connsiteX119" fmla="*/ 1912928 w 2743224"/>
                <a:gd name="connsiteY119" fmla="*/ 1190791 h 2734808"/>
                <a:gd name="connsiteX120" fmla="*/ 2053785 w 2743224"/>
                <a:gd name="connsiteY120" fmla="*/ 700981 h 2734808"/>
                <a:gd name="connsiteX121" fmla="*/ 1921560 w 2743224"/>
                <a:gd name="connsiteY121" fmla="*/ 431503 h 2734808"/>
                <a:gd name="connsiteX122" fmla="*/ 1796247 w 2743224"/>
                <a:gd name="connsiteY122" fmla="*/ 394395 h 2734808"/>
                <a:gd name="connsiteX123" fmla="*/ 1560834 w 2743224"/>
                <a:gd name="connsiteY123" fmla="*/ 557180 h 2734808"/>
                <a:gd name="connsiteX124" fmla="*/ 1445012 w 2743224"/>
                <a:gd name="connsiteY124" fmla="*/ 1193139 h 2734808"/>
                <a:gd name="connsiteX125" fmla="*/ 1490851 w 2743224"/>
                <a:gd name="connsiteY125" fmla="*/ 1315145 h 2734808"/>
                <a:gd name="connsiteX126" fmla="*/ 1792542 w 2743224"/>
                <a:gd name="connsiteY126" fmla="*/ 864791 h 2734808"/>
                <a:gd name="connsiteX127" fmla="*/ 1758213 w 2743224"/>
                <a:gd name="connsiteY127" fmla="*/ 916484 h 2734808"/>
                <a:gd name="connsiteX128" fmla="*/ 1718988 w 2743224"/>
                <a:gd name="connsiteY128" fmla="*/ 948664 h 2734808"/>
                <a:gd name="connsiteX129" fmla="*/ 1694283 w 2743224"/>
                <a:gd name="connsiteY129" fmla="*/ 890390 h 2734808"/>
                <a:gd name="connsiteX130" fmla="*/ 1743065 w 2743224"/>
                <a:gd name="connsiteY130" fmla="*/ 764812 h 2734808"/>
                <a:gd name="connsiteX131" fmla="*/ 1792542 w 2743224"/>
                <a:gd name="connsiteY131" fmla="*/ 864791 h 2734808"/>
                <a:gd name="connsiteX132" fmla="*/ 1635942 w 2743224"/>
                <a:gd name="connsiteY132" fmla="*/ 543190 h 2734808"/>
                <a:gd name="connsiteX133" fmla="*/ 1839010 w 2743224"/>
                <a:gd name="connsiteY133" fmla="*/ 465866 h 2734808"/>
                <a:gd name="connsiteX134" fmla="*/ 2002622 w 2743224"/>
                <a:gd name="connsiteY134" fmla="*/ 620415 h 2734808"/>
                <a:gd name="connsiteX135" fmla="*/ 1799587 w 2743224"/>
                <a:gd name="connsiteY135" fmla="*/ 697740 h 2734808"/>
                <a:gd name="connsiteX136" fmla="*/ 1635942 w 2743224"/>
                <a:gd name="connsiteY136" fmla="*/ 543190 h 2734808"/>
                <a:gd name="connsiteX137" fmla="*/ 1670107 w 2743224"/>
                <a:gd name="connsiteY137" fmla="*/ 992155 h 2734808"/>
                <a:gd name="connsiteX138" fmla="*/ 1719584 w 2743224"/>
                <a:gd name="connsiteY138" fmla="*/ 1092134 h 2734808"/>
                <a:gd name="connsiteX139" fmla="*/ 1685254 w 2743224"/>
                <a:gd name="connsiteY139" fmla="*/ 1143827 h 2734808"/>
                <a:gd name="connsiteX140" fmla="*/ 1646029 w 2743224"/>
                <a:gd name="connsiteY140" fmla="*/ 1175974 h 2734808"/>
                <a:gd name="connsiteX141" fmla="*/ 1621324 w 2743224"/>
                <a:gd name="connsiteY141" fmla="*/ 1117700 h 2734808"/>
                <a:gd name="connsiteX142" fmla="*/ 1670107 w 2743224"/>
                <a:gd name="connsiteY142" fmla="*/ 992155 h 2734808"/>
                <a:gd name="connsiteX143" fmla="*/ 1600918 w 2743224"/>
                <a:gd name="connsiteY143" fmla="*/ 1236828 h 2734808"/>
                <a:gd name="connsiteX144" fmla="*/ 1650395 w 2743224"/>
                <a:gd name="connsiteY144" fmla="*/ 1336808 h 2734808"/>
                <a:gd name="connsiteX145" fmla="*/ 1616065 w 2743224"/>
                <a:gd name="connsiteY145" fmla="*/ 1388501 h 2734808"/>
                <a:gd name="connsiteX146" fmla="*/ 1576841 w 2743224"/>
                <a:gd name="connsiteY146" fmla="*/ 1420681 h 2734808"/>
                <a:gd name="connsiteX147" fmla="*/ 1552135 w 2743224"/>
                <a:gd name="connsiteY147" fmla="*/ 1362406 h 2734808"/>
                <a:gd name="connsiteX148" fmla="*/ 1600918 w 2743224"/>
                <a:gd name="connsiteY148" fmla="*/ 1236828 h 2734808"/>
                <a:gd name="connsiteX149" fmla="*/ 719955 w 2743224"/>
                <a:gd name="connsiteY149" fmla="*/ 2148781 h 2734808"/>
                <a:gd name="connsiteX150" fmla="*/ 720517 w 2743224"/>
                <a:gd name="connsiteY150" fmla="*/ 2184831 h 2734808"/>
                <a:gd name="connsiteX151" fmla="*/ 660953 w 2743224"/>
                <a:gd name="connsiteY151" fmla="*/ 2176397 h 2734808"/>
                <a:gd name="connsiteX152" fmla="*/ 586472 w 2743224"/>
                <a:gd name="connsiteY152" fmla="*/ 2066099 h 2734808"/>
                <a:gd name="connsiteX153" fmla="*/ 664690 w 2743224"/>
                <a:gd name="connsiteY153" fmla="*/ 2045593 h 2734808"/>
                <a:gd name="connsiteX154" fmla="*/ 427822 w 2743224"/>
                <a:gd name="connsiteY154" fmla="*/ 1603243 h 2734808"/>
                <a:gd name="connsiteX155" fmla="*/ 453354 w 2743224"/>
                <a:gd name="connsiteY155" fmla="*/ 1440293 h 2734808"/>
                <a:gd name="connsiteX156" fmla="*/ 263681 w 2743224"/>
                <a:gd name="connsiteY156" fmla="*/ 1279989 h 2734808"/>
                <a:gd name="connsiteX157" fmla="*/ 41563 w 2743224"/>
                <a:gd name="connsiteY157" fmla="*/ 1671539 h 2734808"/>
                <a:gd name="connsiteX158" fmla="*/ 907842 w 2743224"/>
                <a:gd name="connsiteY158" fmla="*/ 2641005 h 2734808"/>
                <a:gd name="connsiteX159" fmla="*/ 1003886 w 2743224"/>
                <a:gd name="connsiteY159" fmla="*/ 2670936 h 2734808"/>
                <a:gd name="connsiteX160" fmla="*/ 987515 w 2743224"/>
                <a:gd name="connsiteY160" fmla="*/ 2648447 h 2734808"/>
                <a:gd name="connsiteX161" fmla="*/ 54495 w 2743224"/>
                <a:gd name="connsiteY161" fmla="*/ 1596397 h 2734808"/>
                <a:gd name="connsiteX162" fmla="*/ 154209 w 2743224"/>
                <a:gd name="connsiteY162" fmla="*/ 1383474 h 2734808"/>
                <a:gd name="connsiteX163" fmla="*/ 348877 w 2743224"/>
                <a:gd name="connsiteY163" fmla="*/ 1382746 h 2734808"/>
                <a:gd name="connsiteX164" fmla="*/ 249162 w 2743224"/>
                <a:gd name="connsiteY164" fmla="*/ 1595703 h 2734808"/>
                <a:gd name="connsiteX165" fmla="*/ 54495 w 2743224"/>
                <a:gd name="connsiteY165" fmla="*/ 1596397 h 2734808"/>
                <a:gd name="connsiteX166" fmla="*/ 418727 w 2743224"/>
                <a:gd name="connsiteY166" fmla="*/ 1807369 h 2734808"/>
                <a:gd name="connsiteX167" fmla="*/ 359162 w 2743224"/>
                <a:gd name="connsiteY167" fmla="*/ 1798936 h 2734808"/>
                <a:gd name="connsiteX168" fmla="*/ 284649 w 2743224"/>
                <a:gd name="connsiteY168" fmla="*/ 1688637 h 2734808"/>
                <a:gd name="connsiteX169" fmla="*/ 390581 w 2743224"/>
                <a:gd name="connsiteY169" fmla="*/ 1696641 h 2734808"/>
                <a:gd name="connsiteX170" fmla="*/ 413733 w 2743224"/>
                <a:gd name="connsiteY170" fmla="*/ 1754949 h 2734808"/>
                <a:gd name="connsiteX171" fmla="*/ 418727 w 2743224"/>
                <a:gd name="connsiteY171" fmla="*/ 1807369 h 2734808"/>
                <a:gd name="connsiteX172" fmla="*/ 561701 w 2743224"/>
                <a:gd name="connsiteY172" fmla="*/ 1993239 h 2734808"/>
                <a:gd name="connsiteX173" fmla="*/ 502136 w 2743224"/>
                <a:gd name="connsiteY173" fmla="*/ 1984805 h 2734808"/>
                <a:gd name="connsiteX174" fmla="*/ 427623 w 2743224"/>
                <a:gd name="connsiteY174" fmla="*/ 1874474 h 2734808"/>
                <a:gd name="connsiteX175" fmla="*/ 533556 w 2743224"/>
                <a:gd name="connsiteY175" fmla="*/ 1882511 h 2734808"/>
                <a:gd name="connsiteX176" fmla="*/ 556707 w 2743224"/>
                <a:gd name="connsiteY176" fmla="*/ 1940785 h 2734808"/>
                <a:gd name="connsiteX177" fmla="*/ 561701 w 2743224"/>
                <a:gd name="connsiteY177" fmla="*/ 1993239 h 2734808"/>
                <a:gd name="connsiteX178" fmla="*/ 1801968 w 2743224"/>
                <a:gd name="connsiteY178" fmla="*/ 1720421 h 2734808"/>
                <a:gd name="connsiteX179" fmla="*/ 1786192 w 2743224"/>
                <a:gd name="connsiteY179" fmla="*/ 1658740 h 2734808"/>
                <a:gd name="connsiteX180" fmla="*/ 1852934 w 2743224"/>
                <a:gd name="connsiteY180" fmla="*/ 1542885 h 2734808"/>
                <a:gd name="connsiteX181" fmla="*/ 1887032 w 2743224"/>
                <a:gd name="connsiteY181" fmla="*/ 1649909 h 2734808"/>
                <a:gd name="connsiteX182" fmla="*/ 1845459 w 2743224"/>
                <a:gd name="connsiteY182" fmla="*/ 1695219 h 2734808"/>
                <a:gd name="connsiteX183" fmla="*/ 1801968 w 2743224"/>
                <a:gd name="connsiteY183" fmla="*/ 1720421 h 2734808"/>
                <a:gd name="connsiteX184" fmla="*/ 1696333 w 2743224"/>
                <a:gd name="connsiteY184" fmla="*/ 1932716 h 2734808"/>
                <a:gd name="connsiteX185" fmla="*/ 1680558 w 2743224"/>
                <a:gd name="connsiteY185" fmla="*/ 1871035 h 2734808"/>
                <a:gd name="connsiteX186" fmla="*/ 1747266 w 2743224"/>
                <a:gd name="connsiteY186" fmla="*/ 1755180 h 2734808"/>
                <a:gd name="connsiteX187" fmla="*/ 1781364 w 2743224"/>
                <a:gd name="connsiteY187" fmla="*/ 1862204 h 2734808"/>
                <a:gd name="connsiteX188" fmla="*/ 1739824 w 2743224"/>
                <a:gd name="connsiteY188" fmla="*/ 1907514 h 2734808"/>
                <a:gd name="connsiteX189" fmla="*/ 1696333 w 2743224"/>
                <a:gd name="connsiteY189" fmla="*/ 1932716 h 2734808"/>
                <a:gd name="connsiteX190" fmla="*/ 1676886 w 2743224"/>
                <a:gd name="connsiteY190" fmla="*/ 2092259 h 2734808"/>
                <a:gd name="connsiteX191" fmla="*/ 1635347 w 2743224"/>
                <a:gd name="connsiteY191" fmla="*/ 2137569 h 2734808"/>
                <a:gd name="connsiteX192" fmla="*/ 1591823 w 2743224"/>
                <a:gd name="connsiteY192" fmla="*/ 2162804 h 2734808"/>
                <a:gd name="connsiteX193" fmla="*/ 1576080 w 2743224"/>
                <a:gd name="connsiteY193" fmla="*/ 2101090 h 2734808"/>
                <a:gd name="connsiteX194" fmla="*/ 1642788 w 2743224"/>
                <a:gd name="connsiteY194" fmla="*/ 1985268 h 2734808"/>
                <a:gd name="connsiteX195" fmla="*/ 1676886 w 2743224"/>
                <a:gd name="connsiteY195" fmla="*/ 2092259 h 2734808"/>
                <a:gd name="connsiteX196" fmla="*/ 1307429 w 2743224"/>
                <a:gd name="connsiteY196" fmla="*/ 1569046 h 2734808"/>
                <a:gd name="connsiteX197" fmla="*/ 1285270 w 2743224"/>
                <a:gd name="connsiteY197" fmla="*/ 1627783 h 2734808"/>
                <a:gd name="connsiteX198" fmla="*/ 1254115 w 2743224"/>
                <a:gd name="connsiteY198" fmla="*/ 1668761 h 2734808"/>
                <a:gd name="connsiteX199" fmla="*/ 1217404 w 2743224"/>
                <a:gd name="connsiteY199" fmla="*/ 1618159 h 2734808"/>
                <a:gd name="connsiteX200" fmla="*/ 1237513 w 2743224"/>
                <a:gd name="connsiteY200" fmla="*/ 1483982 h 2734808"/>
                <a:gd name="connsiteX201" fmla="*/ 1307429 w 2743224"/>
                <a:gd name="connsiteY201" fmla="*/ 1569046 h 2734808"/>
                <a:gd name="connsiteX202" fmla="*/ 1285932 w 2743224"/>
                <a:gd name="connsiteY202" fmla="*/ 1808163 h 2734808"/>
                <a:gd name="connsiteX203" fmla="*/ 1263806 w 2743224"/>
                <a:gd name="connsiteY203" fmla="*/ 1866900 h 2734808"/>
                <a:gd name="connsiteX204" fmla="*/ 1232651 w 2743224"/>
                <a:gd name="connsiteY204" fmla="*/ 1907878 h 2734808"/>
                <a:gd name="connsiteX205" fmla="*/ 1195940 w 2743224"/>
                <a:gd name="connsiteY205" fmla="*/ 1857276 h 2734808"/>
                <a:gd name="connsiteX206" fmla="*/ 1216015 w 2743224"/>
                <a:gd name="connsiteY206" fmla="*/ 1723099 h 2734808"/>
                <a:gd name="connsiteX207" fmla="*/ 1285932 w 2743224"/>
                <a:gd name="connsiteY207" fmla="*/ 1808163 h 2734808"/>
                <a:gd name="connsiteX208" fmla="*/ 1271909 w 2743224"/>
                <a:gd name="connsiteY208" fmla="*/ 2063221 h 2734808"/>
                <a:gd name="connsiteX209" fmla="*/ 1249783 w 2743224"/>
                <a:gd name="connsiteY209" fmla="*/ 2121992 h 2734808"/>
                <a:gd name="connsiteX210" fmla="*/ 1218628 w 2743224"/>
                <a:gd name="connsiteY210" fmla="*/ 2162936 h 2734808"/>
                <a:gd name="connsiteX211" fmla="*/ 1181917 w 2743224"/>
                <a:gd name="connsiteY211" fmla="*/ 2112335 h 2734808"/>
                <a:gd name="connsiteX212" fmla="*/ 1201992 w 2743224"/>
                <a:gd name="connsiteY212" fmla="*/ 1978158 h 2734808"/>
                <a:gd name="connsiteX213" fmla="*/ 1271909 w 2743224"/>
                <a:gd name="connsiteY213" fmla="*/ 2063221 h 2734808"/>
                <a:gd name="connsiteX214" fmla="*/ 806606 w 2743224"/>
                <a:gd name="connsiteY214" fmla="*/ 1799564 h 2734808"/>
                <a:gd name="connsiteX215" fmla="*/ 799197 w 2743224"/>
                <a:gd name="connsiteY215" fmla="*/ 1851687 h 2734808"/>
                <a:gd name="connsiteX216" fmla="*/ 743470 w 2743224"/>
                <a:gd name="connsiteY216" fmla="*/ 1827775 h 2734808"/>
                <a:gd name="connsiteX217" fmla="*/ 697035 w 2743224"/>
                <a:gd name="connsiteY217" fmla="*/ 1701238 h 2734808"/>
                <a:gd name="connsiteX218" fmla="*/ 797775 w 2743224"/>
                <a:gd name="connsiteY218" fmla="*/ 1736957 h 2734808"/>
                <a:gd name="connsiteX219" fmla="*/ 806606 w 2743224"/>
                <a:gd name="connsiteY219" fmla="*/ 1799564 h 2734808"/>
                <a:gd name="connsiteX220" fmla="*/ 892926 w 2743224"/>
                <a:gd name="connsiteY220" fmla="*/ 1954775 h 2734808"/>
                <a:gd name="connsiteX221" fmla="*/ 901723 w 2743224"/>
                <a:gd name="connsiteY221" fmla="*/ 2017349 h 2734808"/>
                <a:gd name="connsiteX222" fmla="*/ 894315 w 2743224"/>
                <a:gd name="connsiteY222" fmla="*/ 2069472 h 2734808"/>
                <a:gd name="connsiteX223" fmla="*/ 838587 w 2743224"/>
                <a:gd name="connsiteY223" fmla="*/ 2045560 h 2734808"/>
                <a:gd name="connsiteX224" fmla="*/ 792153 w 2743224"/>
                <a:gd name="connsiteY224" fmla="*/ 1919023 h 2734808"/>
                <a:gd name="connsiteX225" fmla="*/ 892926 w 2743224"/>
                <a:gd name="connsiteY225" fmla="*/ 1954775 h 2734808"/>
                <a:gd name="connsiteX226" fmla="*/ 1010897 w 2743224"/>
                <a:gd name="connsiteY226" fmla="*/ 2244924 h 2734808"/>
                <a:gd name="connsiteX227" fmla="*/ 1003456 w 2743224"/>
                <a:gd name="connsiteY227" fmla="*/ 2297047 h 2734808"/>
                <a:gd name="connsiteX228" fmla="*/ 947728 w 2743224"/>
                <a:gd name="connsiteY228" fmla="*/ 2273135 h 2734808"/>
                <a:gd name="connsiteX229" fmla="*/ 901327 w 2743224"/>
                <a:gd name="connsiteY229" fmla="*/ 2146598 h 2734808"/>
                <a:gd name="connsiteX230" fmla="*/ 1002067 w 2743224"/>
                <a:gd name="connsiteY230" fmla="*/ 2182350 h 2734808"/>
                <a:gd name="connsiteX231" fmla="*/ 1010897 w 2743224"/>
                <a:gd name="connsiteY231" fmla="*/ 2244924 h 273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743224" h="2734808">
                  <a:moveTo>
                    <a:pt x="1121195" y="331"/>
                  </a:moveTo>
                  <a:lnTo>
                    <a:pt x="978188" y="0"/>
                  </a:lnTo>
                  <a:cubicBezTo>
                    <a:pt x="857340" y="-264"/>
                    <a:pt x="761230" y="121907"/>
                    <a:pt x="768142" y="266998"/>
                  </a:cubicBezTo>
                  <a:lnTo>
                    <a:pt x="793310" y="794743"/>
                  </a:lnTo>
                  <a:cubicBezTo>
                    <a:pt x="783984" y="763059"/>
                    <a:pt x="774624" y="731342"/>
                    <a:pt x="765298" y="699658"/>
                  </a:cubicBezTo>
                  <a:cubicBezTo>
                    <a:pt x="732754" y="589294"/>
                    <a:pt x="744032" y="465039"/>
                    <a:pt x="620571" y="420026"/>
                  </a:cubicBezTo>
                  <a:cubicBezTo>
                    <a:pt x="476472" y="367507"/>
                    <a:pt x="216717" y="542727"/>
                    <a:pt x="291495" y="711730"/>
                  </a:cubicBezTo>
                  <a:cubicBezTo>
                    <a:pt x="291793" y="712358"/>
                    <a:pt x="442506" y="1052778"/>
                    <a:pt x="579560" y="1362241"/>
                  </a:cubicBezTo>
                  <a:lnTo>
                    <a:pt x="597618" y="1352980"/>
                  </a:lnTo>
                  <a:cubicBezTo>
                    <a:pt x="675868" y="1312962"/>
                    <a:pt x="765232" y="1341008"/>
                    <a:pt x="793641" y="1414496"/>
                  </a:cubicBezTo>
                  <a:lnTo>
                    <a:pt x="1055050" y="2090936"/>
                  </a:lnTo>
                  <a:lnTo>
                    <a:pt x="1056174" y="1283759"/>
                  </a:lnTo>
                  <a:cubicBezTo>
                    <a:pt x="1056273" y="1198001"/>
                    <a:pt x="1135251" y="1131557"/>
                    <a:pt x="1228682" y="1138635"/>
                  </a:cubicBezTo>
                  <a:lnTo>
                    <a:pt x="1291752" y="1143397"/>
                  </a:lnTo>
                  <a:lnTo>
                    <a:pt x="1330150" y="265741"/>
                  </a:lnTo>
                  <a:cubicBezTo>
                    <a:pt x="1336467" y="121610"/>
                    <a:pt x="1241184" y="596"/>
                    <a:pt x="1121195" y="331"/>
                  </a:cubicBezTo>
                  <a:close/>
                  <a:moveTo>
                    <a:pt x="329992" y="653753"/>
                  </a:moveTo>
                  <a:cubicBezTo>
                    <a:pt x="322418" y="589360"/>
                    <a:pt x="392963" y="513755"/>
                    <a:pt x="487551" y="484916"/>
                  </a:cubicBezTo>
                  <a:cubicBezTo>
                    <a:pt x="582140" y="456076"/>
                    <a:pt x="664988" y="484916"/>
                    <a:pt x="672561" y="549342"/>
                  </a:cubicBezTo>
                  <a:cubicBezTo>
                    <a:pt x="680135" y="613735"/>
                    <a:pt x="609590" y="689306"/>
                    <a:pt x="515002" y="718146"/>
                  </a:cubicBezTo>
                  <a:cubicBezTo>
                    <a:pt x="420413" y="746985"/>
                    <a:pt x="337566" y="718146"/>
                    <a:pt x="329992" y="653753"/>
                  </a:cubicBezTo>
                  <a:close/>
                  <a:moveTo>
                    <a:pt x="556608" y="777545"/>
                  </a:moveTo>
                  <a:cubicBezTo>
                    <a:pt x="597023" y="728134"/>
                    <a:pt x="647790" y="776652"/>
                    <a:pt x="657579" y="812569"/>
                  </a:cubicBezTo>
                  <a:cubicBezTo>
                    <a:pt x="663102" y="832677"/>
                    <a:pt x="666178" y="853679"/>
                    <a:pt x="666807" y="875077"/>
                  </a:cubicBezTo>
                  <a:cubicBezTo>
                    <a:pt x="667270" y="890654"/>
                    <a:pt x="669651" y="912218"/>
                    <a:pt x="659729" y="927266"/>
                  </a:cubicBezTo>
                  <a:cubicBezTo>
                    <a:pt x="648616" y="944067"/>
                    <a:pt x="611972" y="910597"/>
                    <a:pt x="603836" y="903751"/>
                  </a:cubicBezTo>
                  <a:cubicBezTo>
                    <a:pt x="574401" y="878979"/>
                    <a:pt x="518243" y="824475"/>
                    <a:pt x="556608" y="777545"/>
                  </a:cubicBezTo>
                  <a:close/>
                  <a:moveTo>
                    <a:pt x="700342" y="1120875"/>
                  </a:moveTo>
                  <a:cubicBezTo>
                    <a:pt x="670874" y="1096103"/>
                    <a:pt x="614750" y="1041599"/>
                    <a:pt x="653114" y="994668"/>
                  </a:cubicBezTo>
                  <a:cubicBezTo>
                    <a:pt x="693496" y="945257"/>
                    <a:pt x="744263" y="993775"/>
                    <a:pt x="754086" y="1029693"/>
                  </a:cubicBezTo>
                  <a:cubicBezTo>
                    <a:pt x="759576" y="1049801"/>
                    <a:pt x="762652" y="1070802"/>
                    <a:pt x="763313" y="1092200"/>
                  </a:cubicBezTo>
                  <a:cubicBezTo>
                    <a:pt x="763776" y="1107778"/>
                    <a:pt x="766158" y="1129341"/>
                    <a:pt x="756203" y="1144390"/>
                  </a:cubicBezTo>
                  <a:cubicBezTo>
                    <a:pt x="745123" y="1161191"/>
                    <a:pt x="708445" y="1127721"/>
                    <a:pt x="700342" y="1120875"/>
                  </a:cubicBezTo>
                  <a:close/>
                  <a:moveTo>
                    <a:pt x="866798" y="1371171"/>
                  </a:moveTo>
                  <a:cubicBezTo>
                    <a:pt x="855686" y="1387972"/>
                    <a:pt x="819041" y="1354502"/>
                    <a:pt x="810905" y="1347656"/>
                  </a:cubicBezTo>
                  <a:cubicBezTo>
                    <a:pt x="781470" y="1322884"/>
                    <a:pt x="725313" y="1268380"/>
                    <a:pt x="763677" y="1221449"/>
                  </a:cubicBezTo>
                  <a:cubicBezTo>
                    <a:pt x="804059" y="1172039"/>
                    <a:pt x="854859" y="1220556"/>
                    <a:pt x="864649" y="1256474"/>
                  </a:cubicBezTo>
                  <a:cubicBezTo>
                    <a:pt x="870139" y="1276582"/>
                    <a:pt x="873215" y="1297583"/>
                    <a:pt x="873876" y="1319015"/>
                  </a:cubicBezTo>
                  <a:cubicBezTo>
                    <a:pt x="874339" y="1334559"/>
                    <a:pt x="876720" y="1356122"/>
                    <a:pt x="866798" y="1371171"/>
                  </a:cubicBezTo>
                  <a:close/>
                  <a:moveTo>
                    <a:pt x="1091033" y="936295"/>
                  </a:moveTo>
                  <a:cubicBezTo>
                    <a:pt x="1087163" y="956800"/>
                    <a:pt x="1080780" y="976974"/>
                    <a:pt x="1072016" y="996256"/>
                  </a:cubicBezTo>
                  <a:cubicBezTo>
                    <a:pt x="1065666" y="1010279"/>
                    <a:pt x="1058423" y="1030586"/>
                    <a:pt x="1043077" y="1039052"/>
                  </a:cubicBezTo>
                  <a:cubicBezTo>
                    <a:pt x="1025912" y="1048478"/>
                    <a:pt x="1007987" y="1000754"/>
                    <a:pt x="1003753" y="990700"/>
                  </a:cubicBezTo>
                  <a:cubicBezTo>
                    <a:pt x="988408" y="954253"/>
                    <a:pt x="962313" y="878285"/>
                    <a:pt x="1016751" y="855564"/>
                  </a:cubicBezTo>
                  <a:cubicBezTo>
                    <a:pt x="1074033" y="831586"/>
                    <a:pt x="1097945" y="899617"/>
                    <a:pt x="1091033" y="936295"/>
                  </a:cubicBezTo>
                  <a:close/>
                  <a:moveTo>
                    <a:pt x="1091562" y="680773"/>
                  </a:moveTo>
                  <a:cubicBezTo>
                    <a:pt x="1087692" y="701312"/>
                    <a:pt x="1081309" y="721453"/>
                    <a:pt x="1072545" y="740768"/>
                  </a:cubicBezTo>
                  <a:cubicBezTo>
                    <a:pt x="1066228" y="754791"/>
                    <a:pt x="1058952" y="775064"/>
                    <a:pt x="1043606" y="783531"/>
                  </a:cubicBezTo>
                  <a:cubicBezTo>
                    <a:pt x="1026441" y="792990"/>
                    <a:pt x="1008516" y="745266"/>
                    <a:pt x="1004283" y="735211"/>
                  </a:cubicBezTo>
                  <a:cubicBezTo>
                    <a:pt x="988937" y="698732"/>
                    <a:pt x="962842" y="622797"/>
                    <a:pt x="1017280" y="600042"/>
                  </a:cubicBezTo>
                  <a:cubicBezTo>
                    <a:pt x="1074563" y="576098"/>
                    <a:pt x="1098474" y="644129"/>
                    <a:pt x="1091562" y="680773"/>
                  </a:cubicBezTo>
                  <a:close/>
                  <a:moveTo>
                    <a:pt x="1100392" y="440763"/>
                  </a:moveTo>
                  <a:cubicBezTo>
                    <a:pt x="1096523" y="461301"/>
                    <a:pt x="1090107" y="481443"/>
                    <a:pt x="1081376" y="500757"/>
                  </a:cubicBezTo>
                  <a:cubicBezTo>
                    <a:pt x="1075026" y="514780"/>
                    <a:pt x="1067783" y="535054"/>
                    <a:pt x="1052404" y="543521"/>
                  </a:cubicBezTo>
                  <a:cubicBezTo>
                    <a:pt x="1035272" y="552980"/>
                    <a:pt x="1017313" y="505255"/>
                    <a:pt x="1013080" y="495201"/>
                  </a:cubicBezTo>
                  <a:cubicBezTo>
                    <a:pt x="997767" y="458722"/>
                    <a:pt x="971673" y="382786"/>
                    <a:pt x="1026078" y="360032"/>
                  </a:cubicBezTo>
                  <a:cubicBezTo>
                    <a:pt x="1083360" y="336087"/>
                    <a:pt x="1107272" y="404118"/>
                    <a:pt x="1100392" y="440763"/>
                  </a:cubicBezTo>
                  <a:close/>
                  <a:moveTo>
                    <a:pt x="1057298" y="294680"/>
                  </a:moveTo>
                  <a:cubicBezTo>
                    <a:pt x="959204" y="294482"/>
                    <a:pt x="879829" y="244145"/>
                    <a:pt x="879961" y="182298"/>
                  </a:cubicBezTo>
                  <a:cubicBezTo>
                    <a:pt x="880094" y="120452"/>
                    <a:pt x="959700" y="70479"/>
                    <a:pt x="1057761" y="70677"/>
                  </a:cubicBezTo>
                  <a:cubicBezTo>
                    <a:pt x="1155823" y="70876"/>
                    <a:pt x="1235231" y="121213"/>
                    <a:pt x="1235098" y="183059"/>
                  </a:cubicBezTo>
                  <a:cubicBezTo>
                    <a:pt x="1234966" y="244905"/>
                    <a:pt x="1155360" y="294879"/>
                    <a:pt x="1057298" y="294680"/>
                  </a:cubicBezTo>
                  <a:close/>
                  <a:moveTo>
                    <a:pt x="2742000" y="1171046"/>
                  </a:moveTo>
                  <a:cubicBezTo>
                    <a:pt x="2725563" y="1009915"/>
                    <a:pt x="2466172" y="834132"/>
                    <a:pt x="2354121" y="977934"/>
                  </a:cubicBezTo>
                  <a:cubicBezTo>
                    <a:pt x="2353823" y="978330"/>
                    <a:pt x="2249776" y="1111945"/>
                    <a:pt x="2118774" y="1280154"/>
                  </a:cubicBezTo>
                  <a:cubicBezTo>
                    <a:pt x="2160545" y="1315806"/>
                    <a:pt x="2180686" y="1371104"/>
                    <a:pt x="2173939" y="1425112"/>
                  </a:cubicBezTo>
                  <a:cubicBezTo>
                    <a:pt x="2184258" y="1421739"/>
                    <a:pt x="2195801" y="1422037"/>
                    <a:pt x="2208534" y="1427957"/>
                  </a:cubicBezTo>
                  <a:cubicBezTo>
                    <a:pt x="2264956" y="1454117"/>
                    <a:pt x="2236646" y="1520230"/>
                    <a:pt x="2207376" y="1540967"/>
                  </a:cubicBezTo>
                  <a:cubicBezTo>
                    <a:pt x="2191005" y="1552542"/>
                    <a:pt x="2173080" y="1561968"/>
                    <a:pt x="2154063" y="1569046"/>
                  </a:cubicBezTo>
                  <a:cubicBezTo>
                    <a:pt x="2140271" y="1574205"/>
                    <a:pt x="2121651" y="1583102"/>
                    <a:pt x="2105181" y="1577512"/>
                  </a:cubicBezTo>
                  <a:cubicBezTo>
                    <a:pt x="2103296" y="1576884"/>
                    <a:pt x="2101907" y="1575727"/>
                    <a:pt x="2100749" y="1574304"/>
                  </a:cubicBezTo>
                  <a:lnTo>
                    <a:pt x="2065493" y="1632943"/>
                  </a:lnTo>
                  <a:cubicBezTo>
                    <a:pt x="2080971" y="1663667"/>
                    <a:pt x="2059342" y="1705505"/>
                    <a:pt x="2037150" y="1721214"/>
                  </a:cubicBezTo>
                  <a:cubicBezTo>
                    <a:pt x="2025343" y="1729615"/>
                    <a:pt x="2012676" y="1736792"/>
                    <a:pt x="1999414" y="1742844"/>
                  </a:cubicBezTo>
                  <a:lnTo>
                    <a:pt x="1441308" y="2671333"/>
                  </a:lnTo>
                  <a:cubicBezTo>
                    <a:pt x="1428310" y="2692897"/>
                    <a:pt x="1410517" y="2709565"/>
                    <a:pt x="1390210" y="2720711"/>
                  </a:cubicBezTo>
                  <a:cubicBezTo>
                    <a:pt x="1435917" y="2740555"/>
                    <a:pt x="1485758" y="2740026"/>
                    <a:pt x="1520683" y="2715452"/>
                  </a:cubicBezTo>
                  <a:lnTo>
                    <a:pt x="2484626" y="2037325"/>
                  </a:lnTo>
                  <a:cubicBezTo>
                    <a:pt x="2548325" y="1992478"/>
                    <a:pt x="2544356" y="1896468"/>
                    <a:pt x="2475895" y="1826750"/>
                  </a:cubicBezTo>
                  <a:lnTo>
                    <a:pt x="2394337" y="1743638"/>
                  </a:lnTo>
                  <a:cubicBezTo>
                    <a:pt x="2367218" y="1716022"/>
                    <a:pt x="2334409" y="1697071"/>
                    <a:pt x="2301138" y="1687348"/>
                  </a:cubicBezTo>
                  <a:cubicBezTo>
                    <a:pt x="2389244" y="1601292"/>
                    <a:pt x="2477350" y="1515269"/>
                    <a:pt x="2565457" y="1429214"/>
                  </a:cubicBezTo>
                  <a:cubicBezTo>
                    <a:pt x="2645592" y="1350996"/>
                    <a:pt x="2756089" y="1309093"/>
                    <a:pt x="2742000" y="1171046"/>
                  </a:cubicBezTo>
                  <a:close/>
                  <a:moveTo>
                    <a:pt x="1789235" y="2406320"/>
                  </a:moveTo>
                  <a:cubicBezTo>
                    <a:pt x="1771971" y="2416374"/>
                    <a:pt x="1753351" y="2424113"/>
                    <a:pt x="1733838" y="2429405"/>
                  </a:cubicBezTo>
                  <a:cubicBezTo>
                    <a:pt x="1719650" y="2433241"/>
                    <a:pt x="1700401" y="2440385"/>
                    <a:pt x="1684427" y="2433307"/>
                  </a:cubicBezTo>
                  <a:cubicBezTo>
                    <a:pt x="1666601" y="2425403"/>
                    <a:pt x="1689454" y="2380093"/>
                    <a:pt x="1693952" y="2370171"/>
                  </a:cubicBezTo>
                  <a:cubicBezTo>
                    <a:pt x="1710356" y="2334221"/>
                    <a:pt x="1748258" y="2264139"/>
                    <a:pt x="1799620" y="2293839"/>
                  </a:cubicBezTo>
                  <a:cubicBezTo>
                    <a:pt x="1853661" y="2325126"/>
                    <a:pt x="1820059" y="2388361"/>
                    <a:pt x="1789235" y="2406320"/>
                  </a:cubicBezTo>
                  <a:close/>
                  <a:moveTo>
                    <a:pt x="1973517" y="2242444"/>
                  </a:moveTo>
                  <a:cubicBezTo>
                    <a:pt x="1956253" y="2252498"/>
                    <a:pt x="1937633" y="2260237"/>
                    <a:pt x="1918120" y="2265528"/>
                  </a:cubicBezTo>
                  <a:cubicBezTo>
                    <a:pt x="1903965" y="2269365"/>
                    <a:pt x="1884684" y="2276509"/>
                    <a:pt x="1868742" y="2269431"/>
                  </a:cubicBezTo>
                  <a:cubicBezTo>
                    <a:pt x="1850916" y="2261527"/>
                    <a:pt x="1873736" y="2216217"/>
                    <a:pt x="1878267" y="2206295"/>
                  </a:cubicBezTo>
                  <a:cubicBezTo>
                    <a:pt x="1894639" y="2170378"/>
                    <a:pt x="1932540" y="2100263"/>
                    <a:pt x="1983902" y="2129996"/>
                  </a:cubicBezTo>
                  <a:cubicBezTo>
                    <a:pt x="2037977" y="2161283"/>
                    <a:pt x="2004375" y="2224518"/>
                    <a:pt x="1973517" y="2242444"/>
                  </a:cubicBezTo>
                  <a:close/>
                  <a:moveTo>
                    <a:pt x="2151979" y="2095302"/>
                  </a:moveTo>
                  <a:cubicBezTo>
                    <a:pt x="2134715" y="2105356"/>
                    <a:pt x="2116095" y="2113095"/>
                    <a:pt x="2096582" y="2118387"/>
                  </a:cubicBezTo>
                  <a:cubicBezTo>
                    <a:pt x="2082427" y="2122223"/>
                    <a:pt x="2063145" y="2129367"/>
                    <a:pt x="2047171" y="2122290"/>
                  </a:cubicBezTo>
                  <a:cubicBezTo>
                    <a:pt x="2029345" y="2114385"/>
                    <a:pt x="2052198" y="2069075"/>
                    <a:pt x="2056696" y="2059153"/>
                  </a:cubicBezTo>
                  <a:cubicBezTo>
                    <a:pt x="2073100" y="2023236"/>
                    <a:pt x="2111002" y="1953122"/>
                    <a:pt x="2162364" y="1982854"/>
                  </a:cubicBezTo>
                  <a:cubicBezTo>
                    <a:pt x="2216405" y="2014141"/>
                    <a:pt x="2182803" y="2077343"/>
                    <a:pt x="2151979" y="2095302"/>
                  </a:cubicBezTo>
                  <a:close/>
                  <a:moveTo>
                    <a:pt x="2393874" y="1794669"/>
                  </a:moveTo>
                  <a:cubicBezTo>
                    <a:pt x="2466866" y="1856879"/>
                    <a:pt x="2491340" y="1941050"/>
                    <a:pt x="2448544" y="1982722"/>
                  </a:cubicBezTo>
                  <a:cubicBezTo>
                    <a:pt x="2405781" y="2024361"/>
                    <a:pt x="2311953" y="2007725"/>
                    <a:pt x="2238961" y="1945515"/>
                  </a:cubicBezTo>
                  <a:cubicBezTo>
                    <a:pt x="2166002" y="1883305"/>
                    <a:pt x="2141495" y="1799101"/>
                    <a:pt x="2184291" y="1757462"/>
                  </a:cubicBezTo>
                  <a:cubicBezTo>
                    <a:pt x="2227055" y="1715823"/>
                    <a:pt x="2320915" y="1732459"/>
                    <a:pt x="2393874" y="1794669"/>
                  </a:cubicBezTo>
                  <a:close/>
                  <a:moveTo>
                    <a:pt x="2373138" y="1377884"/>
                  </a:moveTo>
                  <a:cubicBezTo>
                    <a:pt x="2356767" y="1389493"/>
                    <a:pt x="2338841" y="1398919"/>
                    <a:pt x="2319857" y="1405996"/>
                  </a:cubicBezTo>
                  <a:cubicBezTo>
                    <a:pt x="2306033" y="1411123"/>
                    <a:pt x="2287413" y="1420019"/>
                    <a:pt x="2270942" y="1414430"/>
                  </a:cubicBezTo>
                  <a:cubicBezTo>
                    <a:pt x="2252554" y="1408212"/>
                    <a:pt x="2271604" y="1360951"/>
                    <a:pt x="2275275" y="1350665"/>
                  </a:cubicBezTo>
                  <a:cubicBezTo>
                    <a:pt x="2288669" y="1313359"/>
                    <a:pt x="2320717" y="1240003"/>
                    <a:pt x="2374295" y="1264874"/>
                  </a:cubicBezTo>
                  <a:cubicBezTo>
                    <a:pt x="2430718" y="1291035"/>
                    <a:pt x="2402407" y="1357148"/>
                    <a:pt x="2373138" y="1377884"/>
                  </a:cubicBezTo>
                  <a:close/>
                  <a:moveTo>
                    <a:pt x="2654026" y="1276020"/>
                  </a:moveTo>
                  <a:cubicBezTo>
                    <a:pt x="2602465" y="1310680"/>
                    <a:pt x="2508207" y="1274862"/>
                    <a:pt x="2443517" y="1195983"/>
                  </a:cubicBezTo>
                  <a:cubicBezTo>
                    <a:pt x="2378826" y="1117104"/>
                    <a:pt x="2368210" y="1025062"/>
                    <a:pt x="2419803" y="990402"/>
                  </a:cubicBezTo>
                  <a:cubicBezTo>
                    <a:pt x="2471397" y="955742"/>
                    <a:pt x="2565655" y="991593"/>
                    <a:pt x="2630313" y="1070472"/>
                  </a:cubicBezTo>
                  <a:cubicBezTo>
                    <a:pt x="2695003" y="1149317"/>
                    <a:pt x="2705620" y="1241359"/>
                    <a:pt x="2654026" y="1276020"/>
                  </a:cubicBezTo>
                  <a:close/>
                  <a:moveTo>
                    <a:pt x="1390078" y="2140513"/>
                  </a:moveTo>
                  <a:lnTo>
                    <a:pt x="1787813" y="1281345"/>
                  </a:lnTo>
                  <a:cubicBezTo>
                    <a:pt x="1812320" y="1228428"/>
                    <a:pt x="1860805" y="1196016"/>
                    <a:pt x="1912928" y="1190791"/>
                  </a:cubicBezTo>
                  <a:lnTo>
                    <a:pt x="2053785" y="700981"/>
                  </a:lnTo>
                  <a:cubicBezTo>
                    <a:pt x="2086991" y="585523"/>
                    <a:pt x="2026699" y="462657"/>
                    <a:pt x="1921560" y="431503"/>
                  </a:cubicBezTo>
                  <a:lnTo>
                    <a:pt x="1796247" y="394395"/>
                  </a:lnTo>
                  <a:cubicBezTo>
                    <a:pt x="1690380" y="363009"/>
                    <a:pt x="1582629" y="437522"/>
                    <a:pt x="1560834" y="557180"/>
                  </a:cubicBezTo>
                  <a:lnTo>
                    <a:pt x="1445012" y="1193139"/>
                  </a:lnTo>
                  <a:cubicBezTo>
                    <a:pt x="1478118" y="1224591"/>
                    <a:pt x="1496540" y="1268678"/>
                    <a:pt x="1490851" y="1315145"/>
                  </a:cubicBezTo>
                  <a:close/>
                  <a:moveTo>
                    <a:pt x="1792542" y="864791"/>
                  </a:moveTo>
                  <a:cubicBezTo>
                    <a:pt x="1783348" y="883312"/>
                    <a:pt x="1771773" y="900642"/>
                    <a:pt x="1758213" y="916484"/>
                  </a:cubicBezTo>
                  <a:cubicBezTo>
                    <a:pt x="1748390" y="927993"/>
                    <a:pt x="1735955" y="945257"/>
                    <a:pt x="1718988" y="948664"/>
                  </a:cubicBezTo>
                  <a:cubicBezTo>
                    <a:pt x="1700004" y="952500"/>
                    <a:pt x="1695639" y="901304"/>
                    <a:pt x="1694283" y="890390"/>
                  </a:cubicBezTo>
                  <a:cubicBezTo>
                    <a:pt x="1689388" y="850801"/>
                    <a:pt x="1684824" y="770070"/>
                    <a:pt x="1743065" y="764812"/>
                  </a:cubicBezTo>
                  <a:cubicBezTo>
                    <a:pt x="1804383" y="759322"/>
                    <a:pt x="1809046" y="831784"/>
                    <a:pt x="1792542" y="864791"/>
                  </a:cubicBezTo>
                  <a:close/>
                  <a:moveTo>
                    <a:pt x="1635942" y="543190"/>
                  </a:moveTo>
                  <a:cubicBezTo>
                    <a:pt x="1646823" y="479161"/>
                    <a:pt x="1737741" y="444567"/>
                    <a:pt x="1839010" y="465866"/>
                  </a:cubicBezTo>
                  <a:cubicBezTo>
                    <a:pt x="1940246" y="487198"/>
                    <a:pt x="2013503" y="556386"/>
                    <a:pt x="2002622" y="620415"/>
                  </a:cubicBezTo>
                  <a:cubicBezTo>
                    <a:pt x="1991741" y="684444"/>
                    <a:pt x="1900856" y="719072"/>
                    <a:pt x="1799587" y="697740"/>
                  </a:cubicBezTo>
                  <a:cubicBezTo>
                    <a:pt x="1698318" y="676408"/>
                    <a:pt x="1625061" y="607219"/>
                    <a:pt x="1635942" y="543190"/>
                  </a:cubicBezTo>
                  <a:close/>
                  <a:moveTo>
                    <a:pt x="1670107" y="992155"/>
                  </a:moveTo>
                  <a:cubicBezTo>
                    <a:pt x="1731424" y="986632"/>
                    <a:pt x="1736054" y="1059095"/>
                    <a:pt x="1719584" y="1092134"/>
                  </a:cubicBezTo>
                  <a:cubicBezTo>
                    <a:pt x="1710389" y="1110622"/>
                    <a:pt x="1698814" y="1127985"/>
                    <a:pt x="1685254" y="1143827"/>
                  </a:cubicBezTo>
                  <a:cubicBezTo>
                    <a:pt x="1675398" y="1155304"/>
                    <a:pt x="1662996" y="1172568"/>
                    <a:pt x="1646029" y="1175974"/>
                  </a:cubicBezTo>
                  <a:cubicBezTo>
                    <a:pt x="1627046" y="1179811"/>
                    <a:pt x="1622680" y="1128647"/>
                    <a:pt x="1621324" y="1117700"/>
                  </a:cubicBezTo>
                  <a:cubicBezTo>
                    <a:pt x="1616429" y="1078111"/>
                    <a:pt x="1611865" y="997380"/>
                    <a:pt x="1670107" y="992155"/>
                  </a:cubicBezTo>
                  <a:close/>
                  <a:moveTo>
                    <a:pt x="1600918" y="1236828"/>
                  </a:moveTo>
                  <a:cubicBezTo>
                    <a:pt x="1662235" y="1231305"/>
                    <a:pt x="1666865" y="1303768"/>
                    <a:pt x="1650395" y="1336808"/>
                  </a:cubicBezTo>
                  <a:cubicBezTo>
                    <a:pt x="1641201" y="1355296"/>
                    <a:pt x="1629625" y="1372659"/>
                    <a:pt x="1616065" y="1388501"/>
                  </a:cubicBezTo>
                  <a:cubicBezTo>
                    <a:pt x="1606210" y="1400010"/>
                    <a:pt x="1593807" y="1417241"/>
                    <a:pt x="1576841" y="1420681"/>
                  </a:cubicBezTo>
                  <a:cubicBezTo>
                    <a:pt x="1557857" y="1424517"/>
                    <a:pt x="1553491" y="1373320"/>
                    <a:pt x="1552135" y="1362406"/>
                  </a:cubicBezTo>
                  <a:cubicBezTo>
                    <a:pt x="1547241" y="1322785"/>
                    <a:pt x="1542677" y="1242054"/>
                    <a:pt x="1600918" y="1236828"/>
                  </a:cubicBezTo>
                  <a:close/>
                  <a:moveTo>
                    <a:pt x="719955" y="2148781"/>
                  </a:moveTo>
                  <a:cubicBezTo>
                    <a:pt x="722832" y="2160522"/>
                    <a:pt x="724684" y="2173354"/>
                    <a:pt x="720517" y="2184831"/>
                  </a:cubicBezTo>
                  <a:cubicBezTo>
                    <a:pt x="713572" y="2204013"/>
                    <a:pt x="670411" y="2180928"/>
                    <a:pt x="660953" y="2176397"/>
                  </a:cubicBezTo>
                  <a:cubicBezTo>
                    <a:pt x="626755" y="2159927"/>
                    <a:pt x="559915" y="2121496"/>
                    <a:pt x="586472" y="2066099"/>
                  </a:cubicBezTo>
                  <a:cubicBezTo>
                    <a:pt x="605456" y="2026444"/>
                    <a:pt x="639356" y="2029454"/>
                    <a:pt x="664690" y="2045593"/>
                  </a:cubicBezTo>
                  <a:lnTo>
                    <a:pt x="427822" y="1603243"/>
                  </a:lnTo>
                  <a:cubicBezTo>
                    <a:pt x="400040" y="1551352"/>
                    <a:pt x="412509" y="1486595"/>
                    <a:pt x="453354" y="1440293"/>
                  </a:cubicBezTo>
                  <a:cubicBezTo>
                    <a:pt x="408672" y="1360389"/>
                    <a:pt x="367232" y="1284156"/>
                    <a:pt x="263681" y="1279989"/>
                  </a:cubicBezTo>
                  <a:cubicBezTo>
                    <a:pt x="107180" y="1273639"/>
                    <a:pt x="-86231" y="1528465"/>
                    <a:pt x="41563" y="1671539"/>
                  </a:cubicBezTo>
                  <a:cubicBezTo>
                    <a:pt x="42456" y="1672531"/>
                    <a:pt x="907842" y="2641005"/>
                    <a:pt x="907842" y="2641005"/>
                  </a:cubicBezTo>
                  <a:cubicBezTo>
                    <a:pt x="933407" y="2669613"/>
                    <a:pt x="968630" y="2679171"/>
                    <a:pt x="1003886" y="2670936"/>
                  </a:cubicBezTo>
                  <a:cubicBezTo>
                    <a:pt x="997602" y="2664289"/>
                    <a:pt x="992046" y="2656847"/>
                    <a:pt x="987515" y="2648447"/>
                  </a:cubicBezTo>
                  <a:close/>
                  <a:moveTo>
                    <a:pt x="54495" y="1596397"/>
                  </a:moveTo>
                  <a:cubicBezTo>
                    <a:pt x="28268" y="1537792"/>
                    <a:pt x="72916" y="1442476"/>
                    <a:pt x="154209" y="1383474"/>
                  </a:cubicBezTo>
                  <a:cubicBezTo>
                    <a:pt x="235503" y="1324472"/>
                    <a:pt x="322683" y="1324141"/>
                    <a:pt x="348877" y="1382746"/>
                  </a:cubicBezTo>
                  <a:cubicBezTo>
                    <a:pt x="375103" y="1441351"/>
                    <a:pt x="330455" y="1536700"/>
                    <a:pt x="249162" y="1595703"/>
                  </a:cubicBezTo>
                  <a:cubicBezTo>
                    <a:pt x="167868" y="1654672"/>
                    <a:pt x="80721" y="1655002"/>
                    <a:pt x="54495" y="1596397"/>
                  </a:cubicBezTo>
                  <a:close/>
                  <a:moveTo>
                    <a:pt x="418727" y="1807369"/>
                  </a:moveTo>
                  <a:cubicBezTo>
                    <a:pt x="411781" y="1826552"/>
                    <a:pt x="368588" y="1803500"/>
                    <a:pt x="359162" y="1798936"/>
                  </a:cubicBezTo>
                  <a:cubicBezTo>
                    <a:pt x="324965" y="1782498"/>
                    <a:pt x="258091" y="1744035"/>
                    <a:pt x="284649" y="1688637"/>
                  </a:cubicBezTo>
                  <a:cubicBezTo>
                    <a:pt x="312629" y="1630297"/>
                    <a:pt x="372921" y="1664329"/>
                    <a:pt x="390581" y="1696641"/>
                  </a:cubicBezTo>
                  <a:cubicBezTo>
                    <a:pt x="400503" y="1714732"/>
                    <a:pt x="408242" y="1734344"/>
                    <a:pt x="413733" y="1754949"/>
                  </a:cubicBezTo>
                  <a:cubicBezTo>
                    <a:pt x="417734" y="1769931"/>
                    <a:pt x="424944" y="1790237"/>
                    <a:pt x="418727" y="1807369"/>
                  </a:cubicBezTo>
                  <a:close/>
                  <a:moveTo>
                    <a:pt x="561701" y="1993239"/>
                  </a:moveTo>
                  <a:cubicBezTo>
                    <a:pt x="554755" y="2012388"/>
                    <a:pt x="511562" y="1989336"/>
                    <a:pt x="502136" y="1984805"/>
                  </a:cubicBezTo>
                  <a:cubicBezTo>
                    <a:pt x="467939" y="1968335"/>
                    <a:pt x="401066" y="1929904"/>
                    <a:pt x="427623" y="1874474"/>
                  </a:cubicBezTo>
                  <a:cubicBezTo>
                    <a:pt x="455603" y="1816134"/>
                    <a:pt x="515895" y="1850166"/>
                    <a:pt x="533556" y="1882511"/>
                  </a:cubicBezTo>
                  <a:cubicBezTo>
                    <a:pt x="543478" y="1900569"/>
                    <a:pt x="551217" y="1920181"/>
                    <a:pt x="556707" y="1940785"/>
                  </a:cubicBezTo>
                  <a:cubicBezTo>
                    <a:pt x="560709" y="1955767"/>
                    <a:pt x="567918" y="1976074"/>
                    <a:pt x="561701" y="1993239"/>
                  </a:cubicBezTo>
                  <a:close/>
                  <a:moveTo>
                    <a:pt x="1801968" y="1720421"/>
                  </a:moveTo>
                  <a:cubicBezTo>
                    <a:pt x="1782654" y="1721049"/>
                    <a:pt x="1785928" y="1669753"/>
                    <a:pt x="1786192" y="1658740"/>
                  </a:cubicBezTo>
                  <a:cubicBezTo>
                    <a:pt x="1787218" y="1618821"/>
                    <a:pt x="1794626" y="1538321"/>
                    <a:pt x="1852934" y="1542885"/>
                  </a:cubicBezTo>
                  <a:cubicBezTo>
                    <a:pt x="1914317" y="1547714"/>
                    <a:pt x="1908165" y="1620044"/>
                    <a:pt x="1887032" y="1649909"/>
                  </a:cubicBezTo>
                  <a:cubicBezTo>
                    <a:pt x="1875192" y="1666644"/>
                    <a:pt x="1861202" y="1681824"/>
                    <a:pt x="1845459" y="1695219"/>
                  </a:cubicBezTo>
                  <a:cubicBezTo>
                    <a:pt x="1834049" y="1704942"/>
                    <a:pt x="1819232" y="1719891"/>
                    <a:pt x="1801968" y="1720421"/>
                  </a:cubicBezTo>
                  <a:close/>
                  <a:moveTo>
                    <a:pt x="1696333" y="1932716"/>
                  </a:moveTo>
                  <a:cubicBezTo>
                    <a:pt x="1677019" y="1933344"/>
                    <a:pt x="1680293" y="1882048"/>
                    <a:pt x="1680558" y="1871035"/>
                  </a:cubicBezTo>
                  <a:cubicBezTo>
                    <a:pt x="1681583" y="1831083"/>
                    <a:pt x="1688991" y="1750616"/>
                    <a:pt x="1747266" y="1755180"/>
                  </a:cubicBezTo>
                  <a:cubicBezTo>
                    <a:pt x="1808649" y="1759976"/>
                    <a:pt x="1802531" y="1832339"/>
                    <a:pt x="1781364" y="1862204"/>
                  </a:cubicBezTo>
                  <a:cubicBezTo>
                    <a:pt x="1769524" y="1878906"/>
                    <a:pt x="1755567" y="1894120"/>
                    <a:pt x="1739824" y="1907514"/>
                  </a:cubicBezTo>
                  <a:cubicBezTo>
                    <a:pt x="1728414" y="1917204"/>
                    <a:pt x="1713597" y="1932153"/>
                    <a:pt x="1696333" y="1932716"/>
                  </a:cubicBezTo>
                  <a:close/>
                  <a:moveTo>
                    <a:pt x="1676886" y="2092259"/>
                  </a:moveTo>
                  <a:cubicBezTo>
                    <a:pt x="1665046" y="2108994"/>
                    <a:pt x="1651057" y="2124208"/>
                    <a:pt x="1635347" y="2137569"/>
                  </a:cubicBezTo>
                  <a:cubicBezTo>
                    <a:pt x="1623904" y="2147293"/>
                    <a:pt x="1609120" y="2162242"/>
                    <a:pt x="1591823" y="2162804"/>
                  </a:cubicBezTo>
                  <a:cubicBezTo>
                    <a:pt x="1572541" y="2163399"/>
                    <a:pt x="1575783" y="2112136"/>
                    <a:pt x="1576080" y="2101090"/>
                  </a:cubicBezTo>
                  <a:cubicBezTo>
                    <a:pt x="1577072" y="2061171"/>
                    <a:pt x="1584481" y="1980671"/>
                    <a:pt x="1642788" y="1985268"/>
                  </a:cubicBezTo>
                  <a:cubicBezTo>
                    <a:pt x="1704172" y="1990064"/>
                    <a:pt x="1698020" y="2062395"/>
                    <a:pt x="1676886" y="2092259"/>
                  </a:cubicBezTo>
                  <a:close/>
                  <a:moveTo>
                    <a:pt x="1307429" y="1569046"/>
                  </a:moveTo>
                  <a:cubicBezTo>
                    <a:pt x="1302468" y="1589320"/>
                    <a:pt x="1295027" y="1609031"/>
                    <a:pt x="1285270" y="1627783"/>
                  </a:cubicBezTo>
                  <a:cubicBezTo>
                    <a:pt x="1278192" y="1641409"/>
                    <a:pt x="1269891" y="1661253"/>
                    <a:pt x="1254115" y="1668761"/>
                  </a:cubicBezTo>
                  <a:cubicBezTo>
                    <a:pt x="1236488" y="1677194"/>
                    <a:pt x="1221076" y="1628445"/>
                    <a:pt x="1217404" y="1618159"/>
                  </a:cubicBezTo>
                  <a:cubicBezTo>
                    <a:pt x="1204010" y="1580853"/>
                    <a:pt x="1181983" y="1503462"/>
                    <a:pt x="1237513" y="1483982"/>
                  </a:cubicBezTo>
                  <a:cubicBezTo>
                    <a:pt x="1295953" y="1463510"/>
                    <a:pt x="1316259" y="1532864"/>
                    <a:pt x="1307429" y="1569046"/>
                  </a:cubicBezTo>
                  <a:close/>
                  <a:moveTo>
                    <a:pt x="1285932" y="1808163"/>
                  </a:moveTo>
                  <a:cubicBezTo>
                    <a:pt x="1281004" y="1828404"/>
                    <a:pt x="1273529" y="1848148"/>
                    <a:pt x="1263806" y="1866900"/>
                  </a:cubicBezTo>
                  <a:cubicBezTo>
                    <a:pt x="1256728" y="1880527"/>
                    <a:pt x="1248394" y="1900337"/>
                    <a:pt x="1232651" y="1907878"/>
                  </a:cubicBezTo>
                  <a:cubicBezTo>
                    <a:pt x="1215023" y="1916278"/>
                    <a:pt x="1199611" y="1867562"/>
                    <a:pt x="1195940" y="1857276"/>
                  </a:cubicBezTo>
                  <a:cubicBezTo>
                    <a:pt x="1182546" y="1819970"/>
                    <a:pt x="1160486" y="1742546"/>
                    <a:pt x="1216015" y="1723099"/>
                  </a:cubicBezTo>
                  <a:cubicBezTo>
                    <a:pt x="1274488" y="1702627"/>
                    <a:pt x="1294762" y="1771948"/>
                    <a:pt x="1285932" y="1808163"/>
                  </a:cubicBezTo>
                  <a:close/>
                  <a:moveTo>
                    <a:pt x="1271909" y="2063221"/>
                  </a:moveTo>
                  <a:cubicBezTo>
                    <a:pt x="1266981" y="2083495"/>
                    <a:pt x="1259506" y="2103207"/>
                    <a:pt x="1249783" y="2121992"/>
                  </a:cubicBezTo>
                  <a:cubicBezTo>
                    <a:pt x="1242705" y="2135585"/>
                    <a:pt x="1234371" y="2155429"/>
                    <a:pt x="1218628" y="2162936"/>
                  </a:cubicBezTo>
                  <a:cubicBezTo>
                    <a:pt x="1201000" y="2171370"/>
                    <a:pt x="1185588" y="2122653"/>
                    <a:pt x="1181917" y="2112335"/>
                  </a:cubicBezTo>
                  <a:cubicBezTo>
                    <a:pt x="1168523" y="2075028"/>
                    <a:pt x="1146463" y="1997638"/>
                    <a:pt x="1201992" y="1978158"/>
                  </a:cubicBezTo>
                  <a:cubicBezTo>
                    <a:pt x="1260465" y="1957686"/>
                    <a:pt x="1280739" y="2027040"/>
                    <a:pt x="1271909" y="2063221"/>
                  </a:cubicBezTo>
                  <a:close/>
                  <a:moveTo>
                    <a:pt x="806606" y="1799564"/>
                  </a:moveTo>
                  <a:cubicBezTo>
                    <a:pt x="806970" y="1815108"/>
                    <a:pt x="809218" y="1836705"/>
                    <a:pt x="799197" y="1851687"/>
                  </a:cubicBezTo>
                  <a:cubicBezTo>
                    <a:pt x="787986" y="1868422"/>
                    <a:pt x="751539" y="1834654"/>
                    <a:pt x="743470" y="1827775"/>
                  </a:cubicBezTo>
                  <a:cubicBezTo>
                    <a:pt x="714167" y="1802805"/>
                    <a:pt x="658373" y="1747904"/>
                    <a:pt x="697035" y="1701238"/>
                  </a:cubicBezTo>
                  <a:cubicBezTo>
                    <a:pt x="737748" y="1652092"/>
                    <a:pt x="788217" y="1701007"/>
                    <a:pt x="797775" y="1736957"/>
                  </a:cubicBezTo>
                  <a:cubicBezTo>
                    <a:pt x="803166" y="1757098"/>
                    <a:pt x="806110" y="1778133"/>
                    <a:pt x="806606" y="1799564"/>
                  </a:cubicBezTo>
                  <a:close/>
                  <a:moveTo>
                    <a:pt x="892926" y="1954775"/>
                  </a:moveTo>
                  <a:cubicBezTo>
                    <a:pt x="898284" y="1974917"/>
                    <a:pt x="901227" y="1995951"/>
                    <a:pt x="901723" y="2017349"/>
                  </a:cubicBezTo>
                  <a:cubicBezTo>
                    <a:pt x="902120" y="2032927"/>
                    <a:pt x="904369" y="2054490"/>
                    <a:pt x="894315" y="2069472"/>
                  </a:cubicBezTo>
                  <a:cubicBezTo>
                    <a:pt x="883103" y="2086207"/>
                    <a:pt x="846690" y="2052473"/>
                    <a:pt x="838587" y="2045560"/>
                  </a:cubicBezTo>
                  <a:cubicBezTo>
                    <a:pt x="809318" y="2020590"/>
                    <a:pt x="753491" y="1965689"/>
                    <a:pt x="792153" y="1919023"/>
                  </a:cubicBezTo>
                  <a:cubicBezTo>
                    <a:pt x="832866" y="1869910"/>
                    <a:pt x="883335" y="1918792"/>
                    <a:pt x="892926" y="1954775"/>
                  </a:cubicBezTo>
                  <a:close/>
                  <a:moveTo>
                    <a:pt x="1010897" y="2244924"/>
                  </a:moveTo>
                  <a:cubicBezTo>
                    <a:pt x="1011261" y="2260468"/>
                    <a:pt x="1013510" y="2282065"/>
                    <a:pt x="1003456" y="2297047"/>
                  </a:cubicBezTo>
                  <a:cubicBezTo>
                    <a:pt x="992277" y="2313782"/>
                    <a:pt x="955831" y="2280047"/>
                    <a:pt x="947728" y="2273135"/>
                  </a:cubicBezTo>
                  <a:cubicBezTo>
                    <a:pt x="918458" y="2248165"/>
                    <a:pt x="862664" y="2193264"/>
                    <a:pt x="901327" y="2146598"/>
                  </a:cubicBezTo>
                  <a:cubicBezTo>
                    <a:pt x="942006" y="2097452"/>
                    <a:pt x="992476" y="2146367"/>
                    <a:pt x="1002067" y="2182350"/>
                  </a:cubicBezTo>
                  <a:cubicBezTo>
                    <a:pt x="1007424" y="2202491"/>
                    <a:pt x="1010368" y="2223493"/>
                    <a:pt x="1010897" y="2244924"/>
                  </a:cubicBezTo>
                  <a:close/>
                </a:path>
              </a:pathLst>
            </a:custGeom>
            <a:solidFill>
              <a:schemeClr val="accent2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94A9BF-911B-1E8B-7617-4EF69ACE36D9}"/>
              </a:ext>
            </a:extLst>
          </p:cNvPr>
          <p:cNvGrpSpPr/>
          <p:nvPr/>
        </p:nvGrpSpPr>
        <p:grpSpPr>
          <a:xfrm>
            <a:off x="9144000" y="-13041"/>
            <a:ext cx="1200142" cy="1221256"/>
            <a:chOff x="6452894" y="5331089"/>
            <a:chExt cx="1200142" cy="122125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E5AC4DD-CB78-CDC6-7175-C9A02F1DB26E}"/>
                </a:ext>
              </a:extLst>
            </p:cNvPr>
            <p:cNvSpPr/>
            <p:nvPr/>
          </p:nvSpPr>
          <p:spPr>
            <a:xfrm rot="5400000">
              <a:off x="6442337" y="5341646"/>
              <a:ext cx="1221256" cy="1200142"/>
            </a:xfrm>
            <a:custGeom>
              <a:avLst/>
              <a:gdLst>
                <a:gd name="connsiteX0" fmla="*/ 2783765 w 2783882"/>
                <a:gd name="connsiteY0" fmla="*/ 1727760 h 2735755"/>
                <a:gd name="connsiteX1" fmla="*/ 2403658 w 2783882"/>
                <a:gd name="connsiteY1" fmla="*/ 1504716 h 2735755"/>
                <a:gd name="connsiteX2" fmla="*/ 2286249 w 2783882"/>
                <a:gd name="connsiteY2" fmla="*/ 1475083 h 2735755"/>
                <a:gd name="connsiteX3" fmla="*/ 1642286 w 2783882"/>
                <a:gd name="connsiteY3" fmla="*/ 1648583 h 2735755"/>
                <a:gd name="connsiteX4" fmla="*/ 1538834 w 2783882"/>
                <a:gd name="connsiteY4" fmla="*/ 2250179 h 2735755"/>
                <a:gd name="connsiteX5" fmla="*/ 1580176 w 2783882"/>
                <a:gd name="connsiteY5" fmla="*/ 2359717 h 2735755"/>
                <a:gd name="connsiteX6" fmla="*/ 1858286 w 2783882"/>
                <a:gd name="connsiteY6" fmla="*/ 2706817 h 2735755"/>
                <a:gd name="connsiteX7" fmla="*/ 1596282 w 2783882"/>
                <a:gd name="connsiteY7" fmla="*/ 2503716 h 2735755"/>
                <a:gd name="connsiteX8" fmla="*/ 1557785 w 2783882"/>
                <a:gd name="connsiteY8" fmla="*/ 2525148 h 2735755"/>
                <a:gd name="connsiteX9" fmla="*/ 1559406 w 2783882"/>
                <a:gd name="connsiteY9" fmla="*/ 2735624 h 2735755"/>
                <a:gd name="connsiteX10" fmla="*/ 1476591 w 2783882"/>
                <a:gd name="connsiteY10" fmla="*/ 2502096 h 2735755"/>
                <a:gd name="connsiteX11" fmla="*/ 1436904 w 2783882"/>
                <a:gd name="connsiteY11" fmla="*/ 2490190 h 2735755"/>
                <a:gd name="connsiteX12" fmla="*/ 1181316 w 2783882"/>
                <a:gd name="connsiteY12" fmla="*/ 2735756 h 2735755"/>
                <a:gd name="connsiteX13" fmla="*/ 1399730 w 2783882"/>
                <a:gd name="connsiteY13" fmla="*/ 2403208 h 2735755"/>
                <a:gd name="connsiteX14" fmla="*/ 1413753 w 2783882"/>
                <a:gd name="connsiteY14" fmla="*/ 2241845 h 2735755"/>
                <a:gd name="connsiteX15" fmla="*/ 1141695 w 2783882"/>
                <a:gd name="connsiteY15" fmla="*/ 1886146 h 2735755"/>
                <a:gd name="connsiteX16" fmla="*/ 793668 w 2783882"/>
                <a:gd name="connsiteY16" fmla="*/ 2071023 h 2735755"/>
                <a:gd name="connsiteX17" fmla="*/ 735460 w 2783882"/>
                <a:gd name="connsiteY17" fmla="*/ 2189061 h 2735755"/>
                <a:gd name="connsiteX18" fmla="*/ 659161 w 2783882"/>
                <a:gd name="connsiteY18" fmla="*/ 2616826 h 2735755"/>
                <a:gd name="connsiteX19" fmla="*/ 619374 w 2783882"/>
                <a:gd name="connsiteY19" fmla="*/ 2306403 h 2735755"/>
                <a:gd name="connsiteX20" fmla="*/ 578926 w 2783882"/>
                <a:gd name="connsiteY20" fmla="*/ 2290098 h 2735755"/>
                <a:gd name="connsiteX21" fmla="*/ 331474 w 2783882"/>
                <a:gd name="connsiteY21" fmla="*/ 2508843 h 2735755"/>
                <a:gd name="connsiteX22" fmla="*/ 547242 w 2783882"/>
                <a:gd name="connsiteY22" fmla="*/ 2210062 h 2735755"/>
                <a:gd name="connsiteX23" fmla="*/ 528556 w 2783882"/>
                <a:gd name="connsiteY23" fmla="*/ 2171499 h 2735755"/>
                <a:gd name="connsiteX24" fmla="*/ 173022 w 2783882"/>
                <a:gd name="connsiteY24" fmla="*/ 2159725 h 2735755"/>
                <a:gd name="connsiteX25" fmla="*/ 602441 w 2783882"/>
                <a:gd name="connsiteY25" fmla="*/ 2064475 h 2735755"/>
                <a:gd name="connsiteX26" fmla="*/ 717303 w 2783882"/>
                <a:gd name="connsiteY26" fmla="*/ 1994393 h 2735755"/>
                <a:gd name="connsiteX27" fmla="*/ 911243 w 2783882"/>
                <a:gd name="connsiteY27" fmla="*/ 1573011 h 2735755"/>
                <a:gd name="connsiteX28" fmla="*/ 648875 w 2783882"/>
                <a:gd name="connsiteY28" fmla="*/ 1415452 h 2735755"/>
                <a:gd name="connsiteX29" fmla="*/ 391237 w 2783882"/>
                <a:gd name="connsiteY29" fmla="*/ 1464962 h 2735755"/>
                <a:gd name="connsiteX30" fmla="*/ 111837 w 2783882"/>
                <a:gd name="connsiteY30" fmla="*/ 1659365 h 2735755"/>
                <a:gd name="connsiteX31" fmla="*/ 326844 w 2783882"/>
                <a:gd name="connsiteY31" fmla="*/ 1409300 h 2735755"/>
                <a:gd name="connsiteX32" fmla="*/ 311399 w 2783882"/>
                <a:gd name="connsiteY32" fmla="*/ 1368885 h 2735755"/>
                <a:gd name="connsiteX33" fmla="*/ 216 w 2783882"/>
                <a:gd name="connsiteY33" fmla="*/ 1331844 h 2735755"/>
                <a:gd name="connsiteX34" fmla="*/ 317584 w 2783882"/>
                <a:gd name="connsiteY34" fmla="*/ 1277108 h 2735755"/>
                <a:gd name="connsiteX35" fmla="*/ 329391 w 2783882"/>
                <a:gd name="connsiteY35" fmla="*/ 1234874 h 2735755"/>
                <a:gd name="connsiteX36" fmla="*/ 68611 w 2783882"/>
                <a:gd name="connsiteY36" fmla="*/ 993475 h 2735755"/>
                <a:gd name="connsiteX37" fmla="*/ 432777 w 2783882"/>
                <a:gd name="connsiteY37" fmla="*/ 1235899 h 2735755"/>
                <a:gd name="connsiteX38" fmla="*/ 611503 w 2783882"/>
                <a:gd name="connsiteY38" fmla="*/ 1298638 h 2735755"/>
                <a:gd name="connsiteX39" fmla="*/ 1008477 w 2783882"/>
                <a:gd name="connsiteY39" fmla="*/ 1195054 h 2735755"/>
                <a:gd name="connsiteX40" fmla="*/ 1230264 w 2783882"/>
                <a:gd name="connsiteY40" fmla="*/ 567264 h 2735755"/>
                <a:gd name="connsiteX41" fmla="*/ 1185020 w 2783882"/>
                <a:gd name="connsiteY41" fmla="*/ 447705 h 2735755"/>
                <a:gd name="connsiteX42" fmla="*/ 893251 w 2783882"/>
                <a:gd name="connsiteY42" fmla="*/ 61215 h 2735755"/>
                <a:gd name="connsiteX43" fmla="*/ 1167095 w 2783882"/>
                <a:gd name="connsiteY43" fmla="*/ 305955 h 2735755"/>
                <a:gd name="connsiteX44" fmla="*/ 1206882 w 2783882"/>
                <a:gd name="connsiteY44" fmla="*/ 288095 h 2735755"/>
                <a:gd name="connsiteX45" fmla="*/ 1210123 w 2783882"/>
                <a:gd name="connsiteY45" fmla="*/ 30 h 2735755"/>
                <a:gd name="connsiteX46" fmla="*/ 1281527 w 2783882"/>
                <a:gd name="connsiteY46" fmla="*/ 263555 h 2735755"/>
                <a:gd name="connsiteX47" fmla="*/ 1322471 w 2783882"/>
                <a:gd name="connsiteY47" fmla="*/ 274304 h 2735755"/>
                <a:gd name="connsiteX48" fmla="*/ 1563044 w 2783882"/>
                <a:gd name="connsiteY48" fmla="*/ 32409 h 2735755"/>
                <a:gd name="connsiteX49" fmla="*/ 1365598 w 2783882"/>
                <a:gd name="connsiteY49" fmla="*/ 367834 h 2735755"/>
                <a:gd name="connsiteX50" fmla="*/ 1335072 w 2783882"/>
                <a:gd name="connsiteY50" fmla="*/ 517026 h 2735755"/>
                <a:gd name="connsiteX51" fmla="*/ 1530632 w 2783882"/>
                <a:gd name="connsiteY51" fmla="*/ 842298 h 2735755"/>
                <a:gd name="connsiteX52" fmla="*/ 1959886 w 2783882"/>
                <a:gd name="connsiteY52" fmla="*/ 611879 h 2735755"/>
                <a:gd name="connsiteX53" fmla="*/ 2029173 w 2783882"/>
                <a:gd name="connsiteY53" fmla="*/ 493114 h 2735755"/>
                <a:gd name="connsiteX54" fmla="*/ 2068332 w 2783882"/>
                <a:gd name="connsiteY54" fmla="*/ 83672 h 2735755"/>
                <a:gd name="connsiteX55" fmla="*/ 2097072 w 2783882"/>
                <a:gd name="connsiteY55" fmla="*/ 430078 h 2735755"/>
                <a:gd name="connsiteX56" fmla="*/ 2135106 w 2783882"/>
                <a:gd name="connsiteY56" fmla="*/ 448367 h 2735755"/>
                <a:gd name="connsiteX57" fmla="*/ 2348559 w 2783882"/>
                <a:gd name="connsiteY57" fmla="*/ 306319 h 2735755"/>
                <a:gd name="connsiteX58" fmla="*/ 2220137 w 2783882"/>
                <a:gd name="connsiteY58" fmla="*/ 499299 h 2735755"/>
                <a:gd name="connsiteX59" fmla="*/ 2242494 w 2783882"/>
                <a:gd name="connsiteY59" fmla="*/ 536969 h 2735755"/>
                <a:gd name="connsiteX60" fmla="*/ 2574579 w 2783882"/>
                <a:gd name="connsiteY60" fmla="*/ 497116 h 2735755"/>
                <a:gd name="connsiteX61" fmla="*/ 2171916 w 2783882"/>
                <a:gd name="connsiteY61" fmla="*/ 623157 h 2735755"/>
                <a:gd name="connsiteX62" fmla="*/ 2053251 w 2783882"/>
                <a:gd name="connsiteY62" fmla="*/ 716588 h 2735755"/>
                <a:gd name="connsiteX63" fmla="*/ 1894335 w 2783882"/>
                <a:gd name="connsiteY63" fmla="*/ 1130231 h 2735755"/>
                <a:gd name="connsiteX64" fmla="*/ 2351668 w 2783882"/>
                <a:gd name="connsiteY64" fmla="*/ 1364222 h 2735755"/>
                <a:gd name="connsiteX65" fmla="*/ 2733362 w 2783882"/>
                <a:gd name="connsiteY65" fmla="*/ 1076256 h 2735755"/>
                <a:gd name="connsiteX66" fmla="*/ 2502546 w 2783882"/>
                <a:gd name="connsiteY66" fmla="*/ 1336242 h 2735755"/>
                <a:gd name="connsiteX67" fmla="*/ 2515577 w 2783882"/>
                <a:gd name="connsiteY67" fmla="*/ 1376360 h 2735755"/>
                <a:gd name="connsiteX68" fmla="*/ 2765774 w 2783882"/>
                <a:gd name="connsiteY68" fmla="*/ 1432584 h 2735755"/>
                <a:gd name="connsiteX69" fmla="*/ 2537471 w 2783882"/>
                <a:gd name="connsiteY69" fmla="*/ 1472999 h 2735755"/>
                <a:gd name="connsiteX70" fmla="*/ 2525631 w 2783882"/>
                <a:gd name="connsiteY70" fmla="*/ 1515167 h 2735755"/>
                <a:gd name="connsiteX71" fmla="*/ 2783765 w 2783882"/>
                <a:gd name="connsiteY71" fmla="*/ 1727760 h 273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83882" h="2735755">
                  <a:moveTo>
                    <a:pt x="2783765" y="1727760"/>
                  </a:moveTo>
                  <a:cubicBezTo>
                    <a:pt x="2778143" y="1758716"/>
                    <a:pt x="2517297" y="1582933"/>
                    <a:pt x="2403658" y="1504716"/>
                  </a:cubicBezTo>
                  <a:cubicBezTo>
                    <a:pt x="2369328" y="1481069"/>
                    <a:pt x="2327690" y="1470585"/>
                    <a:pt x="2286249" y="1475083"/>
                  </a:cubicBezTo>
                  <a:cubicBezTo>
                    <a:pt x="2126937" y="1492313"/>
                    <a:pt x="1725597" y="1545263"/>
                    <a:pt x="1642286" y="1648583"/>
                  </a:cubicBezTo>
                  <a:cubicBezTo>
                    <a:pt x="1560166" y="1750481"/>
                    <a:pt x="1542605" y="2103766"/>
                    <a:pt x="1538834" y="2250179"/>
                  </a:cubicBezTo>
                  <a:cubicBezTo>
                    <a:pt x="1537809" y="2290694"/>
                    <a:pt x="1552593" y="2330017"/>
                    <a:pt x="1580176" y="2359717"/>
                  </a:cubicBezTo>
                  <a:cubicBezTo>
                    <a:pt x="1669803" y="2456224"/>
                    <a:pt x="1869497" y="2676059"/>
                    <a:pt x="1858286" y="2706817"/>
                  </a:cubicBezTo>
                  <a:cubicBezTo>
                    <a:pt x="1847802" y="2735690"/>
                    <a:pt x="1684157" y="2586630"/>
                    <a:pt x="1596282" y="2503716"/>
                  </a:cubicBezTo>
                  <a:cubicBezTo>
                    <a:pt x="1579878" y="2488271"/>
                    <a:pt x="1553320" y="2503055"/>
                    <a:pt x="1557785" y="2525148"/>
                  </a:cubicBezTo>
                  <a:cubicBezTo>
                    <a:pt x="1575182" y="2611005"/>
                    <a:pt x="1595621" y="2740452"/>
                    <a:pt x="1559406" y="2735624"/>
                  </a:cubicBezTo>
                  <a:cubicBezTo>
                    <a:pt x="1519652" y="2730332"/>
                    <a:pt x="1489655" y="2580677"/>
                    <a:pt x="1476591" y="2502096"/>
                  </a:cubicBezTo>
                  <a:cubicBezTo>
                    <a:pt x="1473449" y="2483178"/>
                    <a:pt x="1449934" y="2476134"/>
                    <a:pt x="1436904" y="2490190"/>
                  </a:cubicBezTo>
                  <a:cubicBezTo>
                    <a:pt x="1366988" y="2565662"/>
                    <a:pt x="1206518" y="2735855"/>
                    <a:pt x="1181316" y="2735756"/>
                  </a:cubicBezTo>
                  <a:cubicBezTo>
                    <a:pt x="1157735" y="2735657"/>
                    <a:pt x="1313178" y="2520584"/>
                    <a:pt x="1399730" y="2403208"/>
                  </a:cubicBezTo>
                  <a:cubicBezTo>
                    <a:pt x="1434324" y="2356277"/>
                    <a:pt x="1439715" y="2294034"/>
                    <a:pt x="1413753" y="2241845"/>
                  </a:cubicBezTo>
                  <a:cubicBezTo>
                    <a:pt x="1352105" y="2118020"/>
                    <a:pt x="1233406" y="1903972"/>
                    <a:pt x="1141695" y="1886146"/>
                  </a:cubicBezTo>
                  <a:cubicBezTo>
                    <a:pt x="1048396" y="1868022"/>
                    <a:pt x="880485" y="1997205"/>
                    <a:pt x="793668" y="2071023"/>
                  </a:cubicBezTo>
                  <a:cubicBezTo>
                    <a:pt x="758810" y="2100657"/>
                    <a:pt x="737775" y="2143387"/>
                    <a:pt x="735460" y="2189061"/>
                  </a:cubicBezTo>
                  <a:cubicBezTo>
                    <a:pt x="728713" y="2322907"/>
                    <a:pt x="708605" y="2605879"/>
                    <a:pt x="659161" y="2616826"/>
                  </a:cubicBezTo>
                  <a:cubicBezTo>
                    <a:pt x="611503" y="2627442"/>
                    <a:pt x="614479" y="2417958"/>
                    <a:pt x="619374" y="2306403"/>
                  </a:cubicBezTo>
                  <a:cubicBezTo>
                    <a:pt x="620333" y="2284608"/>
                    <a:pt x="593346" y="2273727"/>
                    <a:pt x="578926" y="2290098"/>
                  </a:cubicBezTo>
                  <a:cubicBezTo>
                    <a:pt x="506133" y="2372715"/>
                    <a:pt x="365738" y="2524652"/>
                    <a:pt x="331474" y="2508843"/>
                  </a:cubicBezTo>
                  <a:cubicBezTo>
                    <a:pt x="295425" y="2492207"/>
                    <a:pt x="466710" y="2298234"/>
                    <a:pt x="547242" y="2210062"/>
                  </a:cubicBezTo>
                  <a:cubicBezTo>
                    <a:pt x="561298" y="2194650"/>
                    <a:pt x="549359" y="2170011"/>
                    <a:pt x="528556" y="2171499"/>
                  </a:cubicBezTo>
                  <a:cubicBezTo>
                    <a:pt x="415645" y="2179569"/>
                    <a:pt x="178512" y="2192599"/>
                    <a:pt x="173022" y="2159725"/>
                  </a:cubicBezTo>
                  <a:cubicBezTo>
                    <a:pt x="167532" y="2126685"/>
                    <a:pt x="462972" y="2083161"/>
                    <a:pt x="602441" y="2064475"/>
                  </a:cubicBezTo>
                  <a:cubicBezTo>
                    <a:pt x="648875" y="2058257"/>
                    <a:pt x="690514" y="2032824"/>
                    <a:pt x="717303" y="1994393"/>
                  </a:cubicBezTo>
                  <a:cubicBezTo>
                    <a:pt x="794429" y="1883765"/>
                    <a:pt x="943588" y="1653809"/>
                    <a:pt x="911243" y="1573011"/>
                  </a:cubicBezTo>
                  <a:cubicBezTo>
                    <a:pt x="886736" y="1511727"/>
                    <a:pt x="756759" y="1453982"/>
                    <a:pt x="648875" y="1415452"/>
                  </a:cubicBezTo>
                  <a:cubicBezTo>
                    <a:pt x="560339" y="1383834"/>
                    <a:pt x="461517" y="1402554"/>
                    <a:pt x="391237" y="1464962"/>
                  </a:cubicBezTo>
                  <a:cubicBezTo>
                    <a:pt x="290927" y="1554028"/>
                    <a:pt x="150070" y="1670610"/>
                    <a:pt x="111837" y="1659365"/>
                  </a:cubicBezTo>
                  <a:cubicBezTo>
                    <a:pt x="65601" y="1645805"/>
                    <a:pt x="239102" y="1486460"/>
                    <a:pt x="326844" y="1409300"/>
                  </a:cubicBezTo>
                  <a:cubicBezTo>
                    <a:pt x="342885" y="1395178"/>
                    <a:pt x="332797" y="1368720"/>
                    <a:pt x="311399" y="1368885"/>
                  </a:cubicBezTo>
                  <a:cubicBezTo>
                    <a:pt x="206723" y="1369547"/>
                    <a:pt x="8121" y="1366206"/>
                    <a:pt x="216" y="1331844"/>
                  </a:cubicBezTo>
                  <a:cubicBezTo>
                    <a:pt x="-7688" y="1297679"/>
                    <a:pt x="203152" y="1282697"/>
                    <a:pt x="317584" y="1277108"/>
                  </a:cubicBezTo>
                  <a:cubicBezTo>
                    <a:pt x="339776" y="1276017"/>
                    <a:pt x="347812" y="1247309"/>
                    <a:pt x="329391" y="1234874"/>
                  </a:cubicBezTo>
                  <a:cubicBezTo>
                    <a:pt x="227427" y="1166148"/>
                    <a:pt x="33851" y="1028234"/>
                    <a:pt x="68611" y="993475"/>
                  </a:cubicBezTo>
                  <a:cubicBezTo>
                    <a:pt x="103007" y="959112"/>
                    <a:pt x="319965" y="1138301"/>
                    <a:pt x="432777" y="1235899"/>
                  </a:cubicBezTo>
                  <a:cubicBezTo>
                    <a:pt x="482254" y="1278729"/>
                    <a:pt x="546118" y="1301152"/>
                    <a:pt x="611503" y="1298638"/>
                  </a:cubicBezTo>
                  <a:cubicBezTo>
                    <a:pt x="707216" y="1294967"/>
                    <a:pt x="854027" y="1274396"/>
                    <a:pt x="1008477" y="1195054"/>
                  </a:cubicBezTo>
                  <a:cubicBezTo>
                    <a:pt x="1211115" y="1090941"/>
                    <a:pt x="1231190" y="723037"/>
                    <a:pt x="1230264" y="567264"/>
                  </a:cubicBezTo>
                  <a:cubicBezTo>
                    <a:pt x="1230033" y="523244"/>
                    <a:pt x="1213959" y="480878"/>
                    <a:pt x="1185020" y="447705"/>
                  </a:cubicBezTo>
                  <a:cubicBezTo>
                    <a:pt x="1087753" y="336217"/>
                    <a:pt x="862063" y="72559"/>
                    <a:pt x="893251" y="61215"/>
                  </a:cubicBezTo>
                  <a:cubicBezTo>
                    <a:pt x="922686" y="50500"/>
                    <a:pt x="1085504" y="218874"/>
                    <a:pt x="1167095" y="305955"/>
                  </a:cubicBezTo>
                  <a:cubicBezTo>
                    <a:pt x="1182110" y="321995"/>
                    <a:pt x="1208899" y="309957"/>
                    <a:pt x="1206882" y="288095"/>
                  </a:cubicBezTo>
                  <a:cubicBezTo>
                    <a:pt x="1197423" y="185371"/>
                    <a:pt x="1184260" y="2610"/>
                    <a:pt x="1210123" y="30"/>
                  </a:cubicBezTo>
                  <a:cubicBezTo>
                    <a:pt x="1236813" y="-2649"/>
                    <a:pt x="1267471" y="172638"/>
                    <a:pt x="1281527" y="263555"/>
                  </a:cubicBezTo>
                  <a:cubicBezTo>
                    <a:pt x="1284636" y="283465"/>
                    <a:pt x="1309970" y="290113"/>
                    <a:pt x="1322471" y="274304"/>
                  </a:cubicBezTo>
                  <a:cubicBezTo>
                    <a:pt x="1387857" y="191721"/>
                    <a:pt x="1530037" y="18683"/>
                    <a:pt x="1563044" y="32409"/>
                  </a:cubicBezTo>
                  <a:cubicBezTo>
                    <a:pt x="1595025" y="45737"/>
                    <a:pt x="1445436" y="258330"/>
                    <a:pt x="1365598" y="367834"/>
                  </a:cubicBezTo>
                  <a:cubicBezTo>
                    <a:pt x="1334245" y="410829"/>
                    <a:pt x="1323001" y="465267"/>
                    <a:pt x="1335072" y="517026"/>
                  </a:cubicBezTo>
                  <a:cubicBezTo>
                    <a:pt x="1361927" y="632021"/>
                    <a:pt x="1422616" y="824737"/>
                    <a:pt x="1530632" y="842298"/>
                  </a:cubicBezTo>
                  <a:cubicBezTo>
                    <a:pt x="1612488" y="855627"/>
                    <a:pt x="1800640" y="731703"/>
                    <a:pt x="1959886" y="611879"/>
                  </a:cubicBezTo>
                  <a:cubicBezTo>
                    <a:pt x="1997986" y="583205"/>
                    <a:pt x="2022989" y="540409"/>
                    <a:pt x="2029173" y="493114"/>
                  </a:cubicBezTo>
                  <a:cubicBezTo>
                    <a:pt x="2048554" y="345378"/>
                    <a:pt x="2031191" y="105467"/>
                    <a:pt x="2068332" y="83672"/>
                  </a:cubicBezTo>
                  <a:cubicBezTo>
                    <a:pt x="2103588" y="63001"/>
                    <a:pt x="2100247" y="317133"/>
                    <a:pt x="2097072" y="430078"/>
                  </a:cubicBezTo>
                  <a:cubicBezTo>
                    <a:pt x="2096510" y="450054"/>
                    <a:pt x="2119826" y="461265"/>
                    <a:pt x="2135106" y="448367"/>
                  </a:cubicBezTo>
                  <a:cubicBezTo>
                    <a:pt x="2201020" y="392606"/>
                    <a:pt x="2327624" y="289981"/>
                    <a:pt x="2348559" y="306319"/>
                  </a:cubicBezTo>
                  <a:cubicBezTo>
                    <a:pt x="2368138" y="321598"/>
                    <a:pt x="2278411" y="431698"/>
                    <a:pt x="2220137" y="499299"/>
                  </a:cubicBezTo>
                  <a:cubicBezTo>
                    <a:pt x="2205684" y="516067"/>
                    <a:pt x="2220831" y="541599"/>
                    <a:pt x="2242494" y="536969"/>
                  </a:cubicBezTo>
                  <a:cubicBezTo>
                    <a:pt x="2352594" y="513454"/>
                    <a:pt x="2557348" y="473436"/>
                    <a:pt x="2574579" y="497116"/>
                  </a:cubicBezTo>
                  <a:cubicBezTo>
                    <a:pt x="2592273" y="521458"/>
                    <a:pt x="2313799" y="590051"/>
                    <a:pt x="2171916" y="623157"/>
                  </a:cubicBezTo>
                  <a:cubicBezTo>
                    <a:pt x="2120455" y="635163"/>
                    <a:pt x="2076997" y="669393"/>
                    <a:pt x="2053251" y="716588"/>
                  </a:cubicBezTo>
                  <a:cubicBezTo>
                    <a:pt x="1967592" y="886848"/>
                    <a:pt x="1883355" y="1073610"/>
                    <a:pt x="1894335" y="1130231"/>
                  </a:cubicBezTo>
                  <a:cubicBezTo>
                    <a:pt x="1915932" y="1241819"/>
                    <a:pt x="2236408" y="1407415"/>
                    <a:pt x="2351668" y="1364222"/>
                  </a:cubicBezTo>
                  <a:cubicBezTo>
                    <a:pt x="2466894" y="1321029"/>
                    <a:pt x="2682959" y="1061836"/>
                    <a:pt x="2733362" y="1076256"/>
                  </a:cubicBezTo>
                  <a:cubicBezTo>
                    <a:pt x="2772686" y="1087468"/>
                    <a:pt x="2586485" y="1260538"/>
                    <a:pt x="2502546" y="1336242"/>
                  </a:cubicBezTo>
                  <a:cubicBezTo>
                    <a:pt x="2487696" y="1349637"/>
                    <a:pt x="2495700" y="1374210"/>
                    <a:pt x="2515577" y="1376360"/>
                  </a:cubicBezTo>
                  <a:cubicBezTo>
                    <a:pt x="2601434" y="1385488"/>
                    <a:pt x="2763128" y="1406192"/>
                    <a:pt x="2765774" y="1432584"/>
                  </a:cubicBezTo>
                  <a:cubicBezTo>
                    <a:pt x="2768254" y="1457289"/>
                    <a:pt x="2626603" y="1468435"/>
                    <a:pt x="2537471" y="1472999"/>
                  </a:cubicBezTo>
                  <a:cubicBezTo>
                    <a:pt x="2515345" y="1474123"/>
                    <a:pt x="2507309" y="1502698"/>
                    <a:pt x="2525631" y="1515167"/>
                  </a:cubicBezTo>
                  <a:cubicBezTo>
                    <a:pt x="2618665" y="1578568"/>
                    <a:pt x="2788991" y="1698953"/>
                    <a:pt x="2783765" y="1727760"/>
                  </a:cubicBezTo>
                  <a:close/>
                </a:path>
              </a:pathLst>
            </a:custGeom>
            <a:solidFill>
              <a:schemeClr val="accent1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AC1FF7A-4E4C-26AE-3EC6-EEB1915091A8}"/>
                </a:ext>
              </a:extLst>
            </p:cNvPr>
            <p:cNvSpPr/>
            <p:nvPr/>
          </p:nvSpPr>
          <p:spPr>
            <a:xfrm rot="5400000">
              <a:off x="6993269" y="5889169"/>
              <a:ext cx="149096" cy="138442"/>
            </a:xfrm>
            <a:custGeom>
              <a:avLst/>
              <a:gdLst>
                <a:gd name="connsiteX0" fmla="*/ 29617 w 339868"/>
                <a:gd name="connsiteY0" fmla="*/ 262273 h 315582"/>
                <a:gd name="connsiteX1" fmla="*/ 348 w 339868"/>
                <a:gd name="connsiteY1" fmla="*/ 189348 h 315582"/>
                <a:gd name="connsiteX2" fmla="*/ 58556 w 339868"/>
                <a:gd name="connsiteY2" fmla="*/ 53815 h 315582"/>
                <a:gd name="connsiteX3" fmla="*/ 318807 w 339868"/>
                <a:gd name="connsiteY3" fmla="*/ 53815 h 315582"/>
                <a:gd name="connsiteX4" fmla="*/ 272340 w 339868"/>
                <a:gd name="connsiteY4" fmla="*/ 270575 h 315582"/>
                <a:gd name="connsiteX5" fmla="*/ 29617 w 339868"/>
                <a:gd name="connsiteY5" fmla="*/ 262273 h 31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868" h="315582">
                  <a:moveTo>
                    <a:pt x="29617" y="262273"/>
                  </a:moveTo>
                  <a:cubicBezTo>
                    <a:pt x="12750" y="241504"/>
                    <a:pt x="2134" y="216004"/>
                    <a:pt x="348" y="189348"/>
                  </a:cubicBezTo>
                  <a:cubicBezTo>
                    <a:pt x="-1967" y="154522"/>
                    <a:pt x="6169" y="102597"/>
                    <a:pt x="58556" y="53815"/>
                  </a:cubicBezTo>
                  <a:cubicBezTo>
                    <a:pt x="148415" y="-29793"/>
                    <a:pt x="278524" y="-5022"/>
                    <a:pt x="318807" y="53815"/>
                  </a:cubicBezTo>
                  <a:cubicBezTo>
                    <a:pt x="359090" y="112652"/>
                    <a:pt x="340503" y="217956"/>
                    <a:pt x="272340" y="270575"/>
                  </a:cubicBezTo>
                  <a:cubicBezTo>
                    <a:pt x="211022" y="317968"/>
                    <a:pt x="96987" y="345286"/>
                    <a:pt x="29617" y="262273"/>
                  </a:cubicBezTo>
                  <a:close/>
                </a:path>
              </a:pathLst>
            </a:custGeom>
            <a:solidFill>
              <a:schemeClr val="accent3"/>
            </a:solidFill>
            <a:ln w="8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435049-A7DE-4E0F-0D78-C8C7308A09A6}"/>
              </a:ext>
            </a:extLst>
          </p:cNvPr>
          <p:cNvSpPr txBox="1"/>
          <p:nvPr/>
        </p:nvSpPr>
        <p:spPr>
          <a:xfrm>
            <a:off x="9684957" y="443699"/>
            <a:ext cx="200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solidFill>
                  <a:schemeClr val="accent2"/>
                </a:solidFill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Science</a:t>
            </a:r>
            <a:r>
              <a:rPr lang="en-US" sz="1400" dirty="0" err="1">
                <a:latin typeface="+mj-lt"/>
                <a:ea typeface="Source Sans Pro SemiBold" panose="020B0603030403020204" pitchFamily="34" charset="0"/>
                <a:cs typeface="Prompt" pitchFamily="2" charset="-34"/>
              </a:rPr>
              <a:t>Edu</a:t>
            </a:r>
            <a:endParaRPr lang="en-US" sz="1400" dirty="0">
              <a:latin typeface="+mj-lt"/>
              <a:ea typeface="Source Sans Pro SemiBold" panose="020B0603030403020204" pitchFamily="34" charset="0"/>
              <a:cs typeface="Prompt" pitchFamily="2" charset="-3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D5E0D0-89DB-E745-B1BC-0B2CF0E0C6AD}"/>
              </a:ext>
            </a:extLst>
          </p:cNvPr>
          <p:cNvSpPr txBox="1">
            <a:spLocks/>
          </p:cNvSpPr>
          <p:nvPr/>
        </p:nvSpPr>
        <p:spPr>
          <a:xfrm>
            <a:off x="8944747" y="6139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Page </a:t>
            </a:r>
            <a:fld id="{6F89E00E-A8DF-4C97-A22E-CA2AB6BC3545}" type="slidenum">
              <a:rPr lang="en-US" sz="1100" smtClean="0"/>
              <a:pPr/>
              <a:t>20</a:t>
            </a:fld>
            <a:endParaRPr lang="en-US" sz="11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733175-0A38-FD64-105F-CF2A133DE33F}"/>
              </a:ext>
            </a:extLst>
          </p:cNvPr>
          <p:cNvSpPr/>
          <p:nvPr/>
        </p:nvSpPr>
        <p:spPr>
          <a:xfrm>
            <a:off x="1188391" y="5119307"/>
            <a:ext cx="729842" cy="7298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62543D-5FC7-B04D-04F0-5F51E81E0DCF}"/>
              </a:ext>
            </a:extLst>
          </p:cNvPr>
          <p:cNvSpPr/>
          <p:nvPr/>
        </p:nvSpPr>
        <p:spPr>
          <a:xfrm>
            <a:off x="1188391" y="4097429"/>
            <a:ext cx="729842" cy="72984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FF5A27-C32A-B5A6-1FF2-8036C4B6B654}"/>
              </a:ext>
            </a:extLst>
          </p:cNvPr>
          <p:cNvSpPr/>
          <p:nvPr/>
        </p:nvSpPr>
        <p:spPr>
          <a:xfrm>
            <a:off x="1188391" y="3034364"/>
            <a:ext cx="729842" cy="7298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11D14-E79D-000D-187F-411BC8381265}"/>
              </a:ext>
            </a:extLst>
          </p:cNvPr>
          <p:cNvSpPr txBox="1"/>
          <p:nvPr/>
        </p:nvSpPr>
        <p:spPr>
          <a:xfrm>
            <a:off x="2120510" y="4448333"/>
            <a:ext cx="3735045" cy="339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>
                <a:solidFill>
                  <a:schemeClr val="tx2"/>
                </a:solidFill>
              </a:rPr>
              <a:t>+123 456 7890 / 067 837 736 7263</a:t>
            </a:r>
            <a:endParaRPr lang="id-ID" sz="120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AC6D2-B1BD-3EE5-A1F4-D0F47CF3EDEB}"/>
              </a:ext>
            </a:extLst>
          </p:cNvPr>
          <p:cNvSpPr txBox="1"/>
          <p:nvPr/>
        </p:nvSpPr>
        <p:spPr>
          <a:xfrm>
            <a:off x="2120511" y="4140562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+mj-lt"/>
              </a:rPr>
              <a:t>Phone Number</a:t>
            </a:r>
            <a:endParaRPr lang="en-ID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5D7FB8-9B04-94F9-B5D3-ECA5BCD5B21F}"/>
              </a:ext>
            </a:extLst>
          </p:cNvPr>
          <p:cNvSpPr txBox="1"/>
          <p:nvPr/>
        </p:nvSpPr>
        <p:spPr>
          <a:xfrm>
            <a:off x="2120510" y="3383251"/>
            <a:ext cx="3735045" cy="339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>
                <a:solidFill>
                  <a:schemeClr val="tx2"/>
                </a:solidFill>
              </a:rPr>
              <a:t>12 Your Street Name, Your City Name 1234</a:t>
            </a:r>
            <a:endParaRPr lang="id-ID" sz="12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4117BB-37E6-7534-58EA-EA2B08A85322}"/>
              </a:ext>
            </a:extLst>
          </p:cNvPr>
          <p:cNvSpPr txBox="1"/>
          <p:nvPr/>
        </p:nvSpPr>
        <p:spPr>
          <a:xfrm>
            <a:off x="2120511" y="3075480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Address</a:t>
            </a:r>
            <a:endParaRPr lang="en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8BD5C-C5BC-839C-9745-BBC4A693BA00}"/>
              </a:ext>
            </a:extLst>
          </p:cNvPr>
          <p:cNvSpPr txBox="1"/>
          <p:nvPr/>
        </p:nvSpPr>
        <p:spPr>
          <a:xfrm>
            <a:off x="1121443" y="1008852"/>
            <a:ext cx="45884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771900" algn="l"/>
              </a:tabLst>
            </a:pPr>
            <a:r>
              <a:rPr lang="en-US" sz="4800" dirty="0">
                <a:ln w="15875">
                  <a:noFill/>
                </a:ln>
                <a:latin typeface="+mj-lt"/>
              </a:rPr>
              <a:t>Contact </a:t>
            </a:r>
            <a:r>
              <a:rPr lang="en-US" sz="4800" b="1" dirty="0">
                <a:ln w="15875">
                  <a:noFill/>
                </a:ln>
                <a:solidFill>
                  <a:schemeClr val="accent2"/>
                </a:solidFill>
                <a:latin typeface="+mj-lt"/>
              </a:rPr>
              <a:t>Information</a:t>
            </a:r>
            <a:endParaRPr lang="en-ID" sz="4800" b="1" dirty="0">
              <a:ln w="15875">
                <a:noFill/>
              </a:ln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B5E283-213A-1321-1855-B1313748F769}"/>
              </a:ext>
            </a:extLst>
          </p:cNvPr>
          <p:cNvSpPr txBox="1"/>
          <p:nvPr/>
        </p:nvSpPr>
        <p:spPr>
          <a:xfrm>
            <a:off x="2120510" y="5472298"/>
            <a:ext cx="3735045" cy="339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</a:rPr>
              <a:t>Monday - Saturday</a:t>
            </a:r>
            <a:endParaRPr lang="id-ID" sz="1200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9852E4-FE9B-14EC-3D72-492B51334903}"/>
              </a:ext>
            </a:extLst>
          </p:cNvPr>
          <p:cNvSpPr txBox="1"/>
          <p:nvPr/>
        </p:nvSpPr>
        <p:spPr>
          <a:xfrm>
            <a:off x="2120511" y="5164527"/>
            <a:ext cx="251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Office Hours</a:t>
            </a:r>
            <a:endParaRPr lang="en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任意形状 1813">
            <a:extLst>
              <a:ext uri="{FF2B5EF4-FFF2-40B4-BE49-F238E27FC236}">
                <a16:creationId xmlns:a16="http://schemas.microsoft.com/office/drawing/2014/main" id="{5F658278-5D1D-6AF6-4AC8-6F48E24F4534}"/>
              </a:ext>
            </a:extLst>
          </p:cNvPr>
          <p:cNvSpPr/>
          <p:nvPr/>
        </p:nvSpPr>
        <p:spPr>
          <a:xfrm>
            <a:off x="1391890" y="5327854"/>
            <a:ext cx="322844" cy="303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cubicBezTo>
                  <a:pt x="5564" y="21600"/>
                  <a:pt x="1320" y="17079"/>
                  <a:pt x="1320" y="11503"/>
                </a:cubicBezTo>
                <a:cubicBezTo>
                  <a:pt x="1320" y="5926"/>
                  <a:pt x="5564" y="1406"/>
                  <a:pt x="10800" y="1406"/>
                </a:cubicBezTo>
                <a:cubicBezTo>
                  <a:pt x="16036" y="1406"/>
                  <a:pt x="20280" y="5926"/>
                  <a:pt x="20280" y="11503"/>
                </a:cubicBezTo>
                <a:cubicBezTo>
                  <a:pt x="20280" y="17079"/>
                  <a:pt x="16036" y="21600"/>
                  <a:pt x="10800" y="21600"/>
                </a:cubicBezTo>
                <a:close/>
                <a:moveTo>
                  <a:pt x="10800" y="19356"/>
                </a:moveTo>
                <a:cubicBezTo>
                  <a:pt x="14872" y="19356"/>
                  <a:pt x="18173" y="15840"/>
                  <a:pt x="18173" y="11503"/>
                </a:cubicBezTo>
                <a:cubicBezTo>
                  <a:pt x="18173" y="7166"/>
                  <a:pt x="14872" y="3650"/>
                  <a:pt x="10800" y="3650"/>
                </a:cubicBezTo>
                <a:cubicBezTo>
                  <a:pt x="6728" y="3650"/>
                  <a:pt x="3427" y="7166"/>
                  <a:pt x="3427" y="11503"/>
                </a:cubicBezTo>
                <a:cubicBezTo>
                  <a:pt x="3427" y="15840"/>
                  <a:pt x="6728" y="19356"/>
                  <a:pt x="10800" y="19356"/>
                </a:cubicBezTo>
                <a:close/>
                <a:moveTo>
                  <a:pt x="11853" y="11503"/>
                </a:moveTo>
                <a:lnTo>
                  <a:pt x="15013" y="11503"/>
                </a:lnTo>
                <a:lnTo>
                  <a:pt x="15013" y="13747"/>
                </a:lnTo>
                <a:lnTo>
                  <a:pt x="9747" y="13747"/>
                </a:lnTo>
                <a:lnTo>
                  <a:pt x="9747" y="5893"/>
                </a:lnTo>
                <a:lnTo>
                  <a:pt x="11853" y="5893"/>
                </a:lnTo>
                <a:lnTo>
                  <a:pt x="11853" y="11503"/>
                </a:lnTo>
                <a:close/>
                <a:moveTo>
                  <a:pt x="0" y="3966"/>
                </a:moveTo>
                <a:lnTo>
                  <a:pt x="3724" y="0"/>
                </a:lnTo>
                <a:lnTo>
                  <a:pt x="5214" y="1586"/>
                </a:lnTo>
                <a:lnTo>
                  <a:pt x="1488" y="5553"/>
                </a:lnTo>
                <a:lnTo>
                  <a:pt x="0" y="3966"/>
                </a:lnTo>
                <a:close/>
                <a:moveTo>
                  <a:pt x="17875" y="0"/>
                </a:moveTo>
                <a:lnTo>
                  <a:pt x="21600" y="3966"/>
                </a:lnTo>
                <a:lnTo>
                  <a:pt x="20110" y="5553"/>
                </a:lnTo>
                <a:lnTo>
                  <a:pt x="16386" y="1586"/>
                </a:lnTo>
                <a:lnTo>
                  <a:pt x="17876" y="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26" name="任意形状 1091">
            <a:extLst>
              <a:ext uri="{FF2B5EF4-FFF2-40B4-BE49-F238E27FC236}">
                <a16:creationId xmlns:a16="http://schemas.microsoft.com/office/drawing/2014/main" id="{B3A95A11-FA88-2DAA-9E55-52D9427D952F}"/>
              </a:ext>
            </a:extLst>
          </p:cNvPr>
          <p:cNvSpPr/>
          <p:nvPr/>
        </p:nvSpPr>
        <p:spPr>
          <a:xfrm>
            <a:off x="1411618" y="3234443"/>
            <a:ext cx="283388" cy="342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760" extrusionOk="0">
                <a:moveTo>
                  <a:pt x="9839" y="18058"/>
                </a:moveTo>
                <a:lnTo>
                  <a:pt x="15251" y="13328"/>
                </a:lnTo>
                <a:cubicBezTo>
                  <a:pt x="18239" y="10716"/>
                  <a:pt x="18239" y="6481"/>
                  <a:pt x="15250" y="3870"/>
                </a:cubicBezTo>
                <a:cubicBezTo>
                  <a:pt x="12261" y="1258"/>
                  <a:pt x="7416" y="1258"/>
                  <a:pt x="4427" y="3870"/>
                </a:cubicBezTo>
                <a:cubicBezTo>
                  <a:pt x="1439" y="6482"/>
                  <a:pt x="1439" y="10716"/>
                  <a:pt x="4427" y="13328"/>
                </a:cubicBezTo>
                <a:lnTo>
                  <a:pt x="9839" y="18058"/>
                </a:lnTo>
                <a:close/>
                <a:moveTo>
                  <a:pt x="9839" y="20760"/>
                </a:moveTo>
                <a:lnTo>
                  <a:pt x="2882" y="14679"/>
                </a:lnTo>
                <a:cubicBezTo>
                  <a:pt x="-961" y="11321"/>
                  <a:pt x="-961" y="5876"/>
                  <a:pt x="2882" y="2518"/>
                </a:cubicBezTo>
                <a:cubicBezTo>
                  <a:pt x="6724" y="-840"/>
                  <a:pt x="12954" y="-840"/>
                  <a:pt x="16797" y="2518"/>
                </a:cubicBezTo>
                <a:cubicBezTo>
                  <a:pt x="20639" y="5876"/>
                  <a:pt x="20639" y="11321"/>
                  <a:pt x="16797" y="14679"/>
                </a:cubicBezTo>
                <a:lnTo>
                  <a:pt x="9839" y="20760"/>
                </a:lnTo>
                <a:close/>
                <a:moveTo>
                  <a:pt x="9839" y="10510"/>
                </a:moveTo>
                <a:cubicBezTo>
                  <a:pt x="11047" y="10510"/>
                  <a:pt x="12026" y="9654"/>
                  <a:pt x="12026" y="8599"/>
                </a:cubicBezTo>
                <a:cubicBezTo>
                  <a:pt x="12026" y="7543"/>
                  <a:pt x="11047" y="6688"/>
                  <a:pt x="9839" y="6688"/>
                </a:cubicBezTo>
                <a:cubicBezTo>
                  <a:pt x="8631" y="6688"/>
                  <a:pt x="7653" y="7543"/>
                  <a:pt x="7653" y="8599"/>
                </a:cubicBezTo>
                <a:cubicBezTo>
                  <a:pt x="7653" y="9654"/>
                  <a:pt x="8631" y="10510"/>
                  <a:pt x="9839" y="10510"/>
                </a:cubicBezTo>
                <a:close/>
                <a:moveTo>
                  <a:pt x="9839" y="12421"/>
                </a:moveTo>
                <a:cubicBezTo>
                  <a:pt x="7424" y="12421"/>
                  <a:pt x="5466" y="10710"/>
                  <a:pt x="5466" y="8599"/>
                </a:cubicBezTo>
                <a:cubicBezTo>
                  <a:pt x="5466" y="6488"/>
                  <a:pt x="7424" y="4777"/>
                  <a:pt x="9839" y="4777"/>
                </a:cubicBezTo>
                <a:cubicBezTo>
                  <a:pt x="12254" y="4777"/>
                  <a:pt x="14212" y="6488"/>
                  <a:pt x="14212" y="8599"/>
                </a:cubicBezTo>
                <a:cubicBezTo>
                  <a:pt x="14212" y="10710"/>
                  <a:pt x="12254" y="12421"/>
                  <a:pt x="9839" y="12421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29" name="任意形状 561">
            <a:extLst>
              <a:ext uri="{FF2B5EF4-FFF2-40B4-BE49-F238E27FC236}">
                <a16:creationId xmlns:a16="http://schemas.microsoft.com/office/drawing/2014/main" id="{D728B88F-1F36-5E3D-5B83-94B1C928095B}"/>
              </a:ext>
            </a:extLst>
          </p:cNvPr>
          <p:cNvSpPr/>
          <p:nvPr/>
        </p:nvSpPr>
        <p:spPr>
          <a:xfrm>
            <a:off x="1411617" y="4317581"/>
            <a:ext cx="283391" cy="283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639" y="9218"/>
                </a:moveTo>
                <a:cubicBezTo>
                  <a:pt x="8765" y="11197"/>
                  <a:pt x="10403" y="12835"/>
                  <a:pt x="12382" y="13961"/>
                </a:cubicBezTo>
                <a:lnTo>
                  <a:pt x="13442" y="12475"/>
                </a:lnTo>
                <a:cubicBezTo>
                  <a:pt x="13795" y="11981"/>
                  <a:pt x="14462" y="11828"/>
                  <a:pt x="14995" y="12120"/>
                </a:cubicBezTo>
                <a:cubicBezTo>
                  <a:pt x="16692" y="13048"/>
                  <a:pt x="18567" y="13605"/>
                  <a:pt x="20495" y="13757"/>
                </a:cubicBezTo>
                <a:cubicBezTo>
                  <a:pt x="21119" y="13806"/>
                  <a:pt x="21600" y="14327"/>
                  <a:pt x="21600" y="14953"/>
                </a:cubicBezTo>
                <a:lnTo>
                  <a:pt x="21600" y="20308"/>
                </a:lnTo>
                <a:cubicBezTo>
                  <a:pt x="21600" y="20923"/>
                  <a:pt x="21134" y="21439"/>
                  <a:pt x="20522" y="21502"/>
                </a:cubicBezTo>
                <a:cubicBezTo>
                  <a:pt x="19886" y="21568"/>
                  <a:pt x="19245" y="21600"/>
                  <a:pt x="18600" y="21600"/>
                </a:cubicBezTo>
                <a:cubicBezTo>
                  <a:pt x="8328" y="21600"/>
                  <a:pt x="0" y="13272"/>
                  <a:pt x="0" y="3000"/>
                </a:cubicBezTo>
                <a:cubicBezTo>
                  <a:pt x="0" y="2355"/>
                  <a:pt x="32" y="1714"/>
                  <a:pt x="98" y="1078"/>
                </a:cubicBezTo>
                <a:cubicBezTo>
                  <a:pt x="161" y="466"/>
                  <a:pt x="677" y="0"/>
                  <a:pt x="1292" y="0"/>
                </a:cubicBezTo>
                <a:lnTo>
                  <a:pt x="6647" y="0"/>
                </a:lnTo>
                <a:cubicBezTo>
                  <a:pt x="7273" y="0"/>
                  <a:pt x="7794" y="481"/>
                  <a:pt x="7843" y="1105"/>
                </a:cubicBezTo>
                <a:cubicBezTo>
                  <a:pt x="7995" y="3033"/>
                  <a:pt x="8552" y="4908"/>
                  <a:pt x="9480" y="6605"/>
                </a:cubicBezTo>
                <a:cubicBezTo>
                  <a:pt x="9772" y="7138"/>
                  <a:pt x="9619" y="7805"/>
                  <a:pt x="9125" y="8158"/>
                </a:cubicBezTo>
                <a:lnTo>
                  <a:pt x="7639" y="9218"/>
                </a:lnTo>
                <a:close/>
                <a:moveTo>
                  <a:pt x="4613" y="8430"/>
                </a:moveTo>
                <a:lnTo>
                  <a:pt x="6893" y="6802"/>
                </a:lnTo>
                <a:cubicBezTo>
                  <a:pt x="6246" y="5405"/>
                  <a:pt x="5802" y="3923"/>
                  <a:pt x="5576" y="2400"/>
                </a:cubicBezTo>
                <a:lnTo>
                  <a:pt x="2412" y="2400"/>
                </a:lnTo>
                <a:cubicBezTo>
                  <a:pt x="2405" y="2599"/>
                  <a:pt x="2401" y="2800"/>
                  <a:pt x="2401" y="3000"/>
                </a:cubicBezTo>
                <a:cubicBezTo>
                  <a:pt x="2400" y="11947"/>
                  <a:pt x="9653" y="19200"/>
                  <a:pt x="18600" y="19200"/>
                </a:cubicBezTo>
                <a:cubicBezTo>
                  <a:pt x="18800" y="19200"/>
                  <a:pt x="19001" y="19196"/>
                  <a:pt x="19200" y="19188"/>
                </a:cubicBezTo>
                <a:lnTo>
                  <a:pt x="19200" y="16024"/>
                </a:lnTo>
                <a:cubicBezTo>
                  <a:pt x="17677" y="15798"/>
                  <a:pt x="16195" y="15354"/>
                  <a:pt x="14798" y="14707"/>
                </a:cubicBezTo>
                <a:lnTo>
                  <a:pt x="13170" y="16987"/>
                </a:lnTo>
                <a:cubicBezTo>
                  <a:pt x="12514" y="16733"/>
                  <a:pt x="11878" y="16432"/>
                  <a:pt x="11264" y="16087"/>
                </a:cubicBezTo>
                <a:lnTo>
                  <a:pt x="11195" y="16048"/>
                </a:lnTo>
                <a:cubicBezTo>
                  <a:pt x="8841" y="14708"/>
                  <a:pt x="6892" y="12759"/>
                  <a:pt x="5552" y="10405"/>
                </a:cubicBezTo>
                <a:lnTo>
                  <a:pt x="5513" y="10336"/>
                </a:lnTo>
                <a:cubicBezTo>
                  <a:pt x="5168" y="9722"/>
                  <a:pt x="4867" y="9086"/>
                  <a:pt x="4613" y="8430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38F386E-286A-4274-A67E-2F0A2AED4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48765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8">
      <a:dk1>
        <a:sysClr val="windowText" lastClr="000000"/>
      </a:dk1>
      <a:lt1>
        <a:srgbClr val="FFF4E3"/>
      </a:lt1>
      <a:dk2>
        <a:srgbClr val="3F3F3F"/>
      </a:dk2>
      <a:lt2>
        <a:srgbClr val="FFFFFF"/>
      </a:lt2>
      <a:accent1>
        <a:srgbClr val="4D8D46"/>
      </a:accent1>
      <a:accent2>
        <a:srgbClr val="F17632"/>
      </a:accent2>
      <a:accent3>
        <a:srgbClr val="F6D050"/>
      </a:accent3>
      <a:accent4>
        <a:srgbClr val="F38A8E"/>
      </a:accent4>
      <a:accent5>
        <a:srgbClr val="4EA7B2"/>
      </a:accent5>
      <a:accent6>
        <a:srgbClr val="0B757C"/>
      </a:accent6>
      <a:hlink>
        <a:srgbClr val="0563C1"/>
      </a:hlink>
      <a:folHlink>
        <a:srgbClr val="954F72"/>
      </a:folHlink>
    </a:clrScheme>
    <a:fontScheme name="Custom 6">
      <a:majorFont>
        <a:latin typeface="Quicksan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957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Open Sans</vt:lpstr>
      <vt:lpstr>Poppins ExtraBold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nabila-pc</dc:creator>
  <cp:lastModifiedBy>Lenovo X1 Carbon</cp:lastModifiedBy>
  <cp:revision>8</cp:revision>
  <dcterms:created xsi:type="dcterms:W3CDTF">2024-03-01T08:53:13Z</dcterms:created>
  <dcterms:modified xsi:type="dcterms:W3CDTF">2025-01-28T04:18:46Z</dcterms:modified>
</cp:coreProperties>
</file>