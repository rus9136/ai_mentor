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 id="2147483682" r:id="rId2"/>
  </p:sldMasterIdLst>
  <p:notesMasterIdLst>
    <p:notesMasterId r:id="rId30"/>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9144000" cy="5143500" type="screen16x9"/>
  <p:notesSz cx="6858000" cy="9144000"/>
  <p:embeddedFontLst>
    <p:embeddedFont>
      <p:font typeface="IBM Plex Sans" panose="020B0503050203000203" pitchFamily="34" charset="0"/>
      <p:regular r:id="rId31"/>
      <p:bold r:id="rId32"/>
      <p:italic r:id="rId33"/>
      <p:boldItalic r:id="rId34"/>
    </p:embeddedFont>
    <p:embeddedFont>
      <p:font typeface="Lato" panose="020F0502020204030203" pitchFamily="34" charset="0"/>
      <p:regular r:id="rId35"/>
      <p:bold r:id="rId36"/>
      <p:italic r:id="rId37"/>
      <p:boldItalic r:id="rId38"/>
    </p:embeddedFont>
    <p:embeddedFont>
      <p:font typeface="Montserrat" pitchFamily="2" charset="0"/>
      <p:regular r:id="rId39"/>
      <p:bold r:id="rId40"/>
      <p:italic r:id="rId41"/>
      <p:boldItalic r:id="rId42"/>
    </p:embeddedFont>
    <p:embeddedFont>
      <p:font typeface="Quicksand" panose="00000500000000000000" pitchFamily="2" charset="0"/>
      <p:regular r:id="rId43"/>
      <p:bold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A616"/>
    <a:srgbClr val="F8CA73"/>
    <a:srgbClr val="E85134"/>
    <a:srgbClr val="F1978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432" y="22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9.fntdata"/><Relationship Id="rId21" Type="http://schemas.openxmlformats.org/officeDocument/2006/relationships/slide" Target="slides/slide19.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6.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3834c9802d_1_5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g33834c9802d_1_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3834c9802d_1_6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g33834c9802d_1_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3834c9802d_1_78: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g33834c9802d_1_7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3834c9802d_1_9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g33834c9802d_1_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3834c9802d_1_1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6" name="Google Shape;176;g33834c9802d_1_1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g33834c9802d_1_1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d"/>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33834c9802d_1_14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g33834c9802d_1_1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3834c9802d_1_1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3834c9802d_1_16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g33834c9802d_1_16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d"/>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33834c9802d_1_199: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g33834c9802d_1_19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3834c9802d_1_218: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7" name="Google Shape;277;g33834c9802d_1_2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3834c9802d_1_252: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2" name="Google Shape;312;g33834c9802d_1_2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3834c9802d_1_29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2" name="Google Shape;352;g33834c9802d_1_2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33834c9802d_1_31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9" name="Google Shape;379;g33834c9802d_1_3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3834c9802d_1_3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3" name="Google Shape;403;g33834c9802d_1_3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4" name="Google Shape;404;g33834c9802d_1_3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d"/>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33834c9802d_1_3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0" name="Google Shape;440;g33834c9802d_1_37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1" name="Google Shape;441;g33834c9802d_1_37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d"/>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33834c9802d_1_40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5" name="Google Shape;465;g33834c9802d_1_40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6" name="Google Shape;466;g33834c9802d_1_40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id"/>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3834c9802d_1_41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0" name="Google Shape;480;g33834c9802d_1_4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33834c9802d_1_442: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9" name="Google Shape;509;g33834c9802d_1_4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33834c9802d_1_46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2" name="Google Shape;532;g33834c9802d_1_4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33834c9802d_1_50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6" name="Google Shape;576;g33834c9802d_1_50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g33834c9802d_1_54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4" name="Google Shape;614;g33834c9802d_1_5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33834c9802d_1_58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6" name="Google Shape;656;g33834c9802d_1_5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g33834c9802d_1_62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6" name="Google Shape;696;g33834c9802d_1_6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g33834c9802d_1_661: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4" name="Google Shape;734;g33834c9802d_1_6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33834c9802d_1_70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7" name="Google Shape;777;g33834c9802d_1_70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3"/>
        <p:cNvGrpSpPr/>
        <p:nvPr/>
      </p:nvGrpSpPr>
      <p:grpSpPr>
        <a:xfrm>
          <a:off x="0" y="0"/>
          <a:ext cx="0" cy="0"/>
          <a:chOff x="0" y="0"/>
          <a:chExt cx="0" cy="0"/>
        </a:xfrm>
      </p:grpSpPr>
      <p:sp>
        <p:nvSpPr>
          <p:cNvPr id="844" name="Google Shape;844;g33834c9802d_1_77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45" name="Google Shape;845;g33834c9802d_1_7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33834c9802d_1_795: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1" name="Google Shape;871;g33834c9802d_1_79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33834c9802d_1_824: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1" name="Google Shape;901;g33834c9802d_1_8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53"/>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54"/>
        <p:cNvGrpSpPr/>
        <p:nvPr/>
      </p:nvGrpSpPr>
      <p:grpSpPr>
        <a:xfrm>
          <a:off x="0" y="0"/>
          <a:ext cx="0" cy="0"/>
          <a:chOff x="0" y="0"/>
          <a:chExt cx="0" cy="0"/>
        </a:xfrm>
      </p:grpSpPr>
      <p:pic>
        <p:nvPicPr>
          <p:cNvPr id="55" name="Google Shape;55;p15"/>
          <p:cNvPicPr preferRelativeResize="0"/>
          <p:nvPr/>
        </p:nvPicPr>
        <p:blipFill rotWithShape="1">
          <a:blip r:embed="rId2">
            <a:alphaModFix/>
          </a:blip>
          <a:srcRect l="21940" r="21939"/>
          <a:stretch/>
        </p:blipFill>
        <p:spPr>
          <a:xfrm flipH="1">
            <a:off x="0" y="1546622"/>
            <a:ext cx="3588544" cy="3596878"/>
          </a:xfrm>
          <a:custGeom>
            <a:avLst/>
            <a:gdLst/>
            <a:ahLst/>
            <a:cxnLst/>
            <a:rect l="l" t="t" r="r" b="b"/>
            <a:pathLst>
              <a:path w="4785360" h="4795520" extrusionOk="0">
                <a:moveTo>
                  <a:pt x="4785360" y="0"/>
                </a:moveTo>
                <a:lnTo>
                  <a:pt x="2392680" y="0"/>
                </a:lnTo>
                <a:cubicBezTo>
                  <a:pt x="1071239" y="0"/>
                  <a:pt x="0" y="1071239"/>
                  <a:pt x="0" y="2392680"/>
                </a:cubicBezTo>
                <a:lnTo>
                  <a:pt x="0" y="4795520"/>
                </a:lnTo>
                <a:lnTo>
                  <a:pt x="4785360" y="4795520"/>
                </a:lnTo>
                <a:close/>
              </a:path>
            </a:pathLst>
          </a:cu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56"/>
        <p:cNvGrpSpPr/>
        <p:nvPr/>
      </p:nvGrpSpPr>
      <p:grpSpPr>
        <a:xfrm>
          <a:off x="0" y="0"/>
          <a:ext cx="0" cy="0"/>
          <a:chOff x="0" y="0"/>
          <a:chExt cx="0" cy="0"/>
        </a:xfrm>
      </p:grpSpPr>
      <p:pic>
        <p:nvPicPr>
          <p:cNvPr id="57" name="Google Shape;57;p16"/>
          <p:cNvPicPr preferRelativeResize="0"/>
          <p:nvPr/>
        </p:nvPicPr>
        <p:blipFill rotWithShape="1">
          <a:blip r:embed="rId2">
            <a:alphaModFix/>
          </a:blip>
          <a:srcRect l="19621" r="19621"/>
          <a:stretch/>
        </p:blipFill>
        <p:spPr>
          <a:xfrm>
            <a:off x="4947047" y="1897856"/>
            <a:ext cx="3498056" cy="3238500"/>
          </a:xfrm>
          <a:prstGeom prst="round2SameRect">
            <a:avLst>
              <a:gd name="adj1" fmla="val 50000"/>
              <a:gd name="adj2" fmla="val 0"/>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9_Custom Layout">
  <p:cSld name="9_Custom Layout">
    <p:spTree>
      <p:nvGrpSpPr>
        <p:cNvPr id="1" name="Shape 58"/>
        <p:cNvGrpSpPr/>
        <p:nvPr/>
      </p:nvGrpSpPr>
      <p:grpSpPr>
        <a:xfrm>
          <a:off x="0" y="0"/>
          <a:ext cx="0" cy="0"/>
          <a:chOff x="0" y="0"/>
          <a:chExt cx="0" cy="0"/>
        </a:xfrm>
      </p:grpSpPr>
      <p:pic>
        <p:nvPicPr>
          <p:cNvPr id="59" name="Google Shape;59;p17"/>
          <p:cNvPicPr preferRelativeResize="0"/>
          <p:nvPr/>
        </p:nvPicPr>
        <p:blipFill rotWithShape="1">
          <a:blip r:embed="rId2">
            <a:alphaModFix/>
          </a:blip>
          <a:srcRect l="5392" r="5392"/>
          <a:stretch/>
        </p:blipFill>
        <p:spPr>
          <a:xfrm>
            <a:off x="4568429" y="994172"/>
            <a:ext cx="4060031" cy="2559844"/>
          </a:xfrm>
          <a:custGeom>
            <a:avLst/>
            <a:gdLst/>
            <a:ahLst/>
            <a:cxnLst/>
            <a:rect l="l" t="t" r="r" b="b"/>
            <a:pathLst>
              <a:path w="5414825" h="3413962" extrusionOk="0">
                <a:moveTo>
                  <a:pt x="916624" y="0"/>
                </a:moveTo>
                <a:cubicBezTo>
                  <a:pt x="1296302" y="0"/>
                  <a:pt x="1622064" y="230843"/>
                  <a:pt x="1761215" y="559833"/>
                </a:cubicBezTo>
                <a:lnTo>
                  <a:pt x="1797757" y="677549"/>
                </a:lnTo>
                <a:lnTo>
                  <a:pt x="1833307" y="563024"/>
                </a:lnTo>
                <a:cubicBezTo>
                  <a:pt x="1972458" y="234034"/>
                  <a:pt x="2298220" y="3191"/>
                  <a:pt x="2677898" y="3191"/>
                </a:cubicBezTo>
                <a:cubicBezTo>
                  <a:pt x="3120855" y="3191"/>
                  <a:pt x="3490428" y="317394"/>
                  <a:pt x="3575899" y="735084"/>
                </a:cubicBezTo>
                <a:lnTo>
                  <a:pt x="3588049" y="855610"/>
                </a:lnTo>
                <a:lnTo>
                  <a:pt x="3600200" y="735084"/>
                </a:lnTo>
                <a:cubicBezTo>
                  <a:pt x="3685671" y="317394"/>
                  <a:pt x="4055244" y="3191"/>
                  <a:pt x="4498201" y="3191"/>
                </a:cubicBezTo>
                <a:cubicBezTo>
                  <a:pt x="5004438" y="3191"/>
                  <a:pt x="5414825" y="413578"/>
                  <a:pt x="5414825" y="919815"/>
                </a:cubicBezTo>
                <a:lnTo>
                  <a:pt x="5414825" y="1549203"/>
                </a:lnTo>
                <a:lnTo>
                  <a:pt x="5414825" y="1867950"/>
                </a:lnTo>
                <a:lnTo>
                  <a:pt x="5414825" y="2497338"/>
                </a:lnTo>
                <a:cubicBezTo>
                  <a:pt x="5414825" y="3003575"/>
                  <a:pt x="5004438" y="3413962"/>
                  <a:pt x="4498201" y="3413962"/>
                </a:cubicBezTo>
                <a:cubicBezTo>
                  <a:pt x="4118523" y="3413962"/>
                  <a:pt x="3792761" y="3183120"/>
                  <a:pt x="3653610" y="2854129"/>
                </a:cubicBezTo>
                <a:lnTo>
                  <a:pt x="3617069" y="2736415"/>
                </a:lnTo>
                <a:lnTo>
                  <a:pt x="3581519" y="2850938"/>
                </a:lnTo>
                <a:cubicBezTo>
                  <a:pt x="3442368" y="3179929"/>
                  <a:pt x="3116606" y="3410771"/>
                  <a:pt x="2736928" y="3410771"/>
                </a:cubicBezTo>
                <a:cubicBezTo>
                  <a:pt x="2293971" y="3410771"/>
                  <a:pt x="1924399" y="3096569"/>
                  <a:pt x="1838927" y="2678879"/>
                </a:cubicBezTo>
                <a:lnTo>
                  <a:pt x="1826776" y="2558348"/>
                </a:lnTo>
                <a:lnTo>
                  <a:pt x="1814626" y="2678879"/>
                </a:lnTo>
                <a:cubicBezTo>
                  <a:pt x="1729154" y="3096569"/>
                  <a:pt x="1359582" y="3410771"/>
                  <a:pt x="916624" y="3410771"/>
                </a:cubicBezTo>
                <a:cubicBezTo>
                  <a:pt x="410387" y="3410771"/>
                  <a:pt x="0" y="3000384"/>
                  <a:pt x="0" y="2494147"/>
                </a:cubicBezTo>
                <a:lnTo>
                  <a:pt x="0" y="1864759"/>
                </a:lnTo>
                <a:lnTo>
                  <a:pt x="0" y="1546012"/>
                </a:lnTo>
                <a:lnTo>
                  <a:pt x="0" y="916624"/>
                </a:lnTo>
                <a:cubicBezTo>
                  <a:pt x="0" y="410387"/>
                  <a:pt x="410387" y="0"/>
                  <a:pt x="916624" y="0"/>
                </a:cubicBezTo>
                <a:close/>
              </a:path>
            </a:pathLst>
          </a:cu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Layout 6">
  <p:cSld name="Layout 6">
    <p:spTree>
      <p:nvGrpSpPr>
        <p:cNvPr id="1" name="Shape 60"/>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61"/>
        <p:cNvGrpSpPr/>
        <p:nvPr/>
      </p:nvGrpSpPr>
      <p:grpSpPr>
        <a:xfrm>
          <a:off x="0" y="0"/>
          <a:ext cx="0" cy="0"/>
          <a:chOff x="0" y="0"/>
          <a:chExt cx="0" cy="0"/>
        </a:xfrm>
      </p:grpSpPr>
      <p:pic>
        <p:nvPicPr>
          <p:cNvPr id="62" name="Google Shape;62;p19"/>
          <p:cNvPicPr preferRelativeResize="0"/>
          <p:nvPr/>
        </p:nvPicPr>
        <p:blipFill rotWithShape="1">
          <a:blip r:embed="rId2">
            <a:alphaModFix/>
          </a:blip>
          <a:srcRect l="30053" r="30053"/>
          <a:stretch/>
        </p:blipFill>
        <p:spPr>
          <a:xfrm flipH="1">
            <a:off x="800100" y="941785"/>
            <a:ext cx="2988469" cy="4213622"/>
          </a:xfrm>
          <a:prstGeom prst="round2SameRect">
            <a:avLst>
              <a:gd name="adj1" fmla="val 50000"/>
              <a:gd name="adj2" fmla="val 0"/>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Layout 11">
  <p:cSld name="Layout 11">
    <p:spTree>
      <p:nvGrpSpPr>
        <p:cNvPr id="1" name="Shape 63"/>
        <p:cNvGrpSpPr/>
        <p:nvPr/>
      </p:nvGrpSpPr>
      <p:grpSpPr>
        <a:xfrm>
          <a:off x="0" y="0"/>
          <a:ext cx="0" cy="0"/>
          <a:chOff x="0" y="0"/>
          <a:chExt cx="0" cy="0"/>
        </a:xfrm>
      </p:grpSpPr>
      <p:pic>
        <p:nvPicPr>
          <p:cNvPr id="64" name="Google Shape;64;p20"/>
          <p:cNvPicPr preferRelativeResize="0"/>
          <p:nvPr/>
        </p:nvPicPr>
        <p:blipFill rotWithShape="1">
          <a:blip r:embed="rId2">
            <a:alphaModFix/>
          </a:blip>
          <a:srcRect l="34165" r="34164"/>
          <a:stretch/>
        </p:blipFill>
        <p:spPr>
          <a:xfrm>
            <a:off x="4511278" y="794147"/>
            <a:ext cx="2552700" cy="4533900"/>
          </a:xfrm>
          <a:prstGeom prst="round2SameRect">
            <a:avLst>
              <a:gd name="adj1" fmla="val 50000"/>
              <a:gd name="adj2" fmla="val 0"/>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65"/>
        <p:cNvGrpSpPr/>
        <p:nvPr/>
      </p:nvGrpSpPr>
      <p:grpSpPr>
        <a:xfrm>
          <a:off x="0" y="0"/>
          <a:ext cx="0" cy="0"/>
          <a:chOff x="0" y="0"/>
          <a:chExt cx="0" cy="0"/>
        </a:xfrm>
      </p:grpSpPr>
      <p:pic>
        <p:nvPicPr>
          <p:cNvPr id="66" name="Google Shape;66;p21"/>
          <p:cNvPicPr preferRelativeResize="0"/>
          <p:nvPr/>
        </p:nvPicPr>
        <p:blipFill rotWithShape="1">
          <a:blip r:embed="rId2">
            <a:alphaModFix/>
          </a:blip>
          <a:srcRect l="33990" r="33991"/>
          <a:stretch/>
        </p:blipFill>
        <p:spPr>
          <a:xfrm flipH="1">
            <a:off x="0" y="411956"/>
            <a:ext cx="2693194" cy="4731544"/>
          </a:xfrm>
          <a:prstGeom prst="snipRoundRect">
            <a:avLst>
              <a:gd name="adj1" fmla="val 50000"/>
              <a:gd name="adj2" fmla="val 0"/>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1_Custom Layout">
  <p:cSld name="11_Custom Layout">
    <p:spTree>
      <p:nvGrpSpPr>
        <p:cNvPr id="1" name="Shape 67"/>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6_Custom Layout">
  <p:cSld name="6_Custom Layout">
    <p:spTree>
      <p:nvGrpSpPr>
        <p:cNvPr id="1" name="Shape 68"/>
        <p:cNvGrpSpPr/>
        <p:nvPr/>
      </p:nvGrpSpPr>
      <p:grpSpPr>
        <a:xfrm>
          <a:off x="0" y="0"/>
          <a:ext cx="0" cy="0"/>
          <a:chOff x="0" y="0"/>
          <a:chExt cx="0" cy="0"/>
        </a:xfrm>
      </p:grpSpPr>
      <p:pic>
        <p:nvPicPr>
          <p:cNvPr id="69" name="Google Shape;69;p23"/>
          <p:cNvPicPr preferRelativeResize="0"/>
          <p:nvPr/>
        </p:nvPicPr>
        <p:blipFill rotWithShape="1">
          <a:blip r:embed="rId2">
            <a:alphaModFix/>
          </a:blip>
          <a:srcRect l="11618" r="11617"/>
          <a:stretch/>
        </p:blipFill>
        <p:spPr>
          <a:xfrm>
            <a:off x="5030391" y="2130029"/>
            <a:ext cx="4112419" cy="3013472"/>
          </a:xfrm>
          <a:custGeom>
            <a:avLst/>
            <a:gdLst/>
            <a:ahLst/>
            <a:cxnLst/>
            <a:rect l="l" t="t" r="r" b="b"/>
            <a:pathLst>
              <a:path w="5482618" h="4017951" extrusionOk="0">
                <a:moveTo>
                  <a:pt x="2008976" y="0"/>
                </a:moveTo>
                <a:lnTo>
                  <a:pt x="5482618" y="0"/>
                </a:lnTo>
                <a:lnTo>
                  <a:pt x="5482618" y="4017951"/>
                </a:lnTo>
                <a:lnTo>
                  <a:pt x="0" y="4017951"/>
                </a:lnTo>
                <a:lnTo>
                  <a:pt x="0" y="2008976"/>
                </a:lnTo>
                <a:cubicBezTo>
                  <a:pt x="0" y="899449"/>
                  <a:pt x="899449" y="0"/>
                  <a:pt x="2008976" y="0"/>
                </a:cubicBezTo>
                <a:close/>
              </a:path>
            </a:pathLst>
          </a:cu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3_Custom Layout">
  <p:cSld name="13_Custom Layout">
    <p:spTree>
      <p:nvGrpSpPr>
        <p:cNvPr id="1" name="Shape 70"/>
        <p:cNvGrpSpPr/>
        <p:nvPr/>
      </p:nvGrpSpPr>
      <p:grpSpPr>
        <a:xfrm>
          <a:off x="0" y="0"/>
          <a:ext cx="0" cy="0"/>
          <a:chOff x="0" y="0"/>
          <a:chExt cx="0" cy="0"/>
        </a:xfrm>
      </p:grpSpPr>
      <p:pic>
        <p:nvPicPr>
          <p:cNvPr id="71" name="Google Shape;71;p24"/>
          <p:cNvPicPr preferRelativeResize="0"/>
          <p:nvPr/>
        </p:nvPicPr>
        <p:blipFill rotWithShape="1">
          <a:blip r:embed="rId2">
            <a:alphaModFix/>
          </a:blip>
          <a:srcRect l="31834" r="31834"/>
          <a:stretch/>
        </p:blipFill>
        <p:spPr>
          <a:xfrm flipH="1">
            <a:off x="0" y="1801416"/>
            <a:ext cx="2158604" cy="3342084"/>
          </a:xfrm>
          <a:prstGeom prst="snipRoundRect">
            <a:avLst>
              <a:gd name="adj1" fmla="val 50000"/>
              <a:gd name="adj2" fmla="val 0"/>
            </a:avLst>
          </a:prstGeom>
          <a:noFill/>
          <a:ln>
            <a:noFill/>
          </a:ln>
        </p:spPr>
      </p:pic>
      <p:pic>
        <p:nvPicPr>
          <p:cNvPr id="72" name="Google Shape;72;p24"/>
          <p:cNvPicPr preferRelativeResize="0"/>
          <p:nvPr/>
        </p:nvPicPr>
        <p:blipFill rotWithShape="1">
          <a:blip r:embed="rId2">
            <a:alphaModFix/>
          </a:blip>
          <a:srcRect l="31834" r="31834"/>
          <a:stretch/>
        </p:blipFill>
        <p:spPr>
          <a:xfrm flipH="1">
            <a:off x="4502944" y="1801416"/>
            <a:ext cx="2158604" cy="3342084"/>
          </a:xfrm>
          <a:custGeom>
            <a:avLst/>
            <a:gdLst/>
            <a:ahLst/>
            <a:cxnLst/>
            <a:rect l="l" t="t" r="r" b="b"/>
            <a:pathLst>
              <a:path w="2878230" h="4456859" extrusionOk="0">
                <a:moveTo>
                  <a:pt x="1439115" y="0"/>
                </a:moveTo>
                <a:cubicBezTo>
                  <a:pt x="644314" y="0"/>
                  <a:pt x="0" y="644314"/>
                  <a:pt x="0" y="1439115"/>
                </a:cubicBezTo>
                <a:lnTo>
                  <a:pt x="0" y="4456859"/>
                </a:lnTo>
                <a:lnTo>
                  <a:pt x="2878230" y="4456859"/>
                </a:lnTo>
                <a:lnTo>
                  <a:pt x="2878230" y="1439115"/>
                </a:lnTo>
                <a:cubicBezTo>
                  <a:pt x="2878230" y="644314"/>
                  <a:pt x="2233916" y="0"/>
                  <a:pt x="1439115" y="0"/>
                </a:cubicBezTo>
                <a:close/>
              </a:path>
            </a:pathLst>
          </a:cu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73"/>
        <p:cNvGrpSpPr/>
        <p:nvPr/>
      </p:nvGrpSpPr>
      <p:grpSpPr>
        <a:xfrm>
          <a:off x="0" y="0"/>
          <a:ext cx="0" cy="0"/>
          <a:chOff x="0" y="0"/>
          <a:chExt cx="0" cy="0"/>
        </a:xfrm>
      </p:grpSpPr>
      <p:pic>
        <p:nvPicPr>
          <p:cNvPr id="74" name="Google Shape;74;p25"/>
          <p:cNvPicPr preferRelativeResize="0"/>
          <p:nvPr/>
        </p:nvPicPr>
        <p:blipFill rotWithShape="1">
          <a:blip r:embed="rId2">
            <a:alphaModFix/>
          </a:blip>
          <a:srcRect l="3935" r="3936"/>
          <a:stretch/>
        </p:blipFill>
        <p:spPr>
          <a:xfrm>
            <a:off x="0" y="-15478"/>
            <a:ext cx="4350544" cy="2656285"/>
          </a:xfrm>
          <a:custGeom>
            <a:avLst/>
            <a:gdLst/>
            <a:ahLst/>
            <a:cxnLst/>
            <a:rect l="l" t="t" r="r" b="b"/>
            <a:pathLst>
              <a:path w="5801360" h="3541956" extrusionOk="0">
                <a:moveTo>
                  <a:pt x="0" y="0"/>
                </a:moveTo>
                <a:lnTo>
                  <a:pt x="5801360" y="0"/>
                </a:lnTo>
                <a:lnTo>
                  <a:pt x="5801360" y="1770978"/>
                </a:lnTo>
                <a:cubicBezTo>
                  <a:pt x="5801360" y="2749062"/>
                  <a:pt x="5008466" y="3541956"/>
                  <a:pt x="4030382" y="3541956"/>
                </a:cubicBezTo>
                <a:lnTo>
                  <a:pt x="0" y="3541956"/>
                </a:lnTo>
                <a:close/>
              </a:path>
            </a:pathLst>
          </a:cu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Layout 13">
  <p:cSld name="Layout 13">
    <p:spTree>
      <p:nvGrpSpPr>
        <p:cNvPr id="1" name="Shape 75"/>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Layout 9">
  <p:cSld name="Layout 9">
    <p:spTree>
      <p:nvGrpSpPr>
        <p:cNvPr id="1" name="Shape 76"/>
        <p:cNvGrpSpPr/>
        <p:nvPr/>
      </p:nvGrpSpPr>
      <p:grpSpPr>
        <a:xfrm>
          <a:off x="0" y="0"/>
          <a:ext cx="0" cy="0"/>
          <a:chOff x="0" y="0"/>
          <a:chExt cx="0" cy="0"/>
        </a:xfrm>
      </p:grpSpPr>
      <p:pic>
        <p:nvPicPr>
          <p:cNvPr id="77" name="Google Shape;77;p27"/>
          <p:cNvPicPr preferRelativeResize="0"/>
          <p:nvPr/>
        </p:nvPicPr>
        <p:blipFill rotWithShape="1">
          <a:blip r:embed="rId2">
            <a:alphaModFix/>
          </a:blip>
          <a:srcRect t="20527" b="20526"/>
          <a:stretch/>
        </p:blipFill>
        <p:spPr>
          <a:xfrm>
            <a:off x="994172" y="2746772"/>
            <a:ext cx="7210425" cy="2390775"/>
          </a:xfrm>
          <a:prstGeom prst="round2SameRect">
            <a:avLst>
              <a:gd name="adj1" fmla="val 50000"/>
              <a:gd name="adj2" fmla="val 0"/>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Layout 16">
  <p:cSld name="Layout 16">
    <p:spTree>
      <p:nvGrpSpPr>
        <p:cNvPr id="1" name="Shape 78"/>
        <p:cNvGrpSpPr/>
        <p:nvPr/>
      </p:nvGrpSpPr>
      <p:grpSpPr>
        <a:xfrm>
          <a:off x="0" y="0"/>
          <a:ext cx="0" cy="0"/>
          <a:chOff x="0" y="0"/>
          <a:chExt cx="0" cy="0"/>
        </a:xfrm>
      </p:grpSpPr>
      <p:pic>
        <p:nvPicPr>
          <p:cNvPr id="79" name="Google Shape;79;p28"/>
          <p:cNvPicPr preferRelativeResize="0"/>
          <p:nvPr/>
        </p:nvPicPr>
        <p:blipFill rotWithShape="1">
          <a:blip r:embed="rId2">
            <a:alphaModFix/>
          </a:blip>
          <a:srcRect t="20380" b="20379"/>
          <a:stretch/>
        </p:blipFill>
        <p:spPr>
          <a:xfrm>
            <a:off x="625079" y="0"/>
            <a:ext cx="7010400" cy="2336006"/>
          </a:xfrm>
          <a:custGeom>
            <a:avLst/>
            <a:gdLst/>
            <a:ahLst/>
            <a:cxnLst/>
            <a:rect l="l" t="t" r="r" b="b"/>
            <a:pathLst>
              <a:path w="9347204" h="3115165" extrusionOk="0">
                <a:moveTo>
                  <a:pt x="1" y="0"/>
                </a:moveTo>
                <a:lnTo>
                  <a:pt x="9347204" y="0"/>
                </a:lnTo>
                <a:lnTo>
                  <a:pt x="9347204" y="1557582"/>
                </a:lnTo>
                <a:cubicBezTo>
                  <a:pt x="9347204" y="2417811"/>
                  <a:pt x="8649850" y="3115165"/>
                  <a:pt x="7789621" y="3115165"/>
                </a:cubicBezTo>
                <a:lnTo>
                  <a:pt x="1557583" y="3115165"/>
                </a:lnTo>
                <a:cubicBezTo>
                  <a:pt x="697354" y="3115165"/>
                  <a:pt x="0" y="2417811"/>
                  <a:pt x="0" y="1557582"/>
                </a:cubicBezTo>
                <a:cubicBezTo>
                  <a:pt x="0" y="1038388"/>
                  <a:pt x="1" y="519194"/>
                  <a:pt x="1" y="0"/>
                </a:cubicBezTo>
                <a:close/>
              </a:path>
            </a:pathLst>
          </a:cu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1_Custom Layout">
  <p:cSld name="21_Custom Layout">
    <p:spTree>
      <p:nvGrpSpPr>
        <p:cNvPr id="1" name="Shape 80"/>
        <p:cNvGrpSpPr/>
        <p:nvPr/>
      </p:nvGrpSpPr>
      <p:grpSpPr>
        <a:xfrm>
          <a:off x="0" y="0"/>
          <a:ext cx="0" cy="0"/>
          <a:chOff x="0" y="0"/>
          <a:chExt cx="0" cy="0"/>
        </a:xfrm>
      </p:grpSpPr>
      <p:pic>
        <p:nvPicPr>
          <p:cNvPr id="81" name="Google Shape;81;p29"/>
          <p:cNvPicPr preferRelativeResize="0"/>
          <p:nvPr/>
        </p:nvPicPr>
        <p:blipFill rotWithShape="1">
          <a:blip r:embed="rId2">
            <a:alphaModFix/>
          </a:blip>
          <a:srcRect l="34450" r="34450"/>
          <a:stretch/>
        </p:blipFill>
        <p:spPr>
          <a:xfrm>
            <a:off x="5826919" y="2218135"/>
            <a:ext cx="1618060" cy="2926556"/>
          </a:xfrm>
          <a:prstGeom prst="round2SameRect">
            <a:avLst>
              <a:gd name="adj1" fmla="val 50000"/>
              <a:gd name="adj2" fmla="val 0"/>
            </a:avLst>
          </a:prstGeom>
          <a:noFill/>
          <a:ln>
            <a:noFill/>
          </a:ln>
        </p:spPr>
      </p:pic>
      <p:pic>
        <p:nvPicPr>
          <p:cNvPr id="82" name="Google Shape;82;p29"/>
          <p:cNvPicPr preferRelativeResize="0"/>
          <p:nvPr/>
        </p:nvPicPr>
        <p:blipFill rotWithShape="1">
          <a:blip r:embed="rId2">
            <a:alphaModFix/>
          </a:blip>
          <a:srcRect l="32774" r="32773"/>
          <a:stretch/>
        </p:blipFill>
        <p:spPr>
          <a:xfrm>
            <a:off x="3563541" y="1651397"/>
            <a:ext cx="2139553" cy="3493294"/>
          </a:xfrm>
          <a:custGeom>
            <a:avLst/>
            <a:gdLst/>
            <a:ahLst/>
            <a:cxnLst/>
            <a:rect l="l" t="t" r="r" b="b"/>
            <a:pathLst>
              <a:path w="2852822" h="4657478" extrusionOk="0">
                <a:moveTo>
                  <a:pt x="1426411" y="0"/>
                </a:moveTo>
                <a:cubicBezTo>
                  <a:pt x="2214196" y="0"/>
                  <a:pt x="2852822" y="638626"/>
                  <a:pt x="2852822" y="1426411"/>
                </a:cubicBezTo>
                <a:cubicBezTo>
                  <a:pt x="2852822" y="2503433"/>
                  <a:pt x="2852821" y="3580456"/>
                  <a:pt x="2852821" y="4657478"/>
                </a:cubicBezTo>
                <a:lnTo>
                  <a:pt x="0" y="4657478"/>
                </a:lnTo>
                <a:lnTo>
                  <a:pt x="0" y="1426411"/>
                </a:lnTo>
                <a:cubicBezTo>
                  <a:pt x="0" y="638626"/>
                  <a:pt x="638626" y="0"/>
                  <a:pt x="1426411" y="0"/>
                </a:cubicBezTo>
                <a:close/>
              </a:path>
            </a:pathLst>
          </a:custGeom>
          <a:noFill/>
          <a:ln>
            <a:noFill/>
          </a:ln>
        </p:spPr>
      </p:pic>
      <p:pic>
        <p:nvPicPr>
          <p:cNvPr id="83" name="Google Shape;83;p29"/>
          <p:cNvPicPr preferRelativeResize="0"/>
          <p:nvPr/>
        </p:nvPicPr>
        <p:blipFill rotWithShape="1">
          <a:blip r:embed="rId2">
            <a:alphaModFix/>
          </a:blip>
          <a:srcRect l="31737" r="31737"/>
          <a:stretch/>
        </p:blipFill>
        <p:spPr>
          <a:xfrm>
            <a:off x="1726406" y="2530078"/>
            <a:ext cx="1697831" cy="2614613"/>
          </a:xfrm>
          <a:custGeom>
            <a:avLst/>
            <a:gdLst/>
            <a:ahLst/>
            <a:cxnLst/>
            <a:rect l="l" t="t" r="r" b="b"/>
            <a:pathLst>
              <a:path w="2264580" h="3486630" extrusionOk="0">
                <a:moveTo>
                  <a:pt x="1132290" y="0"/>
                </a:moveTo>
                <a:cubicBezTo>
                  <a:pt x="1757636" y="0"/>
                  <a:pt x="2264580" y="506944"/>
                  <a:pt x="2264580" y="1132290"/>
                </a:cubicBezTo>
                <a:lnTo>
                  <a:pt x="2264580" y="3486630"/>
                </a:lnTo>
                <a:lnTo>
                  <a:pt x="0" y="3486630"/>
                </a:lnTo>
                <a:lnTo>
                  <a:pt x="0" y="1132290"/>
                </a:lnTo>
                <a:cubicBezTo>
                  <a:pt x="0" y="506944"/>
                  <a:pt x="506944" y="0"/>
                  <a:pt x="1132290" y="0"/>
                </a:cubicBezTo>
                <a:close/>
              </a:path>
            </a:pathLst>
          </a:custGeom>
          <a:noFill/>
          <a:ln>
            <a:noFill/>
          </a:ln>
        </p:spPr>
      </p:pic>
      <p:pic>
        <p:nvPicPr>
          <p:cNvPr id="84" name="Google Shape;84;p29"/>
          <p:cNvPicPr preferRelativeResize="0"/>
          <p:nvPr/>
        </p:nvPicPr>
        <p:blipFill rotWithShape="1">
          <a:blip r:embed="rId2">
            <a:alphaModFix/>
          </a:blip>
          <a:srcRect l="32782" r="32782"/>
          <a:stretch/>
        </p:blipFill>
        <p:spPr>
          <a:xfrm>
            <a:off x="0" y="2536031"/>
            <a:ext cx="1601391" cy="2615803"/>
          </a:xfrm>
          <a:custGeom>
            <a:avLst/>
            <a:gdLst/>
            <a:ahLst/>
            <a:cxnLst/>
            <a:rect l="l" t="t" r="r" b="b"/>
            <a:pathLst>
              <a:path w="2135648" h="3486630" extrusionOk="0">
                <a:moveTo>
                  <a:pt x="0" y="0"/>
                </a:moveTo>
                <a:lnTo>
                  <a:pt x="1067824" y="0"/>
                </a:lnTo>
                <a:cubicBezTo>
                  <a:pt x="1657567" y="0"/>
                  <a:pt x="2135648" y="478081"/>
                  <a:pt x="2135648" y="1067824"/>
                </a:cubicBezTo>
                <a:lnTo>
                  <a:pt x="2135648" y="3486630"/>
                </a:lnTo>
                <a:lnTo>
                  <a:pt x="0" y="3486630"/>
                </a:lnTo>
                <a:close/>
              </a:path>
            </a:pathLst>
          </a:custGeom>
          <a:noFill/>
          <a:ln>
            <a:noFill/>
          </a:ln>
        </p:spPr>
      </p:pic>
      <p:pic>
        <p:nvPicPr>
          <p:cNvPr id="85" name="Google Shape;85;p29"/>
          <p:cNvPicPr preferRelativeResize="0"/>
          <p:nvPr/>
        </p:nvPicPr>
        <p:blipFill rotWithShape="1">
          <a:blip r:embed="rId2">
            <a:alphaModFix/>
          </a:blip>
          <a:srcRect l="35171" r="35170"/>
          <a:stretch/>
        </p:blipFill>
        <p:spPr>
          <a:xfrm>
            <a:off x="7603331" y="2216944"/>
            <a:ext cx="1543050" cy="2926556"/>
          </a:xfrm>
          <a:custGeom>
            <a:avLst/>
            <a:gdLst/>
            <a:ahLst/>
            <a:cxnLst/>
            <a:rect l="l" t="t" r="r" b="b"/>
            <a:pathLst>
              <a:path w="2057518" h="3901833" extrusionOk="0">
                <a:moveTo>
                  <a:pt x="1028759" y="0"/>
                </a:moveTo>
                <a:lnTo>
                  <a:pt x="1917929" y="0"/>
                </a:lnTo>
                <a:lnTo>
                  <a:pt x="1967672" y="96207"/>
                </a:lnTo>
                <a:cubicBezTo>
                  <a:pt x="1988020" y="139768"/>
                  <a:pt x="2006957" y="184822"/>
                  <a:pt x="2024388" y="231230"/>
                </a:cubicBezTo>
                <a:lnTo>
                  <a:pt x="2057518" y="330698"/>
                </a:lnTo>
                <a:lnTo>
                  <a:pt x="2057518" y="3901833"/>
                </a:lnTo>
                <a:lnTo>
                  <a:pt x="0" y="3901833"/>
                </a:lnTo>
                <a:lnTo>
                  <a:pt x="0" y="1028759"/>
                </a:lnTo>
                <a:cubicBezTo>
                  <a:pt x="0" y="460591"/>
                  <a:pt x="460591" y="0"/>
                  <a:pt x="1028759" y="0"/>
                </a:cubicBezTo>
                <a:close/>
              </a:path>
            </a:pathLst>
          </a:cu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2_Custom Layout">
  <p:cSld name="12_Custom Layout">
    <p:spTree>
      <p:nvGrpSpPr>
        <p:cNvPr id="1" name="Shape 86"/>
        <p:cNvGrpSpPr/>
        <p:nvPr/>
      </p:nvGrpSpPr>
      <p:grpSpPr>
        <a:xfrm>
          <a:off x="0" y="0"/>
          <a:ext cx="0" cy="0"/>
          <a:chOff x="0" y="0"/>
          <a:chExt cx="0" cy="0"/>
        </a:xfrm>
      </p:grpSpPr>
      <p:pic>
        <p:nvPicPr>
          <p:cNvPr id="87" name="Google Shape;87;p30"/>
          <p:cNvPicPr preferRelativeResize="0"/>
          <p:nvPr/>
        </p:nvPicPr>
        <p:blipFill rotWithShape="1">
          <a:blip r:embed="rId2">
            <a:alphaModFix/>
          </a:blip>
          <a:srcRect l="30012" r="30012"/>
          <a:stretch/>
        </p:blipFill>
        <p:spPr>
          <a:xfrm flipH="1">
            <a:off x="4572000" y="1032272"/>
            <a:ext cx="2921794" cy="4111228"/>
          </a:xfrm>
          <a:prstGeom prst="snipRoundRect">
            <a:avLst>
              <a:gd name="adj1" fmla="val 50000"/>
              <a:gd name="adj2" fmla="val 0"/>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20_Custom Layout">
  <p:cSld name="20_Custom Layout">
    <p:spTree>
      <p:nvGrpSpPr>
        <p:cNvPr id="1" name="Shape 88"/>
        <p:cNvGrpSpPr/>
        <p:nvPr/>
      </p:nvGrpSpPr>
      <p:grpSpPr>
        <a:xfrm>
          <a:off x="0" y="0"/>
          <a:ext cx="0" cy="0"/>
          <a:chOff x="0" y="0"/>
          <a:chExt cx="0" cy="0"/>
        </a:xfrm>
      </p:grpSpPr>
      <p:pic>
        <p:nvPicPr>
          <p:cNvPr id="89" name="Google Shape;89;p31"/>
          <p:cNvPicPr preferRelativeResize="0"/>
          <p:nvPr/>
        </p:nvPicPr>
        <p:blipFill rotWithShape="1">
          <a:blip r:embed="rId2">
            <a:alphaModFix/>
          </a:blip>
          <a:srcRect l="30669" r="30669"/>
          <a:stretch/>
        </p:blipFill>
        <p:spPr>
          <a:xfrm>
            <a:off x="2809875" y="1026319"/>
            <a:ext cx="1931194" cy="2809875"/>
          </a:xfrm>
          <a:prstGeom prst="round2SameRect">
            <a:avLst>
              <a:gd name="adj1" fmla="val 50000"/>
              <a:gd name="adj2" fmla="val 0"/>
            </a:avLst>
          </a:prstGeom>
          <a:noFill/>
          <a:ln>
            <a:noFill/>
          </a:ln>
        </p:spPr>
      </p:pic>
      <p:pic>
        <p:nvPicPr>
          <p:cNvPr id="90" name="Google Shape;90;p31"/>
          <p:cNvPicPr preferRelativeResize="0"/>
          <p:nvPr/>
        </p:nvPicPr>
        <p:blipFill rotWithShape="1">
          <a:blip r:embed="rId2">
            <a:alphaModFix/>
          </a:blip>
          <a:srcRect l="30669" r="30669"/>
          <a:stretch/>
        </p:blipFill>
        <p:spPr>
          <a:xfrm>
            <a:off x="4666060" y="1031081"/>
            <a:ext cx="1931194" cy="2809875"/>
          </a:xfrm>
          <a:prstGeom prst="round2SameRect">
            <a:avLst>
              <a:gd name="adj1" fmla="val 50000"/>
              <a:gd name="adj2" fmla="val 0"/>
            </a:avLst>
          </a:prstGeom>
          <a:noFill/>
          <a:ln>
            <a:noFill/>
          </a:ln>
        </p:spPr>
      </p:pic>
      <p:pic>
        <p:nvPicPr>
          <p:cNvPr id="91" name="Google Shape;91;p31"/>
          <p:cNvPicPr preferRelativeResize="0"/>
          <p:nvPr/>
        </p:nvPicPr>
        <p:blipFill rotWithShape="1">
          <a:blip r:embed="rId2">
            <a:alphaModFix/>
          </a:blip>
          <a:srcRect l="30669" r="30669"/>
          <a:stretch/>
        </p:blipFill>
        <p:spPr>
          <a:xfrm>
            <a:off x="6584156" y="1031081"/>
            <a:ext cx="1931194" cy="2809875"/>
          </a:xfrm>
          <a:prstGeom prst="round2SameRect">
            <a:avLst>
              <a:gd name="adj1" fmla="val 50000"/>
              <a:gd name="adj2" fmla="val 0"/>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7_Custom Layout">
  <p:cSld name="17_Custom Layout">
    <p:spTree>
      <p:nvGrpSpPr>
        <p:cNvPr id="1" name="Shape 92"/>
        <p:cNvGrpSpPr/>
        <p:nvPr/>
      </p:nvGrpSpPr>
      <p:grpSpPr>
        <a:xfrm>
          <a:off x="0" y="0"/>
          <a:ext cx="0" cy="0"/>
          <a:chOff x="0" y="0"/>
          <a:chExt cx="0" cy="0"/>
        </a:xfrm>
      </p:grpSpPr>
      <p:pic>
        <p:nvPicPr>
          <p:cNvPr id="93" name="Google Shape;93;p32"/>
          <p:cNvPicPr preferRelativeResize="0"/>
          <p:nvPr/>
        </p:nvPicPr>
        <p:blipFill rotWithShape="1">
          <a:blip r:embed="rId2">
            <a:alphaModFix/>
          </a:blip>
          <a:srcRect l="36610" r="36610"/>
          <a:stretch/>
        </p:blipFill>
        <p:spPr>
          <a:xfrm rot="900000">
            <a:off x="4417219" y="2302669"/>
            <a:ext cx="1670447" cy="3508772"/>
          </a:xfrm>
          <a:custGeom>
            <a:avLst/>
            <a:gdLst/>
            <a:ahLst/>
            <a:cxnLst/>
            <a:rect l="l" t="t" r="r" b="b"/>
            <a:pathLst>
              <a:path w="2034073" h="4301446" extrusionOk="0">
                <a:moveTo>
                  <a:pt x="236380" y="33"/>
                </a:moveTo>
                <a:lnTo>
                  <a:pt x="542105" y="33"/>
                </a:lnTo>
                <a:cubicBezTo>
                  <a:pt x="602601" y="-759"/>
                  <a:pt x="606530" y="12693"/>
                  <a:pt x="603387" y="49884"/>
                </a:cubicBezTo>
                <a:cubicBezTo>
                  <a:pt x="607315" y="68874"/>
                  <a:pt x="582958" y="149586"/>
                  <a:pt x="725948" y="168577"/>
                </a:cubicBezTo>
                <a:lnTo>
                  <a:pt x="1322265" y="168576"/>
                </a:lnTo>
                <a:cubicBezTo>
                  <a:pt x="1383545" y="167785"/>
                  <a:pt x="1430689" y="119517"/>
                  <a:pt x="1433044" y="66501"/>
                </a:cubicBezTo>
                <a:cubicBezTo>
                  <a:pt x="1435401" y="23770"/>
                  <a:pt x="1421259" y="2407"/>
                  <a:pt x="1480183" y="33"/>
                </a:cubicBezTo>
                <a:lnTo>
                  <a:pt x="1797693" y="33"/>
                </a:lnTo>
                <a:cubicBezTo>
                  <a:pt x="1928242" y="33"/>
                  <a:pt x="2034073" y="105864"/>
                  <a:pt x="2034073" y="236413"/>
                </a:cubicBezTo>
                <a:lnTo>
                  <a:pt x="2034073" y="4065066"/>
                </a:lnTo>
                <a:cubicBezTo>
                  <a:pt x="2034073" y="4195615"/>
                  <a:pt x="1928242" y="4301446"/>
                  <a:pt x="1797693" y="4301446"/>
                </a:cubicBezTo>
                <a:lnTo>
                  <a:pt x="236380" y="4301446"/>
                </a:lnTo>
                <a:cubicBezTo>
                  <a:pt x="105831" y="4301446"/>
                  <a:pt x="0" y="4195615"/>
                  <a:pt x="0" y="4065066"/>
                </a:cubicBezTo>
                <a:lnTo>
                  <a:pt x="0" y="236413"/>
                </a:lnTo>
                <a:cubicBezTo>
                  <a:pt x="0" y="105864"/>
                  <a:pt x="105831" y="33"/>
                  <a:pt x="236380" y="33"/>
                </a:cubicBezTo>
                <a:close/>
              </a:path>
            </a:pathLst>
          </a:custGeom>
          <a:noFill/>
          <a:ln>
            <a:noFill/>
          </a:ln>
        </p:spPr>
      </p:pic>
      <p:pic>
        <p:nvPicPr>
          <p:cNvPr id="94" name="Google Shape;94;p32"/>
          <p:cNvPicPr preferRelativeResize="0"/>
          <p:nvPr/>
        </p:nvPicPr>
        <p:blipFill rotWithShape="1">
          <a:blip r:embed="rId2">
            <a:alphaModFix/>
          </a:blip>
          <a:srcRect l="36601" r="36600"/>
          <a:stretch/>
        </p:blipFill>
        <p:spPr>
          <a:xfrm rot="900000">
            <a:off x="6716316" y="1190625"/>
            <a:ext cx="1671638" cy="3508772"/>
          </a:xfrm>
          <a:custGeom>
            <a:avLst/>
            <a:gdLst/>
            <a:ahLst/>
            <a:cxnLst/>
            <a:rect l="l" t="t" r="r" b="b"/>
            <a:pathLst>
              <a:path w="2228317" h="4678691" extrusionOk="0">
                <a:moveTo>
                  <a:pt x="158157" y="20206"/>
                </a:moveTo>
                <a:cubicBezTo>
                  <a:pt x="189137" y="7195"/>
                  <a:pt x="223198" y="0"/>
                  <a:pt x="258953" y="0"/>
                </a:cubicBezTo>
                <a:lnTo>
                  <a:pt x="593873" y="0"/>
                </a:lnTo>
                <a:lnTo>
                  <a:pt x="630245" y="2261"/>
                </a:lnTo>
                <a:lnTo>
                  <a:pt x="635767" y="18242"/>
                </a:lnTo>
                <a:cubicBezTo>
                  <a:pt x="640011" y="26801"/>
                  <a:pt x="645759" y="35358"/>
                  <a:pt x="653537" y="43585"/>
                </a:cubicBezTo>
                <a:lnTo>
                  <a:pt x="661060" y="49450"/>
                </a:lnTo>
                <a:lnTo>
                  <a:pt x="661007" y="54224"/>
                </a:lnTo>
                <a:cubicBezTo>
                  <a:pt x="665310" y="74879"/>
                  <a:pt x="638627" y="162671"/>
                  <a:pt x="795272" y="183328"/>
                </a:cubicBezTo>
                <a:lnTo>
                  <a:pt x="1448535" y="183326"/>
                </a:lnTo>
                <a:cubicBezTo>
                  <a:pt x="1498884" y="182681"/>
                  <a:pt x="1540521" y="152988"/>
                  <a:pt x="1559282" y="113853"/>
                </a:cubicBezTo>
                <a:lnTo>
                  <a:pt x="1562884" y="99746"/>
                </a:lnTo>
                <a:lnTo>
                  <a:pt x="1617473" y="99745"/>
                </a:lnTo>
                <a:cubicBezTo>
                  <a:pt x="1681044" y="98931"/>
                  <a:pt x="1733617" y="61439"/>
                  <a:pt x="1757304" y="12028"/>
                </a:cubicBezTo>
                <a:lnTo>
                  <a:pt x="1760375" y="0"/>
                </a:lnTo>
                <a:lnTo>
                  <a:pt x="1969364" y="0"/>
                </a:lnTo>
                <a:cubicBezTo>
                  <a:pt x="2112380" y="0"/>
                  <a:pt x="2228317" y="115114"/>
                  <a:pt x="2228317" y="257113"/>
                </a:cubicBezTo>
                <a:lnTo>
                  <a:pt x="2228317" y="4421578"/>
                </a:lnTo>
                <a:cubicBezTo>
                  <a:pt x="2228317" y="4563578"/>
                  <a:pt x="2112379" y="4678692"/>
                  <a:pt x="1969364" y="4678691"/>
                </a:cubicBezTo>
                <a:lnTo>
                  <a:pt x="258953" y="4678691"/>
                </a:lnTo>
                <a:cubicBezTo>
                  <a:pt x="115937" y="4678691"/>
                  <a:pt x="0" y="4563578"/>
                  <a:pt x="0" y="4421578"/>
                </a:cubicBezTo>
                <a:lnTo>
                  <a:pt x="0" y="257113"/>
                </a:lnTo>
                <a:cubicBezTo>
                  <a:pt x="0" y="150614"/>
                  <a:pt x="65214" y="59238"/>
                  <a:pt x="158157" y="20206"/>
                </a:cubicBezTo>
                <a:close/>
              </a:path>
            </a:pathLst>
          </a:cu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8_Custom Layout">
  <p:cSld name="18_Custom Layout">
    <p:spTree>
      <p:nvGrpSpPr>
        <p:cNvPr id="1" name="Shape 95"/>
        <p:cNvGrpSpPr/>
        <p:nvPr/>
      </p:nvGrpSpPr>
      <p:grpSpPr>
        <a:xfrm>
          <a:off x="0" y="0"/>
          <a:ext cx="0" cy="0"/>
          <a:chOff x="0" y="0"/>
          <a:chExt cx="0" cy="0"/>
        </a:xfrm>
      </p:grpSpPr>
      <p:pic>
        <p:nvPicPr>
          <p:cNvPr id="96" name="Google Shape;96;p33"/>
          <p:cNvPicPr preferRelativeResize="0"/>
          <p:nvPr/>
        </p:nvPicPr>
        <p:blipFill rotWithShape="1">
          <a:blip r:embed="rId2">
            <a:alphaModFix/>
          </a:blip>
          <a:srcRect l="4582" r="4582"/>
          <a:stretch/>
        </p:blipFill>
        <p:spPr>
          <a:xfrm>
            <a:off x="2745581" y="1919288"/>
            <a:ext cx="3699272" cy="2290763"/>
          </a:xfrm>
          <a:custGeom>
            <a:avLst/>
            <a:gdLst/>
            <a:ahLst/>
            <a:cxnLst/>
            <a:rect l="l" t="t" r="r" b="b"/>
            <a:pathLst>
              <a:path w="4932876" h="3054501" extrusionOk="0">
                <a:moveTo>
                  <a:pt x="0" y="0"/>
                </a:moveTo>
                <a:lnTo>
                  <a:pt x="4932876" y="0"/>
                </a:lnTo>
                <a:lnTo>
                  <a:pt x="4932876" y="3054501"/>
                </a:lnTo>
                <a:lnTo>
                  <a:pt x="0" y="3054501"/>
                </a:lnTo>
                <a:close/>
              </a:path>
            </a:pathLst>
          </a:cu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9_Custom Layout">
  <p:cSld name="19_Custom Layout">
    <p:spTree>
      <p:nvGrpSpPr>
        <p:cNvPr id="1" name="Shape 97"/>
        <p:cNvGrpSpPr/>
        <p:nvPr/>
      </p:nvGrpSpPr>
      <p:grpSpPr>
        <a:xfrm>
          <a:off x="0" y="0"/>
          <a:ext cx="0" cy="0"/>
          <a:chOff x="0" y="0"/>
          <a:chExt cx="0" cy="0"/>
        </a:xfrm>
      </p:grpSpPr>
      <p:pic>
        <p:nvPicPr>
          <p:cNvPr id="98" name="Google Shape;98;p34"/>
          <p:cNvPicPr preferRelativeResize="0"/>
          <p:nvPr/>
        </p:nvPicPr>
        <p:blipFill rotWithShape="1">
          <a:blip r:embed="rId2">
            <a:alphaModFix/>
          </a:blip>
          <a:srcRect l="193" r="192"/>
          <a:stretch/>
        </p:blipFill>
        <p:spPr>
          <a:xfrm>
            <a:off x="5569744" y="1284685"/>
            <a:ext cx="3829050" cy="2162175"/>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0_Custom Layout">
  <p:cSld name="10_Custom Layout">
    <p:spTree>
      <p:nvGrpSpPr>
        <p:cNvPr id="1" name="Shape 9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theme" Target="../theme/theme2.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id"/>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50"/>
        <p:cNvGrpSpPr/>
        <p:nvPr/>
      </p:nvGrpSpPr>
      <p:grpSpPr>
        <a:xfrm>
          <a:off x="0" y="0"/>
          <a:ext cx="0" cy="0"/>
          <a:chOff x="0" y="0"/>
          <a:chExt cx="0" cy="0"/>
        </a:xfrm>
      </p:grpSpPr>
      <p:sp>
        <p:nvSpPr>
          <p:cNvPr id="51" name="Google Shape;51;p13"/>
          <p:cNvSpPr/>
          <p:nvPr/>
        </p:nvSpPr>
        <p:spPr>
          <a:xfrm>
            <a:off x="7940040" y="192425"/>
            <a:ext cx="922020" cy="255229"/>
          </a:xfrm>
          <a:prstGeom prst="roundRect">
            <a:avLst>
              <a:gd name="adj" fmla="val 16667"/>
            </a:avLst>
          </a:prstGeom>
          <a:solidFill>
            <a:schemeClr val="accent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Quicksand"/>
              <a:ea typeface="Quicksand"/>
              <a:cs typeface="Quicksand"/>
              <a:sym typeface="Quicksand"/>
            </a:endParaRPr>
          </a:p>
        </p:txBody>
      </p:sp>
      <p:sp>
        <p:nvSpPr>
          <p:cNvPr id="52" name="Google Shape;52;p13"/>
          <p:cNvSpPr txBox="1"/>
          <p:nvPr/>
        </p:nvSpPr>
        <p:spPr>
          <a:xfrm>
            <a:off x="8136742" y="198310"/>
            <a:ext cx="528616" cy="253916"/>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i="0" u="none" strike="noStrike" cap="none">
                <a:solidFill>
                  <a:schemeClr val="lt1"/>
                </a:solidFill>
                <a:latin typeface="Quicksand"/>
                <a:ea typeface="Quicksand"/>
                <a:cs typeface="Quicksand"/>
                <a:sym typeface="Quicksand"/>
              </a:rPr>
              <a:t>2024</a:t>
            </a:r>
            <a:endParaRPr sz="1200" b="1">
              <a:solidFill>
                <a:schemeClr val="lt1"/>
              </a:solidFill>
              <a:latin typeface="Quicksand"/>
              <a:ea typeface="Quicksand"/>
              <a:cs typeface="Quicksand"/>
              <a:sym typeface="Quicksan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8.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0.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3.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5.xml"/><Relationship Id="rId5" Type="http://schemas.openxmlformats.org/officeDocument/2006/relationships/image" Target="../media/image4.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6.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7.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2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29.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30.xml"/><Relationship Id="rId5" Type="http://schemas.openxmlformats.org/officeDocument/2006/relationships/image" Target="../media/image7.png"/><Relationship Id="rId4" Type="http://schemas.openxmlformats.org/officeDocument/2006/relationships/image" Target="../media/image1.jp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31.xml"/><Relationship Id="rId6" Type="http://schemas.openxmlformats.org/officeDocument/2006/relationships/image" Target="../media/image4.png"/><Relationship Id="rId5" Type="http://schemas.openxmlformats.org/officeDocument/2006/relationships/image" Target="../media/image1.jp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32.xml"/><Relationship Id="rId5" Type="http://schemas.openxmlformats.org/officeDocument/2006/relationships/image" Target="../media/image1.jp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33.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6.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grpSp>
        <p:nvGrpSpPr>
          <p:cNvPr id="104" name="Google Shape;104;p36"/>
          <p:cNvGrpSpPr/>
          <p:nvPr/>
        </p:nvGrpSpPr>
        <p:grpSpPr>
          <a:xfrm>
            <a:off x="1109685" y="1406325"/>
            <a:ext cx="6924631" cy="1823636"/>
            <a:chOff x="2892077" y="2057997"/>
            <a:chExt cx="6407846" cy="2431514"/>
          </a:xfrm>
        </p:grpSpPr>
        <p:sp>
          <p:nvSpPr>
            <p:cNvPr id="105" name="Google Shape;105;p36"/>
            <p:cNvSpPr txBox="1"/>
            <p:nvPr/>
          </p:nvSpPr>
          <p:spPr>
            <a:xfrm>
              <a:off x="2892077" y="2057997"/>
              <a:ext cx="6407846" cy="132343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6000" b="1">
                  <a:solidFill>
                    <a:schemeClr val="accent1"/>
                  </a:solidFill>
                  <a:latin typeface="Quicksand"/>
                  <a:ea typeface="Quicksand"/>
                  <a:cs typeface="Quicksand"/>
                  <a:sym typeface="Quicksand"/>
                </a:rPr>
                <a:t>Acad</a:t>
              </a:r>
              <a:r>
                <a:rPr lang="id" sz="6000" b="1">
                  <a:solidFill>
                    <a:schemeClr val="accent2"/>
                  </a:solidFill>
                  <a:latin typeface="Quicksand"/>
                  <a:ea typeface="Quicksand"/>
                  <a:cs typeface="Quicksand"/>
                  <a:sym typeface="Quicksand"/>
                </a:rPr>
                <a:t>emic</a:t>
              </a:r>
              <a:endParaRPr sz="6000" b="1">
                <a:solidFill>
                  <a:schemeClr val="accent2"/>
                </a:solidFill>
                <a:latin typeface="Quicksand"/>
                <a:ea typeface="Quicksand"/>
                <a:cs typeface="Quicksand"/>
                <a:sym typeface="Quicksand"/>
              </a:endParaRPr>
            </a:p>
          </p:txBody>
        </p:sp>
        <p:sp>
          <p:nvSpPr>
            <p:cNvPr id="106" name="Google Shape;106;p36"/>
            <p:cNvSpPr txBox="1"/>
            <p:nvPr/>
          </p:nvSpPr>
          <p:spPr>
            <a:xfrm>
              <a:off x="2892077" y="3166072"/>
              <a:ext cx="6407846" cy="132343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6000" b="1">
                  <a:solidFill>
                    <a:schemeClr val="accent3"/>
                  </a:solidFill>
                  <a:latin typeface="Quicksand"/>
                  <a:ea typeface="Quicksand"/>
                  <a:cs typeface="Quicksand"/>
                  <a:sym typeface="Quicksand"/>
                </a:rPr>
                <a:t>Pres</a:t>
              </a:r>
              <a:r>
                <a:rPr lang="id" sz="6000" b="1">
                  <a:solidFill>
                    <a:schemeClr val="accent4"/>
                  </a:solidFill>
                  <a:latin typeface="Quicksand"/>
                  <a:ea typeface="Quicksand"/>
                  <a:cs typeface="Quicksand"/>
                  <a:sym typeface="Quicksand"/>
                </a:rPr>
                <a:t>enta</a:t>
              </a:r>
              <a:r>
                <a:rPr lang="id" sz="6000" b="1">
                  <a:solidFill>
                    <a:schemeClr val="accent5"/>
                  </a:solidFill>
                  <a:latin typeface="Quicksand"/>
                  <a:ea typeface="Quicksand"/>
                  <a:cs typeface="Quicksand"/>
                  <a:sym typeface="Quicksand"/>
                </a:rPr>
                <a:t>tion</a:t>
              </a:r>
              <a:endParaRPr sz="6000" b="1">
                <a:solidFill>
                  <a:schemeClr val="accent5"/>
                </a:solidFill>
                <a:latin typeface="Quicksand"/>
                <a:ea typeface="Quicksand"/>
                <a:cs typeface="Quicksand"/>
                <a:sym typeface="Quicksand"/>
              </a:endParaRPr>
            </a:p>
          </p:txBody>
        </p:sp>
      </p:grpSp>
      <p:pic>
        <p:nvPicPr>
          <p:cNvPr id="107" name="Google Shape;107;p36"/>
          <p:cNvPicPr preferRelativeResize="0"/>
          <p:nvPr/>
        </p:nvPicPr>
        <p:blipFill rotWithShape="1">
          <a:blip r:embed="rId3">
            <a:alphaModFix/>
          </a:blip>
          <a:srcRect/>
          <a:stretch/>
        </p:blipFill>
        <p:spPr>
          <a:xfrm>
            <a:off x="5315092" y="1213763"/>
            <a:ext cx="1071726" cy="896660"/>
          </a:xfrm>
          <a:prstGeom prst="rect">
            <a:avLst/>
          </a:prstGeom>
          <a:noFill/>
          <a:ln>
            <a:noFill/>
          </a:ln>
        </p:spPr>
      </p:pic>
      <p:grpSp>
        <p:nvGrpSpPr>
          <p:cNvPr id="108" name="Google Shape;108;p36"/>
          <p:cNvGrpSpPr/>
          <p:nvPr/>
        </p:nvGrpSpPr>
        <p:grpSpPr>
          <a:xfrm>
            <a:off x="1140164" y="3129981"/>
            <a:ext cx="3602583" cy="643590"/>
            <a:chOff x="1520219" y="4173308"/>
            <a:chExt cx="4803444" cy="858120"/>
          </a:xfrm>
        </p:grpSpPr>
        <p:sp>
          <p:nvSpPr>
            <p:cNvPr id="109" name="Google Shape;109;p36"/>
            <p:cNvSpPr/>
            <p:nvPr/>
          </p:nvSpPr>
          <p:spPr>
            <a:xfrm>
              <a:off x="1520219" y="4475891"/>
              <a:ext cx="4803444" cy="555537"/>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None/>
              </a:pPr>
              <a:r>
                <a:rPr lang="id" sz="900" b="0" i="0">
                  <a:solidFill>
                    <a:schemeClr val="dk1"/>
                  </a:solidFill>
                  <a:latin typeface="Quicksand"/>
                  <a:ea typeface="Quicksand"/>
                  <a:cs typeface="Quicksand"/>
                  <a:sym typeface="Quicksand"/>
                </a:rPr>
                <a:t>Lorem ipsum dolor sit amet, consectetur adipiscing elit, sed do eiusmod tempor incididunt ut labore.</a:t>
              </a:r>
              <a:endParaRPr sz="900">
                <a:solidFill>
                  <a:schemeClr val="dk1"/>
                </a:solidFill>
                <a:latin typeface="Quicksand"/>
                <a:ea typeface="Quicksand"/>
                <a:cs typeface="Quicksand"/>
                <a:sym typeface="Quicksand"/>
              </a:endParaRPr>
            </a:p>
          </p:txBody>
        </p:sp>
        <p:sp>
          <p:nvSpPr>
            <p:cNvPr id="110" name="Google Shape;110;p36"/>
            <p:cNvSpPr txBox="1"/>
            <p:nvPr/>
          </p:nvSpPr>
          <p:spPr>
            <a:xfrm>
              <a:off x="1520219" y="4173308"/>
              <a:ext cx="4431272"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dk1"/>
                  </a:solidFill>
                  <a:latin typeface="Quicksand"/>
                  <a:ea typeface="Quicksand"/>
                  <a:cs typeface="Quicksand"/>
                  <a:sym typeface="Quicksand"/>
                </a:rPr>
                <a:t>Presentation Template</a:t>
              </a:r>
              <a:endParaRPr sz="1200" b="1">
                <a:solidFill>
                  <a:schemeClr val="dk1"/>
                </a:solidFill>
                <a:latin typeface="Quicksand"/>
                <a:ea typeface="Quicksand"/>
                <a:cs typeface="Quicksand"/>
                <a:sym typeface="Quicksand"/>
              </a:endParaRPr>
            </a:p>
          </p:txBody>
        </p:sp>
      </p:grpSp>
      <p:sp>
        <p:nvSpPr>
          <p:cNvPr id="111" name="Google Shape;111;p36"/>
          <p:cNvSpPr/>
          <p:nvPr/>
        </p:nvSpPr>
        <p:spPr>
          <a:xfrm rot="-1721402">
            <a:off x="7518634" y="3738014"/>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112" name="Google Shape;112;p36"/>
          <p:cNvSpPr/>
          <p:nvPr/>
        </p:nvSpPr>
        <p:spPr>
          <a:xfrm rot="-4211805">
            <a:off x="2170052" y="4234589"/>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113" name="Google Shape;113;p36"/>
          <p:cNvSpPr/>
          <p:nvPr/>
        </p:nvSpPr>
        <p:spPr>
          <a:xfrm>
            <a:off x="1184679" y="447654"/>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nvGrpSpPr>
          <p:cNvPr id="114" name="Google Shape;114;p36"/>
          <p:cNvGrpSpPr/>
          <p:nvPr/>
        </p:nvGrpSpPr>
        <p:grpSpPr>
          <a:xfrm>
            <a:off x="258122" y="4725659"/>
            <a:ext cx="8868245" cy="253915"/>
            <a:chOff x="344163" y="6300878"/>
            <a:chExt cx="11824327" cy="338554"/>
          </a:xfrm>
        </p:grpSpPr>
        <p:sp>
          <p:nvSpPr>
            <p:cNvPr id="115" name="Google Shape;115;p36"/>
            <p:cNvSpPr txBox="1"/>
            <p:nvPr/>
          </p:nvSpPr>
          <p:spPr>
            <a:xfrm>
              <a:off x="344163" y="6300878"/>
              <a:ext cx="704821"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accent3"/>
                  </a:solidFill>
                  <a:latin typeface="Quicksand"/>
                  <a:ea typeface="Quicksand"/>
                  <a:cs typeface="Quicksand"/>
                  <a:sym typeface="Quicksand"/>
                </a:rPr>
                <a:t>01</a:t>
              </a:r>
              <a:endParaRPr sz="1200" b="1">
                <a:solidFill>
                  <a:schemeClr val="accent3"/>
                </a:solidFill>
                <a:latin typeface="Quicksand"/>
                <a:ea typeface="Quicksand"/>
                <a:cs typeface="Quicksand"/>
                <a:sym typeface="Quicksand"/>
              </a:endParaRPr>
            </a:p>
          </p:txBody>
        </p:sp>
        <p:sp>
          <p:nvSpPr>
            <p:cNvPr id="116" name="Google Shape;116;p36"/>
            <p:cNvSpPr txBox="1"/>
            <p:nvPr/>
          </p:nvSpPr>
          <p:spPr>
            <a:xfrm>
              <a:off x="11463669" y="6300878"/>
              <a:ext cx="704821"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accent3"/>
                  </a:solidFill>
                  <a:latin typeface="Quicksand"/>
                  <a:ea typeface="Quicksand"/>
                  <a:cs typeface="Quicksand"/>
                  <a:sym typeface="Quicksand"/>
                </a:rPr>
                <a:t>20</a:t>
              </a:r>
              <a:endParaRPr sz="1200" b="1">
                <a:solidFill>
                  <a:schemeClr val="accent3"/>
                </a:solidFill>
                <a:latin typeface="Quicksand"/>
                <a:ea typeface="Quicksand"/>
                <a:cs typeface="Quicksand"/>
                <a:sym typeface="Quicksand"/>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pic>
        <p:nvPicPr>
          <p:cNvPr id="121" name="Google Shape;121;p37"/>
          <p:cNvPicPr preferRelativeResize="0"/>
          <p:nvPr/>
        </p:nvPicPr>
        <p:blipFill rotWithShape="1">
          <a:blip r:embed="rId3">
            <a:alphaModFix/>
          </a:blip>
          <a:srcRect/>
          <a:stretch/>
        </p:blipFill>
        <p:spPr>
          <a:xfrm>
            <a:off x="1862852" y="491419"/>
            <a:ext cx="1071726" cy="896660"/>
          </a:xfrm>
          <a:prstGeom prst="rect">
            <a:avLst/>
          </a:prstGeom>
          <a:noFill/>
          <a:ln>
            <a:noFill/>
          </a:ln>
        </p:spPr>
      </p:pic>
      <p:sp>
        <p:nvSpPr>
          <p:cNvPr id="122" name="Google Shape;122;p37"/>
          <p:cNvSpPr txBox="1"/>
          <p:nvPr/>
        </p:nvSpPr>
        <p:spPr>
          <a:xfrm>
            <a:off x="4292469" y="1599802"/>
            <a:ext cx="4181429" cy="1080295"/>
          </a:xfrm>
          <a:prstGeom prst="rect">
            <a:avLst/>
          </a:prstGeom>
          <a:noFill/>
          <a:ln>
            <a:noFill/>
          </a:ln>
        </p:spPr>
        <p:txBody>
          <a:bodyPr spcFirstLastPara="1" wrap="square" lIns="68575" tIns="34275" rIns="68575" bIns="34275" anchor="t" anchorCtr="0">
            <a:spAutoFit/>
          </a:bodyPr>
          <a:lstStyle/>
          <a:p>
            <a:pPr marL="0" marR="0" lvl="0" indent="0" algn="l" rtl="0">
              <a:lnSpc>
                <a:spcPct val="90000"/>
              </a:lnSpc>
              <a:spcBef>
                <a:spcPts val="0"/>
              </a:spcBef>
              <a:spcAft>
                <a:spcPts val="0"/>
              </a:spcAft>
              <a:buNone/>
            </a:pPr>
            <a:r>
              <a:rPr lang="id" sz="3600" b="1">
                <a:solidFill>
                  <a:schemeClr val="accent1"/>
                </a:solidFill>
                <a:latin typeface="Quicksand"/>
                <a:ea typeface="Quicksand"/>
                <a:cs typeface="Quicksand"/>
                <a:sym typeface="Quicksand"/>
              </a:rPr>
              <a:t>Introduction to Academic </a:t>
            </a:r>
            <a:r>
              <a:rPr lang="id" sz="3600" b="1" i="0">
                <a:solidFill>
                  <a:schemeClr val="accent1"/>
                </a:solidFill>
                <a:latin typeface="Quicksand"/>
                <a:ea typeface="Quicksand"/>
                <a:cs typeface="Quicksand"/>
                <a:sym typeface="Quicksand"/>
              </a:rPr>
              <a:t>children</a:t>
            </a:r>
            <a:endParaRPr sz="3600" b="1">
              <a:solidFill>
                <a:schemeClr val="accent1"/>
              </a:solidFill>
              <a:latin typeface="Quicksand"/>
              <a:ea typeface="Quicksand"/>
              <a:cs typeface="Quicksand"/>
              <a:sym typeface="Quicksand"/>
            </a:endParaRPr>
          </a:p>
        </p:txBody>
      </p:sp>
      <p:sp>
        <p:nvSpPr>
          <p:cNvPr id="123" name="Google Shape;123;p37"/>
          <p:cNvSpPr txBox="1"/>
          <p:nvPr/>
        </p:nvSpPr>
        <p:spPr>
          <a:xfrm>
            <a:off x="4292469" y="2748149"/>
            <a:ext cx="3172216" cy="776751"/>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b="0" i="0">
                <a:solidFill>
                  <a:srgbClr val="0C0C0C"/>
                </a:solidFill>
                <a:latin typeface="Quicksand"/>
                <a:ea typeface="Quicksand"/>
                <a:cs typeface="Quicksand"/>
                <a:sym typeface="Quicksand"/>
              </a:rPr>
              <a:t>Lorem ipsum dolor sit amet, consectetur adipiscing elit, sed eiusmod tempor incididunt ut labore et dolore magna aliqua enim ad minim veniam, quis nostrud exercitation ullamco </a:t>
            </a:r>
            <a:endParaRPr sz="900" b="0" i="0">
              <a:solidFill>
                <a:srgbClr val="0C0C0C"/>
              </a:solidFill>
              <a:latin typeface="Quicksand"/>
              <a:ea typeface="Quicksand"/>
              <a:cs typeface="Quicksand"/>
              <a:sym typeface="Quicksand"/>
            </a:endParaRPr>
          </a:p>
        </p:txBody>
      </p:sp>
      <p:sp>
        <p:nvSpPr>
          <p:cNvPr id="124" name="Google Shape;124;p37"/>
          <p:cNvSpPr/>
          <p:nvPr/>
        </p:nvSpPr>
        <p:spPr>
          <a:xfrm>
            <a:off x="4351439" y="3774328"/>
            <a:ext cx="1065962" cy="251662"/>
          </a:xfrm>
          <a:prstGeom prst="roundRect">
            <a:avLst>
              <a:gd name="adj" fmla="val 50000"/>
            </a:avLst>
          </a:prstGeom>
          <a:no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900"/>
              <a:buFont typeface="Quicksand"/>
              <a:buNone/>
            </a:pPr>
            <a:r>
              <a:rPr lang="id" sz="900">
                <a:solidFill>
                  <a:schemeClr val="dk1"/>
                </a:solidFill>
                <a:latin typeface="Quicksand"/>
                <a:ea typeface="Quicksand"/>
                <a:cs typeface="Quicksand"/>
                <a:sym typeface="Quicksand"/>
              </a:rPr>
              <a:t>Learn More</a:t>
            </a:r>
            <a:endParaRPr sz="1400">
              <a:solidFill>
                <a:schemeClr val="dk1"/>
              </a:solidFill>
              <a:latin typeface="Quicksand"/>
              <a:ea typeface="Quicksand"/>
              <a:cs typeface="Quicksand"/>
              <a:sym typeface="Quicksand"/>
            </a:endParaRPr>
          </a:p>
        </p:txBody>
      </p:sp>
      <p:sp>
        <p:nvSpPr>
          <p:cNvPr id="125" name="Google Shape;125;p37"/>
          <p:cNvSpPr/>
          <p:nvPr/>
        </p:nvSpPr>
        <p:spPr>
          <a:xfrm rot="-1721402">
            <a:off x="7800571" y="3180628"/>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126" name="Google Shape;126;p37"/>
          <p:cNvSpPr/>
          <p:nvPr/>
        </p:nvSpPr>
        <p:spPr>
          <a:xfrm rot="-4211805">
            <a:off x="3972602" y="4379396"/>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127" name="Google Shape;127;p37"/>
          <p:cNvSpPr/>
          <p:nvPr/>
        </p:nvSpPr>
        <p:spPr>
          <a:xfrm>
            <a:off x="5325777" y="375914"/>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pic>
        <p:nvPicPr>
          <p:cNvPr id="128" name="Google Shape;128;p37"/>
          <p:cNvPicPr preferRelativeResize="0"/>
          <p:nvPr/>
        </p:nvPicPr>
        <p:blipFill rotWithShape="1">
          <a:blip r:embed="rId4">
            <a:alphaModFix/>
          </a:blip>
          <a:srcRect l="21940" r="21939"/>
          <a:stretch/>
        </p:blipFill>
        <p:spPr>
          <a:xfrm flipH="1">
            <a:off x="0" y="1546622"/>
            <a:ext cx="3588544" cy="3596878"/>
          </a:xfrm>
          <a:custGeom>
            <a:avLst/>
            <a:gdLst/>
            <a:ahLst/>
            <a:cxnLst/>
            <a:rect l="l" t="t" r="r" b="b"/>
            <a:pathLst>
              <a:path w="4785360" h="4795520" extrusionOk="0">
                <a:moveTo>
                  <a:pt x="4785360" y="0"/>
                </a:moveTo>
                <a:lnTo>
                  <a:pt x="2392680" y="0"/>
                </a:lnTo>
                <a:cubicBezTo>
                  <a:pt x="1071239" y="0"/>
                  <a:pt x="0" y="1071239"/>
                  <a:pt x="0" y="2392680"/>
                </a:cubicBezTo>
                <a:lnTo>
                  <a:pt x="0" y="4795520"/>
                </a:lnTo>
                <a:lnTo>
                  <a:pt x="4785360" y="4795520"/>
                </a:lnTo>
                <a:close/>
              </a:path>
            </a:pathLst>
          </a:cu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38"/>
          <p:cNvPicPr preferRelativeResize="0"/>
          <p:nvPr/>
        </p:nvPicPr>
        <p:blipFill rotWithShape="1">
          <a:blip r:embed="rId3">
            <a:alphaModFix/>
          </a:blip>
          <a:srcRect l="19621" r="19621"/>
          <a:stretch/>
        </p:blipFill>
        <p:spPr>
          <a:xfrm>
            <a:off x="4947047" y="1897856"/>
            <a:ext cx="3498056" cy="3238500"/>
          </a:xfrm>
          <a:prstGeom prst="round2SameRect">
            <a:avLst>
              <a:gd name="adj1" fmla="val 50000"/>
              <a:gd name="adj2" fmla="val 0"/>
            </a:avLst>
          </a:prstGeom>
          <a:noFill/>
          <a:ln>
            <a:noFill/>
          </a:ln>
        </p:spPr>
      </p:pic>
      <p:sp>
        <p:nvSpPr>
          <p:cNvPr id="134" name="Google Shape;134;p38"/>
          <p:cNvSpPr txBox="1"/>
          <p:nvPr/>
        </p:nvSpPr>
        <p:spPr>
          <a:xfrm>
            <a:off x="636924" y="918796"/>
            <a:ext cx="3847966" cy="1071062"/>
          </a:xfrm>
          <a:prstGeom prst="rect">
            <a:avLst/>
          </a:prstGeom>
          <a:noFill/>
          <a:ln>
            <a:noFill/>
          </a:ln>
        </p:spPr>
        <p:txBody>
          <a:bodyPr spcFirstLastPara="1" wrap="square" lIns="68575" tIns="34275" rIns="68575" bIns="34275" anchor="t" anchorCtr="0">
            <a:spAutoFit/>
          </a:bodyPr>
          <a:lstStyle/>
          <a:p>
            <a:pPr marL="0" marR="0" lvl="0" indent="0" algn="l" rtl="0">
              <a:lnSpc>
                <a:spcPct val="90000"/>
              </a:lnSpc>
              <a:spcBef>
                <a:spcPts val="0"/>
              </a:spcBef>
              <a:spcAft>
                <a:spcPts val="0"/>
              </a:spcAft>
              <a:buNone/>
            </a:pPr>
            <a:r>
              <a:rPr lang="id" sz="3600" b="1">
                <a:solidFill>
                  <a:schemeClr val="accent2"/>
                </a:solidFill>
                <a:latin typeface="Quicksand"/>
                <a:ea typeface="Quicksand"/>
                <a:cs typeface="Quicksand"/>
                <a:sym typeface="Quicksand"/>
              </a:rPr>
              <a:t>Research Overview</a:t>
            </a:r>
            <a:endParaRPr sz="3600" b="1">
              <a:solidFill>
                <a:schemeClr val="accent2"/>
              </a:solidFill>
              <a:latin typeface="Quicksand"/>
              <a:ea typeface="Quicksand"/>
              <a:cs typeface="Quicksand"/>
              <a:sym typeface="Quicksand"/>
            </a:endParaRPr>
          </a:p>
        </p:txBody>
      </p:sp>
      <p:sp>
        <p:nvSpPr>
          <p:cNvPr id="135" name="Google Shape;135;p38"/>
          <p:cNvSpPr txBox="1"/>
          <p:nvPr/>
        </p:nvSpPr>
        <p:spPr>
          <a:xfrm>
            <a:off x="636924" y="1989859"/>
            <a:ext cx="3112116" cy="596701"/>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b="0" i="0">
                <a:solidFill>
                  <a:schemeClr val="dk1"/>
                </a:solidFill>
                <a:latin typeface="Quicksand"/>
                <a:ea typeface="Quicksand"/>
                <a:cs typeface="Quicksand"/>
                <a:sym typeface="Quicksand"/>
              </a:rPr>
              <a:t>Lorem ipsum dolor sit amet, consectetur adipiscing elit, sed eiusmod tempor incididunt ut labore et dolore magna aliqua enim ad minim</a:t>
            </a:r>
            <a:endParaRPr sz="900" b="0" i="0">
              <a:solidFill>
                <a:schemeClr val="dk1"/>
              </a:solidFill>
              <a:latin typeface="Quicksand"/>
              <a:ea typeface="Quicksand"/>
              <a:cs typeface="Quicksand"/>
              <a:sym typeface="Quicksand"/>
            </a:endParaRPr>
          </a:p>
        </p:txBody>
      </p:sp>
      <p:grpSp>
        <p:nvGrpSpPr>
          <p:cNvPr id="136" name="Google Shape;136;p38"/>
          <p:cNvGrpSpPr/>
          <p:nvPr/>
        </p:nvGrpSpPr>
        <p:grpSpPr>
          <a:xfrm>
            <a:off x="4960220" y="828926"/>
            <a:ext cx="2957871" cy="785378"/>
            <a:chOff x="8042391" y="3766943"/>
            <a:chExt cx="3943828" cy="1047170"/>
          </a:xfrm>
        </p:grpSpPr>
        <p:sp>
          <p:nvSpPr>
            <p:cNvPr id="137" name="Google Shape;137;p38"/>
            <p:cNvSpPr txBox="1"/>
            <p:nvPr/>
          </p:nvSpPr>
          <p:spPr>
            <a:xfrm>
              <a:off x="9514224" y="4258576"/>
              <a:ext cx="2471995" cy="555537"/>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 adipiscing elit.</a:t>
              </a:r>
              <a:endParaRPr sz="900">
                <a:solidFill>
                  <a:schemeClr val="dk1"/>
                </a:solidFill>
                <a:latin typeface="Quicksand"/>
                <a:ea typeface="Quicksand"/>
                <a:cs typeface="Quicksand"/>
                <a:sym typeface="Quicksand"/>
              </a:endParaRPr>
            </a:p>
          </p:txBody>
        </p:sp>
        <p:sp>
          <p:nvSpPr>
            <p:cNvPr id="138" name="Google Shape;138;p38"/>
            <p:cNvSpPr txBox="1"/>
            <p:nvPr/>
          </p:nvSpPr>
          <p:spPr>
            <a:xfrm>
              <a:off x="9514224" y="3874139"/>
              <a:ext cx="2339973" cy="33851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Clr>
                  <a:schemeClr val="accent5"/>
                </a:buClr>
                <a:buSzPts val="1200"/>
                <a:buFont typeface="Quicksand"/>
                <a:buNone/>
              </a:pPr>
              <a:r>
                <a:rPr lang="id" sz="1200" b="1">
                  <a:solidFill>
                    <a:schemeClr val="accent5"/>
                  </a:solidFill>
                  <a:latin typeface="Quicksand"/>
                  <a:ea typeface="Quicksand"/>
                  <a:cs typeface="Quicksand"/>
                  <a:sym typeface="Quicksand"/>
                </a:rPr>
                <a:t>Student Children</a:t>
              </a:r>
              <a:endParaRPr sz="1500" b="1">
                <a:solidFill>
                  <a:schemeClr val="accent5"/>
                </a:solidFill>
                <a:latin typeface="Quicksand"/>
                <a:ea typeface="Quicksand"/>
                <a:cs typeface="Quicksand"/>
                <a:sym typeface="Quicksand"/>
              </a:endParaRPr>
            </a:p>
          </p:txBody>
        </p:sp>
        <p:sp>
          <p:nvSpPr>
            <p:cNvPr id="139" name="Google Shape;139;p38"/>
            <p:cNvSpPr txBox="1"/>
            <p:nvPr/>
          </p:nvSpPr>
          <p:spPr>
            <a:xfrm>
              <a:off x="8042391" y="3766943"/>
              <a:ext cx="1471833" cy="769401"/>
            </a:xfrm>
            <a:prstGeom prst="rect">
              <a:avLst/>
            </a:prstGeom>
            <a:noFill/>
            <a:ln>
              <a:noFill/>
            </a:ln>
          </p:spPr>
          <p:txBody>
            <a:bodyPr spcFirstLastPara="1" wrap="square" lIns="68575" tIns="34275" rIns="68575" bIns="34275" anchor="t" anchorCtr="0">
              <a:spAutoFit/>
            </a:bodyPr>
            <a:lstStyle/>
            <a:p>
              <a:pPr marL="0" marR="0" lvl="0" indent="0" algn="r" rtl="0">
                <a:spcBef>
                  <a:spcPts val="0"/>
                </a:spcBef>
                <a:spcAft>
                  <a:spcPts val="0"/>
                </a:spcAft>
                <a:buClr>
                  <a:schemeClr val="accent5"/>
                </a:buClr>
                <a:buSzPts val="3300"/>
                <a:buFont typeface="Quicksand"/>
                <a:buNone/>
              </a:pPr>
              <a:r>
                <a:rPr lang="id" sz="3300" b="1">
                  <a:solidFill>
                    <a:schemeClr val="accent5"/>
                  </a:solidFill>
                  <a:latin typeface="Quicksand"/>
                  <a:ea typeface="Quicksand"/>
                  <a:cs typeface="Quicksand"/>
                  <a:sym typeface="Quicksand"/>
                </a:rPr>
                <a:t>60M</a:t>
              </a:r>
              <a:endParaRPr sz="3300" b="1">
                <a:solidFill>
                  <a:schemeClr val="accent5"/>
                </a:solidFill>
                <a:latin typeface="Quicksand"/>
                <a:ea typeface="Quicksand"/>
                <a:cs typeface="Quicksand"/>
                <a:sym typeface="Quicksand"/>
              </a:endParaRPr>
            </a:p>
          </p:txBody>
        </p:sp>
      </p:grpSp>
      <p:sp>
        <p:nvSpPr>
          <p:cNvPr id="140" name="Google Shape;140;p38"/>
          <p:cNvSpPr/>
          <p:nvPr/>
        </p:nvSpPr>
        <p:spPr>
          <a:xfrm>
            <a:off x="636924" y="2891174"/>
            <a:ext cx="2936856" cy="309285"/>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Clr>
                <a:schemeClr val="accent2"/>
              </a:buClr>
              <a:buSzPts val="1200"/>
              <a:buFont typeface="Quicksand"/>
              <a:buNone/>
            </a:pPr>
            <a:r>
              <a:rPr lang="id" sz="1200" b="1">
                <a:solidFill>
                  <a:schemeClr val="accent2"/>
                </a:solidFill>
                <a:latin typeface="Quicksand"/>
                <a:ea typeface="Quicksand"/>
                <a:cs typeface="Quicksand"/>
                <a:sym typeface="Quicksand"/>
              </a:rPr>
              <a:t>How do I get started? </a:t>
            </a:r>
            <a:endParaRPr sz="1200">
              <a:solidFill>
                <a:schemeClr val="accent2"/>
              </a:solidFill>
              <a:latin typeface="Quicksand"/>
              <a:ea typeface="Quicksand"/>
              <a:cs typeface="Quicksand"/>
              <a:sym typeface="Quicksand"/>
            </a:endParaRPr>
          </a:p>
        </p:txBody>
      </p:sp>
      <p:sp>
        <p:nvSpPr>
          <p:cNvPr id="141" name="Google Shape;141;p38"/>
          <p:cNvSpPr txBox="1"/>
          <p:nvPr/>
        </p:nvSpPr>
        <p:spPr>
          <a:xfrm>
            <a:off x="636924" y="3200458"/>
            <a:ext cx="2472036" cy="776751"/>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 adipiscing elit, sed do eiusmod tempor incididunt ut labore et dolore magna aliqua. Ut enim ad minim </a:t>
            </a:r>
            <a:endParaRPr sz="1100"/>
          </a:p>
        </p:txBody>
      </p:sp>
      <p:sp>
        <p:nvSpPr>
          <p:cNvPr id="142" name="Google Shape;142;p38"/>
          <p:cNvSpPr/>
          <p:nvPr/>
        </p:nvSpPr>
        <p:spPr>
          <a:xfrm rot="-1721402">
            <a:off x="8298441" y="3345714"/>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143" name="Google Shape;143;p38"/>
          <p:cNvSpPr/>
          <p:nvPr/>
        </p:nvSpPr>
        <p:spPr>
          <a:xfrm rot="-4211805">
            <a:off x="1646504" y="4348081"/>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144" name="Google Shape;144;p38"/>
          <p:cNvSpPr/>
          <p:nvPr/>
        </p:nvSpPr>
        <p:spPr>
          <a:xfrm>
            <a:off x="4331372" y="2245769"/>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pic>
        <p:nvPicPr>
          <p:cNvPr id="145" name="Google Shape;145;p38"/>
          <p:cNvPicPr preferRelativeResize="0"/>
          <p:nvPr/>
        </p:nvPicPr>
        <p:blipFill rotWithShape="1">
          <a:blip r:embed="rId4">
            <a:alphaModFix/>
          </a:blip>
          <a:srcRect/>
          <a:stretch/>
        </p:blipFill>
        <p:spPr>
          <a:xfrm>
            <a:off x="3037917" y="662886"/>
            <a:ext cx="1071726" cy="89666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Google Shape;150;p39"/>
          <p:cNvPicPr preferRelativeResize="0"/>
          <p:nvPr/>
        </p:nvPicPr>
        <p:blipFill rotWithShape="1">
          <a:blip r:embed="rId3">
            <a:alphaModFix/>
          </a:blip>
          <a:srcRect l="5392" r="5392"/>
          <a:stretch/>
        </p:blipFill>
        <p:spPr>
          <a:xfrm>
            <a:off x="4568429" y="994172"/>
            <a:ext cx="4060031" cy="2559844"/>
          </a:xfrm>
          <a:custGeom>
            <a:avLst/>
            <a:gdLst/>
            <a:ahLst/>
            <a:cxnLst/>
            <a:rect l="l" t="t" r="r" b="b"/>
            <a:pathLst>
              <a:path w="5414825" h="3413962" extrusionOk="0">
                <a:moveTo>
                  <a:pt x="916624" y="0"/>
                </a:moveTo>
                <a:cubicBezTo>
                  <a:pt x="1296302" y="0"/>
                  <a:pt x="1622064" y="230843"/>
                  <a:pt x="1761215" y="559833"/>
                </a:cubicBezTo>
                <a:lnTo>
                  <a:pt x="1797757" y="677549"/>
                </a:lnTo>
                <a:lnTo>
                  <a:pt x="1833307" y="563024"/>
                </a:lnTo>
                <a:cubicBezTo>
                  <a:pt x="1972458" y="234034"/>
                  <a:pt x="2298220" y="3191"/>
                  <a:pt x="2677898" y="3191"/>
                </a:cubicBezTo>
                <a:cubicBezTo>
                  <a:pt x="3120855" y="3191"/>
                  <a:pt x="3490428" y="317394"/>
                  <a:pt x="3575899" y="735084"/>
                </a:cubicBezTo>
                <a:lnTo>
                  <a:pt x="3588049" y="855610"/>
                </a:lnTo>
                <a:lnTo>
                  <a:pt x="3600200" y="735084"/>
                </a:lnTo>
                <a:cubicBezTo>
                  <a:pt x="3685671" y="317394"/>
                  <a:pt x="4055244" y="3191"/>
                  <a:pt x="4498201" y="3191"/>
                </a:cubicBezTo>
                <a:cubicBezTo>
                  <a:pt x="5004438" y="3191"/>
                  <a:pt x="5414825" y="413578"/>
                  <a:pt x="5414825" y="919815"/>
                </a:cubicBezTo>
                <a:lnTo>
                  <a:pt x="5414825" y="1549203"/>
                </a:lnTo>
                <a:lnTo>
                  <a:pt x="5414825" y="1867950"/>
                </a:lnTo>
                <a:lnTo>
                  <a:pt x="5414825" y="2497338"/>
                </a:lnTo>
                <a:cubicBezTo>
                  <a:pt x="5414825" y="3003575"/>
                  <a:pt x="5004438" y="3413962"/>
                  <a:pt x="4498201" y="3413962"/>
                </a:cubicBezTo>
                <a:cubicBezTo>
                  <a:pt x="4118523" y="3413962"/>
                  <a:pt x="3792761" y="3183120"/>
                  <a:pt x="3653610" y="2854129"/>
                </a:cubicBezTo>
                <a:lnTo>
                  <a:pt x="3617069" y="2736415"/>
                </a:lnTo>
                <a:lnTo>
                  <a:pt x="3581519" y="2850938"/>
                </a:lnTo>
                <a:cubicBezTo>
                  <a:pt x="3442368" y="3179929"/>
                  <a:pt x="3116606" y="3410771"/>
                  <a:pt x="2736928" y="3410771"/>
                </a:cubicBezTo>
                <a:cubicBezTo>
                  <a:pt x="2293971" y="3410771"/>
                  <a:pt x="1924399" y="3096569"/>
                  <a:pt x="1838927" y="2678879"/>
                </a:cubicBezTo>
                <a:lnTo>
                  <a:pt x="1826776" y="2558348"/>
                </a:lnTo>
                <a:lnTo>
                  <a:pt x="1814626" y="2678879"/>
                </a:lnTo>
                <a:cubicBezTo>
                  <a:pt x="1729154" y="3096569"/>
                  <a:pt x="1359582" y="3410771"/>
                  <a:pt x="916624" y="3410771"/>
                </a:cubicBezTo>
                <a:cubicBezTo>
                  <a:pt x="410387" y="3410771"/>
                  <a:pt x="0" y="3000384"/>
                  <a:pt x="0" y="2494147"/>
                </a:cubicBezTo>
                <a:lnTo>
                  <a:pt x="0" y="1864759"/>
                </a:lnTo>
                <a:lnTo>
                  <a:pt x="0" y="1546012"/>
                </a:lnTo>
                <a:lnTo>
                  <a:pt x="0" y="916624"/>
                </a:lnTo>
                <a:cubicBezTo>
                  <a:pt x="0" y="410387"/>
                  <a:pt x="410387" y="0"/>
                  <a:pt x="916624" y="0"/>
                </a:cubicBezTo>
                <a:close/>
              </a:path>
            </a:pathLst>
          </a:custGeom>
          <a:noFill/>
          <a:ln>
            <a:noFill/>
          </a:ln>
        </p:spPr>
      </p:pic>
      <p:pic>
        <p:nvPicPr>
          <p:cNvPr id="151" name="Google Shape;151;p39"/>
          <p:cNvPicPr preferRelativeResize="0"/>
          <p:nvPr/>
        </p:nvPicPr>
        <p:blipFill rotWithShape="1">
          <a:blip r:embed="rId4">
            <a:alphaModFix/>
          </a:blip>
          <a:srcRect/>
          <a:stretch/>
        </p:blipFill>
        <p:spPr>
          <a:xfrm>
            <a:off x="4325762" y="550816"/>
            <a:ext cx="1071726" cy="896660"/>
          </a:xfrm>
          <a:prstGeom prst="rect">
            <a:avLst/>
          </a:prstGeom>
          <a:noFill/>
          <a:ln>
            <a:noFill/>
          </a:ln>
        </p:spPr>
      </p:pic>
      <p:sp>
        <p:nvSpPr>
          <p:cNvPr id="152" name="Google Shape;152;p39"/>
          <p:cNvSpPr txBox="1"/>
          <p:nvPr/>
        </p:nvSpPr>
        <p:spPr>
          <a:xfrm>
            <a:off x="702025" y="1099951"/>
            <a:ext cx="3844902" cy="987578"/>
          </a:xfrm>
          <a:prstGeom prst="rect">
            <a:avLst/>
          </a:prstGeom>
          <a:noFill/>
          <a:ln>
            <a:noFill/>
          </a:ln>
        </p:spPr>
        <p:txBody>
          <a:bodyPr spcFirstLastPara="1" wrap="square" lIns="68575" tIns="34275" rIns="68575" bIns="34275" anchor="t" anchorCtr="0">
            <a:spAutoFit/>
          </a:bodyPr>
          <a:lstStyle/>
          <a:p>
            <a:pPr marL="0" marR="0" lvl="0" indent="0" algn="l" rtl="0">
              <a:lnSpc>
                <a:spcPct val="90000"/>
              </a:lnSpc>
              <a:spcBef>
                <a:spcPts val="0"/>
              </a:spcBef>
              <a:spcAft>
                <a:spcPts val="0"/>
              </a:spcAft>
              <a:buNone/>
            </a:pPr>
            <a:r>
              <a:rPr lang="id" sz="3300" b="1">
                <a:solidFill>
                  <a:schemeClr val="accent3"/>
                </a:solidFill>
                <a:latin typeface="Quicksand"/>
                <a:ea typeface="Quicksand"/>
                <a:cs typeface="Quicksand"/>
                <a:sym typeface="Quicksand"/>
              </a:rPr>
              <a:t>Fun Facts About Academic</a:t>
            </a:r>
            <a:endParaRPr sz="3300" b="1">
              <a:solidFill>
                <a:schemeClr val="accent3"/>
              </a:solidFill>
              <a:latin typeface="Quicksand"/>
              <a:ea typeface="Quicksand"/>
              <a:cs typeface="Quicksand"/>
              <a:sym typeface="Quicksand"/>
            </a:endParaRPr>
          </a:p>
        </p:txBody>
      </p:sp>
      <p:sp>
        <p:nvSpPr>
          <p:cNvPr id="153" name="Google Shape;153;p39"/>
          <p:cNvSpPr txBox="1"/>
          <p:nvPr/>
        </p:nvSpPr>
        <p:spPr>
          <a:xfrm>
            <a:off x="702025" y="2159663"/>
            <a:ext cx="3356840" cy="416653"/>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b="0" i="0">
                <a:solidFill>
                  <a:srgbClr val="0C0C0C"/>
                </a:solidFill>
                <a:latin typeface="Quicksand"/>
                <a:ea typeface="Quicksand"/>
                <a:cs typeface="Quicksand"/>
                <a:sym typeface="Quicksand"/>
              </a:rPr>
              <a:t>Lorem ipsum dolor sit amet, consectetur adipiscing elit, sed do eiusmod tempor incididunt ut</a:t>
            </a:r>
            <a:endParaRPr sz="900" b="0" i="0">
              <a:solidFill>
                <a:srgbClr val="0C0C0C"/>
              </a:solidFill>
              <a:latin typeface="Quicksand"/>
              <a:ea typeface="Quicksand"/>
              <a:cs typeface="Quicksand"/>
              <a:sym typeface="Quicksand"/>
            </a:endParaRPr>
          </a:p>
        </p:txBody>
      </p:sp>
      <p:grpSp>
        <p:nvGrpSpPr>
          <p:cNvPr id="154" name="Google Shape;154;p39"/>
          <p:cNvGrpSpPr/>
          <p:nvPr/>
        </p:nvGrpSpPr>
        <p:grpSpPr>
          <a:xfrm>
            <a:off x="702025" y="3533879"/>
            <a:ext cx="3016081" cy="671233"/>
            <a:chOff x="1741028" y="4757770"/>
            <a:chExt cx="4021441" cy="894977"/>
          </a:xfrm>
        </p:grpSpPr>
        <p:sp>
          <p:nvSpPr>
            <p:cNvPr id="155" name="Google Shape;155;p39"/>
            <p:cNvSpPr/>
            <p:nvPr/>
          </p:nvSpPr>
          <p:spPr>
            <a:xfrm>
              <a:off x="1741028" y="4757770"/>
              <a:ext cx="4021441" cy="338554"/>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id" sz="1200" b="1">
                  <a:solidFill>
                    <a:schemeClr val="accent3"/>
                  </a:solidFill>
                  <a:latin typeface="Quicksand"/>
                  <a:ea typeface="Quicksand"/>
                  <a:cs typeface="Quicksand"/>
                  <a:sym typeface="Quicksand"/>
                </a:rPr>
                <a:t>Learning Never Stops!</a:t>
              </a:r>
              <a:endParaRPr sz="1200" b="1">
                <a:solidFill>
                  <a:schemeClr val="accent3"/>
                </a:solidFill>
                <a:latin typeface="Quicksand"/>
                <a:ea typeface="Quicksand"/>
                <a:cs typeface="Quicksand"/>
                <a:sym typeface="Quicksand"/>
              </a:endParaRPr>
            </a:p>
          </p:txBody>
        </p:sp>
        <p:sp>
          <p:nvSpPr>
            <p:cNvPr id="156" name="Google Shape;156;p39"/>
            <p:cNvSpPr/>
            <p:nvPr/>
          </p:nvSpPr>
          <p:spPr>
            <a:xfrm>
              <a:off x="1741028" y="5097210"/>
              <a:ext cx="3799329" cy="555537"/>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None/>
              </a:pPr>
              <a:r>
                <a:rPr lang="id" sz="900">
                  <a:solidFill>
                    <a:srgbClr val="0C0C0C"/>
                  </a:solidFill>
                  <a:latin typeface="Quicksand"/>
                  <a:ea typeface="Quicksand"/>
                  <a:cs typeface="Quicksand"/>
                  <a:sym typeface="Quicksand"/>
                </a:rPr>
                <a:t>Lorem ipsum dolor sit amet, consectetur adipiscing elit, sed do eiusmod tempor</a:t>
              </a:r>
              <a:endParaRPr sz="900">
                <a:solidFill>
                  <a:srgbClr val="0C0C0C"/>
                </a:solidFill>
                <a:latin typeface="Quicksand"/>
                <a:ea typeface="Quicksand"/>
                <a:cs typeface="Quicksand"/>
                <a:sym typeface="Quicksand"/>
              </a:endParaRPr>
            </a:p>
          </p:txBody>
        </p:sp>
      </p:grpSp>
      <p:grpSp>
        <p:nvGrpSpPr>
          <p:cNvPr id="157" name="Google Shape;157;p39"/>
          <p:cNvGrpSpPr/>
          <p:nvPr/>
        </p:nvGrpSpPr>
        <p:grpSpPr>
          <a:xfrm>
            <a:off x="4469757" y="2680097"/>
            <a:ext cx="540000" cy="540000"/>
            <a:chOff x="1662849" y="3873122"/>
            <a:chExt cx="720000" cy="720000"/>
          </a:xfrm>
        </p:grpSpPr>
        <p:sp>
          <p:nvSpPr>
            <p:cNvPr id="158" name="Google Shape;158;p39"/>
            <p:cNvSpPr/>
            <p:nvPr/>
          </p:nvSpPr>
          <p:spPr>
            <a:xfrm>
              <a:off x="1662849" y="3873122"/>
              <a:ext cx="720000" cy="720000"/>
            </a:xfrm>
            <a:prstGeom prst="ellipse">
              <a:avLst/>
            </a:prstGeom>
            <a:solidFill>
              <a:schemeClr val="accent2"/>
            </a:solidFill>
            <a:ln>
              <a:noFill/>
            </a:ln>
            <a:effectLst>
              <a:outerShdw blurRad="571500" dist="127000" dir="5400000" algn="ctr" rotWithShape="0">
                <a:srgbClr val="000000">
                  <a:alpha val="11764"/>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900">
                <a:solidFill>
                  <a:schemeClr val="lt1"/>
                </a:solidFill>
                <a:latin typeface="Quicksand"/>
                <a:ea typeface="Quicksand"/>
                <a:cs typeface="Quicksand"/>
                <a:sym typeface="Quicksand"/>
              </a:endParaRPr>
            </a:p>
          </p:txBody>
        </p:sp>
        <p:sp>
          <p:nvSpPr>
            <p:cNvPr id="159" name="Google Shape;159;p39"/>
            <p:cNvSpPr/>
            <p:nvPr/>
          </p:nvSpPr>
          <p:spPr>
            <a:xfrm>
              <a:off x="1889074" y="4099909"/>
              <a:ext cx="267550" cy="266426"/>
            </a:xfrm>
            <a:custGeom>
              <a:avLst/>
              <a:gdLst/>
              <a:ahLst/>
              <a:cxnLst/>
              <a:rect l="l" t="t" r="r" b="b"/>
              <a:pathLst>
                <a:path w="232" h="232" extrusionOk="0">
                  <a:moveTo>
                    <a:pt x="220" y="232"/>
                  </a:moveTo>
                  <a:cubicBezTo>
                    <a:pt x="140" y="232"/>
                    <a:pt x="140" y="232"/>
                    <a:pt x="140" y="232"/>
                  </a:cubicBezTo>
                  <a:cubicBezTo>
                    <a:pt x="133" y="232"/>
                    <a:pt x="128" y="227"/>
                    <a:pt x="128" y="220"/>
                  </a:cubicBezTo>
                  <a:cubicBezTo>
                    <a:pt x="128" y="140"/>
                    <a:pt x="128" y="140"/>
                    <a:pt x="128" y="140"/>
                  </a:cubicBezTo>
                  <a:cubicBezTo>
                    <a:pt x="128" y="133"/>
                    <a:pt x="133" y="128"/>
                    <a:pt x="140" y="128"/>
                  </a:cubicBezTo>
                  <a:cubicBezTo>
                    <a:pt x="220" y="128"/>
                    <a:pt x="220" y="128"/>
                    <a:pt x="220" y="128"/>
                  </a:cubicBezTo>
                  <a:cubicBezTo>
                    <a:pt x="227" y="128"/>
                    <a:pt x="232" y="133"/>
                    <a:pt x="232" y="140"/>
                  </a:cubicBezTo>
                  <a:cubicBezTo>
                    <a:pt x="232" y="220"/>
                    <a:pt x="232" y="220"/>
                    <a:pt x="232" y="220"/>
                  </a:cubicBezTo>
                  <a:cubicBezTo>
                    <a:pt x="232" y="227"/>
                    <a:pt x="227" y="232"/>
                    <a:pt x="220" y="232"/>
                  </a:cubicBezTo>
                  <a:moveTo>
                    <a:pt x="220" y="104"/>
                  </a:moveTo>
                  <a:cubicBezTo>
                    <a:pt x="140" y="104"/>
                    <a:pt x="140" y="104"/>
                    <a:pt x="140" y="104"/>
                  </a:cubicBezTo>
                  <a:cubicBezTo>
                    <a:pt x="133" y="104"/>
                    <a:pt x="128" y="99"/>
                    <a:pt x="128" y="92"/>
                  </a:cubicBezTo>
                  <a:cubicBezTo>
                    <a:pt x="128" y="12"/>
                    <a:pt x="128" y="12"/>
                    <a:pt x="128" y="12"/>
                  </a:cubicBezTo>
                  <a:cubicBezTo>
                    <a:pt x="128" y="5"/>
                    <a:pt x="133" y="0"/>
                    <a:pt x="140" y="0"/>
                  </a:cubicBezTo>
                  <a:cubicBezTo>
                    <a:pt x="220" y="0"/>
                    <a:pt x="220" y="0"/>
                    <a:pt x="220" y="0"/>
                  </a:cubicBezTo>
                  <a:cubicBezTo>
                    <a:pt x="227" y="0"/>
                    <a:pt x="232" y="5"/>
                    <a:pt x="232" y="12"/>
                  </a:cubicBezTo>
                  <a:cubicBezTo>
                    <a:pt x="232" y="92"/>
                    <a:pt x="232" y="92"/>
                    <a:pt x="232" y="92"/>
                  </a:cubicBezTo>
                  <a:cubicBezTo>
                    <a:pt x="232" y="99"/>
                    <a:pt x="227" y="104"/>
                    <a:pt x="220" y="104"/>
                  </a:cubicBezTo>
                  <a:moveTo>
                    <a:pt x="92" y="232"/>
                  </a:moveTo>
                  <a:cubicBezTo>
                    <a:pt x="12" y="232"/>
                    <a:pt x="12" y="232"/>
                    <a:pt x="12" y="232"/>
                  </a:cubicBezTo>
                  <a:cubicBezTo>
                    <a:pt x="5" y="232"/>
                    <a:pt x="0" y="227"/>
                    <a:pt x="0" y="220"/>
                  </a:cubicBezTo>
                  <a:cubicBezTo>
                    <a:pt x="0" y="140"/>
                    <a:pt x="0" y="140"/>
                    <a:pt x="0" y="140"/>
                  </a:cubicBezTo>
                  <a:cubicBezTo>
                    <a:pt x="0" y="133"/>
                    <a:pt x="5" y="128"/>
                    <a:pt x="12" y="128"/>
                  </a:cubicBezTo>
                  <a:cubicBezTo>
                    <a:pt x="92" y="128"/>
                    <a:pt x="92" y="128"/>
                    <a:pt x="92" y="128"/>
                  </a:cubicBezTo>
                  <a:cubicBezTo>
                    <a:pt x="99" y="128"/>
                    <a:pt x="104" y="133"/>
                    <a:pt x="104" y="140"/>
                  </a:cubicBezTo>
                  <a:cubicBezTo>
                    <a:pt x="104" y="220"/>
                    <a:pt x="104" y="220"/>
                    <a:pt x="104" y="220"/>
                  </a:cubicBezTo>
                  <a:cubicBezTo>
                    <a:pt x="104" y="227"/>
                    <a:pt x="99" y="232"/>
                    <a:pt x="92" y="232"/>
                  </a:cubicBezTo>
                  <a:moveTo>
                    <a:pt x="92" y="104"/>
                  </a:moveTo>
                  <a:cubicBezTo>
                    <a:pt x="12" y="104"/>
                    <a:pt x="12" y="104"/>
                    <a:pt x="12" y="104"/>
                  </a:cubicBezTo>
                  <a:cubicBezTo>
                    <a:pt x="5" y="104"/>
                    <a:pt x="0" y="99"/>
                    <a:pt x="0" y="92"/>
                  </a:cubicBezTo>
                  <a:cubicBezTo>
                    <a:pt x="0" y="12"/>
                    <a:pt x="0" y="12"/>
                    <a:pt x="0" y="12"/>
                  </a:cubicBezTo>
                  <a:cubicBezTo>
                    <a:pt x="0" y="5"/>
                    <a:pt x="5" y="0"/>
                    <a:pt x="12" y="0"/>
                  </a:cubicBezTo>
                  <a:cubicBezTo>
                    <a:pt x="92" y="0"/>
                    <a:pt x="92" y="0"/>
                    <a:pt x="92" y="0"/>
                  </a:cubicBezTo>
                  <a:cubicBezTo>
                    <a:pt x="99" y="0"/>
                    <a:pt x="104" y="5"/>
                    <a:pt x="104" y="12"/>
                  </a:cubicBezTo>
                  <a:cubicBezTo>
                    <a:pt x="104" y="92"/>
                    <a:pt x="104" y="92"/>
                    <a:pt x="104" y="92"/>
                  </a:cubicBezTo>
                  <a:cubicBezTo>
                    <a:pt x="104" y="99"/>
                    <a:pt x="99" y="104"/>
                    <a:pt x="92" y="104"/>
                  </a:cubicBezTo>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grpSp>
      <p:grpSp>
        <p:nvGrpSpPr>
          <p:cNvPr id="160" name="Google Shape;160;p39"/>
          <p:cNvGrpSpPr/>
          <p:nvPr/>
        </p:nvGrpSpPr>
        <p:grpSpPr>
          <a:xfrm>
            <a:off x="7354966" y="3120836"/>
            <a:ext cx="540000" cy="540000"/>
            <a:chOff x="2528953" y="3873122"/>
            <a:chExt cx="720000" cy="720000"/>
          </a:xfrm>
        </p:grpSpPr>
        <p:sp>
          <p:nvSpPr>
            <p:cNvPr id="161" name="Google Shape;161;p39"/>
            <p:cNvSpPr/>
            <p:nvPr/>
          </p:nvSpPr>
          <p:spPr>
            <a:xfrm>
              <a:off x="2528953" y="3873122"/>
              <a:ext cx="720000" cy="720000"/>
            </a:xfrm>
            <a:prstGeom prst="ellipse">
              <a:avLst/>
            </a:prstGeom>
            <a:solidFill>
              <a:schemeClr val="accent3"/>
            </a:solidFill>
            <a:ln>
              <a:noFill/>
            </a:ln>
            <a:effectLst>
              <a:outerShdw blurRad="571500" dist="127000" dir="5400000" algn="ctr" rotWithShape="0">
                <a:srgbClr val="000000">
                  <a:alpha val="11764"/>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900">
                <a:solidFill>
                  <a:schemeClr val="lt1"/>
                </a:solidFill>
                <a:latin typeface="Quicksand"/>
                <a:ea typeface="Quicksand"/>
                <a:cs typeface="Quicksand"/>
                <a:sym typeface="Quicksand"/>
              </a:endParaRPr>
            </a:p>
          </p:txBody>
        </p:sp>
        <p:sp>
          <p:nvSpPr>
            <p:cNvPr id="162" name="Google Shape;162;p39"/>
            <p:cNvSpPr/>
            <p:nvPr/>
          </p:nvSpPr>
          <p:spPr>
            <a:xfrm>
              <a:off x="2705999" y="4067560"/>
              <a:ext cx="365908" cy="331124"/>
            </a:xfrm>
            <a:custGeom>
              <a:avLst/>
              <a:gdLst/>
              <a:ahLst/>
              <a:cxnLst/>
              <a:rect l="l" t="t" r="r" b="b"/>
              <a:pathLst>
                <a:path w="256" h="232" extrusionOk="0">
                  <a:moveTo>
                    <a:pt x="256" y="96"/>
                  </a:moveTo>
                  <a:cubicBezTo>
                    <a:pt x="256" y="114"/>
                    <a:pt x="242" y="128"/>
                    <a:pt x="224" y="128"/>
                  </a:cubicBezTo>
                  <a:cubicBezTo>
                    <a:pt x="206" y="128"/>
                    <a:pt x="192" y="114"/>
                    <a:pt x="192" y="96"/>
                  </a:cubicBezTo>
                  <a:cubicBezTo>
                    <a:pt x="192" y="114"/>
                    <a:pt x="178" y="128"/>
                    <a:pt x="160" y="128"/>
                  </a:cubicBezTo>
                  <a:cubicBezTo>
                    <a:pt x="142" y="128"/>
                    <a:pt x="128" y="114"/>
                    <a:pt x="128" y="96"/>
                  </a:cubicBezTo>
                  <a:cubicBezTo>
                    <a:pt x="128" y="114"/>
                    <a:pt x="114" y="128"/>
                    <a:pt x="96" y="128"/>
                  </a:cubicBezTo>
                  <a:cubicBezTo>
                    <a:pt x="78" y="128"/>
                    <a:pt x="64" y="114"/>
                    <a:pt x="64" y="96"/>
                  </a:cubicBezTo>
                  <a:cubicBezTo>
                    <a:pt x="64" y="114"/>
                    <a:pt x="50" y="128"/>
                    <a:pt x="32" y="128"/>
                  </a:cubicBezTo>
                  <a:cubicBezTo>
                    <a:pt x="14" y="128"/>
                    <a:pt x="0" y="114"/>
                    <a:pt x="0" y="96"/>
                  </a:cubicBezTo>
                  <a:cubicBezTo>
                    <a:pt x="23" y="36"/>
                    <a:pt x="23" y="36"/>
                    <a:pt x="23" y="36"/>
                  </a:cubicBezTo>
                  <a:cubicBezTo>
                    <a:pt x="234" y="36"/>
                    <a:pt x="234" y="36"/>
                    <a:pt x="234" y="36"/>
                  </a:cubicBezTo>
                  <a:lnTo>
                    <a:pt x="256" y="96"/>
                  </a:lnTo>
                  <a:close/>
                  <a:moveTo>
                    <a:pt x="216" y="24"/>
                  </a:moveTo>
                  <a:cubicBezTo>
                    <a:pt x="40" y="24"/>
                    <a:pt x="40" y="24"/>
                    <a:pt x="40" y="24"/>
                  </a:cubicBezTo>
                  <a:cubicBezTo>
                    <a:pt x="33" y="24"/>
                    <a:pt x="28" y="19"/>
                    <a:pt x="28" y="12"/>
                  </a:cubicBezTo>
                  <a:cubicBezTo>
                    <a:pt x="28" y="5"/>
                    <a:pt x="33" y="0"/>
                    <a:pt x="40" y="0"/>
                  </a:cubicBezTo>
                  <a:cubicBezTo>
                    <a:pt x="216" y="0"/>
                    <a:pt x="216" y="0"/>
                    <a:pt x="216" y="0"/>
                  </a:cubicBezTo>
                  <a:cubicBezTo>
                    <a:pt x="223" y="0"/>
                    <a:pt x="228" y="5"/>
                    <a:pt x="228" y="12"/>
                  </a:cubicBezTo>
                  <a:cubicBezTo>
                    <a:pt x="228" y="19"/>
                    <a:pt x="223" y="24"/>
                    <a:pt x="216" y="24"/>
                  </a:cubicBezTo>
                  <a:moveTo>
                    <a:pt x="36" y="140"/>
                  </a:moveTo>
                  <a:cubicBezTo>
                    <a:pt x="36" y="140"/>
                    <a:pt x="36" y="140"/>
                    <a:pt x="36" y="140"/>
                  </a:cubicBezTo>
                  <a:cubicBezTo>
                    <a:pt x="37" y="140"/>
                    <a:pt x="38" y="140"/>
                    <a:pt x="39" y="139"/>
                  </a:cubicBezTo>
                  <a:cubicBezTo>
                    <a:pt x="40" y="139"/>
                    <a:pt x="40" y="139"/>
                    <a:pt x="40" y="139"/>
                  </a:cubicBezTo>
                  <a:cubicBezTo>
                    <a:pt x="41" y="139"/>
                    <a:pt x="41" y="139"/>
                    <a:pt x="42" y="139"/>
                  </a:cubicBezTo>
                  <a:cubicBezTo>
                    <a:pt x="44" y="138"/>
                    <a:pt x="46" y="138"/>
                    <a:pt x="48" y="137"/>
                  </a:cubicBezTo>
                  <a:cubicBezTo>
                    <a:pt x="48" y="137"/>
                    <a:pt x="48" y="137"/>
                    <a:pt x="48" y="137"/>
                  </a:cubicBezTo>
                  <a:cubicBezTo>
                    <a:pt x="48" y="196"/>
                    <a:pt x="48" y="196"/>
                    <a:pt x="48" y="196"/>
                  </a:cubicBezTo>
                  <a:cubicBezTo>
                    <a:pt x="208" y="196"/>
                    <a:pt x="208" y="196"/>
                    <a:pt x="208" y="196"/>
                  </a:cubicBezTo>
                  <a:cubicBezTo>
                    <a:pt x="208" y="137"/>
                    <a:pt x="208" y="137"/>
                    <a:pt x="208" y="137"/>
                  </a:cubicBezTo>
                  <a:cubicBezTo>
                    <a:pt x="208" y="137"/>
                    <a:pt x="208" y="137"/>
                    <a:pt x="208" y="137"/>
                  </a:cubicBezTo>
                  <a:cubicBezTo>
                    <a:pt x="210" y="138"/>
                    <a:pt x="212" y="138"/>
                    <a:pt x="214" y="139"/>
                  </a:cubicBezTo>
                  <a:cubicBezTo>
                    <a:pt x="215" y="139"/>
                    <a:pt x="215" y="139"/>
                    <a:pt x="216" y="139"/>
                  </a:cubicBezTo>
                  <a:cubicBezTo>
                    <a:pt x="216" y="139"/>
                    <a:pt x="216" y="139"/>
                    <a:pt x="217" y="139"/>
                  </a:cubicBezTo>
                  <a:cubicBezTo>
                    <a:pt x="218" y="140"/>
                    <a:pt x="219" y="140"/>
                    <a:pt x="220" y="140"/>
                  </a:cubicBezTo>
                  <a:cubicBezTo>
                    <a:pt x="220" y="140"/>
                    <a:pt x="220" y="140"/>
                    <a:pt x="220" y="140"/>
                  </a:cubicBezTo>
                  <a:cubicBezTo>
                    <a:pt x="221" y="140"/>
                    <a:pt x="223" y="140"/>
                    <a:pt x="224" y="140"/>
                  </a:cubicBezTo>
                  <a:cubicBezTo>
                    <a:pt x="227" y="140"/>
                    <a:pt x="229" y="140"/>
                    <a:pt x="232" y="139"/>
                  </a:cubicBezTo>
                  <a:cubicBezTo>
                    <a:pt x="232" y="220"/>
                    <a:pt x="232" y="220"/>
                    <a:pt x="232" y="220"/>
                  </a:cubicBezTo>
                  <a:cubicBezTo>
                    <a:pt x="232" y="227"/>
                    <a:pt x="227" y="232"/>
                    <a:pt x="220" y="232"/>
                  </a:cubicBezTo>
                  <a:cubicBezTo>
                    <a:pt x="36" y="232"/>
                    <a:pt x="36" y="232"/>
                    <a:pt x="36" y="232"/>
                  </a:cubicBezTo>
                  <a:cubicBezTo>
                    <a:pt x="29" y="232"/>
                    <a:pt x="24" y="227"/>
                    <a:pt x="24" y="220"/>
                  </a:cubicBezTo>
                  <a:cubicBezTo>
                    <a:pt x="24" y="139"/>
                    <a:pt x="24" y="139"/>
                    <a:pt x="24" y="139"/>
                  </a:cubicBezTo>
                  <a:cubicBezTo>
                    <a:pt x="27" y="140"/>
                    <a:pt x="29" y="140"/>
                    <a:pt x="32" y="140"/>
                  </a:cubicBezTo>
                  <a:cubicBezTo>
                    <a:pt x="33" y="140"/>
                    <a:pt x="35" y="140"/>
                    <a:pt x="36" y="140"/>
                  </a:cubicBezTo>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grpSp>
      <p:grpSp>
        <p:nvGrpSpPr>
          <p:cNvPr id="163" name="Google Shape;163;p39"/>
          <p:cNvGrpSpPr/>
          <p:nvPr/>
        </p:nvGrpSpPr>
        <p:grpSpPr>
          <a:xfrm>
            <a:off x="6923900" y="1177476"/>
            <a:ext cx="540000" cy="540000"/>
            <a:chOff x="756343" y="3873122"/>
            <a:chExt cx="720000" cy="720000"/>
          </a:xfrm>
        </p:grpSpPr>
        <p:sp>
          <p:nvSpPr>
            <p:cNvPr id="164" name="Google Shape;164;p39"/>
            <p:cNvSpPr/>
            <p:nvPr/>
          </p:nvSpPr>
          <p:spPr>
            <a:xfrm>
              <a:off x="756343" y="3873122"/>
              <a:ext cx="720000" cy="720000"/>
            </a:xfrm>
            <a:prstGeom prst="ellipse">
              <a:avLst/>
            </a:prstGeom>
            <a:solidFill>
              <a:schemeClr val="accent1"/>
            </a:solidFill>
            <a:ln>
              <a:noFill/>
            </a:ln>
            <a:effectLst>
              <a:outerShdw blurRad="571500" dist="127000" dir="5400000" algn="ctr" rotWithShape="0">
                <a:srgbClr val="000000">
                  <a:alpha val="11764"/>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900">
                <a:solidFill>
                  <a:schemeClr val="lt1"/>
                </a:solidFill>
                <a:latin typeface="Quicksand"/>
                <a:ea typeface="Quicksand"/>
                <a:cs typeface="Quicksand"/>
                <a:sym typeface="Quicksand"/>
              </a:endParaRPr>
            </a:p>
          </p:txBody>
        </p:sp>
        <p:sp>
          <p:nvSpPr>
            <p:cNvPr id="165" name="Google Shape;165;p39"/>
            <p:cNvSpPr/>
            <p:nvPr/>
          </p:nvSpPr>
          <p:spPr>
            <a:xfrm>
              <a:off x="988966" y="4095130"/>
              <a:ext cx="254754" cy="275984"/>
            </a:xfrm>
            <a:custGeom>
              <a:avLst/>
              <a:gdLst/>
              <a:ahLst/>
              <a:cxnLst/>
              <a:rect l="l" t="t" r="r" b="b"/>
              <a:pathLst>
                <a:path w="200" h="216" extrusionOk="0">
                  <a:moveTo>
                    <a:pt x="197" y="104"/>
                  </a:moveTo>
                  <a:cubicBezTo>
                    <a:pt x="197" y="104"/>
                    <a:pt x="197" y="104"/>
                    <a:pt x="197" y="104"/>
                  </a:cubicBezTo>
                  <a:cubicBezTo>
                    <a:pt x="196" y="105"/>
                    <a:pt x="196" y="105"/>
                    <a:pt x="196" y="105"/>
                  </a:cubicBezTo>
                  <a:cubicBezTo>
                    <a:pt x="100" y="12"/>
                    <a:pt x="100" y="12"/>
                    <a:pt x="100" y="12"/>
                  </a:cubicBezTo>
                  <a:cubicBezTo>
                    <a:pt x="28" y="12"/>
                    <a:pt x="28" y="12"/>
                    <a:pt x="28" y="12"/>
                  </a:cubicBezTo>
                  <a:cubicBezTo>
                    <a:pt x="12" y="12"/>
                    <a:pt x="12" y="12"/>
                    <a:pt x="12" y="12"/>
                  </a:cubicBezTo>
                  <a:cubicBezTo>
                    <a:pt x="12" y="5"/>
                    <a:pt x="17" y="0"/>
                    <a:pt x="24" y="0"/>
                  </a:cubicBezTo>
                  <a:cubicBezTo>
                    <a:pt x="24" y="0"/>
                    <a:pt x="24" y="0"/>
                    <a:pt x="24" y="0"/>
                  </a:cubicBezTo>
                  <a:cubicBezTo>
                    <a:pt x="100" y="0"/>
                    <a:pt x="100" y="0"/>
                    <a:pt x="100" y="0"/>
                  </a:cubicBezTo>
                  <a:cubicBezTo>
                    <a:pt x="100" y="0"/>
                    <a:pt x="100" y="0"/>
                    <a:pt x="100" y="0"/>
                  </a:cubicBezTo>
                  <a:cubicBezTo>
                    <a:pt x="100" y="0"/>
                    <a:pt x="100" y="0"/>
                    <a:pt x="100" y="0"/>
                  </a:cubicBezTo>
                  <a:cubicBezTo>
                    <a:pt x="103" y="0"/>
                    <a:pt x="106" y="1"/>
                    <a:pt x="109" y="4"/>
                  </a:cubicBezTo>
                  <a:cubicBezTo>
                    <a:pt x="176" y="68"/>
                    <a:pt x="176" y="68"/>
                    <a:pt x="176" y="68"/>
                  </a:cubicBezTo>
                  <a:cubicBezTo>
                    <a:pt x="176" y="68"/>
                    <a:pt x="176" y="68"/>
                    <a:pt x="176" y="68"/>
                  </a:cubicBezTo>
                  <a:cubicBezTo>
                    <a:pt x="196" y="87"/>
                    <a:pt x="196" y="87"/>
                    <a:pt x="196" y="87"/>
                  </a:cubicBezTo>
                  <a:cubicBezTo>
                    <a:pt x="199" y="90"/>
                    <a:pt x="200" y="93"/>
                    <a:pt x="200" y="96"/>
                  </a:cubicBezTo>
                  <a:cubicBezTo>
                    <a:pt x="200" y="99"/>
                    <a:pt x="199" y="102"/>
                    <a:pt x="197" y="104"/>
                  </a:cubicBezTo>
                  <a:moveTo>
                    <a:pt x="88" y="24"/>
                  </a:moveTo>
                  <a:cubicBezTo>
                    <a:pt x="88" y="24"/>
                    <a:pt x="88" y="24"/>
                    <a:pt x="88" y="24"/>
                  </a:cubicBezTo>
                  <a:cubicBezTo>
                    <a:pt x="88" y="24"/>
                    <a:pt x="88" y="24"/>
                    <a:pt x="88" y="24"/>
                  </a:cubicBezTo>
                  <a:cubicBezTo>
                    <a:pt x="91" y="24"/>
                    <a:pt x="94" y="25"/>
                    <a:pt x="97" y="28"/>
                  </a:cubicBezTo>
                  <a:cubicBezTo>
                    <a:pt x="188" y="115"/>
                    <a:pt x="188" y="115"/>
                    <a:pt x="188" y="115"/>
                  </a:cubicBezTo>
                  <a:cubicBezTo>
                    <a:pt x="190" y="117"/>
                    <a:pt x="191" y="119"/>
                    <a:pt x="192" y="122"/>
                  </a:cubicBezTo>
                  <a:cubicBezTo>
                    <a:pt x="192" y="122"/>
                    <a:pt x="192" y="122"/>
                    <a:pt x="192" y="122"/>
                  </a:cubicBezTo>
                  <a:cubicBezTo>
                    <a:pt x="192" y="122"/>
                    <a:pt x="192" y="122"/>
                    <a:pt x="192" y="123"/>
                  </a:cubicBezTo>
                  <a:cubicBezTo>
                    <a:pt x="192" y="123"/>
                    <a:pt x="192" y="123"/>
                    <a:pt x="192" y="123"/>
                  </a:cubicBezTo>
                  <a:cubicBezTo>
                    <a:pt x="192" y="123"/>
                    <a:pt x="192" y="123"/>
                    <a:pt x="192" y="124"/>
                  </a:cubicBezTo>
                  <a:cubicBezTo>
                    <a:pt x="192" y="124"/>
                    <a:pt x="192" y="124"/>
                    <a:pt x="192" y="124"/>
                  </a:cubicBezTo>
                  <a:cubicBezTo>
                    <a:pt x="192" y="127"/>
                    <a:pt x="191" y="130"/>
                    <a:pt x="189" y="132"/>
                  </a:cubicBezTo>
                  <a:cubicBezTo>
                    <a:pt x="189" y="132"/>
                    <a:pt x="189" y="132"/>
                    <a:pt x="189" y="132"/>
                  </a:cubicBezTo>
                  <a:cubicBezTo>
                    <a:pt x="121" y="212"/>
                    <a:pt x="121" y="212"/>
                    <a:pt x="121" y="212"/>
                  </a:cubicBezTo>
                  <a:cubicBezTo>
                    <a:pt x="121" y="212"/>
                    <a:pt x="121" y="212"/>
                    <a:pt x="121" y="212"/>
                  </a:cubicBezTo>
                  <a:cubicBezTo>
                    <a:pt x="119" y="214"/>
                    <a:pt x="116" y="216"/>
                    <a:pt x="112" y="216"/>
                  </a:cubicBezTo>
                  <a:cubicBezTo>
                    <a:pt x="112" y="216"/>
                    <a:pt x="111" y="216"/>
                    <a:pt x="111" y="216"/>
                  </a:cubicBezTo>
                  <a:cubicBezTo>
                    <a:pt x="111" y="216"/>
                    <a:pt x="110" y="216"/>
                    <a:pt x="110" y="216"/>
                  </a:cubicBezTo>
                  <a:cubicBezTo>
                    <a:pt x="110" y="216"/>
                    <a:pt x="110" y="216"/>
                    <a:pt x="110" y="216"/>
                  </a:cubicBezTo>
                  <a:cubicBezTo>
                    <a:pt x="108" y="215"/>
                    <a:pt x="106" y="214"/>
                    <a:pt x="104" y="213"/>
                  </a:cubicBezTo>
                  <a:cubicBezTo>
                    <a:pt x="104" y="213"/>
                    <a:pt x="104" y="213"/>
                    <a:pt x="104" y="213"/>
                  </a:cubicBezTo>
                  <a:cubicBezTo>
                    <a:pt x="4" y="121"/>
                    <a:pt x="4" y="121"/>
                    <a:pt x="4" y="121"/>
                  </a:cubicBezTo>
                  <a:cubicBezTo>
                    <a:pt x="4" y="121"/>
                    <a:pt x="4" y="121"/>
                    <a:pt x="4" y="121"/>
                  </a:cubicBezTo>
                  <a:cubicBezTo>
                    <a:pt x="2" y="119"/>
                    <a:pt x="0" y="116"/>
                    <a:pt x="0" y="112"/>
                  </a:cubicBezTo>
                  <a:cubicBezTo>
                    <a:pt x="0" y="112"/>
                    <a:pt x="0" y="112"/>
                    <a:pt x="0" y="112"/>
                  </a:cubicBezTo>
                  <a:cubicBezTo>
                    <a:pt x="0" y="48"/>
                    <a:pt x="0" y="48"/>
                    <a:pt x="0" y="48"/>
                  </a:cubicBezTo>
                  <a:cubicBezTo>
                    <a:pt x="0" y="36"/>
                    <a:pt x="0" y="36"/>
                    <a:pt x="0" y="36"/>
                  </a:cubicBezTo>
                  <a:cubicBezTo>
                    <a:pt x="0" y="36"/>
                    <a:pt x="0" y="36"/>
                    <a:pt x="0" y="36"/>
                  </a:cubicBezTo>
                  <a:cubicBezTo>
                    <a:pt x="0" y="36"/>
                    <a:pt x="0" y="36"/>
                    <a:pt x="0" y="36"/>
                  </a:cubicBezTo>
                  <a:cubicBezTo>
                    <a:pt x="0" y="29"/>
                    <a:pt x="5" y="24"/>
                    <a:pt x="12" y="24"/>
                  </a:cubicBezTo>
                  <a:cubicBezTo>
                    <a:pt x="12" y="24"/>
                    <a:pt x="12" y="24"/>
                    <a:pt x="12" y="24"/>
                  </a:cubicBezTo>
                  <a:lnTo>
                    <a:pt x="88" y="24"/>
                  </a:lnTo>
                  <a:close/>
                  <a:moveTo>
                    <a:pt x="32" y="72"/>
                  </a:moveTo>
                  <a:cubicBezTo>
                    <a:pt x="41" y="72"/>
                    <a:pt x="48" y="65"/>
                    <a:pt x="48" y="56"/>
                  </a:cubicBezTo>
                  <a:cubicBezTo>
                    <a:pt x="48" y="47"/>
                    <a:pt x="41" y="40"/>
                    <a:pt x="32" y="40"/>
                  </a:cubicBezTo>
                  <a:cubicBezTo>
                    <a:pt x="23" y="40"/>
                    <a:pt x="16" y="47"/>
                    <a:pt x="16" y="56"/>
                  </a:cubicBezTo>
                  <a:cubicBezTo>
                    <a:pt x="16" y="65"/>
                    <a:pt x="23" y="72"/>
                    <a:pt x="32" y="72"/>
                  </a:cubicBezTo>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grpSp>
      <p:grpSp>
        <p:nvGrpSpPr>
          <p:cNvPr id="166" name="Google Shape;166;p39"/>
          <p:cNvGrpSpPr/>
          <p:nvPr/>
        </p:nvGrpSpPr>
        <p:grpSpPr>
          <a:xfrm>
            <a:off x="5342374" y="3660836"/>
            <a:ext cx="2282591" cy="1039269"/>
            <a:chOff x="709393" y="4179910"/>
            <a:chExt cx="3043455" cy="1385692"/>
          </a:xfrm>
        </p:grpSpPr>
        <p:sp>
          <p:nvSpPr>
            <p:cNvPr id="167" name="Google Shape;167;p39"/>
            <p:cNvSpPr txBox="1"/>
            <p:nvPr/>
          </p:nvSpPr>
          <p:spPr>
            <a:xfrm>
              <a:off x="709393" y="5018080"/>
              <a:ext cx="3043455" cy="547522"/>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b="0" i="0">
                  <a:solidFill>
                    <a:srgbClr val="0C0C0C"/>
                  </a:solidFill>
                  <a:latin typeface="Quicksand"/>
                  <a:ea typeface="Quicksand"/>
                  <a:cs typeface="Quicksand"/>
                  <a:sym typeface="Quicksand"/>
                </a:rPr>
                <a:t>Lorem ipsum dolor sit amet, consectetur adipiscing elit.</a:t>
              </a:r>
              <a:endParaRPr sz="900" b="0" i="0">
                <a:solidFill>
                  <a:srgbClr val="0C0C0C"/>
                </a:solidFill>
                <a:latin typeface="Quicksand"/>
                <a:ea typeface="Quicksand"/>
                <a:cs typeface="Quicksand"/>
                <a:sym typeface="Quicksand"/>
              </a:endParaRPr>
            </a:p>
          </p:txBody>
        </p:sp>
        <p:sp>
          <p:nvSpPr>
            <p:cNvPr id="168" name="Google Shape;168;p39"/>
            <p:cNvSpPr txBox="1"/>
            <p:nvPr/>
          </p:nvSpPr>
          <p:spPr>
            <a:xfrm>
              <a:off x="709393" y="4697540"/>
              <a:ext cx="3043455"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accent2"/>
                  </a:solidFill>
                  <a:latin typeface="Quicksand"/>
                  <a:ea typeface="Quicksand"/>
                  <a:cs typeface="Quicksand"/>
                  <a:sym typeface="Quicksand"/>
                </a:rPr>
                <a:t>Languages ​​in the world</a:t>
              </a:r>
              <a:endParaRPr sz="1200" b="1">
                <a:solidFill>
                  <a:schemeClr val="accent2"/>
                </a:solidFill>
                <a:latin typeface="Quicksand"/>
                <a:ea typeface="Quicksand"/>
                <a:cs typeface="Quicksand"/>
                <a:sym typeface="Quicksand"/>
              </a:endParaRPr>
            </a:p>
          </p:txBody>
        </p:sp>
        <p:sp>
          <p:nvSpPr>
            <p:cNvPr id="169" name="Google Shape;169;p39"/>
            <p:cNvSpPr txBox="1"/>
            <p:nvPr/>
          </p:nvSpPr>
          <p:spPr>
            <a:xfrm>
              <a:off x="709393" y="4179910"/>
              <a:ext cx="2339973" cy="58473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Clr>
                  <a:schemeClr val="accent2"/>
                </a:buClr>
                <a:buSzPts val="2400"/>
                <a:buFont typeface="Quicksand"/>
                <a:buNone/>
              </a:pPr>
              <a:r>
                <a:rPr lang="id" sz="2400" b="1" i="0" u="none" strike="noStrike" cap="none">
                  <a:solidFill>
                    <a:schemeClr val="accent2"/>
                  </a:solidFill>
                  <a:latin typeface="Quicksand"/>
                  <a:ea typeface="Quicksand"/>
                  <a:cs typeface="Quicksand"/>
                  <a:sym typeface="Quicksand"/>
                </a:rPr>
                <a:t>700K</a:t>
              </a:r>
              <a:endParaRPr sz="1500" b="1">
                <a:solidFill>
                  <a:schemeClr val="accent2"/>
                </a:solidFill>
                <a:latin typeface="Quicksand"/>
                <a:ea typeface="Quicksand"/>
                <a:cs typeface="Quicksand"/>
                <a:sym typeface="Quicksand"/>
              </a:endParaRPr>
            </a:p>
          </p:txBody>
        </p:sp>
      </p:grpSp>
      <p:sp>
        <p:nvSpPr>
          <p:cNvPr id="170" name="Google Shape;170;p39"/>
          <p:cNvSpPr txBox="1"/>
          <p:nvPr/>
        </p:nvSpPr>
        <p:spPr>
          <a:xfrm>
            <a:off x="702025" y="2644484"/>
            <a:ext cx="3356840" cy="590498"/>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b="0" i="0">
                <a:solidFill>
                  <a:srgbClr val="0C0C0C"/>
                </a:solidFill>
                <a:latin typeface="Quicksand"/>
                <a:ea typeface="Quicksand"/>
                <a:cs typeface="Quicksand"/>
                <a:sym typeface="Quicksand"/>
              </a:rPr>
              <a:t>Lorem ipsum dolor sit amet, consectetur adipiscing elit, sed do eiusmod tempor incididunt ut labore et dolore magna aliqua. Ut enim ad minim veniam, quis nostrud exercitation</a:t>
            </a:r>
            <a:endParaRPr sz="1100"/>
          </a:p>
        </p:txBody>
      </p:sp>
      <p:sp>
        <p:nvSpPr>
          <p:cNvPr id="171" name="Google Shape;171;p39"/>
          <p:cNvSpPr/>
          <p:nvPr/>
        </p:nvSpPr>
        <p:spPr>
          <a:xfrm rot="-1721402">
            <a:off x="1553925" y="378561"/>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172" name="Google Shape;172;p39"/>
          <p:cNvSpPr/>
          <p:nvPr/>
        </p:nvSpPr>
        <p:spPr>
          <a:xfrm rot="-4211805">
            <a:off x="7996631" y="3567034"/>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173" name="Google Shape;173;p39"/>
          <p:cNvSpPr/>
          <p:nvPr/>
        </p:nvSpPr>
        <p:spPr>
          <a:xfrm>
            <a:off x="3718106" y="4311098"/>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40"/>
          <p:cNvSpPr txBox="1"/>
          <p:nvPr/>
        </p:nvSpPr>
        <p:spPr>
          <a:xfrm>
            <a:off x="747756" y="761044"/>
            <a:ext cx="4773635" cy="117724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3600" b="1">
                <a:solidFill>
                  <a:schemeClr val="accent4"/>
                </a:solidFill>
                <a:latin typeface="Quicksand"/>
                <a:ea typeface="Quicksand"/>
                <a:cs typeface="Quicksand"/>
                <a:sym typeface="Quicksand"/>
              </a:rPr>
              <a:t>Hypothesis or Research Questions</a:t>
            </a:r>
            <a:endParaRPr sz="3600" b="1">
              <a:solidFill>
                <a:schemeClr val="accent4"/>
              </a:solidFill>
              <a:latin typeface="Quicksand"/>
              <a:ea typeface="Quicksand"/>
              <a:cs typeface="Quicksand"/>
              <a:sym typeface="Quicksand"/>
            </a:endParaRPr>
          </a:p>
        </p:txBody>
      </p:sp>
      <p:sp>
        <p:nvSpPr>
          <p:cNvPr id="180" name="Google Shape;180;p40"/>
          <p:cNvSpPr/>
          <p:nvPr/>
        </p:nvSpPr>
        <p:spPr>
          <a:xfrm>
            <a:off x="768011" y="2426127"/>
            <a:ext cx="3375068" cy="596702"/>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 adipiscing elit, sed do eiusmod tempor incididunt ut labore et dolore magna aliqua. Ut enim ad</a:t>
            </a:r>
            <a:endParaRPr sz="900">
              <a:solidFill>
                <a:schemeClr val="dk1"/>
              </a:solidFill>
              <a:latin typeface="Quicksand"/>
              <a:ea typeface="Quicksand"/>
              <a:cs typeface="Quicksand"/>
              <a:sym typeface="Quicksand"/>
            </a:endParaRPr>
          </a:p>
        </p:txBody>
      </p:sp>
      <p:sp>
        <p:nvSpPr>
          <p:cNvPr id="181" name="Google Shape;181;p40"/>
          <p:cNvSpPr/>
          <p:nvPr/>
        </p:nvSpPr>
        <p:spPr>
          <a:xfrm>
            <a:off x="768011" y="2166830"/>
            <a:ext cx="1795629" cy="253915"/>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id" sz="1200" b="1">
                <a:solidFill>
                  <a:schemeClr val="accent4"/>
                </a:solidFill>
                <a:latin typeface="Quicksand"/>
                <a:ea typeface="Quicksand"/>
                <a:cs typeface="Quicksand"/>
                <a:sym typeface="Quicksand"/>
              </a:rPr>
              <a:t>Subtitle Here</a:t>
            </a:r>
            <a:endParaRPr sz="1200" b="1">
              <a:solidFill>
                <a:schemeClr val="accent4"/>
              </a:solidFill>
              <a:latin typeface="Quicksand"/>
              <a:ea typeface="Quicksand"/>
              <a:cs typeface="Quicksand"/>
              <a:sym typeface="Quicksand"/>
            </a:endParaRPr>
          </a:p>
        </p:txBody>
      </p:sp>
      <p:sp>
        <p:nvSpPr>
          <p:cNvPr id="182" name="Google Shape;182;p40"/>
          <p:cNvSpPr/>
          <p:nvPr/>
        </p:nvSpPr>
        <p:spPr>
          <a:xfrm rot="-1721402">
            <a:off x="6907059" y="932784"/>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183" name="Google Shape;183;p40"/>
          <p:cNvSpPr/>
          <p:nvPr/>
        </p:nvSpPr>
        <p:spPr>
          <a:xfrm rot="-4211805">
            <a:off x="221532" y="4270678"/>
            <a:ext cx="473645" cy="487685"/>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184" name="Google Shape;184;p40"/>
          <p:cNvSpPr/>
          <p:nvPr/>
        </p:nvSpPr>
        <p:spPr>
          <a:xfrm>
            <a:off x="8148861" y="4272440"/>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pic>
        <p:nvPicPr>
          <p:cNvPr id="185" name="Google Shape;185;p40"/>
          <p:cNvPicPr preferRelativeResize="0"/>
          <p:nvPr/>
        </p:nvPicPr>
        <p:blipFill rotWithShape="1">
          <a:blip r:embed="rId3">
            <a:alphaModFix/>
          </a:blip>
          <a:srcRect/>
          <a:stretch/>
        </p:blipFill>
        <p:spPr>
          <a:xfrm>
            <a:off x="4036137" y="378331"/>
            <a:ext cx="1071726" cy="896660"/>
          </a:xfrm>
          <a:prstGeom prst="rect">
            <a:avLst/>
          </a:prstGeom>
          <a:noFill/>
          <a:ln>
            <a:noFill/>
          </a:ln>
        </p:spPr>
      </p:pic>
      <p:sp>
        <p:nvSpPr>
          <p:cNvPr id="186" name="Google Shape;186;p40"/>
          <p:cNvSpPr/>
          <p:nvPr/>
        </p:nvSpPr>
        <p:spPr>
          <a:xfrm>
            <a:off x="751580" y="3771323"/>
            <a:ext cx="3375068" cy="416653"/>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 adipiscing elit, sed do eiusmod tempor incididunt ut labore et dolore</a:t>
            </a:r>
            <a:endParaRPr sz="900">
              <a:solidFill>
                <a:schemeClr val="dk1"/>
              </a:solidFill>
              <a:latin typeface="Quicksand"/>
              <a:ea typeface="Quicksand"/>
              <a:cs typeface="Quicksand"/>
              <a:sym typeface="Quicksand"/>
            </a:endParaRPr>
          </a:p>
        </p:txBody>
      </p:sp>
      <p:sp>
        <p:nvSpPr>
          <p:cNvPr id="187" name="Google Shape;187;p40"/>
          <p:cNvSpPr/>
          <p:nvPr/>
        </p:nvSpPr>
        <p:spPr>
          <a:xfrm>
            <a:off x="751580" y="3089036"/>
            <a:ext cx="3375068" cy="596702"/>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 adipiscing elit, sed do eiusmod tempor incididunt ut labore et dolore magna aliqua. Ut enim ad</a:t>
            </a:r>
            <a:endParaRPr sz="900">
              <a:solidFill>
                <a:schemeClr val="dk1"/>
              </a:solidFill>
              <a:latin typeface="Quicksand"/>
              <a:ea typeface="Quicksand"/>
              <a:cs typeface="Quicksand"/>
              <a:sym typeface="Quicksand"/>
            </a:endParaRPr>
          </a:p>
        </p:txBody>
      </p:sp>
      <p:grpSp>
        <p:nvGrpSpPr>
          <p:cNvPr id="188" name="Google Shape;188;p40"/>
          <p:cNvGrpSpPr/>
          <p:nvPr/>
        </p:nvGrpSpPr>
        <p:grpSpPr>
          <a:xfrm>
            <a:off x="4685897" y="2166830"/>
            <a:ext cx="3690093" cy="346218"/>
            <a:chOff x="7568688" y="3051811"/>
            <a:chExt cx="4026412" cy="166638"/>
          </a:xfrm>
        </p:grpSpPr>
        <p:sp>
          <p:nvSpPr>
            <p:cNvPr id="189" name="Google Shape;189;p40"/>
            <p:cNvSpPr/>
            <p:nvPr/>
          </p:nvSpPr>
          <p:spPr>
            <a:xfrm>
              <a:off x="7595280" y="3051811"/>
              <a:ext cx="3999820" cy="166638"/>
            </a:xfrm>
            <a:prstGeom prst="roundRect">
              <a:avLst>
                <a:gd name="adj" fmla="val 50000"/>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chemeClr val="lt1"/>
                </a:solidFill>
                <a:latin typeface="Arial"/>
                <a:ea typeface="Arial"/>
                <a:cs typeface="Arial"/>
                <a:sym typeface="Arial"/>
              </a:endParaRPr>
            </a:p>
          </p:txBody>
        </p:sp>
        <p:sp>
          <p:nvSpPr>
            <p:cNvPr id="190" name="Google Shape;190;p40"/>
            <p:cNvSpPr/>
            <p:nvPr/>
          </p:nvSpPr>
          <p:spPr>
            <a:xfrm>
              <a:off x="7568688" y="3051811"/>
              <a:ext cx="2803452" cy="166638"/>
            </a:xfrm>
            <a:prstGeom prst="roundRect">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chemeClr val="lt1"/>
                </a:solidFill>
                <a:latin typeface="Arial"/>
                <a:ea typeface="Arial"/>
                <a:cs typeface="Arial"/>
                <a:sym typeface="Arial"/>
              </a:endParaRPr>
            </a:p>
          </p:txBody>
        </p:sp>
      </p:grpSp>
      <p:sp>
        <p:nvSpPr>
          <p:cNvPr id="191" name="Google Shape;191;p40"/>
          <p:cNvSpPr txBox="1"/>
          <p:nvPr/>
        </p:nvSpPr>
        <p:spPr>
          <a:xfrm>
            <a:off x="4685897" y="2558541"/>
            <a:ext cx="3087721" cy="484717"/>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chemeClr val="dk1"/>
              </a:buClr>
              <a:buSzPts val="900"/>
              <a:buFont typeface="Quicksand"/>
              <a:buNone/>
            </a:pPr>
            <a:r>
              <a:rPr lang="id" sz="900" b="0" i="0">
                <a:solidFill>
                  <a:schemeClr val="dk1"/>
                </a:solidFill>
                <a:latin typeface="Quicksand"/>
                <a:ea typeface="Quicksand"/>
                <a:cs typeface="Quicksand"/>
                <a:sym typeface="Quicksand"/>
              </a:rPr>
              <a:t>Lorem ipsum dolor sit amet, consectetur adipiscing elit, sed do eiusmod tempor incididunt ut labore.</a:t>
            </a:r>
            <a:endParaRPr sz="900">
              <a:solidFill>
                <a:schemeClr val="dk1"/>
              </a:solidFill>
              <a:latin typeface="Quicksand"/>
              <a:ea typeface="Quicksand"/>
              <a:cs typeface="Quicksand"/>
              <a:sym typeface="Quicksand"/>
            </a:endParaRPr>
          </a:p>
        </p:txBody>
      </p:sp>
      <p:sp>
        <p:nvSpPr>
          <p:cNvPr id="192" name="Google Shape;192;p40"/>
          <p:cNvSpPr txBox="1"/>
          <p:nvPr/>
        </p:nvSpPr>
        <p:spPr>
          <a:xfrm>
            <a:off x="6751963" y="2173472"/>
            <a:ext cx="566627" cy="346218"/>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chemeClr val="lt1"/>
              </a:buClr>
              <a:buSzPts val="1200"/>
              <a:buFont typeface="Quicksand"/>
              <a:buNone/>
            </a:pPr>
            <a:r>
              <a:rPr lang="id" sz="1200" b="1">
                <a:solidFill>
                  <a:schemeClr val="lt1"/>
                </a:solidFill>
                <a:latin typeface="Quicksand"/>
                <a:ea typeface="Quicksand"/>
                <a:cs typeface="Quicksand"/>
                <a:sym typeface="Quicksand"/>
              </a:rPr>
              <a:t>70%</a:t>
            </a:r>
            <a:endParaRPr sz="1500">
              <a:solidFill>
                <a:schemeClr val="lt1"/>
              </a:solidFill>
              <a:latin typeface="Quicksand"/>
              <a:ea typeface="Quicksand"/>
              <a:cs typeface="Quicksand"/>
              <a:sym typeface="Quicksand"/>
            </a:endParaRPr>
          </a:p>
        </p:txBody>
      </p:sp>
      <p:grpSp>
        <p:nvGrpSpPr>
          <p:cNvPr id="193" name="Google Shape;193;p40"/>
          <p:cNvGrpSpPr/>
          <p:nvPr/>
        </p:nvGrpSpPr>
        <p:grpSpPr>
          <a:xfrm>
            <a:off x="4717064" y="3312107"/>
            <a:ext cx="3097962" cy="1107965"/>
            <a:chOff x="6280356" y="4516515"/>
            <a:chExt cx="4130616" cy="1477287"/>
          </a:xfrm>
        </p:grpSpPr>
        <p:grpSp>
          <p:nvGrpSpPr>
            <p:cNvPr id="194" name="Google Shape;194;p40"/>
            <p:cNvGrpSpPr/>
            <p:nvPr/>
          </p:nvGrpSpPr>
          <p:grpSpPr>
            <a:xfrm>
              <a:off x="6280356" y="4661094"/>
              <a:ext cx="253223" cy="253222"/>
              <a:chOff x="6153744" y="4680348"/>
              <a:chExt cx="253223" cy="253222"/>
            </a:xfrm>
          </p:grpSpPr>
          <p:sp>
            <p:nvSpPr>
              <p:cNvPr id="195" name="Google Shape;195;p40"/>
              <p:cNvSpPr/>
              <p:nvPr/>
            </p:nvSpPr>
            <p:spPr>
              <a:xfrm>
                <a:off x="6153744" y="4680348"/>
                <a:ext cx="253223" cy="253222"/>
              </a:xfrm>
              <a:prstGeom prst="roundRect">
                <a:avLst>
                  <a:gd name="adj" fmla="val 33311"/>
                </a:avLst>
              </a:prstGeom>
              <a:solidFill>
                <a:schemeClr val="accent4"/>
              </a:solidFill>
              <a:ln>
                <a:noFill/>
              </a:ln>
              <a:effectLst>
                <a:outerShdw blurRad="457200" dist="152400" dir="2700000" algn="tl" rotWithShape="0">
                  <a:srgbClr val="000000">
                    <a:alpha val="2000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800"/>
                  <a:buFont typeface="Quicksand"/>
                  <a:buNone/>
                </a:pPr>
                <a:endParaRPr sz="800" b="1">
                  <a:solidFill>
                    <a:srgbClr val="3F3F3F"/>
                  </a:solidFill>
                  <a:latin typeface="Arial"/>
                  <a:ea typeface="Arial"/>
                  <a:cs typeface="Arial"/>
                  <a:sym typeface="Arial"/>
                </a:endParaRPr>
              </a:p>
            </p:txBody>
          </p:sp>
          <p:sp>
            <p:nvSpPr>
              <p:cNvPr id="196" name="Google Shape;196;p40"/>
              <p:cNvSpPr/>
              <p:nvPr/>
            </p:nvSpPr>
            <p:spPr>
              <a:xfrm rot="5400000">
                <a:off x="6236067" y="4780594"/>
                <a:ext cx="91262" cy="52729"/>
              </a:xfrm>
              <a:custGeom>
                <a:avLst/>
                <a:gdLst/>
                <a:ahLst/>
                <a:cxnLst/>
                <a:rect l="l" t="t" r="r" b="b"/>
                <a:pathLst>
                  <a:path w="397" h="228" extrusionOk="0">
                    <a:moveTo>
                      <a:pt x="50" y="220"/>
                    </a:moveTo>
                    <a:lnTo>
                      <a:pt x="50" y="220"/>
                    </a:lnTo>
                    <a:cubicBezTo>
                      <a:pt x="198" y="71"/>
                      <a:pt x="198" y="71"/>
                      <a:pt x="198" y="71"/>
                    </a:cubicBezTo>
                    <a:cubicBezTo>
                      <a:pt x="354" y="220"/>
                      <a:pt x="354" y="220"/>
                      <a:pt x="354" y="220"/>
                    </a:cubicBezTo>
                    <a:cubicBezTo>
                      <a:pt x="354" y="227"/>
                      <a:pt x="361" y="227"/>
                      <a:pt x="368" y="227"/>
                    </a:cubicBezTo>
                    <a:cubicBezTo>
                      <a:pt x="389" y="227"/>
                      <a:pt x="396" y="220"/>
                      <a:pt x="396" y="198"/>
                    </a:cubicBezTo>
                    <a:cubicBezTo>
                      <a:pt x="396" y="191"/>
                      <a:pt x="396" y="184"/>
                      <a:pt x="389" y="184"/>
                    </a:cubicBezTo>
                    <a:cubicBezTo>
                      <a:pt x="220" y="15"/>
                      <a:pt x="220" y="15"/>
                      <a:pt x="220" y="15"/>
                    </a:cubicBezTo>
                    <a:cubicBezTo>
                      <a:pt x="213" y="8"/>
                      <a:pt x="205" y="0"/>
                      <a:pt x="198" y="0"/>
                    </a:cubicBezTo>
                    <a:cubicBezTo>
                      <a:pt x="191" y="0"/>
                      <a:pt x="184" y="8"/>
                      <a:pt x="177" y="15"/>
                    </a:cubicBezTo>
                    <a:cubicBezTo>
                      <a:pt x="8" y="184"/>
                      <a:pt x="8" y="184"/>
                      <a:pt x="8" y="184"/>
                    </a:cubicBezTo>
                    <a:cubicBezTo>
                      <a:pt x="8" y="184"/>
                      <a:pt x="0" y="191"/>
                      <a:pt x="0" y="198"/>
                    </a:cubicBezTo>
                    <a:cubicBezTo>
                      <a:pt x="0" y="220"/>
                      <a:pt x="15" y="227"/>
                      <a:pt x="29" y="227"/>
                    </a:cubicBezTo>
                    <a:cubicBezTo>
                      <a:pt x="43" y="227"/>
                      <a:pt x="50" y="227"/>
                      <a:pt x="50" y="220"/>
                    </a:cubicBezTo>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chemeClr val="dk1"/>
                  </a:buClr>
                  <a:buSzPts val="1400"/>
                  <a:buFont typeface="Quicksand"/>
                  <a:buNone/>
                </a:pPr>
                <a:endParaRPr sz="1400">
                  <a:solidFill>
                    <a:srgbClr val="3F3F3F"/>
                  </a:solidFill>
                  <a:latin typeface="Arial"/>
                  <a:ea typeface="Arial"/>
                  <a:cs typeface="Arial"/>
                  <a:sym typeface="Arial"/>
                </a:endParaRPr>
              </a:p>
            </p:txBody>
          </p:sp>
        </p:grpSp>
        <p:grpSp>
          <p:nvGrpSpPr>
            <p:cNvPr id="197" name="Google Shape;197;p40"/>
            <p:cNvGrpSpPr/>
            <p:nvPr/>
          </p:nvGrpSpPr>
          <p:grpSpPr>
            <a:xfrm>
              <a:off x="6280356" y="5466256"/>
              <a:ext cx="253223" cy="253222"/>
              <a:chOff x="6153744" y="5123292"/>
              <a:chExt cx="253223" cy="253222"/>
            </a:xfrm>
          </p:grpSpPr>
          <p:sp>
            <p:nvSpPr>
              <p:cNvPr id="198" name="Google Shape;198;p40"/>
              <p:cNvSpPr/>
              <p:nvPr/>
            </p:nvSpPr>
            <p:spPr>
              <a:xfrm>
                <a:off x="6153744" y="5123292"/>
                <a:ext cx="253223" cy="253222"/>
              </a:xfrm>
              <a:prstGeom prst="roundRect">
                <a:avLst>
                  <a:gd name="adj" fmla="val 33311"/>
                </a:avLst>
              </a:prstGeom>
              <a:solidFill>
                <a:schemeClr val="accent4"/>
              </a:solidFill>
              <a:ln>
                <a:noFill/>
              </a:ln>
              <a:effectLst>
                <a:outerShdw blurRad="457200" dist="152400" dir="2700000" algn="tl" rotWithShape="0">
                  <a:srgbClr val="000000">
                    <a:alpha val="2000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800"/>
                  <a:buFont typeface="Quicksand"/>
                  <a:buNone/>
                </a:pPr>
                <a:endParaRPr sz="800" b="1">
                  <a:solidFill>
                    <a:srgbClr val="3F3F3F"/>
                  </a:solidFill>
                  <a:latin typeface="Arial"/>
                  <a:ea typeface="Arial"/>
                  <a:cs typeface="Arial"/>
                  <a:sym typeface="Arial"/>
                </a:endParaRPr>
              </a:p>
            </p:txBody>
          </p:sp>
          <p:sp>
            <p:nvSpPr>
              <p:cNvPr id="199" name="Google Shape;199;p40"/>
              <p:cNvSpPr/>
              <p:nvPr/>
            </p:nvSpPr>
            <p:spPr>
              <a:xfrm rot="5400000">
                <a:off x="6236067" y="5223538"/>
                <a:ext cx="91262" cy="52729"/>
              </a:xfrm>
              <a:custGeom>
                <a:avLst/>
                <a:gdLst/>
                <a:ahLst/>
                <a:cxnLst/>
                <a:rect l="l" t="t" r="r" b="b"/>
                <a:pathLst>
                  <a:path w="397" h="228" extrusionOk="0">
                    <a:moveTo>
                      <a:pt x="50" y="220"/>
                    </a:moveTo>
                    <a:lnTo>
                      <a:pt x="50" y="220"/>
                    </a:lnTo>
                    <a:cubicBezTo>
                      <a:pt x="198" y="71"/>
                      <a:pt x="198" y="71"/>
                      <a:pt x="198" y="71"/>
                    </a:cubicBezTo>
                    <a:cubicBezTo>
                      <a:pt x="354" y="220"/>
                      <a:pt x="354" y="220"/>
                      <a:pt x="354" y="220"/>
                    </a:cubicBezTo>
                    <a:cubicBezTo>
                      <a:pt x="354" y="227"/>
                      <a:pt x="361" y="227"/>
                      <a:pt x="368" y="227"/>
                    </a:cubicBezTo>
                    <a:cubicBezTo>
                      <a:pt x="389" y="227"/>
                      <a:pt x="396" y="220"/>
                      <a:pt x="396" y="198"/>
                    </a:cubicBezTo>
                    <a:cubicBezTo>
                      <a:pt x="396" y="191"/>
                      <a:pt x="396" y="184"/>
                      <a:pt x="389" y="184"/>
                    </a:cubicBezTo>
                    <a:cubicBezTo>
                      <a:pt x="220" y="15"/>
                      <a:pt x="220" y="15"/>
                      <a:pt x="220" y="15"/>
                    </a:cubicBezTo>
                    <a:cubicBezTo>
                      <a:pt x="213" y="8"/>
                      <a:pt x="205" y="0"/>
                      <a:pt x="198" y="0"/>
                    </a:cubicBezTo>
                    <a:cubicBezTo>
                      <a:pt x="191" y="0"/>
                      <a:pt x="184" y="8"/>
                      <a:pt x="177" y="15"/>
                    </a:cubicBezTo>
                    <a:cubicBezTo>
                      <a:pt x="8" y="184"/>
                      <a:pt x="8" y="184"/>
                      <a:pt x="8" y="184"/>
                    </a:cubicBezTo>
                    <a:cubicBezTo>
                      <a:pt x="8" y="184"/>
                      <a:pt x="0" y="191"/>
                      <a:pt x="0" y="198"/>
                    </a:cubicBezTo>
                    <a:cubicBezTo>
                      <a:pt x="0" y="220"/>
                      <a:pt x="15" y="227"/>
                      <a:pt x="29" y="227"/>
                    </a:cubicBezTo>
                    <a:cubicBezTo>
                      <a:pt x="43" y="227"/>
                      <a:pt x="50" y="227"/>
                      <a:pt x="50" y="220"/>
                    </a:cubicBezTo>
                  </a:path>
                </a:pathLst>
              </a:custGeom>
              <a:solidFill>
                <a:schemeClr val="lt1"/>
              </a:solidFill>
              <a:ln>
                <a:noFill/>
              </a:ln>
            </p:spPr>
            <p:txBody>
              <a:bodyPr spcFirstLastPara="1" wrap="square" lIns="68575" tIns="34275" rIns="68575" bIns="34275" anchor="ctr" anchorCtr="0">
                <a:noAutofit/>
              </a:bodyPr>
              <a:lstStyle/>
              <a:p>
                <a:pPr marL="0" marR="0" lvl="0" indent="0" algn="l" rtl="0">
                  <a:spcBef>
                    <a:spcPts val="0"/>
                  </a:spcBef>
                  <a:spcAft>
                    <a:spcPts val="0"/>
                  </a:spcAft>
                  <a:buClr>
                    <a:schemeClr val="dk1"/>
                  </a:buClr>
                  <a:buSzPts val="1400"/>
                  <a:buFont typeface="Quicksand"/>
                  <a:buNone/>
                </a:pPr>
                <a:endParaRPr sz="1400">
                  <a:solidFill>
                    <a:srgbClr val="3F3F3F"/>
                  </a:solidFill>
                  <a:latin typeface="Arial"/>
                  <a:ea typeface="Arial"/>
                  <a:cs typeface="Arial"/>
                  <a:sym typeface="Arial"/>
                </a:endParaRPr>
              </a:p>
            </p:txBody>
          </p:sp>
        </p:grpSp>
        <p:sp>
          <p:nvSpPr>
            <p:cNvPr id="200" name="Google Shape;200;p40"/>
            <p:cNvSpPr txBox="1"/>
            <p:nvPr/>
          </p:nvSpPr>
          <p:spPr>
            <a:xfrm>
              <a:off x="6533579" y="4516515"/>
              <a:ext cx="3877393" cy="1477287"/>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chemeClr val="dk1"/>
                </a:buClr>
                <a:buSzPts val="900"/>
                <a:buFont typeface="Quicksand"/>
                <a:buNone/>
              </a:pPr>
              <a:r>
                <a:rPr lang="id" sz="900" b="0">
                  <a:solidFill>
                    <a:schemeClr val="dk1"/>
                  </a:solidFill>
                  <a:latin typeface="Quicksand"/>
                  <a:ea typeface="Quicksand"/>
                  <a:cs typeface="Quicksand"/>
                  <a:sym typeface="Quicksand"/>
                </a:rPr>
                <a:t>Lorem ipsum dolor sit amet, consectetur adipiscing elit, sed do eiusmod tempor.</a:t>
              </a:r>
              <a:endParaRPr sz="900">
                <a:solidFill>
                  <a:schemeClr val="dk1"/>
                </a:solidFill>
                <a:latin typeface="Quicksand"/>
                <a:ea typeface="Quicksand"/>
                <a:cs typeface="Quicksand"/>
                <a:sym typeface="Quicksand"/>
              </a:endParaRPr>
            </a:p>
            <a:p>
              <a:pPr marL="0" marR="0" lvl="0" indent="0" algn="l" rtl="0">
                <a:lnSpc>
                  <a:spcPct val="150000"/>
                </a:lnSpc>
                <a:spcBef>
                  <a:spcPts val="0"/>
                </a:spcBef>
                <a:spcAft>
                  <a:spcPts val="0"/>
                </a:spcAft>
                <a:buClr>
                  <a:schemeClr val="dk1"/>
                </a:buClr>
                <a:buSzPts val="900"/>
                <a:buFont typeface="Quicksand"/>
                <a:buNone/>
              </a:pPr>
              <a:endParaRPr sz="900">
                <a:solidFill>
                  <a:schemeClr val="dk1"/>
                </a:solidFill>
                <a:latin typeface="Quicksand"/>
                <a:ea typeface="Quicksand"/>
                <a:cs typeface="Quicksand"/>
                <a:sym typeface="Quicksand"/>
              </a:endParaRPr>
            </a:p>
            <a:p>
              <a:pPr marL="0" marR="0" lvl="0" indent="0" algn="l" rtl="0">
                <a:lnSpc>
                  <a:spcPct val="150000"/>
                </a:lnSpc>
                <a:spcBef>
                  <a:spcPts val="0"/>
                </a:spcBef>
                <a:spcAft>
                  <a:spcPts val="0"/>
                </a:spcAft>
                <a:buClr>
                  <a:schemeClr val="dk1"/>
                </a:buClr>
                <a:buSzPts val="900"/>
                <a:buFont typeface="Quicksand"/>
                <a:buNone/>
              </a:pPr>
              <a:r>
                <a:rPr lang="id" sz="900" b="0">
                  <a:solidFill>
                    <a:schemeClr val="dk1"/>
                  </a:solidFill>
                  <a:latin typeface="Quicksand"/>
                  <a:ea typeface="Quicksand"/>
                  <a:cs typeface="Quicksand"/>
                  <a:sym typeface="Quicksand"/>
                </a:rPr>
                <a:t>Lorem ipsum dolor sit amet, consectetur adipiscing elit, sed do eiusmod tempor.</a:t>
              </a:r>
              <a:endParaRPr sz="900">
                <a:solidFill>
                  <a:schemeClr val="dk1"/>
                </a:solidFill>
                <a:latin typeface="Quicksand"/>
                <a:ea typeface="Quicksand"/>
                <a:cs typeface="Quicksand"/>
                <a:sym typeface="Quicksand"/>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pic>
        <p:nvPicPr>
          <p:cNvPr id="205" name="Google Shape;205;p41"/>
          <p:cNvPicPr preferRelativeResize="0"/>
          <p:nvPr/>
        </p:nvPicPr>
        <p:blipFill rotWithShape="1">
          <a:blip r:embed="rId3">
            <a:alphaModFix/>
          </a:blip>
          <a:srcRect l="30053" r="30053"/>
          <a:stretch/>
        </p:blipFill>
        <p:spPr>
          <a:xfrm flipH="1">
            <a:off x="800100" y="941785"/>
            <a:ext cx="2988469" cy="4213622"/>
          </a:xfrm>
          <a:prstGeom prst="round2SameRect">
            <a:avLst>
              <a:gd name="adj1" fmla="val 50000"/>
              <a:gd name="adj2" fmla="val 0"/>
            </a:avLst>
          </a:prstGeom>
          <a:noFill/>
          <a:ln>
            <a:noFill/>
          </a:ln>
        </p:spPr>
      </p:pic>
      <p:pic>
        <p:nvPicPr>
          <p:cNvPr id="206" name="Google Shape;206;p41"/>
          <p:cNvPicPr preferRelativeResize="0"/>
          <p:nvPr/>
        </p:nvPicPr>
        <p:blipFill rotWithShape="1">
          <a:blip r:embed="rId4">
            <a:alphaModFix/>
          </a:blip>
          <a:srcRect/>
          <a:stretch/>
        </p:blipFill>
        <p:spPr>
          <a:xfrm rot="604873">
            <a:off x="3253154" y="3541412"/>
            <a:ext cx="1071726" cy="896660"/>
          </a:xfrm>
          <a:prstGeom prst="rect">
            <a:avLst/>
          </a:prstGeom>
          <a:noFill/>
          <a:ln>
            <a:noFill/>
          </a:ln>
        </p:spPr>
      </p:pic>
      <p:sp>
        <p:nvSpPr>
          <p:cNvPr id="207" name="Google Shape;207;p41"/>
          <p:cNvSpPr/>
          <p:nvPr/>
        </p:nvSpPr>
        <p:spPr>
          <a:xfrm>
            <a:off x="4139649" y="1112726"/>
            <a:ext cx="4431504" cy="1071062"/>
          </a:xfrm>
          <a:prstGeom prst="rect">
            <a:avLst/>
          </a:prstGeom>
          <a:noFill/>
          <a:ln>
            <a:noFill/>
          </a:ln>
        </p:spPr>
        <p:txBody>
          <a:bodyPr spcFirstLastPara="1" wrap="square" lIns="68575" tIns="34275" rIns="68575" bIns="34275" anchor="t" anchorCtr="0">
            <a:noAutofit/>
          </a:bodyPr>
          <a:lstStyle/>
          <a:p>
            <a:pPr marL="0" marR="0" lvl="0" indent="0" algn="l" rtl="0">
              <a:lnSpc>
                <a:spcPct val="90000"/>
              </a:lnSpc>
              <a:spcBef>
                <a:spcPts val="0"/>
              </a:spcBef>
              <a:spcAft>
                <a:spcPts val="0"/>
              </a:spcAft>
              <a:buNone/>
            </a:pPr>
            <a:r>
              <a:rPr lang="id" sz="3600" b="1">
                <a:solidFill>
                  <a:schemeClr val="accent5"/>
                </a:solidFill>
                <a:latin typeface="Quicksand"/>
                <a:ea typeface="Quicksand"/>
                <a:cs typeface="Quicksand"/>
                <a:sym typeface="Quicksand"/>
              </a:rPr>
              <a:t>Why is Academic Important?</a:t>
            </a:r>
            <a:endParaRPr sz="3600" b="1">
              <a:solidFill>
                <a:schemeClr val="accent5"/>
              </a:solidFill>
              <a:latin typeface="Quicksand"/>
              <a:ea typeface="Quicksand"/>
              <a:cs typeface="Quicksand"/>
              <a:sym typeface="Quicksand"/>
            </a:endParaRPr>
          </a:p>
        </p:txBody>
      </p:sp>
      <p:sp>
        <p:nvSpPr>
          <p:cNvPr id="208" name="Google Shape;208;p41"/>
          <p:cNvSpPr txBox="1"/>
          <p:nvPr/>
        </p:nvSpPr>
        <p:spPr>
          <a:xfrm>
            <a:off x="4139649" y="2149609"/>
            <a:ext cx="3242800" cy="596701"/>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b="0" i="0">
                <a:solidFill>
                  <a:srgbClr val="0C0C0C"/>
                </a:solidFill>
                <a:latin typeface="Quicksand"/>
                <a:ea typeface="Quicksand"/>
                <a:cs typeface="Quicksand"/>
                <a:sym typeface="Quicksand"/>
              </a:rPr>
              <a:t>Lorem ipsum dolor sit amet, consectetur adipiscing elit, sed do eiusmod tempor incididunt ut labore et dolore magna aliqua</a:t>
            </a:r>
            <a:endParaRPr sz="900" b="0" i="0">
              <a:solidFill>
                <a:srgbClr val="0C0C0C"/>
              </a:solidFill>
              <a:latin typeface="Quicksand"/>
              <a:ea typeface="Quicksand"/>
              <a:cs typeface="Quicksand"/>
              <a:sym typeface="Quicksand"/>
            </a:endParaRPr>
          </a:p>
        </p:txBody>
      </p:sp>
      <p:sp>
        <p:nvSpPr>
          <p:cNvPr id="209" name="Google Shape;209;p41"/>
          <p:cNvSpPr txBox="1"/>
          <p:nvPr/>
        </p:nvSpPr>
        <p:spPr>
          <a:xfrm>
            <a:off x="8343900" y="4741187"/>
            <a:ext cx="664369" cy="300082"/>
          </a:xfrm>
          <a:prstGeom prst="rect">
            <a:avLst/>
          </a:prstGeom>
          <a:noFill/>
          <a:ln>
            <a:noFill/>
          </a:ln>
        </p:spPr>
        <p:txBody>
          <a:bodyPr spcFirstLastPara="1" wrap="square" lIns="68575" tIns="34275" rIns="68575" bIns="34275" anchor="t" anchorCtr="0">
            <a:spAutoFit/>
          </a:bodyPr>
          <a:lstStyle/>
          <a:p>
            <a:pPr marL="0" marR="0" lvl="0" indent="0" algn="r" rtl="0">
              <a:spcBef>
                <a:spcPts val="0"/>
              </a:spcBef>
              <a:spcAft>
                <a:spcPts val="0"/>
              </a:spcAft>
              <a:buNone/>
            </a:pPr>
            <a:fld id="{00000000-1234-1234-1234-123412341234}" type="slidenum">
              <a:rPr lang="id" sz="1500" i="0" strike="noStrike">
                <a:solidFill>
                  <a:schemeClr val="lt1"/>
                </a:solidFill>
                <a:latin typeface="Quicksand"/>
                <a:ea typeface="Quicksand"/>
                <a:cs typeface="Quicksand"/>
                <a:sym typeface="Quicksand"/>
              </a:rPr>
              <a:t>6</a:t>
            </a:fld>
            <a:endParaRPr sz="2400" i="0" strike="noStrike">
              <a:solidFill>
                <a:schemeClr val="lt1"/>
              </a:solidFill>
              <a:latin typeface="Quicksand"/>
              <a:ea typeface="Quicksand"/>
              <a:cs typeface="Quicksand"/>
              <a:sym typeface="Quicksand"/>
            </a:endParaRPr>
          </a:p>
        </p:txBody>
      </p:sp>
      <p:grpSp>
        <p:nvGrpSpPr>
          <p:cNvPr id="210" name="Google Shape;210;p41"/>
          <p:cNvGrpSpPr/>
          <p:nvPr/>
        </p:nvGrpSpPr>
        <p:grpSpPr>
          <a:xfrm>
            <a:off x="4139649" y="2945981"/>
            <a:ext cx="3242800" cy="670568"/>
            <a:chOff x="5186046" y="3429000"/>
            <a:chExt cx="4592560" cy="894091"/>
          </a:xfrm>
        </p:grpSpPr>
        <p:sp>
          <p:nvSpPr>
            <p:cNvPr id="211" name="Google Shape;211;p41"/>
            <p:cNvSpPr txBox="1"/>
            <p:nvPr/>
          </p:nvSpPr>
          <p:spPr>
            <a:xfrm>
              <a:off x="5186046" y="3429000"/>
              <a:ext cx="2815680"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accent5"/>
                  </a:solidFill>
                  <a:latin typeface="Quicksand"/>
                  <a:ea typeface="Quicksand"/>
                  <a:cs typeface="Quicksand"/>
                  <a:sym typeface="Quicksand"/>
                </a:rPr>
                <a:t>&gt; Future Opportunities</a:t>
              </a:r>
              <a:endParaRPr sz="1200" b="1">
                <a:solidFill>
                  <a:schemeClr val="accent5"/>
                </a:solidFill>
                <a:latin typeface="Quicksand"/>
                <a:ea typeface="Quicksand"/>
                <a:cs typeface="Quicksand"/>
                <a:sym typeface="Quicksand"/>
              </a:endParaRPr>
            </a:p>
          </p:txBody>
        </p:sp>
        <p:sp>
          <p:nvSpPr>
            <p:cNvPr id="212" name="Google Shape;212;p41"/>
            <p:cNvSpPr txBox="1"/>
            <p:nvPr/>
          </p:nvSpPr>
          <p:spPr>
            <a:xfrm>
              <a:off x="5186046" y="3767554"/>
              <a:ext cx="4592560" cy="555537"/>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b="0" i="0">
                  <a:solidFill>
                    <a:srgbClr val="0C0C0C"/>
                  </a:solidFill>
                  <a:latin typeface="Quicksand"/>
                  <a:ea typeface="Quicksand"/>
                  <a:cs typeface="Quicksand"/>
                  <a:sym typeface="Quicksand"/>
                </a:rPr>
                <a:t>Lorem ipsum dolor sit amet, consectetur adipiscing elit, sed do eiusmod</a:t>
              </a:r>
              <a:endParaRPr sz="900" b="0" i="0">
                <a:solidFill>
                  <a:srgbClr val="0C0C0C"/>
                </a:solidFill>
                <a:latin typeface="Quicksand"/>
                <a:ea typeface="Quicksand"/>
                <a:cs typeface="Quicksand"/>
                <a:sym typeface="Quicksand"/>
              </a:endParaRPr>
            </a:p>
          </p:txBody>
        </p:sp>
      </p:grpSp>
      <p:grpSp>
        <p:nvGrpSpPr>
          <p:cNvPr id="213" name="Google Shape;213;p41"/>
          <p:cNvGrpSpPr/>
          <p:nvPr/>
        </p:nvGrpSpPr>
        <p:grpSpPr>
          <a:xfrm>
            <a:off x="5428201" y="3638243"/>
            <a:ext cx="2822928" cy="850617"/>
            <a:chOff x="5186046" y="3429000"/>
            <a:chExt cx="3763904" cy="1134156"/>
          </a:xfrm>
        </p:grpSpPr>
        <p:sp>
          <p:nvSpPr>
            <p:cNvPr id="214" name="Google Shape;214;p41"/>
            <p:cNvSpPr txBox="1"/>
            <p:nvPr/>
          </p:nvSpPr>
          <p:spPr>
            <a:xfrm>
              <a:off x="5186046" y="3429000"/>
              <a:ext cx="2815680"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accent2"/>
                  </a:solidFill>
                  <a:latin typeface="Quicksand"/>
                  <a:ea typeface="Quicksand"/>
                  <a:cs typeface="Quicksand"/>
                  <a:sym typeface="Quicksand"/>
                </a:rPr>
                <a:t>&gt; Knowledge Acquisition</a:t>
              </a:r>
              <a:endParaRPr sz="1200" b="1">
                <a:solidFill>
                  <a:schemeClr val="accent2"/>
                </a:solidFill>
                <a:latin typeface="Quicksand"/>
                <a:ea typeface="Quicksand"/>
                <a:cs typeface="Quicksand"/>
                <a:sym typeface="Quicksand"/>
              </a:endParaRPr>
            </a:p>
          </p:txBody>
        </p:sp>
        <p:sp>
          <p:nvSpPr>
            <p:cNvPr id="215" name="Google Shape;215;p41"/>
            <p:cNvSpPr txBox="1"/>
            <p:nvPr/>
          </p:nvSpPr>
          <p:spPr>
            <a:xfrm>
              <a:off x="5186046" y="3767554"/>
              <a:ext cx="3763904" cy="795602"/>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b="0" i="0">
                  <a:solidFill>
                    <a:srgbClr val="0C0C0C"/>
                  </a:solidFill>
                  <a:latin typeface="Quicksand"/>
                  <a:ea typeface="Quicksand"/>
                  <a:cs typeface="Quicksand"/>
                  <a:sym typeface="Quicksand"/>
                </a:rPr>
                <a:t>Lorem ipsum dolor sit amet, consectetur adipiscing elit, sed do eiusmod tempor incididunt ut labore et dolore</a:t>
              </a:r>
              <a:endParaRPr sz="900" b="0" i="0">
                <a:solidFill>
                  <a:srgbClr val="0C0C0C"/>
                </a:solidFill>
                <a:latin typeface="Quicksand"/>
                <a:ea typeface="Quicksand"/>
                <a:cs typeface="Quicksand"/>
                <a:sym typeface="Quicksand"/>
              </a:endParaRPr>
            </a:p>
          </p:txBody>
        </p:sp>
      </p:grpSp>
      <p:sp>
        <p:nvSpPr>
          <p:cNvPr id="216" name="Google Shape;216;p41"/>
          <p:cNvSpPr/>
          <p:nvPr/>
        </p:nvSpPr>
        <p:spPr>
          <a:xfrm rot="-1721402">
            <a:off x="7771052" y="2982014"/>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217" name="Google Shape;217;p41"/>
          <p:cNvSpPr/>
          <p:nvPr/>
        </p:nvSpPr>
        <p:spPr>
          <a:xfrm rot="-4211805">
            <a:off x="469468" y="3624955"/>
            <a:ext cx="473645" cy="487685"/>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218" name="Google Shape;218;p41"/>
          <p:cNvSpPr/>
          <p:nvPr/>
        </p:nvSpPr>
        <p:spPr>
          <a:xfrm>
            <a:off x="3128074" y="243539"/>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nvGrpSpPr>
          <p:cNvPr id="219" name="Google Shape;219;p41"/>
          <p:cNvGrpSpPr/>
          <p:nvPr/>
        </p:nvGrpSpPr>
        <p:grpSpPr>
          <a:xfrm>
            <a:off x="601451" y="1327038"/>
            <a:ext cx="1517656" cy="929711"/>
            <a:chOff x="1399635" y="2291103"/>
            <a:chExt cx="2100056" cy="1286488"/>
          </a:xfrm>
        </p:grpSpPr>
        <p:sp>
          <p:nvSpPr>
            <p:cNvPr id="220" name="Google Shape;220;p41"/>
            <p:cNvSpPr/>
            <p:nvPr/>
          </p:nvSpPr>
          <p:spPr>
            <a:xfrm>
              <a:off x="1399635" y="2291103"/>
              <a:ext cx="2100056" cy="1286488"/>
            </a:xfrm>
            <a:prstGeom prst="roundRect">
              <a:avLst>
                <a:gd name="adj" fmla="val 9455"/>
              </a:avLst>
            </a:prstGeom>
            <a:solidFill>
              <a:schemeClr val="accent2"/>
            </a:solidFill>
            <a:ln>
              <a:noFill/>
            </a:ln>
            <a:effectLst>
              <a:outerShdw blurRad="838200" dist="381000" dir="5400000" sx="95000" sy="95000" algn="t" rotWithShape="0">
                <a:srgbClr val="000000">
                  <a:alpha val="14509"/>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rgbClr val="3F3F3F"/>
                </a:solidFill>
                <a:latin typeface="Arial"/>
                <a:ea typeface="Arial"/>
                <a:cs typeface="Arial"/>
                <a:sym typeface="Arial"/>
              </a:endParaRPr>
            </a:p>
          </p:txBody>
        </p:sp>
        <p:grpSp>
          <p:nvGrpSpPr>
            <p:cNvPr id="221" name="Google Shape;221;p41"/>
            <p:cNvGrpSpPr/>
            <p:nvPr/>
          </p:nvGrpSpPr>
          <p:grpSpPr>
            <a:xfrm>
              <a:off x="1582145" y="2520304"/>
              <a:ext cx="1917546" cy="807322"/>
              <a:chOff x="8771816" y="1936618"/>
              <a:chExt cx="1917546" cy="807322"/>
            </a:xfrm>
          </p:grpSpPr>
          <p:sp>
            <p:nvSpPr>
              <p:cNvPr id="222" name="Google Shape;222;p41"/>
              <p:cNvSpPr txBox="1"/>
              <p:nvPr/>
            </p:nvSpPr>
            <p:spPr>
              <a:xfrm>
                <a:off x="8771816" y="2371571"/>
                <a:ext cx="1917546" cy="372369"/>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Clr>
                    <a:schemeClr val="lt1"/>
                  </a:buClr>
                  <a:buSzPts val="1100"/>
                  <a:buFont typeface="Quicksand"/>
                  <a:buNone/>
                </a:pPr>
                <a:r>
                  <a:rPr lang="id" sz="1100" b="1">
                    <a:solidFill>
                      <a:schemeClr val="lt1"/>
                    </a:solidFill>
                    <a:latin typeface="Quicksand"/>
                    <a:ea typeface="Quicksand"/>
                    <a:cs typeface="Quicksand"/>
                    <a:sym typeface="Quicksand"/>
                  </a:rPr>
                  <a:t>Your Data Income</a:t>
                </a:r>
                <a:endParaRPr sz="1100" b="1">
                  <a:solidFill>
                    <a:schemeClr val="lt1"/>
                  </a:solidFill>
                  <a:latin typeface="Quicksand"/>
                  <a:ea typeface="Quicksand"/>
                  <a:cs typeface="Quicksand"/>
                  <a:sym typeface="Quicksand"/>
                </a:endParaRPr>
              </a:p>
            </p:txBody>
          </p:sp>
          <p:sp>
            <p:nvSpPr>
              <p:cNvPr id="223" name="Google Shape;223;p41"/>
              <p:cNvSpPr txBox="1"/>
              <p:nvPr/>
            </p:nvSpPr>
            <p:spPr>
              <a:xfrm>
                <a:off x="8771816" y="1936618"/>
                <a:ext cx="1547470" cy="52322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Clr>
                    <a:schemeClr val="lt1"/>
                  </a:buClr>
                  <a:buSzPts val="2100"/>
                  <a:buFont typeface="Quicksand"/>
                  <a:buNone/>
                </a:pPr>
                <a:r>
                  <a:rPr lang="id" sz="2100" b="1">
                    <a:solidFill>
                      <a:schemeClr val="lt1"/>
                    </a:solidFill>
                    <a:latin typeface="Quicksand"/>
                    <a:ea typeface="Quicksand"/>
                    <a:cs typeface="Quicksand"/>
                    <a:sym typeface="Quicksand"/>
                  </a:rPr>
                  <a:t>80%</a:t>
                </a:r>
                <a:endParaRPr sz="2100" b="1">
                  <a:solidFill>
                    <a:schemeClr val="lt1"/>
                  </a:solidFill>
                  <a:latin typeface="Quicksand"/>
                  <a:ea typeface="Quicksand"/>
                  <a:cs typeface="Quicksand"/>
                  <a:sym typeface="Quicksand"/>
                </a:endParaR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42"/>
          <p:cNvPicPr preferRelativeResize="0"/>
          <p:nvPr/>
        </p:nvPicPr>
        <p:blipFill rotWithShape="1">
          <a:blip r:embed="rId3">
            <a:alphaModFix/>
          </a:blip>
          <a:srcRect l="34165" r="34164"/>
          <a:stretch/>
        </p:blipFill>
        <p:spPr>
          <a:xfrm>
            <a:off x="4511278" y="794147"/>
            <a:ext cx="2552700" cy="4533900"/>
          </a:xfrm>
          <a:prstGeom prst="round2SameRect">
            <a:avLst>
              <a:gd name="adj1" fmla="val 50000"/>
              <a:gd name="adj2" fmla="val 0"/>
            </a:avLst>
          </a:prstGeom>
          <a:noFill/>
          <a:ln>
            <a:noFill/>
          </a:ln>
        </p:spPr>
      </p:pic>
      <p:pic>
        <p:nvPicPr>
          <p:cNvPr id="230" name="Google Shape;230;p42"/>
          <p:cNvPicPr preferRelativeResize="0"/>
          <p:nvPr/>
        </p:nvPicPr>
        <p:blipFill rotWithShape="1">
          <a:blip r:embed="rId4">
            <a:alphaModFix/>
          </a:blip>
          <a:srcRect/>
          <a:stretch/>
        </p:blipFill>
        <p:spPr>
          <a:xfrm rot="1412416">
            <a:off x="4466154" y="601637"/>
            <a:ext cx="1071726" cy="896660"/>
          </a:xfrm>
          <a:prstGeom prst="rect">
            <a:avLst/>
          </a:prstGeom>
          <a:noFill/>
          <a:ln>
            <a:noFill/>
          </a:ln>
        </p:spPr>
      </p:pic>
      <p:sp>
        <p:nvSpPr>
          <p:cNvPr id="231" name="Google Shape;231;p42"/>
          <p:cNvSpPr txBox="1"/>
          <p:nvPr/>
        </p:nvSpPr>
        <p:spPr>
          <a:xfrm>
            <a:off x="699607" y="815107"/>
            <a:ext cx="4100396" cy="117724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3600" b="1">
                <a:solidFill>
                  <a:schemeClr val="accent1"/>
                </a:solidFill>
                <a:latin typeface="Quicksand"/>
                <a:ea typeface="Quicksand"/>
                <a:cs typeface="Quicksand"/>
                <a:sym typeface="Quicksand"/>
              </a:rPr>
              <a:t>Research Objectives</a:t>
            </a:r>
            <a:endParaRPr sz="3600" b="1">
              <a:solidFill>
                <a:schemeClr val="accent1"/>
              </a:solidFill>
              <a:latin typeface="IBM Plex Sans"/>
              <a:ea typeface="IBM Plex Sans"/>
              <a:cs typeface="IBM Plex Sans"/>
              <a:sym typeface="IBM Plex Sans"/>
            </a:endParaRPr>
          </a:p>
        </p:txBody>
      </p:sp>
      <p:grpSp>
        <p:nvGrpSpPr>
          <p:cNvPr id="232" name="Google Shape;232;p42"/>
          <p:cNvGrpSpPr/>
          <p:nvPr/>
        </p:nvGrpSpPr>
        <p:grpSpPr>
          <a:xfrm>
            <a:off x="724553" y="2261146"/>
            <a:ext cx="3438781" cy="1797845"/>
            <a:chOff x="966070" y="3014861"/>
            <a:chExt cx="4585041" cy="2397127"/>
          </a:xfrm>
        </p:grpSpPr>
        <p:grpSp>
          <p:nvGrpSpPr>
            <p:cNvPr id="233" name="Google Shape;233;p42"/>
            <p:cNvGrpSpPr/>
            <p:nvPr/>
          </p:nvGrpSpPr>
          <p:grpSpPr>
            <a:xfrm>
              <a:off x="966070" y="3014861"/>
              <a:ext cx="4578203" cy="1111016"/>
              <a:chOff x="6459307" y="2801479"/>
              <a:chExt cx="4578203" cy="1111016"/>
            </a:xfrm>
          </p:grpSpPr>
          <p:sp>
            <p:nvSpPr>
              <p:cNvPr id="234" name="Google Shape;234;p42"/>
              <p:cNvSpPr/>
              <p:nvPr/>
            </p:nvSpPr>
            <p:spPr>
              <a:xfrm>
                <a:off x="6459307" y="3116893"/>
                <a:ext cx="4578203" cy="795602"/>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 adipiscing elit, sed do eiusmod tempor incididunt ut labore et dolore magna aliqua.</a:t>
                </a:r>
                <a:endParaRPr sz="900">
                  <a:solidFill>
                    <a:schemeClr val="dk1"/>
                  </a:solidFill>
                  <a:latin typeface="Quicksand"/>
                  <a:ea typeface="Quicksand"/>
                  <a:cs typeface="Quicksand"/>
                  <a:sym typeface="Quicksand"/>
                </a:endParaRPr>
              </a:p>
            </p:txBody>
          </p:sp>
          <p:sp>
            <p:nvSpPr>
              <p:cNvPr id="235" name="Google Shape;235;p42"/>
              <p:cNvSpPr/>
              <p:nvPr/>
            </p:nvSpPr>
            <p:spPr>
              <a:xfrm>
                <a:off x="6459307" y="2801479"/>
                <a:ext cx="2700337" cy="338554"/>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id" sz="1200" b="1">
                    <a:solidFill>
                      <a:schemeClr val="accent1"/>
                    </a:solidFill>
                    <a:latin typeface="Quicksand"/>
                    <a:ea typeface="Quicksand"/>
                    <a:cs typeface="Quicksand"/>
                    <a:sym typeface="Quicksand"/>
                  </a:rPr>
                  <a:t>Subtitle Here</a:t>
                </a:r>
                <a:endParaRPr sz="1200" b="1">
                  <a:solidFill>
                    <a:schemeClr val="accent1"/>
                  </a:solidFill>
                  <a:latin typeface="Quicksand"/>
                  <a:ea typeface="Quicksand"/>
                  <a:cs typeface="Quicksand"/>
                  <a:sym typeface="Quicksand"/>
                </a:endParaRPr>
              </a:p>
            </p:txBody>
          </p:sp>
        </p:grpSp>
        <p:grpSp>
          <p:nvGrpSpPr>
            <p:cNvPr id="236" name="Google Shape;236;p42"/>
            <p:cNvGrpSpPr/>
            <p:nvPr/>
          </p:nvGrpSpPr>
          <p:grpSpPr>
            <a:xfrm>
              <a:off x="972908" y="4290581"/>
              <a:ext cx="4578203" cy="1121407"/>
              <a:chOff x="6466145" y="4384975"/>
              <a:chExt cx="4578203" cy="1121407"/>
            </a:xfrm>
          </p:grpSpPr>
          <p:sp>
            <p:nvSpPr>
              <p:cNvPr id="237" name="Google Shape;237;p42"/>
              <p:cNvSpPr/>
              <p:nvPr/>
            </p:nvSpPr>
            <p:spPr>
              <a:xfrm>
                <a:off x="6466145" y="4710780"/>
                <a:ext cx="4578203" cy="795602"/>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 adipiscing elit, sed do eiusmod tempor incididunt ut labore et dolore magna aliqua. Ut enim ad minim veniam, quis nostrud</a:t>
                </a:r>
                <a:endParaRPr sz="900">
                  <a:solidFill>
                    <a:schemeClr val="dk1"/>
                  </a:solidFill>
                  <a:latin typeface="Quicksand"/>
                  <a:ea typeface="Quicksand"/>
                  <a:cs typeface="Quicksand"/>
                  <a:sym typeface="Quicksand"/>
                </a:endParaRPr>
              </a:p>
            </p:txBody>
          </p:sp>
          <p:sp>
            <p:nvSpPr>
              <p:cNvPr id="238" name="Google Shape;238;p42"/>
              <p:cNvSpPr/>
              <p:nvPr/>
            </p:nvSpPr>
            <p:spPr>
              <a:xfrm>
                <a:off x="6466145" y="4384975"/>
                <a:ext cx="2700337" cy="338554"/>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id" sz="1200" b="1">
                    <a:solidFill>
                      <a:schemeClr val="accent1"/>
                    </a:solidFill>
                    <a:latin typeface="Quicksand"/>
                    <a:ea typeface="Quicksand"/>
                    <a:cs typeface="Quicksand"/>
                    <a:sym typeface="Quicksand"/>
                  </a:rPr>
                  <a:t>Subtitle Here</a:t>
                </a:r>
                <a:endParaRPr sz="1200" b="1">
                  <a:solidFill>
                    <a:schemeClr val="accent1"/>
                  </a:solidFill>
                  <a:latin typeface="Quicksand"/>
                  <a:ea typeface="Quicksand"/>
                  <a:cs typeface="Quicksand"/>
                  <a:sym typeface="Quicksand"/>
                </a:endParaRPr>
              </a:p>
            </p:txBody>
          </p:sp>
        </p:grpSp>
      </p:grpSp>
      <p:grpSp>
        <p:nvGrpSpPr>
          <p:cNvPr id="239" name="Google Shape;239;p42"/>
          <p:cNvGrpSpPr/>
          <p:nvPr/>
        </p:nvGrpSpPr>
        <p:grpSpPr>
          <a:xfrm>
            <a:off x="6323564" y="1675007"/>
            <a:ext cx="2298943" cy="2418157"/>
            <a:chOff x="8431418" y="2624751"/>
            <a:chExt cx="3065257" cy="3224210"/>
          </a:xfrm>
        </p:grpSpPr>
        <p:grpSp>
          <p:nvGrpSpPr>
            <p:cNvPr id="240" name="Google Shape;240;p42"/>
            <p:cNvGrpSpPr/>
            <p:nvPr/>
          </p:nvGrpSpPr>
          <p:grpSpPr>
            <a:xfrm>
              <a:off x="8747379" y="2624751"/>
              <a:ext cx="2749296" cy="1411048"/>
              <a:chOff x="1527460" y="564965"/>
              <a:chExt cx="3404031" cy="1411048"/>
            </a:xfrm>
          </p:grpSpPr>
          <p:sp>
            <p:nvSpPr>
              <p:cNvPr id="241" name="Google Shape;241;p42"/>
              <p:cNvSpPr/>
              <p:nvPr/>
            </p:nvSpPr>
            <p:spPr>
              <a:xfrm>
                <a:off x="1527460" y="564965"/>
                <a:ext cx="3404031" cy="1411048"/>
              </a:xfrm>
              <a:prstGeom prst="roundRect">
                <a:avLst>
                  <a:gd name="adj" fmla="val 4064"/>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nvGrpSpPr>
              <p:cNvPr id="242" name="Google Shape;242;p42"/>
              <p:cNvGrpSpPr/>
              <p:nvPr/>
            </p:nvGrpSpPr>
            <p:grpSpPr>
              <a:xfrm>
                <a:off x="1839949" y="724242"/>
                <a:ext cx="2926054" cy="929545"/>
                <a:chOff x="1536604" y="2755308"/>
                <a:chExt cx="2926054" cy="929545"/>
              </a:xfrm>
            </p:grpSpPr>
            <p:sp>
              <p:nvSpPr>
                <p:cNvPr id="243" name="Google Shape;243;p42"/>
                <p:cNvSpPr/>
                <p:nvPr/>
              </p:nvSpPr>
              <p:spPr>
                <a:xfrm>
                  <a:off x="1536604" y="3129316"/>
                  <a:ext cx="2926054" cy="555537"/>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None/>
                  </a:pPr>
                  <a:r>
                    <a:rPr lang="id" sz="900">
                      <a:solidFill>
                        <a:schemeClr val="lt1"/>
                      </a:solidFill>
                      <a:latin typeface="Quicksand"/>
                      <a:ea typeface="Quicksand"/>
                      <a:cs typeface="Quicksand"/>
                      <a:sym typeface="Quicksand"/>
                    </a:rPr>
                    <a:t>Lorem ipsum dolor sit amet, consectetur adipiscing elit.</a:t>
                  </a:r>
                  <a:endParaRPr sz="900">
                    <a:solidFill>
                      <a:schemeClr val="lt1"/>
                    </a:solidFill>
                    <a:latin typeface="Quicksand"/>
                    <a:ea typeface="Quicksand"/>
                    <a:cs typeface="Quicksand"/>
                    <a:sym typeface="Quicksand"/>
                  </a:endParaRPr>
                </a:p>
              </p:txBody>
            </p:sp>
            <p:sp>
              <p:nvSpPr>
                <p:cNvPr id="244" name="Google Shape;244;p42"/>
                <p:cNvSpPr/>
                <p:nvPr/>
              </p:nvSpPr>
              <p:spPr>
                <a:xfrm>
                  <a:off x="1561590" y="2755308"/>
                  <a:ext cx="2700337" cy="461665"/>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id" sz="1800" b="1">
                      <a:solidFill>
                        <a:schemeClr val="lt1"/>
                      </a:solidFill>
                      <a:latin typeface="Quicksand"/>
                      <a:ea typeface="Quicksand"/>
                      <a:cs typeface="Quicksand"/>
                      <a:sym typeface="Quicksand"/>
                    </a:rPr>
                    <a:t>01</a:t>
                  </a:r>
                  <a:endParaRPr sz="1800" b="1">
                    <a:solidFill>
                      <a:schemeClr val="lt1"/>
                    </a:solidFill>
                    <a:latin typeface="Quicksand"/>
                    <a:ea typeface="Quicksand"/>
                    <a:cs typeface="Quicksand"/>
                    <a:sym typeface="Quicksand"/>
                  </a:endParaRPr>
                </a:p>
              </p:txBody>
            </p:sp>
          </p:grpSp>
          <p:pic>
            <p:nvPicPr>
              <p:cNvPr id="245" name="Google Shape;245;p42" descr="Truck"/>
              <p:cNvPicPr preferRelativeResize="0"/>
              <p:nvPr/>
            </p:nvPicPr>
            <p:blipFill rotWithShape="1">
              <a:blip r:embed="rId5">
                <a:alphaModFix/>
              </a:blip>
              <a:srcRect/>
              <a:stretch/>
            </p:blipFill>
            <p:spPr>
              <a:xfrm>
                <a:off x="3928300" y="725751"/>
                <a:ext cx="538392" cy="468000"/>
              </a:xfrm>
              <a:prstGeom prst="rect">
                <a:avLst/>
              </a:prstGeom>
              <a:noFill/>
              <a:ln>
                <a:noFill/>
              </a:ln>
            </p:spPr>
          </p:pic>
        </p:grpSp>
        <p:grpSp>
          <p:nvGrpSpPr>
            <p:cNvPr id="246" name="Google Shape;246;p42"/>
            <p:cNvGrpSpPr/>
            <p:nvPr/>
          </p:nvGrpSpPr>
          <p:grpSpPr>
            <a:xfrm>
              <a:off x="8431418" y="4437913"/>
              <a:ext cx="2749296" cy="1411048"/>
              <a:chOff x="1527460" y="564965"/>
              <a:chExt cx="3404031" cy="1411048"/>
            </a:xfrm>
          </p:grpSpPr>
          <p:sp>
            <p:nvSpPr>
              <p:cNvPr id="247" name="Google Shape;247;p42"/>
              <p:cNvSpPr/>
              <p:nvPr/>
            </p:nvSpPr>
            <p:spPr>
              <a:xfrm>
                <a:off x="1527460" y="564965"/>
                <a:ext cx="3404031" cy="1411048"/>
              </a:xfrm>
              <a:prstGeom prst="roundRect">
                <a:avLst>
                  <a:gd name="adj" fmla="val 4064"/>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nvGrpSpPr>
              <p:cNvPr id="248" name="Google Shape;248;p42"/>
              <p:cNvGrpSpPr/>
              <p:nvPr/>
            </p:nvGrpSpPr>
            <p:grpSpPr>
              <a:xfrm>
                <a:off x="1839949" y="724242"/>
                <a:ext cx="2926054" cy="929545"/>
                <a:chOff x="1536604" y="2755308"/>
                <a:chExt cx="2926054" cy="929545"/>
              </a:xfrm>
            </p:grpSpPr>
            <p:sp>
              <p:nvSpPr>
                <p:cNvPr id="249" name="Google Shape;249;p42"/>
                <p:cNvSpPr/>
                <p:nvPr/>
              </p:nvSpPr>
              <p:spPr>
                <a:xfrm>
                  <a:off x="1536604" y="3129316"/>
                  <a:ext cx="2926054" cy="555537"/>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None/>
                  </a:pPr>
                  <a:r>
                    <a:rPr lang="id" sz="900">
                      <a:solidFill>
                        <a:schemeClr val="lt1"/>
                      </a:solidFill>
                      <a:latin typeface="Quicksand"/>
                      <a:ea typeface="Quicksand"/>
                      <a:cs typeface="Quicksand"/>
                      <a:sym typeface="Quicksand"/>
                    </a:rPr>
                    <a:t>Lorem ipsum dolor sit amet, consectetur adipiscing elit.</a:t>
                  </a:r>
                  <a:endParaRPr sz="900">
                    <a:solidFill>
                      <a:schemeClr val="lt1"/>
                    </a:solidFill>
                    <a:latin typeface="Quicksand"/>
                    <a:ea typeface="Quicksand"/>
                    <a:cs typeface="Quicksand"/>
                    <a:sym typeface="Quicksand"/>
                  </a:endParaRPr>
                </a:p>
              </p:txBody>
            </p:sp>
            <p:sp>
              <p:nvSpPr>
                <p:cNvPr id="250" name="Google Shape;250;p42"/>
                <p:cNvSpPr/>
                <p:nvPr/>
              </p:nvSpPr>
              <p:spPr>
                <a:xfrm>
                  <a:off x="1561590" y="2755308"/>
                  <a:ext cx="2700337" cy="461665"/>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id" sz="1800" b="1">
                      <a:solidFill>
                        <a:schemeClr val="lt1"/>
                      </a:solidFill>
                      <a:latin typeface="Quicksand"/>
                      <a:ea typeface="Quicksand"/>
                      <a:cs typeface="Quicksand"/>
                      <a:sym typeface="Quicksand"/>
                    </a:rPr>
                    <a:t>02</a:t>
                  </a:r>
                  <a:endParaRPr sz="1800" b="1">
                    <a:solidFill>
                      <a:schemeClr val="lt1"/>
                    </a:solidFill>
                    <a:latin typeface="Quicksand"/>
                    <a:ea typeface="Quicksand"/>
                    <a:cs typeface="Quicksand"/>
                    <a:sym typeface="Quicksand"/>
                  </a:endParaRPr>
                </a:p>
              </p:txBody>
            </p:sp>
          </p:grpSp>
        </p:grpSp>
      </p:grpSp>
      <p:sp>
        <p:nvSpPr>
          <p:cNvPr id="251" name="Google Shape;251;p42"/>
          <p:cNvSpPr/>
          <p:nvPr/>
        </p:nvSpPr>
        <p:spPr>
          <a:xfrm rot="-1721402">
            <a:off x="8122430" y="4487180"/>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252" name="Google Shape;252;p42"/>
          <p:cNvSpPr/>
          <p:nvPr/>
        </p:nvSpPr>
        <p:spPr>
          <a:xfrm rot="-4211805">
            <a:off x="1425669" y="4257234"/>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253" name="Google Shape;253;p42"/>
          <p:cNvSpPr/>
          <p:nvPr/>
        </p:nvSpPr>
        <p:spPr>
          <a:xfrm>
            <a:off x="3470174" y="341462"/>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254" name="Google Shape;254;p42"/>
          <p:cNvSpPr/>
          <p:nvPr/>
        </p:nvSpPr>
        <p:spPr>
          <a:xfrm>
            <a:off x="7840368" y="3176474"/>
            <a:ext cx="256086" cy="228843"/>
          </a:xfrm>
          <a:custGeom>
            <a:avLst/>
            <a:gdLst/>
            <a:ahLst/>
            <a:cxnLst/>
            <a:rect l="l" t="t" r="r" b="b"/>
            <a:pathLst>
              <a:path w="497" h="444" extrusionOk="0">
                <a:moveTo>
                  <a:pt x="443" y="70"/>
                </a:moveTo>
                <a:lnTo>
                  <a:pt x="443" y="70"/>
                </a:lnTo>
                <a:cubicBezTo>
                  <a:pt x="426" y="70"/>
                  <a:pt x="426" y="70"/>
                  <a:pt x="426" y="70"/>
                </a:cubicBezTo>
                <a:cubicBezTo>
                  <a:pt x="426" y="443"/>
                  <a:pt x="426" y="443"/>
                  <a:pt x="426" y="443"/>
                </a:cubicBezTo>
                <a:cubicBezTo>
                  <a:pt x="443" y="443"/>
                  <a:pt x="443" y="443"/>
                  <a:pt x="443" y="443"/>
                </a:cubicBezTo>
                <a:cubicBezTo>
                  <a:pt x="479" y="443"/>
                  <a:pt x="496" y="425"/>
                  <a:pt x="496" y="398"/>
                </a:cubicBezTo>
                <a:cubicBezTo>
                  <a:pt x="496" y="124"/>
                  <a:pt x="496" y="124"/>
                  <a:pt x="496" y="124"/>
                </a:cubicBezTo>
                <a:cubicBezTo>
                  <a:pt x="496" y="97"/>
                  <a:pt x="479" y="70"/>
                  <a:pt x="443" y="70"/>
                </a:cubicBezTo>
                <a:close/>
                <a:moveTo>
                  <a:pt x="0" y="124"/>
                </a:moveTo>
                <a:lnTo>
                  <a:pt x="0" y="124"/>
                </a:lnTo>
                <a:cubicBezTo>
                  <a:pt x="0" y="398"/>
                  <a:pt x="0" y="398"/>
                  <a:pt x="0" y="398"/>
                </a:cubicBezTo>
                <a:cubicBezTo>
                  <a:pt x="0" y="425"/>
                  <a:pt x="26" y="443"/>
                  <a:pt x="53" y="443"/>
                </a:cubicBezTo>
                <a:cubicBezTo>
                  <a:pt x="71" y="443"/>
                  <a:pt x="71" y="443"/>
                  <a:pt x="71" y="443"/>
                </a:cubicBezTo>
                <a:cubicBezTo>
                  <a:pt x="71" y="70"/>
                  <a:pt x="71" y="70"/>
                  <a:pt x="71" y="70"/>
                </a:cubicBezTo>
                <a:cubicBezTo>
                  <a:pt x="53" y="70"/>
                  <a:pt x="53" y="70"/>
                  <a:pt x="53" y="70"/>
                </a:cubicBezTo>
                <a:cubicBezTo>
                  <a:pt x="26" y="70"/>
                  <a:pt x="0" y="97"/>
                  <a:pt x="0" y="124"/>
                </a:cubicBezTo>
                <a:close/>
                <a:moveTo>
                  <a:pt x="337" y="26"/>
                </a:moveTo>
                <a:lnTo>
                  <a:pt x="337" y="26"/>
                </a:lnTo>
                <a:cubicBezTo>
                  <a:pt x="319" y="17"/>
                  <a:pt x="292" y="0"/>
                  <a:pt x="248" y="0"/>
                </a:cubicBezTo>
                <a:cubicBezTo>
                  <a:pt x="204" y="0"/>
                  <a:pt x="177" y="17"/>
                  <a:pt x="160" y="26"/>
                </a:cubicBezTo>
                <a:cubicBezTo>
                  <a:pt x="160" y="70"/>
                  <a:pt x="160" y="70"/>
                  <a:pt x="160" y="70"/>
                </a:cubicBezTo>
                <a:cubicBezTo>
                  <a:pt x="107" y="70"/>
                  <a:pt x="107" y="70"/>
                  <a:pt x="107" y="70"/>
                </a:cubicBezTo>
                <a:cubicBezTo>
                  <a:pt x="107" y="443"/>
                  <a:pt x="107" y="443"/>
                  <a:pt x="107" y="443"/>
                </a:cubicBezTo>
                <a:cubicBezTo>
                  <a:pt x="390" y="443"/>
                  <a:pt x="390" y="443"/>
                  <a:pt x="390" y="443"/>
                </a:cubicBezTo>
                <a:cubicBezTo>
                  <a:pt x="390" y="70"/>
                  <a:pt x="390" y="70"/>
                  <a:pt x="390" y="70"/>
                </a:cubicBezTo>
                <a:cubicBezTo>
                  <a:pt x="337" y="70"/>
                  <a:pt x="337" y="70"/>
                  <a:pt x="337" y="70"/>
                </a:cubicBezTo>
                <a:lnTo>
                  <a:pt x="337" y="26"/>
                </a:lnTo>
                <a:close/>
                <a:moveTo>
                  <a:pt x="301" y="70"/>
                </a:moveTo>
                <a:lnTo>
                  <a:pt x="301" y="70"/>
                </a:lnTo>
                <a:cubicBezTo>
                  <a:pt x="195" y="70"/>
                  <a:pt x="195" y="70"/>
                  <a:pt x="195" y="70"/>
                </a:cubicBezTo>
                <a:cubicBezTo>
                  <a:pt x="195" y="44"/>
                  <a:pt x="195" y="44"/>
                  <a:pt x="195" y="44"/>
                </a:cubicBezTo>
                <a:cubicBezTo>
                  <a:pt x="204" y="35"/>
                  <a:pt x="222" y="26"/>
                  <a:pt x="248" y="26"/>
                </a:cubicBezTo>
                <a:cubicBezTo>
                  <a:pt x="275" y="26"/>
                  <a:pt x="292" y="35"/>
                  <a:pt x="301" y="44"/>
                </a:cubicBezTo>
                <a:lnTo>
                  <a:pt x="301" y="70"/>
                </a:lnTo>
                <a:close/>
              </a:path>
            </a:pathLst>
          </a:custGeom>
          <a:solidFill>
            <a:schemeClr val="lt1"/>
          </a:solidFill>
          <a:ln>
            <a:noFill/>
          </a:ln>
          <a:effectLst>
            <a:outerShdw blurRad="508000" dist="165100" dir="5400000" algn="ctr" rotWithShape="0">
              <a:srgbClr val="000000">
                <a:alpha val="1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pic>
        <p:nvPicPr>
          <p:cNvPr id="259" name="Google Shape;259;p43"/>
          <p:cNvPicPr preferRelativeResize="0"/>
          <p:nvPr/>
        </p:nvPicPr>
        <p:blipFill rotWithShape="1">
          <a:blip r:embed="rId3">
            <a:alphaModFix/>
          </a:blip>
          <a:srcRect l="33990" r="33991"/>
          <a:stretch/>
        </p:blipFill>
        <p:spPr>
          <a:xfrm flipH="1">
            <a:off x="0" y="411956"/>
            <a:ext cx="2693194" cy="4731544"/>
          </a:xfrm>
          <a:prstGeom prst="snipRoundRect">
            <a:avLst>
              <a:gd name="adj1" fmla="val 50000"/>
              <a:gd name="adj2" fmla="val 0"/>
            </a:avLst>
          </a:prstGeom>
          <a:noFill/>
          <a:ln>
            <a:noFill/>
          </a:ln>
        </p:spPr>
      </p:pic>
      <p:pic>
        <p:nvPicPr>
          <p:cNvPr id="260" name="Google Shape;260;p43"/>
          <p:cNvPicPr preferRelativeResize="0"/>
          <p:nvPr/>
        </p:nvPicPr>
        <p:blipFill rotWithShape="1">
          <a:blip r:embed="rId4">
            <a:alphaModFix/>
          </a:blip>
          <a:srcRect/>
          <a:stretch/>
        </p:blipFill>
        <p:spPr>
          <a:xfrm rot="1412416">
            <a:off x="1875409" y="393088"/>
            <a:ext cx="1071726" cy="896660"/>
          </a:xfrm>
          <a:prstGeom prst="rect">
            <a:avLst/>
          </a:prstGeom>
          <a:noFill/>
          <a:ln>
            <a:noFill/>
          </a:ln>
        </p:spPr>
      </p:pic>
      <p:sp>
        <p:nvSpPr>
          <p:cNvPr id="261" name="Google Shape;261;p43"/>
          <p:cNvSpPr txBox="1"/>
          <p:nvPr/>
        </p:nvSpPr>
        <p:spPr>
          <a:xfrm>
            <a:off x="2960176" y="1011958"/>
            <a:ext cx="3131800" cy="117724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3600" b="1">
                <a:solidFill>
                  <a:schemeClr val="accent2"/>
                </a:solidFill>
                <a:latin typeface="Quicksand"/>
                <a:ea typeface="Quicksand"/>
                <a:cs typeface="Quicksand"/>
                <a:sym typeface="Quicksand"/>
              </a:rPr>
              <a:t>Findings and Results</a:t>
            </a:r>
            <a:endParaRPr sz="3600" b="1">
              <a:solidFill>
                <a:schemeClr val="accent2"/>
              </a:solidFill>
              <a:latin typeface="Quicksand"/>
              <a:ea typeface="Quicksand"/>
              <a:cs typeface="Quicksand"/>
              <a:sym typeface="Quicksand"/>
            </a:endParaRPr>
          </a:p>
        </p:txBody>
      </p:sp>
      <p:grpSp>
        <p:nvGrpSpPr>
          <p:cNvPr id="262" name="Google Shape;262;p43"/>
          <p:cNvGrpSpPr/>
          <p:nvPr/>
        </p:nvGrpSpPr>
        <p:grpSpPr>
          <a:xfrm>
            <a:off x="6318771" y="3005708"/>
            <a:ext cx="2106773" cy="1056001"/>
            <a:chOff x="1480080" y="3702979"/>
            <a:chExt cx="2809031" cy="1408001"/>
          </a:xfrm>
        </p:grpSpPr>
        <p:sp>
          <p:nvSpPr>
            <p:cNvPr id="263" name="Google Shape;263;p43"/>
            <p:cNvSpPr/>
            <p:nvPr/>
          </p:nvSpPr>
          <p:spPr>
            <a:xfrm>
              <a:off x="1480080" y="3819844"/>
              <a:ext cx="197601" cy="152479"/>
            </a:xfrm>
            <a:custGeom>
              <a:avLst/>
              <a:gdLst/>
              <a:ahLst/>
              <a:cxnLst/>
              <a:rect l="l" t="t" r="r" b="b"/>
              <a:pathLst>
                <a:path w="59" h="45" extrusionOk="0">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200">
                <a:solidFill>
                  <a:schemeClr val="dk1"/>
                </a:solidFill>
                <a:latin typeface="Quicksand"/>
                <a:ea typeface="Quicksand"/>
                <a:cs typeface="Quicksand"/>
                <a:sym typeface="Quicksand"/>
              </a:endParaRPr>
            </a:p>
          </p:txBody>
        </p:sp>
        <p:sp>
          <p:nvSpPr>
            <p:cNvPr id="264" name="Google Shape;264;p43"/>
            <p:cNvSpPr/>
            <p:nvPr/>
          </p:nvSpPr>
          <p:spPr>
            <a:xfrm>
              <a:off x="1815913" y="3702979"/>
              <a:ext cx="2473198" cy="555537"/>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A wonderful serenity has taken possession of my entire</a:t>
              </a:r>
              <a:endParaRPr sz="1100"/>
            </a:p>
          </p:txBody>
        </p:sp>
        <p:sp>
          <p:nvSpPr>
            <p:cNvPr id="265" name="Google Shape;265;p43"/>
            <p:cNvSpPr/>
            <p:nvPr/>
          </p:nvSpPr>
          <p:spPr>
            <a:xfrm>
              <a:off x="1480080" y="4672308"/>
              <a:ext cx="197601" cy="152479"/>
            </a:xfrm>
            <a:custGeom>
              <a:avLst/>
              <a:gdLst/>
              <a:ahLst/>
              <a:cxnLst/>
              <a:rect l="l" t="t" r="r" b="b"/>
              <a:pathLst>
                <a:path w="59" h="45" extrusionOk="0">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200">
                <a:solidFill>
                  <a:schemeClr val="dk1"/>
                </a:solidFill>
                <a:latin typeface="Quicksand"/>
                <a:ea typeface="Quicksand"/>
                <a:cs typeface="Quicksand"/>
                <a:sym typeface="Quicksand"/>
              </a:endParaRPr>
            </a:p>
          </p:txBody>
        </p:sp>
        <p:sp>
          <p:nvSpPr>
            <p:cNvPr id="266" name="Google Shape;266;p43"/>
            <p:cNvSpPr/>
            <p:nvPr/>
          </p:nvSpPr>
          <p:spPr>
            <a:xfrm>
              <a:off x="1815913" y="4555443"/>
              <a:ext cx="2473198" cy="555537"/>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A wonderful serenity has taken possession of my entire</a:t>
              </a:r>
              <a:endParaRPr sz="1100"/>
            </a:p>
          </p:txBody>
        </p:sp>
      </p:grpSp>
      <p:sp>
        <p:nvSpPr>
          <p:cNvPr id="267" name="Google Shape;267;p43"/>
          <p:cNvSpPr/>
          <p:nvPr/>
        </p:nvSpPr>
        <p:spPr>
          <a:xfrm rot="-5400000" flipH="1">
            <a:off x="7134628" y="477169"/>
            <a:ext cx="1433748" cy="2584996"/>
          </a:xfrm>
          <a:prstGeom prst="round2SameRect">
            <a:avLst>
              <a:gd name="adj1" fmla="val 4795"/>
              <a:gd name="adj2" fmla="val 0"/>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268" name="Google Shape;268;p43"/>
          <p:cNvSpPr txBox="1"/>
          <p:nvPr/>
        </p:nvSpPr>
        <p:spPr>
          <a:xfrm>
            <a:off x="6985588" y="1671563"/>
            <a:ext cx="2030109" cy="416653"/>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lt1"/>
                </a:solidFill>
                <a:latin typeface="Quicksand"/>
                <a:ea typeface="Quicksand"/>
                <a:cs typeface="Quicksand"/>
                <a:sym typeface="Quicksand"/>
              </a:rPr>
              <a:t>A wonderful serenity has taken possession of my entire soul</a:t>
            </a:r>
            <a:endParaRPr sz="1100"/>
          </a:p>
        </p:txBody>
      </p:sp>
      <p:sp>
        <p:nvSpPr>
          <p:cNvPr id="269" name="Google Shape;269;p43"/>
          <p:cNvSpPr/>
          <p:nvPr/>
        </p:nvSpPr>
        <p:spPr>
          <a:xfrm>
            <a:off x="6826154" y="1337259"/>
            <a:ext cx="436934" cy="275114"/>
          </a:xfrm>
          <a:custGeom>
            <a:avLst/>
            <a:gdLst/>
            <a:ahLst/>
            <a:cxnLst/>
            <a:rect l="l" t="t" r="r" b="b"/>
            <a:pathLst>
              <a:path w="199032" h="125320" extrusionOk="0">
                <a:moveTo>
                  <a:pt x="170278" y="0"/>
                </a:moveTo>
                <a:cubicBezTo>
                  <a:pt x="184889" y="0"/>
                  <a:pt x="192195" y="6181"/>
                  <a:pt x="192195" y="18545"/>
                </a:cubicBezTo>
                <a:cubicBezTo>
                  <a:pt x="192195" y="23415"/>
                  <a:pt x="190977" y="26881"/>
                  <a:pt x="188542" y="28941"/>
                </a:cubicBezTo>
                <a:cubicBezTo>
                  <a:pt x="186107" y="31002"/>
                  <a:pt x="183016" y="32594"/>
                  <a:pt x="179270" y="33718"/>
                </a:cubicBezTo>
                <a:cubicBezTo>
                  <a:pt x="175523" y="34842"/>
                  <a:pt x="172713" y="35779"/>
                  <a:pt x="170840" y="36528"/>
                </a:cubicBezTo>
                <a:cubicBezTo>
                  <a:pt x="160350" y="42522"/>
                  <a:pt x="155105" y="50952"/>
                  <a:pt x="155105" y="61817"/>
                </a:cubicBezTo>
                <a:cubicBezTo>
                  <a:pt x="155105" y="65938"/>
                  <a:pt x="156697" y="69404"/>
                  <a:pt x="159881" y="72213"/>
                </a:cubicBezTo>
                <a:cubicBezTo>
                  <a:pt x="163066" y="75023"/>
                  <a:pt x="167281" y="76428"/>
                  <a:pt x="172526" y="76428"/>
                </a:cubicBezTo>
                <a:cubicBezTo>
                  <a:pt x="178895" y="76428"/>
                  <a:pt x="184140" y="75117"/>
                  <a:pt x="188261" y="72494"/>
                </a:cubicBezTo>
                <a:cubicBezTo>
                  <a:pt x="192008" y="74368"/>
                  <a:pt x="194818" y="76709"/>
                  <a:pt x="196691" y="79519"/>
                </a:cubicBezTo>
                <a:cubicBezTo>
                  <a:pt x="198564" y="82329"/>
                  <a:pt x="199313" y="85982"/>
                  <a:pt x="198939" y="90478"/>
                </a:cubicBezTo>
                <a:cubicBezTo>
                  <a:pt x="198939" y="99844"/>
                  <a:pt x="194162" y="107993"/>
                  <a:pt x="184608" y="114924"/>
                </a:cubicBezTo>
                <a:cubicBezTo>
                  <a:pt x="175055" y="121855"/>
                  <a:pt x="165033" y="125320"/>
                  <a:pt x="154543" y="125320"/>
                </a:cubicBezTo>
                <a:cubicBezTo>
                  <a:pt x="141055" y="125320"/>
                  <a:pt x="130284" y="121012"/>
                  <a:pt x="122229" y="112395"/>
                </a:cubicBezTo>
                <a:cubicBezTo>
                  <a:pt x="114174" y="103778"/>
                  <a:pt x="110147" y="91602"/>
                  <a:pt x="110147" y="75866"/>
                </a:cubicBezTo>
                <a:cubicBezTo>
                  <a:pt x="110147" y="66500"/>
                  <a:pt x="113144" y="55729"/>
                  <a:pt x="119138" y="43553"/>
                </a:cubicBezTo>
                <a:cubicBezTo>
                  <a:pt x="125133" y="31377"/>
                  <a:pt x="132719" y="21074"/>
                  <a:pt x="141898" y="12644"/>
                </a:cubicBezTo>
                <a:cubicBezTo>
                  <a:pt x="151077" y="4214"/>
                  <a:pt x="160537" y="0"/>
                  <a:pt x="170278" y="0"/>
                </a:cubicBezTo>
                <a:close/>
                <a:moveTo>
                  <a:pt x="60131" y="0"/>
                </a:moveTo>
                <a:cubicBezTo>
                  <a:pt x="74742" y="0"/>
                  <a:pt x="82048" y="6181"/>
                  <a:pt x="82048" y="18545"/>
                </a:cubicBezTo>
                <a:cubicBezTo>
                  <a:pt x="82048" y="23415"/>
                  <a:pt x="80830" y="26881"/>
                  <a:pt x="78395" y="28941"/>
                </a:cubicBezTo>
                <a:cubicBezTo>
                  <a:pt x="75960" y="31002"/>
                  <a:pt x="72869" y="32594"/>
                  <a:pt x="69123" y="33718"/>
                </a:cubicBezTo>
                <a:cubicBezTo>
                  <a:pt x="65376" y="34842"/>
                  <a:pt x="62566" y="35779"/>
                  <a:pt x="60693" y="36528"/>
                </a:cubicBezTo>
                <a:cubicBezTo>
                  <a:pt x="50203" y="42522"/>
                  <a:pt x="44958" y="50952"/>
                  <a:pt x="44958" y="61817"/>
                </a:cubicBezTo>
                <a:cubicBezTo>
                  <a:pt x="44958" y="65938"/>
                  <a:pt x="46550" y="69404"/>
                  <a:pt x="49734" y="72213"/>
                </a:cubicBezTo>
                <a:cubicBezTo>
                  <a:pt x="52919" y="75023"/>
                  <a:pt x="57134" y="76428"/>
                  <a:pt x="62379" y="76428"/>
                </a:cubicBezTo>
                <a:cubicBezTo>
                  <a:pt x="68748" y="76428"/>
                  <a:pt x="73993" y="75117"/>
                  <a:pt x="78114" y="72494"/>
                </a:cubicBezTo>
                <a:cubicBezTo>
                  <a:pt x="81861" y="74368"/>
                  <a:pt x="84670" y="76709"/>
                  <a:pt x="86544" y="79519"/>
                </a:cubicBezTo>
                <a:cubicBezTo>
                  <a:pt x="88417" y="82329"/>
                  <a:pt x="89166" y="85982"/>
                  <a:pt x="88792" y="90478"/>
                </a:cubicBezTo>
                <a:cubicBezTo>
                  <a:pt x="88792" y="99844"/>
                  <a:pt x="84015" y="107993"/>
                  <a:pt x="74461" y="114924"/>
                </a:cubicBezTo>
                <a:cubicBezTo>
                  <a:pt x="64908" y="121855"/>
                  <a:pt x="54886" y="125320"/>
                  <a:pt x="44396" y="125320"/>
                </a:cubicBezTo>
                <a:cubicBezTo>
                  <a:pt x="30908" y="125320"/>
                  <a:pt x="20137" y="121012"/>
                  <a:pt x="12082" y="112395"/>
                </a:cubicBezTo>
                <a:cubicBezTo>
                  <a:pt x="4027" y="103778"/>
                  <a:pt x="0" y="91602"/>
                  <a:pt x="0" y="75866"/>
                </a:cubicBezTo>
                <a:cubicBezTo>
                  <a:pt x="0" y="66500"/>
                  <a:pt x="2997" y="55729"/>
                  <a:pt x="8991" y="43553"/>
                </a:cubicBezTo>
                <a:cubicBezTo>
                  <a:pt x="14986" y="31377"/>
                  <a:pt x="22572" y="21074"/>
                  <a:pt x="31751" y="12644"/>
                </a:cubicBezTo>
                <a:cubicBezTo>
                  <a:pt x="40930" y="4214"/>
                  <a:pt x="50390" y="0"/>
                  <a:pt x="60131" y="0"/>
                </a:cubicBezTo>
                <a:close/>
              </a:path>
            </a:pathLst>
          </a:cu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270" name="Google Shape;270;p43"/>
          <p:cNvSpPr/>
          <p:nvPr/>
        </p:nvSpPr>
        <p:spPr>
          <a:xfrm>
            <a:off x="2960176" y="2401060"/>
            <a:ext cx="3131800" cy="596702"/>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 adipiscing elit, sed do eiusmod tempor incididunt ut labore et dolore magna aliqua. </a:t>
            </a:r>
            <a:endParaRPr sz="900">
              <a:solidFill>
                <a:schemeClr val="dk1"/>
              </a:solidFill>
              <a:latin typeface="Quicksand"/>
              <a:ea typeface="Quicksand"/>
              <a:cs typeface="Quicksand"/>
              <a:sym typeface="Quicksand"/>
            </a:endParaRPr>
          </a:p>
        </p:txBody>
      </p:sp>
      <p:sp>
        <p:nvSpPr>
          <p:cNvPr id="271" name="Google Shape;271;p43"/>
          <p:cNvSpPr/>
          <p:nvPr/>
        </p:nvSpPr>
        <p:spPr>
          <a:xfrm>
            <a:off x="2960176" y="3150536"/>
            <a:ext cx="3131800" cy="956800"/>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 adipiscing elit, sed do eiusmod tempor incididunt ut labore et dolore magna aliqua. Ut enim ad minim veniam, quis nostrud exercitation ullamco laboris nisi ut aliquip ex ea commodo consequat.</a:t>
            </a:r>
            <a:endParaRPr sz="900">
              <a:solidFill>
                <a:schemeClr val="dk1"/>
              </a:solidFill>
              <a:latin typeface="Quicksand"/>
              <a:ea typeface="Quicksand"/>
              <a:cs typeface="Quicksand"/>
              <a:sym typeface="Quicksand"/>
            </a:endParaRPr>
          </a:p>
        </p:txBody>
      </p:sp>
      <p:sp>
        <p:nvSpPr>
          <p:cNvPr id="272" name="Google Shape;272;p43"/>
          <p:cNvSpPr/>
          <p:nvPr/>
        </p:nvSpPr>
        <p:spPr>
          <a:xfrm rot="-1721402">
            <a:off x="8162438" y="4500549"/>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273" name="Google Shape;273;p43"/>
          <p:cNvSpPr/>
          <p:nvPr/>
        </p:nvSpPr>
        <p:spPr>
          <a:xfrm rot="-4211805">
            <a:off x="2340835" y="4274080"/>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274" name="Google Shape;274;p43"/>
          <p:cNvSpPr/>
          <p:nvPr/>
        </p:nvSpPr>
        <p:spPr>
          <a:xfrm>
            <a:off x="5416379" y="222727"/>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pic>
        <p:nvPicPr>
          <p:cNvPr id="279" name="Google Shape;279;p44"/>
          <p:cNvPicPr preferRelativeResize="0"/>
          <p:nvPr/>
        </p:nvPicPr>
        <p:blipFill rotWithShape="1">
          <a:blip r:embed="rId3">
            <a:alphaModFix/>
          </a:blip>
          <a:srcRect l="29951" r="29951"/>
          <a:stretch/>
        </p:blipFill>
        <p:spPr>
          <a:xfrm>
            <a:off x="5249466" y="576263"/>
            <a:ext cx="3070621" cy="4307681"/>
          </a:xfrm>
          <a:prstGeom prst="round2SameRect">
            <a:avLst>
              <a:gd name="adj1" fmla="val 50000"/>
              <a:gd name="adj2" fmla="val 0"/>
            </a:avLst>
          </a:prstGeom>
          <a:noFill/>
          <a:ln>
            <a:noFill/>
          </a:ln>
        </p:spPr>
      </p:pic>
      <p:pic>
        <p:nvPicPr>
          <p:cNvPr id="280" name="Google Shape;280;p44"/>
          <p:cNvPicPr preferRelativeResize="0"/>
          <p:nvPr/>
        </p:nvPicPr>
        <p:blipFill rotWithShape="1">
          <a:blip r:embed="rId4">
            <a:alphaModFix/>
          </a:blip>
          <a:srcRect/>
          <a:stretch/>
        </p:blipFill>
        <p:spPr>
          <a:xfrm rot="1412416">
            <a:off x="4798811" y="909456"/>
            <a:ext cx="1071726" cy="896660"/>
          </a:xfrm>
          <a:prstGeom prst="rect">
            <a:avLst/>
          </a:prstGeom>
          <a:noFill/>
          <a:ln>
            <a:noFill/>
          </a:ln>
        </p:spPr>
      </p:pic>
      <p:sp>
        <p:nvSpPr>
          <p:cNvPr id="281" name="Google Shape;281;p44"/>
          <p:cNvSpPr txBox="1"/>
          <p:nvPr/>
        </p:nvSpPr>
        <p:spPr>
          <a:xfrm>
            <a:off x="775211" y="738436"/>
            <a:ext cx="3131801" cy="117724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3600" b="1">
                <a:solidFill>
                  <a:schemeClr val="accent3"/>
                </a:solidFill>
                <a:latin typeface="Quicksand"/>
                <a:ea typeface="Quicksand"/>
                <a:cs typeface="Quicksand"/>
                <a:sym typeface="Quicksand"/>
              </a:rPr>
              <a:t>Limitations of the Study</a:t>
            </a:r>
            <a:endParaRPr sz="3600" b="1">
              <a:solidFill>
                <a:schemeClr val="accent3"/>
              </a:solidFill>
              <a:latin typeface="Quicksand"/>
              <a:ea typeface="Quicksand"/>
              <a:cs typeface="Quicksand"/>
              <a:sym typeface="Quicksand"/>
            </a:endParaRPr>
          </a:p>
        </p:txBody>
      </p:sp>
      <p:sp>
        <p:nvSpPr>
          <p:cNvPr id="282" name="Google Shape;282;p44"/>
          <p:cNvSpPr/>
          <p:nvPr/>
        </p:nvSpPr>
        <p:spPr>
          <a:xfrm>
            <a:off x="805534" y="1863520"/>
            <a:ext cx="3858811" cy="416653"/>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 adipiscing elit, sed do eiusmod tempor incididunt ut labore et dolore magna aliqua. </a:t>
            </a:r>
            <a:endParaRPr sz="900">
              <a:solidFill>
                <a:schemeClr val="dk1"/>
              </a:solidFill>
              <a:latin typeface="Quicksand"/>
              <a:ea typeface="Quicksand"/>
              <a:cs typeface="Quicksand"/>
              <a:sym typeface="Quicksand"/>
            </a:endParaRPr>
          </a:p>
        </p:txBody>
      </p:sp>
      <p:grpSp>
        <p:nvGrpSpPr>
          <p:cNvPr id="283" name="Google Shape;283;p44"/>
          <p:cNvGrpSpPr/>
          <p:nvPr/>
        </p:nvGrpSpPr>
        <p:grpSpPr>
          <a:xfrm>
            <a:off x="805535" y="2445508"/>
            <a:ext cx="5259214" cy="981194"/>
            <a:chOff x="4172524" y="1333341"/>
            <a:chExt cx="7012286" cy="1308258"/>
          </a:xfrm>
        </p:grpSpPr>
        <p:grpSp>
          <p:nvGrpSpPr>
            <p:cNvPr id="284" name="Google Shape;284;p44"/>
            <p:cNvGrpSpPr/>
            <p:nvPr/>
          </p:nvGrpSpPr>
          <p:grpSpPr>
            <a:xfrm>
              <a:off x="5348470" y="1451400"/>
              <a:ext cx="5836340" cy="985773"/>
              <a:chOff x="5348470" y="1451402"/>
              <a:chExt cx="5836340" cy="985773"/>
            </a:xfrm>
          </p:grpSpPr>
          <p:sp>
            <p:nvSpPr>
              <p:cNvPr id="285" name="Google Shape;285;p44"/>
              <p:cNvSpPr/>
              <p:nvPr/>
            </p:nvSpPr>
            <p:spPr>
              <a:xfrm rot="-5400000">
                <a:off x="7773753" y="-973882"/>
                <a:ext cx="985773" cy="5836340"/>
              </a:xfrm>
              <a:prstGeom prst="roundRect">
                <a:avLst>
                  <a:gd name="adj" fmla="val 10246"/>
                </a:avLst>
              </a:prstGeom>
              <a:solidFill>
                <a:schemeClr val="lt1"/>
              </a:solidFill>
              <a:ln>
                <a:noFill/>
              </a:ln>
              <a:effectLst>
                <a:outerShdw blurRad="508000" dist="165100" dir="5400000" algn="t" rotWithShape="0">
                  <a:srgbClr val="000000">
                    <a:alpha val="9803"/>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nvGrpSpPr>
              <p:cNvPr id="286" name="Google Shape;286;p44"/>
              <p:cNvGrpSpPr/>
              <p:nvPr/>
            </p:nvGrpSpPr>
            <p:grpSpPr>
              <a:xfrm>
                <a:off x="6194414" y="1715812"/>
                <a:ext cx="397510" cy="397510"/>
                <a:chOff x="6725993" y="1030378"/>
                <a:chExt cx="397510" cy="397510"/>
              </a:xfrm>
            </p:grpSpPr>
            <p:sp>
              <p:nvSpPr>
                <p:cNvPr id="287" name="Google Shape;287;p44"/>
                <p:cNvSpPr/>
                <p:nvPr/>
              </p:nvSpPr>
              <p:spPr>
                <a:xfrm>
                  <a:off x="6725993" y="1030378"/>
                  <a:ext cx="397510" cy="397510"/>
                </a:xfrm>
                <a:prstGeom prst="roundRect">
                  <a:avLst>
                    <a:gd name="adj" fmla="val 29602"/>
                  </a:avLst>
                </a:prstGeom>
                <a:solidFill>
                  <a:schemeClr val="lt1"/>
                </a:solidFill>
                <a:ln>
                  <a:noFill/>
                </a:ln>
                <a:effectLst>
                  <a:outerShdw blurRad="508000" dist="241300" dir="3000000" algn="t" rotWithShape="0">
                    <a:schemeClr val="dk1">
                      <a:alpha val="14901"/>
                    </a:scheme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288" name="Google Shape;288;p44"/>
                <p:cNvSpPr/>
                <p:nvPr/>
              </p:nvSpPr>
              <p:spPr>
                <a:xfrm>
                  <a:off x="6837378" y="1166899"/>
                  <a:ext cx="174740" cy="124468"/>
                </a:xfrm>
                <a:custGeom>
                  <a:avLst/>
                  <a:gdLst/>
                  <a:ahLst/>
                  <a:cxnLst/>
                  <a:rect l="l" t="t" r="r" b="b"/>
                  <a:pathLst>
                    <a:path w="1663269" h="1184773" extrusionOk="0">
                      <a:moveTo>
                        <a:pt x="1460018" y="34867"/>
                      </a:moveTo>
                      <a:lnTo>
                        <a:pt x="597568" y="897328"/>
                      </a:lnTo>
                      <a:lnTo>
                        <a:pt x="203252" y="503012"/>
                      </a:lnTo>
                      <a:cubicBezTo>
                        <a:pt x="156751" y="456520"/>
                        <a:pt x="81370" y="456520"/>
                        <a:pt x="34869" y="503012"/>
                      </a:cubicBezTo>
                      <a:cubicBezTo>
                        <a:pt x="-11623" y="549513"/>
                        <a:pt x="-11623" y="624894"/>
                        <a:pt x="34869" y="671395"/>
                      </a:cubicBezTo>
                      <a:lnTo>
                        <a:pt x="513376" y="1149902"/>
                      </a:lnTo>
                      <a:cubicBezTo>
                        <a:pt x="536627" y="1173143"/>
                        <a:pt x="567097" y="1184773"/>
                        <a:pt x="597568" y="1184773"/>
                      </a:cubicBezTo>
                      <a:cubicBezTo>
                        <a:pt x="628038" y="1184773"/>
                        <a:pt x="658508" y="1173143"/>
                        <a:pt x="681759" y="1149902"/>
                      </a:cubicBezTo>
                      <a:lnTo>
                        <a:pt x="1628401" y="203260"/>
                      </a:lnTo>
                      <a:cubicBezTo>
                        <a:pt x="1674893" y="156759"/>
                        <a:pt x="1674893" y="81378"/>
                        <a:pt x="1628401" y="34877"/>
                      </a:cubicBezTo>
                      <a:cubicBezTo>
                        <a:pt x="1581900" y="-11624"/>
                        <a:pt x="1506510" y="-11624"/>
                        <a:pt x="1460018" y="34867"/>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grpSp>
          <p:sp>
            <p:nvSpPr>
              <p:cNvPr id="289" name="Google Shape;289;p44"/>
              <p:cNvSpPr txBox="1"/>
              <p:nvPr/>
            </p:nvSpPr>
            <p:spPr>
              <a:xfrm>
                <a:off x="6745064" y="1608850"/>
                <a:ext cx="4069541" cy="555537"/>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consectetuer adipiscing elit. Maecenas porttitor congue.</a:t>
                </a:r>
                <a:endParaRPr sz="1100"/>
              </a:p>
            </p:txBody>
          </p:sp>
        </p:grpSp>
        <p:grpSp>
          <p:nvGrpSpPr>
            <p:cNvPr id="290" name="Google Shape;290;p44"/>
            <p:cNvGrpSpPr/>
            <p:nvPr/>
          </p:nvGrpSpPr>
          <p:grpSpPr>
            <a:xfrm>
              <a:off x="4172524" y="1333341"/>
              <a:ext cx="1685925" cy="1308258"/>
              <a:chOff x="4172524" y="1333341"/>
              <a:chExt cx="1685925" cy="1308258"/>
            </a:xfrm>
          </p:grpSpPr>
          <p:sp>
            <p:nvSpPr>
              <p:cNvPr id="291" name="Google Shape;291;p44"/>
              <p:cNvSpPr/>
              <p:nvPr/>
            </p:nvSpPr>
            <p:spPr>
              <a:xfrm>
                <a:off x="4172524" y="1333341"/>
                <a:ext cx="1685925" cy="1308258"/>
              </a:xfrm>
              <a:prstGeom prst="roundRect">
                <a:avLst>
                  <a:gd name="adj" fmla="val 6988"/>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nvGrpSpPr>
              <p:cNvPr id="292" name="Google Shape;292;p44"/>
              <p:cNvGrpSpPr/>
              <p:nvPr/>
            </p:nvGrpSpPr>
            <p:grpSpPr>
              <a:xfrm>
                <a:off x="4275553" y="1511057"/>
                <a:ext cx="1479867" cy="866775"/>
                <a:chOff x="4275553" y="1517512"/>
                <a:chExt cx="1479867" cy="866775"/>
              </a:xfrm>
            </p:grpSpPr>
            <p:sp>
              <p:nvSpPr>
                <p:cNvPr id="293" name="Google Shape;293;p44"/>
                <p:cNvSpPr txBox="1"/>
                <p:nvPr/>
              </p:nvSpPr>
              <p:spPr>
                <a:xfrm>
                  <a:off x="4275553" y="2014955"/>
                  <a:ext cx="1479867" cy="369332"/>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id" sz="1400" b="0">
                      <a:solidFill>
                        <a:schemeClr val="lt1"/>
                      </a:solidFill>
                      <a:latin typeface="Quicksand"/>
                      <a:ea typeface="Quicksand"/>
                      <a:cs typeface="Quicksand"/>
                      <a:sym typeface="Quicksand"/>
                    </a:rPr>
                    <a:t>Service</a:t>
                  </a:r>
                  <a:endParaRPr sz="1100"/>
                </a:p>
              </p:txBody>
            </p:sp>
            <p:sp>
              <p:nvSpPr>
                <p:cNvPr id="294" name="Google Shape;294;p44"/>
                <p:cNvSpPr txBox="1"/>
                <p:nvPr/>
              </p:nvSpPr>
              <p:spPr>
                <a:xfrm>
                  <a:off x="4275553" y="1517512"/>
                  <a:ext cx="1479867" cy="646331"/>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id" sz="2700" b="1">
                      <a:solidFill>
                        <a:schemeClr val="lt1"/>
                      </a:solidFill>
                      <a:latin typeface="Quicksand"/>
                      <a:ea typeface="Quicksand"/>
                      <a:cs typeface="Quicksand"/>
                      <a:sym typeface="Quicksand"/>
                    </a:rPr>
                    <a:t>01</a:t>
                  </a:r>
                  <a:endParaRPr sz="1100"/>
                </a:p>
              </p:txBody>
            </p:sp>
          </p:grpSp>
        </p:grpSp>
      </p:grpSp>
      <p:grpSp>
        <p:nvGrpSpPr>
          <p:cNvPr id="295" name="Google Shape;295;p44"/>
          <p:cNvGrpSpPr/>
          <p:nvPr/>
        </p:nvGrpSpPr>
        <p:grpSpPr>
          <a:xfrm>
            <a:off x="1379801" y="3695941"/>
            <a:ext cx="5259214" cy="981194"/>
            <a:chOff x="4172524" y="1333341"/>
            <a:chExt cx="7012286" cy="1308258"/>
          </a:xfrm>
        </p:grpSpPr>
        <p:grpSp>
          <p:nvGrpSpPr>
            <p:cNvPr id="296" name="Google Shape;296;p44"/>
            <p:cNvGrpSpPr/>
            <p:nvPr/>
          </p:nvGrpSpPr>
          <p:grpSpPr>
            <a:xfrm>
              <a:off x="5348470" y="1451400"/>
              <a:ext cx="5836340" cy="985773"/>
              <a:chOff x="5348470" y="1451402"/>
              <a:chExt cx="5836340" cy="985773"/>
            </a:xfrm>
          </p:grpSpPr>
          <p:sp>
            <p:nvSpPr>
              <p:cNvPr id="297" name="Google Shape;297;p44"/>
              <p:cNvSpPr/>
              <p:nvPr/>
            </p:nvSpPr>
            <p:spPr>
              <a:xfrm rot="-5400000">
                <a:off x="7773753" y="-973882"/>
                <a:ext cx="985773" cy="5836340"/>
              </a:xfrm>
              <a:prstGeom prst="roundRect">
                <a:avLst>
                  <a:gd name="adj" fmla="val 10246"/>
                </a:avLst>
              </a:prstGeom>
              <a:solidFill>
                <a:schemeClr val="lt1"/>
              </a:solidFill>
              <a:ln>
                <a:noFill/>
              </a:ln>
              <a:effectLst>
                <a:outerShdw blurRad="508000" dist="165100" dir="5400000" algn="t" rotWithShape="0">
                  <a:srgbClr val="000000">
                    <a:alpha val="9803"/>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nvGrpSpPr>
              <p:cNvPr id="298" name="Google Shape;298;p44"/>
              <p:cNvGrpSpPr/>
              <p:nvPr/>
            </p:nvGrpSpPr>
            <p:grpSpPr>
              <a:xfrm>
                <a:off x="6194414" y="1715812"/>
                <a:ext cx="397510" cy="397510"/>
                <a:chOff x="6725993" y="1030378"/>
                <a:chExt cx="397510" cy="397510"/>
              </a:xfrm>
            </p:grpSpPr>
            <p:sp>
              <p:nvSpPr>
                <p:cNvPr id="299" name="Google Shape;299;p44"/>
                <p:cNvSpPr/>
                <p:nvPr/>
              </p:nvSpPr>
              <p:spPr>
                <a:xfrm>
                  <a:off x="6725993" y="1030378"/>
                  <a:ext cx="397510" cy="397510"/>
                </a:xfrm>
                <a:prstGeom prst="roundRect">
                  <a:avLst>
                    <a:gd name="adj" fmla="val 29602"/>
                  </a:avLst>
                </a:prstGeom>
                <a:solidFill>
                  <a:schemeClr val="lt1"/>
                </a:solidFill>
                <a:ln>
                  <a:noFill/>
                </a:ln>
                <a:effectLst>
                  <a:outerShdw blurRad="508000" dist="241300" dir="3000000" algn="t" rotWithShape="0">
                    <a:schemeClr val="dk1">
                      <a:alpha val="14901"/>
                    </a:scheme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300" name="Google Shape;300;p44"/>
                <p:cNvSpPr/>
                <p:nvPr/>
              </p:nvSpPr>
              <p:spPr>
                <a:xfrm>
                  <a:off x="6837378" y="1166899"/>
                  <a:ext cx="174740" cy="124468"/>
                </a:xfrm>
                <a:custGeom>
                  <a:avLst/>
                  <a:gdLst/>
                  <a:ahLst/>
                  <a:cxnLst/>
                  <a:rect l="l" t="t" r="r" b="b"/>
                  <a:pathLst>
                    <a:path w="1663269" h="1184773" extrusionOk="0">
                      <a:moveTo>
                        <a:pt x="1460018" y="34867"/>
                      </a:moveTo>
                      <a:lnTo>
                        <a:pt x="597568" y="897328"/>
                      </a:lnTo>
                      <a:lnTo>
                        <a:pt x="203252" y="503012"/>
                      </a:lnTo>
                      <a:cubicBezTo>
                        <a:pt x="156751" y="456520"/>
                        <a:pt x="81370" y="456520"/>
                        <a:pt x="34869" y="503012"/>
                      </a:cubicBezTo>
                      <a:cubicBezTo>
                        <a:pt x="-11623" y="549513"/>
                        <a:pt x="-11623" y="624894"/>
                        <a:pt x="34869" y="671395"/>
                      </a:cubicBezTo>
                      <a:lnTo>
                        <a:pt x="513376" y="1149902"/>
                      </a:lnTo>
                      <a:cubicBezTo>
                        <a:pt x="536627" y="1173143"/>
                        <a:pt x="567097" y="1184773"/>
                        <a:pt x="597568" y="1184773"/>
                      </a:cubicBezTo>
                      <a:cubicBezTo>
                        <a:pt x="628038" y="1184773"/>
                        <a:pt x="658508" y="1173143"/>
                        <a:pt x="681759" y="1149902"/>
                      </a:cubicBezTo>
                      <a:lnTo>
                        <a:pt x="1628401" y="203260"/>
                      </a:lnTo>
                      <a:cubicBezTo>
                        <a:pt x="1674893" y="156759"/>
                        <a:pt x="1674893" y="81378"/>
                        <a:pt x="1628401" y="34877"/>
                      </a:cubicBezTo>
                      <a:cubicBezTo>
                        <a:pt x="1581900" y="-11624"/>
                        <a:pt x="1506510" y="-11624"/>
                        <a:pt x="1460018" y="34867"/>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grpSp>
          <p:sp>
            <p:nvSpPr>
              <p:cNvPr id="301" name="Google Shape;301;p44"/>
              <p:cNvSpPr txBox="1"/>
              <p:nvPr/>
            </p:nvSpPr>
            <p:spPr>
              <a:xfrm>
                <a:off x="6745064" y="1608850"/>
                <a:ext cx="4069541" cy="555537"/>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consectetuer adipiscing elit. Maecenas porttitor congue.</a:t>
                </a:r>
                <a:endParaRPr sz="1100"/>
              </a:p>
            </p:txBody>
          </p:sp>
        </p:grpSp>
        <p:grpSp>
          <p:nvGrpSpPr>
            <p:cNvPr id="302" name="Google Shape;302;p44"/>
            <p:cNvGrpSpPr/>
            <p:nvPr/>
          </p:nvGrpSpPr>
          <p:grpSpPr>
            <a:xfrm>
              <a:off x="4172524" y="1333341"/>
              <a:ext cx="1685925" cy="1308258"/>
              <a:chOff x="4172524" y="1333341"/>
              <a:chExt cx="1685925" cy="1308258"/>
            </a:xfrm>
          </p:grpSpPr>
          <p:sp>
            <p:nvSpPr>
              <p:cNvPr id="303" name="Google Shape;303;p44"/>
              <p:cNvSpPr/>
              <p:nvPr/>
            </p:nvSpPr>
            <p:spPr>
              <a:xfrm>
                <a:off x="4172524" y="1333341"/>
                <a:ext cx="1685925" cy="1308258"/>
              </a:xfrm>
              <a:prstGeom prst="roundRect">
                <a:avLst>
                  <a:gd name="adj" fmla="val 6988"/>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nvGrpSpPr>
              <p:cNvPr id="304" name="Google Shape;304;p44"/>
              <p:cNvGrpSpPr/>
              <p:nvPr/>
            </p:nvGrpSpPr>
            <p:grpSpPr>
              <a:xfrm>
                <a:off x="4275553" y="1511057"/>
                <a:ext cx="1479867" cy="866775"/>
                <a:chOff x="4275553" y="1517512"/>
                <a:chExt cx="1479867" cy="866775"/>
              </a:xfrm>
            </p:grpSpPr>
            <p:sp>
              <p:nvSpPr>
                <p:cNvPr id="305" name="Google Shape;305;p44"/>
                <p:cNvSpPr txBox="1"/>
                <p:nvPr/>
              </p:nvSpPr>
              <p:spPr>
                <a:xfrm>
                  <a:off x="4275553" y="2014955"/>
                  <a:ext cx="1479867" cy="369332"/>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id" sz="1400" b="0">
                      <a:solidFill>
                        <a:schemeClr val="lt1"/>
                      </a:solidFill>
                      <a:latin typeface="Quicksand"/>
                      <a:ea typeface="Quicksand"/>
                      <a:cs typeface="Quicksand"/>
                      <a:sym typeface="Quicksand"/>
                    </a:rPr>
                    <a:t>Service</a:t>
                  </a:r>
                  <a:endParaRPr sz="1100"/>
                </a:p>
              </p:txBody>
            </p:sp>
            <p:sp>
              <p:nvSpPr>
                <p:cNvPr id="306" name="Google Shape;306;p44"/>
                <p:cNvSpPr txBox="1"/>
                <p:nvPr/>
              </p:nvSpPr>
              <p:spPr>
                <a:xfrm>
                  <a:off x="4275553" y="1517512"/>
                  <a:ext cx="1479867" cy="646331"/>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id" sz="2700" b="1">
                      <a:solidFill>
                        <a:schemeClr val="lt1"/>
                      </a:solidFill>
                      <a:latin typeface="Quicksand"/>
                      <a:ea typeface="Quicksand"/>
                      <a:cs typeface="Quicksand"/>
                      <a:sym typeface="Quicksand"/>
                    </a:rPr>
                    <a:t>02</a:t>
                  </a:r>
                  <a:endParaRPr sz="2700" b="1">
                    <a:solidFill>
                      <a:schemeClr val="lt1"/>
                    </a:solidFill>
                    <a:latin typeface="Quicksand"/>
                    <a:ea typeface="Quicksand"/>
                    <a:cs typeface="Quicksand"/>
                    <a:sym typeface="Quicksand"/>
                  </a:endParaRPr>
                </a:p>
              </p:txBody>
            </p:sp>
          </p:grpSp>
        </p:grpSp>
      </p:grpSp>
      <p:sp>
        <p:nvSpPr>
          <p:cNvPr id="307" name="Google Shape;307;p44"/>
          <p:cNvSpPr/>
          <p:nvPr/>
        </p:nvSpPr>
        <p:spPr>
          <a:xfrm rot="-1721402">
            <a:off x="2833874" y="214905"/>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308" name="Google Shape;308;p44"/>
          <p:cNvSpPr/>
          <p:nvPr/>
        </p:nvSpPr>
        <p:spPr>
          <a:xfrm rot="-4211805">
            <a:off x="8101642" y="3460466"/>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309" name="Google Shape;309;p44"/>
          <p:cNvSpPr/>
          <p:nvPr/>
        </p:nvSpPr>
        <p:spPr>
          <a:xfrm>
            <a:off x="409161" y="4005665"/>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pic>
        <p:nvPicPr>
          <p:cNvPr id="314" name="Google Shape;314;p45"/>
          <p:cNvPicPr preferRelativeResize="0"/>
          <p:nvPr/>
        </p:nvPicPr>
        <p:blipFill rotWithShape="1">
          <a:blip r:embed="rId3">
            <a:alphaModFix/>
          </a:blip>
          <a:srcRect l="11618" r="11617"/>
          <a:stretch/>
        </p:blipFill>
        <p:spPr>
          <a:xfrm>
            <a:off x="5030391" y="2130029"/>
            <a:ext cx="4112419" cy="3013472"/>
          </a:xfrm>
          <a:custGeom>
            <a:avLst/>
            <a:gdLst/>
            <a:ahLst/>
            <a:cxnLst/>
            <a:rect l="l" t="t" r="r" b="b"/>
            <a:pathLst>
              <a:path w="5482618" h="4017951" extrusionOk="0">
                <a:moveTo>
                  <a:pt x="2008976" y="0"/>
                </a:moveTo>
                <a:lnTo>
                  <a:pt x="5482618" y="0"/>
                </a:lnTo>
                <a:lnTo>
                  <a:pt x="5482618" y="4017951"/>
                </a:lnTo>
                <a:lnTo>
                  <a:pt x="0" y="4017951"/>
                </a:lnTo>
                <a:lnTo>
                  <a:pt x="0" y="2008976"/>
                </a:lnTo>
                <a:cubicBezTo>
                  <a:pt x="0" y="899449"/>
                  <a:pt x="899449" y="0"/>
                  <a:pt x="2008976" y="0"/>
                </a:cubicBezTo>
                <a:close/>
              </a:path>
            </a:pathLst>
          </a:custGeom>
          <a:noFill/>
          <a:ln>
            <a:noFill/>
          </a:ln>
        </p:spPr>
      </p:pic>
      <p:pic>
        <p:nvPicPr>
          <p:cNvPr id="315" name="Google Shape;315;p45"/>
          <p:cNvPicPr preferRelativeResize="0"/>
          <p:nvPr/>
        </p:nvPicPr>
        <p:blipFill rotWithShape="1">
          <a:blip r:embed="rId4">
            <a:alphaModFix/>
          </a:blip>
          <a:srcRect/>
          <a:stretch/>
        </p:blipFill>
        <p:spPr>
          <a:xfrm rot="1039532">
            <a:off x="4889347" y="2235556"/>
            <a:ext cx="1071726" cy="896660"/>
          </a:xfrm>
          <a:prstGeom prst="rect">
            <a:avLst/>
          </a:prstGeom>
          <a:noFill/>
          <a:ln>
            <a:noFill/>
          </a:ln>
        </p:spPr>
      </p:pic>
      <p:grpSp>
        <p:nvGrpSpPr>
          <p:cNvPr id="316" name="Google Shape;316;p45"/>
          <p:cNvGrpSpPr/>
          <p:nvPr/>
        </p:nvGrpSpPr>
        <p:grpSpPr>
          <a:xfrm>
            <a:off x="796643" y="2328903"/>
            <a:ext cx="3011977" cy="605930"/>
            <a:chOff x="1405432" y="5157524"/>
            <a:chExt cx="4015969" cy="807907"/>
          </a:xfrm>
        </p:grpSpPr>
        <p:sp>
          <p:nvSpPr>
            <p:cNvPr id="317" name="Google Shape;317;p45"/>
            <p:cNvSpPr/>
            <p:nvPr/>
          </p:nvSpPr>
          <p:spPr>
            <a:xfrm>
              <a:off x="1405432" y="5157524"/>
              <a:ext cx="1588594" cy="52322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id" sz="2100" b="1">
                  <a:solidFill>
                    <a:schemeClr val="accent4"/>
                  </a:solidFill>
                  <a:latin typeface="Quicksand"/>
                  <a:ea typeface="Quicksand"/>
                  <a:cs typeface="Quicksand"/>
                  <a:sym typeface="Quicksand"/>
                </a:rPr>
                <a:t>▲ 85</a:t>
              </a:r>
              <a:endParaRPr sz="2100" b="1">
                <a:solidFill>
                  <a:schemeClr val="accent4"/>
                </a:solidFill>
                <a:latin typeface="Quicksand"/>
                <a:ea typeface="Quicksand"/>
                <a:cs typeface="Quicksand"/>
                <a:sym typeface="Quicksand"/>
              </a:endParaRPr>
            </a:p>
          </p:txBody>
        </p:sp>
        <p:sp>
          <p:nvSpPr>
            <p:cNvPr id="318" name="Google Shape;318;p45"/>
            <p:cNvSpPr txBox="1"/>
            <p:nvPr/>
          </p:nvSpPr>
          <p:spPr>
            <a:xfrm>
              <a:off x="1405433" y="5676121"/>
              <a:ext cx="1727446" cy="289310"/>
            </a:xfrm>
            <a:prstGeom prst="rect">
              <a:avLst/>
            </a:prstGeom>
            <a:noFill/>
            <a:ln>
              <a:noFill/>
            </a:ln>
          </p:spPr>
          <p:txBody>
            <a:bodyPr spcFirstLastPara="1" wrap="square" lIns="68575" tIns="34275" rIns="68575" bIns="34275" anchor="t" anchorCtr="0">
              <a:spAutoFit/>
            </a:bodyPr>
            <a:lstStyle/>
            <a:p>
              <a:pPr marL="0" marR="0" lvl="0" indent="0" algn="l" rtl="0">
                <a:lnSpc>
                  <a:spcPct val="80000"/>
                </a:lnSpc>
                <a:spcBef>
                  <a:spcPts val="0"/>
                </a:spcBef>
                <a:spcAft>
                  <a:spcPts val="0"/>
                </a:spcAft>
                <a:buNone/>
              </a:pPr>
              <a:r>
                <a:rPr lang="id" sz="1200">
                  <a:solidFill>
                    <a:srgbClr val="3F3F3F"/>
                  </a:solidFill>
                  <a:latin typeface="Quicksand"/>
                  <a:ea typeface="Quicksand"/>
                  <a:cs typeface="Quicksand"/>
                  <a:sym typeface="Quicksand"/>
                </a:rPr>
                <a:t>Content Views</a:t>
              </a:r>
              <a:endParaRPr sz="1200">
                <a:solidFill>
                  <a:srgbClr val="3F3F3F"/>
                </a:solidFill>
                <a:latin typeface="Quicksand"/>
                <a:ea typeface="Quicksand"/>
                <a:cs typeface="Quicksand"/>
                <a:sym typeface="Quicksand"/>
              </a:endParaRPr>
            </a:p>
          </p:txBody>
        </p:sp>
        <p:sp>
          <p:nvSpPr>
            <p:cNvPr id="319" name="Google Shape;319;p45"/>
            <p:cNvSpPr/>
            <p:nvPr/>
          </p:nvSpPr>
          <p:spPr>
            <a:xfrm>
              <a:off x="3693954" y="5157524"/>
              <a:ext cx="1463303" cy="52322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id" sz="2100" b="1">
                  <a:solidFill>
                    <a:schemeClr val="accent4"/>
                  </a:solidFill>
                  <a:latin typeface="Quicksand"/>
                  <a:ea typeface="Quicksand"/>
                  <a:cs typeface="Quicksand"/>
                  <a:sym typeface="Quicksand"/>
                </a:rPr>
                <a:t>▼ 35</a:t>
              </a:r>
              <a:endParaRPr sz="2100" b="1">
                <a:solidFill>
                  <a:schemeClr val="accent4"/>
                </a:solidFill>
                <a:latin typeface="Quicksand"/>
                <a:ea typeface="Quicksand"/>
                <a:cs typeface="Quicksand"/>
                <a:sym typeface="Quicksand"/>
              </a:endParaRPr>
            </a:p>
          </p:txBody>
        </p:sp>
        <p:sp>
          <p:nvSpPr>
            <p:cNvPr id="320" name="Google Shape;320;p45"/>
            <p:cNvSpPr txBox="1"/>
            <p:nvPr/>
          </p:nvSpPr>
          <p:spPr>
            <a:xfrm>
              <a:off x="3693955" y="5676121"/>
              <a:ext cx="1727446" cy="289310"/>
            </a:xfrm>
            <a:prstGeom prst="rect">
              <a:avLst/>
            </a:prstGeom>
            <a:noFill/>
            <a:ln>
              <a:noFill/>
            </a:ln>
          </p:spPr>
          <p:txBody>
            <a:bodyPr spcFirstLastPara="1" wrap="square" lIns="68575" tIns="34275" rIns="68575" bIns="34275" anchor="t" anchorCtr="0">
              <a:spAutoFit/>
            </a:bodyPr>
            <a:lstStyle/>
            <a:p>
              <a:pPr marL="0" marR="0" lvl="0" indent="0" algn="l" rtl="0">
                <a:lnSpc>
                  <a:spcPct val="80000"/>
                </a:lnSpc>
                <a:spcBef>
                  <a:spcPts val="0"/>
                </a:spcBef>
                <a:spcAft>
                  <a:spcPts val="0"/>
                </a:spcAft>
                <a:buNone/>
              </a:pPr>
              <a:r>
                <a:rPr lang="id" sz="1200">
                  <a:solidFill>
                    <a:srgbClr val="3F3F3F"/>
                  </a:solidFill>
                  <a:latin typeface="Quicksand"/>
                  <a:ea typeface="Quicksand"/>
                  <a:cs typeface="Quicksand"/>
                  <a:sym typeface="Quicksand"/>
                </a:rPr>
                <a:t>Content Views</a:t>
              </a:r>
              <a:endParaRPr sz="1200">
                <a:solidFill>
                  <a:srgbClr val="3F3F3F"/>
                </a:solidFill>
                <a:latin typeface="Quicksand"/>
                <a:ea typeface="Quicksand"/>
                <a:cs typeface="Quicksand"/>
                <a:sym typeface="Quicksand"/>
              </a:endParaRPr>
            </a:p>
          </p:txBody>
        </p:sp>
      </p:grpSp>
      <p:grpSp>
        <p:nvGrpSpPr>
          <p:cNvPr id="321" name="Google Shape;321;p45"/>
          <p:cNvGrpSpPr/>
          <p:nvPr/>
        </p:nvGrpSpPr>
        <p:grpSpPr>
          <a:xfrm>
            <a:off x="4599385" y="1119738"/>
            <a:ext cx="3874823" cy="680570"/>
            <a:chOff x="6121330" y="5100375"/>
            <a:chExt cx="5166430" cy="907426"/>
          </a:xfrm>
        </p:grpSpPr>
        <p:sp>
          <p:nvSpPr>
            <p:cNvPr id="322" name="Google Shape;322;p45"/>
            <p:cNvSpPr/>
            <p:nvPr/>
          </p:nvSpPr>
          <p:spPr>
            <a:xfrm rot="-5400000" flipH="1">
              <a:off x="8250832" y="2970873"/>
              <a:ext cx="907426" cy="5166430"/>
            </a:xfrm>
            <a:prstGeom prst="roundRect">
              <a:avLst>
                <a:gd name="adj" fmla="val 16667"/>
              </a:avLst>
            </a:prstGeom>
            <a:solidFill>
              <a:schemeClr val="accent2"/>
            </a:solidFill>
            <a:ln>
              <a:noFill/>
            </a:ln>
            <a:effectLst>
              <a:outerShdw blurRad="508000" dist="165100" dir="5400000" algn="t" rotWithShape="0">
                <a:srgbClr val="000000">
                  <a:alpha val="14901"/>
                </a:srgbClr>
              </a:outerShdw>
            </a:effectLst>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grpSp>
          <p:nvGrpSpPr>
            <p:cNvPr id="323" name="Google Shape;323;p45"/>
            <p:cNvGrpSpPr/>
            <p:nvPr/>
          </p:nvGrpSpPr>
          <p:grpSpPr>
            <a:xfrm>
              <a:off x="6330835" y="5212432"/>
              <a:ext cx="4956925" cy="616080"/>
              <a:chOff x="6330835" y="5212432"/>
              <a:chExt cx="4956925" cy="616080"/>
            </a:xfrm>
          </p:grpSpPr>
          <p:sp>
            <p:nvSpPr>
              <p:cNvPr id="324" name="Google Shape;324;p45"/>
              <p:cNvSpPr/>
              <p:nvPr/>
            </p:nvSpPr>
            <p:spPr>
              <a:xfrm>
                <a:off x="6330835" y="5212432"/>
                <a:ext cx="3252763" cy="338554"/>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id" sz="1200">
                    <a:solidFill>
                      <a:schemeClr val="lt1"/>
                    </a:solidFill>
                    <a:latin typeface="Quicksand"/>
                    <a:ea typeface="Quicksand"/>
                    <a:cs typeface="Quicksand"/>
                    <a:sym typeface="Quicksand"/>
                  </a:rPr>
                  <a:t>Everyday Always Wonderful</a:t>
                </a:r>
                <a:endParaRPr sz="1100"/>
              </a:p>
            </p:txBody>
          </p:sp>
          <p:sp>
            <p:nvSpPr>
              <p:cNvPr id="325" name="Google Shape;325;p45"/>
              <p:cNvSpPr/>
              <p:nvPr/>
            </p:nvSpPr>
            <p:spPr>
              <a:xfrm>
                <a:off x="6330836" y="5556643"/>
                <a:ext cx="4956924" cy="271869"/>
              </a:xfrm>
              <a:prstGeom prst="rect">
                <a:avLst/>
              </a:prstGeom>
              <a:noFill/>
              <a:ln>
                <a:noFill/>
              </a:ln>
            </p:spPr>
            <p:txBody>
              <a:bodyPr spcFirstLastPara="1" wrap="square" lIns="68575" tIns="34275" rIns="68575" bIns="34275" anchor="t" anchorCtr="0">
                <a:noAutofit/>
              </a:bodyPr>
              <a:lstStyle/>
              <a:p>
                <a:pPr marL="0" marR="0" lvl="0" indent="0" algn="l" rtl="0">
                  <a:lnSpc>
                    <a:spcPct val="80000"/>
                  </a:lnSpc>
                  <a:spcBef>
                    <a:spcPts val="0"/>
                  </a:spcBef>
                  <a:spcAft>
                    <a:spcPts val="0"/>
                  </a:spcAft>
                  <a:buNone/>
                </a:pPr>
                <a:r>
                  <a:rPr lang="id" sz="1100">
                    <a:solidFill>
                      <a:schemeClr val="lt1"/>
                    </a:solidFill>
                    <a:latin typeface="Quicksand"/>
                    <a:ea typeface="Quicksand"/>
                    <a:cs typeface="Quicksand"/>
                    <a:sym typeface="Quicksand"/>
                  </a:rPr>
                  <a:t>08 Marge 2023 - Leverage agile frameworks to high</a:t>
                </a:r>
                <a:endParaRPr sz="1100"/>
              </a:p>
            </p:txBody>
          </p:sp>
        </p:grpSp>
      </p:grpSp>
      <p:sp>
        <p:nvSpPr>
          <p:cNvPr id="326" name="Google Shape;326;p45"/>
          <p:cNvSpPr txBox="1"/>
          <p:nvPr/>
        </p:nvSpPr>
        <p:spPr>
          <a:xfrm>
            <a:off x="796643" y="1462145"/>
            <a:ext cx="3592477" cy="596701"/>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A wonderful serenity has taken possession of my entire soul, like these sweet mornings of spring which I enjoy with my whole heart. I am alone, and feel the charm.</a:t>
            </a:r>
            <a:endParaRPr sz="1100"/>
          </a:p>
        </p:txBody>
      </p:sp>
      <p:sp>
        <p:nvSpPr>
          <p:cNvPr id="327" name="Google Shape;327;p45"/>
          <p:cNvSpPr/>
          <p:nvPr/>
        </p:nvSpPr>
        <p:spPr>
          <a:xfrm>
            <a:off x="796643" y="882942"/>
            <a:ext cx="2700937" cy="577081"/>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id" sz="3300" b="1">
                <a:solidFill>
                  <a:schemeClr val="accent4"/>
                </a:solidFill>
                <a:latin typeface="Quicksand"/>
                <a:ea typeface="Quicksand"/>
                <a:cs typeface="Quicksand"/>
                <a:sym typeface="Quicksand"/>
              </a:rPr>
              <a:t>Conclusion</a:t>
            </a:r>
            <a:endParaRPr sz="3300" b="1">
              <a:solidFill>
                <a:schemeClr val="accent4"/>
              </a:solidFill>
              <a:latin typeface="Quicksand"/>
              <a:ea typeface="Quicksand"/>
              <a:cs typeface="Quicksand"/>
              <a:sym typeface="Quicksand"/>
            </a:endParaRPr>
          </a:p>
        </p:txBody>
      </p:sp>
      <p:grpSp>
        <p:nvGrpSpPr>
          <p:cNvPr id="328" name="Google Shape;328;p45"/>
          <p:cNvGrpSpPr/>
          <p:nvPr/>
        </p:nvGrpSpPr>
        <p:grpSpPr>
          <a:xfrm>
            <a:off x="796643" y="3084655"/>
            <a:ext cx="3660090" cy="1379859"/>
            <a:chOff x="611452" y="821700"/>
            <a:chExt cx="4880120" cy="1839812"/>
          </a:xfrm>
        </p:grpSpPr>
        <p:grpSp>
          <p:nvGrpSpPr>
            <p:cNvPr id="329" name="Google Shape;329;p45"/>
            <p:cNvGrpSpPr/>
            <p:nvPr/>
          </p:nvGrpSpPr>
          <p:grpSpPr>
            <a:xfrm>
              <a:off x="694522" y="1240600"/>
              <a:ext cx="4796125" cy="76529"/>
              <a:chOff x="6252875" y="4419271"/>
              <a:chExt cx="4796125" cy="76529"/>
            </a:xfrm>
          </p:grpSpPr>
          <p:sp>
            <p:nvSpPr>
              <p:cNvPr id="330" name="Google Shape;330;p45"/>
              <p:cNvSpPr/>
              <p:nvPr/>
            </p:nvSpPr>
            <p:spPr>
              <a:xfrm>
                <a:off x="6553200" y="4419271"/>
                <a:ext cx="4495800" cy="76529"/>
              </a:xfrm>
              <a:prstGeom prst="roundRect">
                <a:avLst>
                  <a:gd name="adj" fmla="val 50000"/>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rgbClr val="3F3F3F"/>
                  </a:solidFill>
                  <a:latin typeface="Quicksand"/>
                  <a:ea typeface="Quicksand"/>
                  <a:cs typeface="Quicksand"/>
                  <a:sym typeface="Quicksand"/>
                </a:endParaRPr>
              </a:p>
            </p:txBody>
          </p:sp>
          <p:sp>
            <p:nvSpPr>
              <p:cNvPr id="331" name="Google Shape;331;p45"/>
              <p:cNvSpPr/>
              <p:nvPr/>
            </p:nvSpPr>
            <p:spPr>
              <a:xfrm>
                <a:off x="6252875" y="4419271"/>
                <a:ext cx="3886200" cy="76529"/>
              </a:xfrm>
              <a:prstGeom prst="roundRect">
                <a:avLst>
                  <a:gd name="adj" fmla="val 50000"/>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rgbClr val="3F3F3F"/>
                  </a:solidFill>
                  <a:latin typeface="Quicksand"/>
                  <a:ea typeface="Quicksand"/>
                  <a:cs typeface="Quicksand"/>
                  <a:sym typeface="Quicksand"/>
                </a:endParaRPr>
              </a:p>
            </p:txBody>
          </p:sp>
        </p:grpSp>
        <p:grpSp>
          <p:nvGrpSpPr>
            <p:cNvPr id="332" name="Google Shape;332;p45"/>
            <p:cNvGrpSpPr/>
            <p:nvPr/>
          </p:nvGrpSpPr>
          <p:grpSpPr>
            <a:xfrm>
              <a:off x="613443" y="821700"/>
              <a:ext cx="4418438" cy="429319"/>
              <a:chOff x="6171796" y="4000371"/>
              <a:chExt cx="4418438" cy="429319"/>
            </a:xfrm>
          </p:grpSpPr>
          <p:sp>
            <p:nvSpPr>
              <p:cNvPr id="333" name="Google Shape;333;p45"/>
              <p:cNvSpPr txBox="1"/>
              <p:nvPr/>
            </p:nvSpPr>
            <p:spPr>
              <a:xfrm>
                <a:off x="6171796" y="4014232"/>
                <a:ext cx="1559408" cy="415458"/>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3F3F3F"/>
                  </a:buClr>
                  <a:buSzPts val="1100"/>
                  <a:buFont typeface="Quicksand"/>
                  <a:buNone/>
                </a:pPr>
                <a:r>
                  <a:rPr lang="id" sz="1100">
                    <a:solidFill>
                      <a:srgbClr val="3F3F3F"/>
                    </a:solidFill>
                    <a:latin typeface="Quicksand"/>
                    <a:ea typeface="Quicksand"/>
                    <a:cs typeface="Quicksand"/>
                    <a:sym typeface="Quicksand"/>
                  </a:rPr>
                  <a:t>Parameter 1</a:t>
                </a:r>
                <a:endParaRPr sz="1400">
                  <a:solidFill>
                    <a:schemeClr val="dk1"/>
                  </a:solidFill>
                  <a:latin typeface="Quicksand"/>
                  <a:ea typeface="Quicksand"/>
                  <a:cs typeface="Quicksand"/>
                  <a:sym typeface="Quicksand"/>
                </a:endParaRPr>
              </a:p>
            </p:txBody>
          </p:sp>
          <p:sp>
            <p:nvSpPr>
              <p:cNvPr id="334" name="Google Shape;334;p45"/>
              <p:cNvSpPr txBox="1"/>
              <p:nvPr/>
            </p:nvSpPr>
            <p:spPr>
              <a:xfrm>
                <a:off x="9687916" y="4000371"/>
                <a:ext cx="902318" cy="415458"/>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Clr>
                    <a:srgbClr val="3F3F3F"/>
                  </a:buClr>
                  <a:buSzPts val="1100"/>
                  <a:buFont typeface="Quicksand"/>
                  <a:buNone/>
                </a:pPr>
                <a:r>
                  <a:rPr lang="id" sz="1100" b="1">
                    <a:solidFill>
                      <a:srgbClr val="3F3F3F"/>
                    </a:solidFill>
                    <a:latin typeface="Quicksand"/>
                    <a:ea typeface="Quicksand"/>
                    <a:cs typeface="Quicksand"/>
                    <a:sym typeface="Quicksand"/>
                  </a:rPr>
                  <a:t>80%</a:t>
                </a:r>
                <a:endParaRPr sz="1400">
                  <a:solidFill>
                    <a:schemeClr val="dk1"/>
                  </a:solidFill>
                  <a:latin typeface="Quicksand"/>
                  <a:ea typeface="Quicksand"/>
                  <a:cs typeface="Quicksand"/>
                  <a:sym typeface="Quicksand"/>
                </a:endParaRPr>
              </a:p>
            </p:txBody>
          </p:sp>
        </p:grpSp>
        <p:grpSp>
          <p:nvGrpSpPr>
            <p:cNvPr id="335" name="Google Shape;335;p45"/>
            <p:cNvGrpSpPr/>
            <p:nvPr/>
          </p:nvGrpSpPr>
          <p:grpSpPr>
            <a:xfrm>
              <a:off x="695447" y="1905654"/>
              <a:ext cx="4796125" cy="76529"/>
              <a:chOff x="6253800" y="5084325"/>
              <a:chExt cx="4796125" cy="76529"/>
            </a:xfrm>
          </p:grpSpPr>
          <p:sp>
            <p:nvSpPr>
              <p:cNvPr id="336" name="Google Shape;336;p45"/>
              <p:cNvSpPr/>
              <p:nvPr/>
            </p:nvSpPr>
            <p:spPr>
              <a:xfrm>
                <a:off x="6554125" y="5084325"/>
                <a:ext cx="4495800" cy="76529"/>
              </a:xfrm>
              <a:prstGeom prst="roundRect">
                <a:avLst>
                  <a:gd name="adj" fmla="val 50000"/>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rgbClr val="3F3F3F"/>
                  </a:solidFill>
                  <a:latin typeface="Quicksand"/>
                  <a:ea typeface="Quicksand"/>
                  <a:cs typeface="Quicksand"/>
                  <a:sym typeface="Quicksand"/>
                </a:endParaRPr>
              </a:p>
            </p:txBody>
          </p:sp>
          <p:sp>
            <p:nvSpPr>
              <p:cNvPr id="337" name="Google Shape;337;p45"/>
              <p:cNvSpPr/>
              <p:nvPr/>
            </p:nvSpPr>
            <p:spPr>
              <a:xfrm>
                <a:off x="6253800" y="5084325"/>
                <a:ext cx="3241354" cy="76529"/>
              </a:xfrm>
              <a:prstGeom prst="roundRect">
                <a:avLst>
                  <a:gd name="adj" fmla="val 50000"/>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rgbClr val="3F3F3F"/>
                  </a:solidFill>
                  <a:latin typeface="Quicksand"/>
                  <a:ea typeface="Quicksand"/>
                  <a:cs typeface="Quicksand"/>
                  <a:sym typeface="Quicksand"/>
                </a:endParaRPr>
              </a:p>
            </p:txBody>
          </p:sp>
        </p:grpSp>
        <p:grpSp>
          <p:nvGrpSpPr>
            <p:cNvPr id="338" name="Google Shape;338;p45"/>
            <p:cNvGrpSpPr/>
            <p:nvPr/>
          </p:nvGrpSpPr>
          <p:grpSpPr>
            <a:xfrm>
              <a:off x="614368" y="1486754"/>
              <a:ext cx="3773592" cy="429319"/>
              <a:chOff x="6172721" y="4665425"/>
              <a:chExt cx="3773592" cy="429319"/>
            </a:xfrm>
          </p:grpSpPr>
          <p:sp>
            <p:nvSpPr>
              <p:cNvPr id="339" name="Google Shape;339;p45"/>
              <p:cNvSpPr txBox="1"/>
              <p:nvPr/>
            </p:nvSpPr>
            <p:spPr>
              <a:xfrm>
                <a:off x="6172721" y="4679286"/>
                <a:ext cx="1559408" cy="415458"/>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3F3F3F"/>
                  </a:buClr>
                  <a:buSzPts val="1100"/>
                  <a:buFont typeface="Quicksand"/>
                  <a:buNone/>
                </a:pPr>
                <a:r>
                  <a:rPr lang="id" sz="1100">
                    <a:solidFill>
                      <a:srgbClr val="3F3F3F"/>
                    </a:solidFill>
                    <a:latin typeface="Quicksand"/>
                    <a:ea typeface="Quicksand"/>
                    <a:cs typeface="Quicksand"/>
                    <a:sym typeface="Quicksand"/>
                  </a:rPr>
                  <a:t>Parameter 2</a:t>
                </a:r>
                <a:endParaRPr sz="1400">
                  <a:solidFill>
                    <a:schemeClr val="dk1"/>
                  </a:solidFill>
                  <a:latin typeface="Quicksand"/>
                  <a:ea typeface="Quicksand"/>
                  <a:cs typeface="Quicksand"/>
                  <a:sym typeface="Quicksand"/>
                </a:endParaRPr>
              </a:p>
            </p:txBody>
          </p:sp>
          <p:sp>
            <p:nvSpPr>
              <p:cNvPr id="340" name="Google Shape;340;p45"/>
              <p:cNvSpPr txBox="1"/>
              <p:nvPr/>
            </p:nvSpPr>
            <p:spPr>
              <a:xfrm>
                <a:off x="9043995" y="4665425"/>
                <a:ext cx="902318" cy="415458"/>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Clr>
                    <a:srgbClr val="3F3F3F"/>
                  </a:buClr>
                  <a:buSzPts val="1100"/>
                  <a:buFont typeface="Quicksand"/>
                  <a:buNone/>
                </a:pPr>
                <a:r>
                  <a:rPr lang="id" sz="1100" b="1">
                    <a:solidFill>
                      <a:srgbClr val="3F3F3F"/>
                    </a:solidFill>
                    <a:latin typeface="Quicksand"/>
                    <a:ea typeface="Quicksand"/>
                    <a:cs typeface="Quicksand"/>
                    <a:sym typeface="Quicksand"/>
                  </a:rPr>
                  <a:t>70%</a:t>
                </a:r>
                <a:endParaRPr sz="1400">
                  <a:solidFill>
                    <a:schemeClr val="dk1"/>
                  </a:solidFill>
                  <a:latin typeface="Quicksand"/>
                  <a:ea typeface="Quicksand"/>
                  <a:cs typeface="Quicksand"/>
                  <a:sym typeface="Quicksand"/>
                </a:endParaRPr>
              </a:p>
            </p:txBody>
          </p:sp>
        </p:grpSp>
        <p:grpSp>
          <p:nvGrpSpPr>
            <p:cNvPr id="341" name="Google Shape;341;p45"/>
            <p:cNvGrpSpPr/>
            <p:nvPr/>
          </p:nvGrpSpPr>
          <p:grpSpPr>
            <a:xfrm>
              <a:off x="692531" y="2584983"/>
              <a:ext cx="4796125" cy="76529"/>
              <a:chOff x="6250884" y="5763654"/>
              <a:chExt cx="4796125" cy="76529"/>
            </a:xfrm>
          </p:grpSpPr>
          <p:sp>
            <p:nvSpPr>
              <p:cNvPr id="342" name="Google Shape;342;p45"/>
              <p:cNvSpPr/>
              <p:nvPr/>
            </p:nvSpPr>
            <p:spPr>
              <a:xfrm>
                <a:off x="6551209" y="5763654"/>
                <a:ext cx="4495800" cy="76529"/>
              </a:xfrm>
              <a:prstGeom prst="roundRect">
                <a:avLst>
                  <a:gd name="adj" fmla="val 50000"/>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rgbClr val="3F3F3F"/>
                  </a:solidFill>
                  <a:latin typeface="Quicksand"/>
                  <a:ea typeface="Quicksand"/>
                  <a:cs typeface="Quicksand"/>
                  <a:sym typeface="Quicksand"/>
                </a:endParaRPr>
              </a:p>
            </p:txBody>
          </p:sp>
          <p:sp>
            <p:nvSpPr>
              <p:cNvPr id="343" name="Google Shape;343;p45"/>
              <p:cNvSpPr/>
              <p:nvPr/>
            </p:nvSpPr>
            <p:spPr>
              <a:xfrm>
                <a:off x="6250884" y="5763654"/>
                <a:ext cx="3695429" cy="76529"/>
              </a:xfrm>
              <a:prstGeom prst="roundRect">
                <a:avLst>
                  <a:gd name="adj" fmla="val 50000"/>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rgbClr val="3F3F3F"/>
                  </a:solidFill>
                  <a:latin typeface="Quicksand"/>
                  <a:ea typeface="Quicksand"/>
                  <a:cs typeface="Quicksand"/>
                  <a:sym typeface="Quicksand"/>
                </a:endParaRPr>
              </a:p>
            </p:txBody>
          </p:sp>
        </p:grpSp>
        <p:grpSp>
          <p:nvGrpSpPr>
            <p:cNvPr id="344" name="Google Shape;344;p45"/>
            <p:cNvGrpSpPr/>
            <p:nvPr/>
          </p:nvGrpSpPr>
          <p:grpSpPr>
            <a:xfrm>
              <a:off x="611452" y="2166083"/>
              <a:ext cx="4216541" cy="429319"/>
              <a:chOff x="6169805" y="5344754"/>
              <a:chExt cx="4216541" cy="429319"/>
            </a:xfrm>
          </p:grpSpPr>
          <p:sp>
            <p:nvSpPr>
              <p:cNvPr id="345" name="Google Shape;345;p45"/>
              <p:cNvSpPr txBox="1"/>
              <p:nvPr/>
            </p:nvSpPr>
            <p:spPr>
              <a:xfrm>
                <a:off x="6169805" y="5358615"/>
                <a:ext cx="1559408" cy="415458"/>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3F3F3F"/>
                  </a:buClr>
                  <a:buSzPts val="1100"/>
                  <a:buFont typeface="Quicksand"/>
                  <a:buNone/>
                </a:pPr>
                <a:r>
                  <a:rPr lang="id" sz="1100">
                    <a:solidFill>
                      <a:srgbClr val="3F3F3F"/>
                    </a:solidFill>
                    <a:latin typeface="Quicksand"/>
                    <a:ea typeface="Quicksand"/>
                    <a:cs typeface="Quicksand"/>
                    <a:sym typeface="Quicksand"/>
                  </a:rPr>
                  <a:t>Parameter 3</a:t>
                </a:r>
                <a:endParaRPr sz="1400">
                  <a:solidFill>
                    <a:schemeClr val="dk1"/>
                  </a:solidFill>
                  <a:latin typeface="Quicksand"/>
                  <a:ea typeface="Quicksand"/>
                  <a:cs typeface="Quicksand"/>
                  <a:sym typeface="Quicksand"/>
                </a:endParaRPr>
              </a:p>
            </p:txBody>
          </p:sp>
          <p:sp>
            <p:nvSpPr>
              <p:cNvPr id="346" name="Google Shape;346;p45"/>
              <p:cNvSpPr txBox="1"/>
              <p:nvPr/>
            </p:nvSpPr>
            <p:spPr>
              <a:xfrm>
                <a:off x="9484028" y="5344754"/>
                <a:ext cx="902318" cy="415458"/>
              </a:xfrm>
              <a:prstGeom prst="rect">
                <a:avLst/>
              </a:prstGeom>
              <a:noFill/>
              <a:ln>
                <a:noFill/>
              </a:ln>
            </p:spPr>
            <p:txBody>
              <a:bodyPr spcFirstLastPara="1" wrap="square" lIns="68575" tIns="34275" rIns="68575" bIns="34275" anchor="t" anchorCtr="0">
                <a:spAutoFit/>
              </a:bodyPr>
              <a:lstStyle/>
              <a:p>
                <a:pPr marL="0" marR="0" lvl="0" indent="0" algn="ctr" rtl="0">
                  <a:lnSpc>
                    <a:spcPct val="150000"/>
                  </a:lnSpc>
                  <a:spcBef>
                    <a:spcPts val="0"/>
                  </a:spcBef>
                  <a:spcAft>
                    <a:spcPts val="0"/>
                  </a:spcAft>
                  <a:buClr>
                    <a:srgbClr val="3F3F3F"/>
                  </a:buClr>
                  <a:buSzPts val="1100"/>
                  <a:buFont typeface="Quicksand"/>
                  <a:buNone/>
                </a:pPr>
                <a:r>
                  <a:rPr lang="id" sz="1100" b="1">
                    <a:solidFill>
                      <a:srgbClr val="3F3F3F"/>
                    </a:solidFill>
                    <a:latin typeface="Quicksand"/>
                    <a:ea typeface="Quicksand"/>
                    <a:cs typeface="Quicksand"/>
                    <a:sym typeface="Quicksand"/>
                  </a:rPr>
                  <a:t>75%</a:t>
                </a:r>
                <a:endParaRPr sz="1400">
                  <a:solidFill>
                    <a:schemeClr val="dk1"/>
                  </a:solidFill>
                  <a:latin typeface="Quicksand"/>
                  <a:ea typeface="Quicksand"/>
                  <a:cs typeface="Quicksand"/>
                  <a:sym typeface="Quicksand"/>
                </a:endParaRPr>
              </a:p>
            </p:txBody>
          </p:sp>
        </p:grpSp>
      </p:grpSp>
      <p:sp>
        <p:nvSpPr>
          <p:cNvPr id="347" name="Google Shape;347;p45"/>
          <p:cNvSpPr/>
          <p:nvPr/>
        </p:nvSpPr>
        <p:spPr>
          <a:xfrm rot="-1721402">
            <a:off x="4646023" y="388742"/>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348" name="Google Shape;348;p45"/>
          <p:cNvSpPr/>
          <p:nvPr/>
        </p:nvSpPr>
        <p:spPr>
          <a:xfrm rot="-4211805">
            <a:off x="8188361" y="3930038"/>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349" name="Google Shape;349;p45"/>
          <p:cNvSpPr/>
          <p:nvPr/>
        </p:nvSpPr>
        <p:spPr>
          <a:xfrm>
            <a:off x="284671" y="405817"/>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pic>
        <p:nvPicPr>
          <p:cNvPr id="354" name="Google Shape;354;p46"/>
          <p:cNvPicPr preferRelativeResize="0"/>
          <p:nvPr/>
        </p:nvPicPr>
        <p:blipFill rotWithShape="1">
          <a:blip r:embed="rId3">
            <a:alphaModFix/>
          </a:blip>
          <a:srcRect l="31834" r="31834"/>
          <a:stretch/>
        </p:blipFill>
        <p:spPr>
          <a:xfrm flipH="1">
            <a:off x="0" y="1801416"/>
            <a:ext cx="2158604" cy="3342084"/>
          </a:xfrm>
          <a:prstGeom prst="snipRoundRect">
            <a:avLst>
              <a:gd name="adj1" fmla="val 50000"/>
              <a:gd name="adj2" fmla="val 0"/>
            </a:avLst>
          </a:prstGeom>
          <a:noFill/>
          <a:ln>
            <a:noFill/>
          </a:ln>
        </p:spPr>
      </p:pic>
      <p:pic>
        <p:nvPicPr>
          <p:cNvPr id="355" name="Google Shape;355;p46"/>
          <p:cNvPicPr preferRelativeResize="0"/>
          <p:nvPr/>
        </p:nvPicPr>
        <p:blipFill rotWithShape="1">
          <a:blip r:embed="rId3">
            <a:alphaModFix/>
          </a:blip>
          <a:srcRect l="31834" r="31834"/>
          <a:stretch/>
        </p:blipFill>
        <p:spPr>
          <a:xfrm flipH="1">
            <a:off x="4502944" y="1801416"/>
            <a:ext cx="2158604" cy="3342084"/>
          </a:xfrm>
          <a:custGeom>
            <a:avLst/>
            <a:gdLst/>
            <a:ahLst/>
            <a:cxnLst/>
            <a:rect l="l" t="t" r="r" b="b"/>
            <a:pathLst>
              <a:path w="2878230" h="4456859" extrusionOk="0">
                <a:moveTo>
                  <a:pt x="1439115" y="0"/>
                </a:moveTo>
                <a:cubicBezTo>
                  <a:pt x="644314" y="0"/>
                  <a:pt x="0" y="644314"/>
                  <a:pt x="0" y="1439115"/>
                </a:cubicBezTo>
                <a:lnTo>
                  <a:pt x="0" y="4456859"/>
                </a:lnTo>
                <a:lnTo>
                  <a:pt x="2878230" y="4456859"/>
                </a:lnTo>
                <a:lnTo>
                  <a:pt x="2878230" y="1439115"/>
                </a:lnTo>
                <a:cubicBezTo>
                  <a:pt x="2878230" y="644314"/>
                  <a:pt x="2233916" y="0"/>
                  <a:pt x="1439115" y="0"/>
                </a:cubicBezTo>
                <a:close/>
              </a:path>
            </a:pathLst>
          </a:custGeom>
          <a:noFill/>
          <a:ln>
            <a:noFill/>
          </a:ln>
        </p:spPr>
      </p:pic>
      <p:pic>
        <p:nvPicPr>
          <p:cNvPr id="356" name="Google Shape;356;p46"/>
          <p:cNvPicPr preferRelativeResize="0"/>
          <p:nvPr/>
        </p:nvPicPr>
        <p:blipFill rotWithShape="1">
          <a:blip r:embed="rId4">
            <a:alphaModFix/>
          </a:blip>
          <a:srcRect/>
          <a:stretch/>
        </p:blipFill>
        <p:spPr>
          <a:xfrm rot="1518694">
            <a:off x="6014448" y="4098632"/>
            <a:ext cx="1071726" cy="896660"/>
          </a:xfrm>
          <a:prstGeom prst="rect">
            <a:avLst/>
          </a:prstGeom>
          <a:noFill/>
          <a:ln>
            <a:noFill/>
          </a:ln>
        </p:spPr>
      </p:pic>
      <p:pic>
        <p:nvPicPr>
          <p:cNvPr id="357" name="Google Shape;357;p46"/>
          <p:cNvPicPr preferRelativeResize="0"/>
          <p:nvPr/>
        </p:nvPicPr>
        <p:blipFill rotWithShape="1">
          <a:blip r:embed="rId4">
            <a:alphaModFix/>
          </a:blip>
          <a:srcRect/>
          <a:stretch/>
        </p:blipFill>
        <p:spPr>
          <a:xfrm rot="1909434">
            <a:off x="1467265" y="1722118"/>
            <a:ext cx="1071726" cy="896660"/>
          </a:xfrm>
          <a:prstGeom prst="rect">
            <a:avLst/>
          </a:prstGeom>
          <a:noFill/>
          <a:ln>
            <a:noFill/>
          </a:ln>
        </p:spPr>
      </p:pic>
      <p:grpSp>
        <p:nvGrpSpPr>
          <p:cNvPr id="358" name="Google Shape;358;p46"/>
          <p:cNvGrpSpPr/>
          <p:nvPr/>
        </p:nvGrpSpPr>
        <p:grpSpPr>
          <a:xfrm>
            <a:off x="6865534" y="2262435"/>
            <a:ext cx="1866517" cy="1014784"/>
            <a:chOff x="9392629" y="3841248"/>
            <a:chExt cx="2488689" cy="1353045"/>
          </a:xfrm>
        </p:grpSpPr>
        <p:sp>
          <p:nvSpPr>
            <p:cNvPr id="359" name="Google Shape;359;p46"/>
            <p:cNvSpPr txBox="1"/>
            <p:nvPr/>
          </p:nvSpPr>
          <p:spPr>
            <a:xfrm>
              <a:off x="9392629" y="4671073"/>
              <a:ext cx="2488689" cy="523220"/>
            </a:xfrm>
            <a:prstGeom prst="rect">
              <a:avLst/>
            </a:prstGeom>
            <a:noFill/>
            <a:ln>
              <a:noFill/>
            </a:ln>
          </p:spPr>
          <p:txBody>
            <a:bodyPr spcFirstLastPara="1" wrap="square" lIns="68575" tIns="34275" rIns="68575" bIns="34275" anchor="t" anchorCtr="0">
              <a:spAutoFit/>
            </a:bodyPr>
            <a:lstStyle/>
            <a:p>
              <a:pPr marL="0" marR="0" lvl="0" indent="0" algn="l" rtl="0">
                <a:lnSpc>
                  <a:spcPct val="120000"/>
                </a:lnSpc>
                <a:spcBef>
                  <a:spcPts val="0"/>
                </a:spcBef>
                <a:spcAft>
                  <a:spcPts val="0"/>
                </a:spcAft>
                <a:buNone/>
              </a:pPr>
              <a:r>
                <a:rPr lang="id" sz="900">
                  <a:solidFill>
                    <a:schemeClr val="dk1"/>
                  </a:solidFill>
                  <a:latin typeface="Quicksand"/>
                  <a:ea typeface="Quicksand"/>
                  <a:cs typeface="Quicksand"/>
                  <a:sym typeface="Quicksand"/>
                </a:rPr>
                <a:t>Lorem ipsum dolor sit amet. Qui sint neque a velit.</a:t>
              </a:r>
              <a:endParaRPr sz="1100"/>
            </a:p>
          </p:txBody>
        </p:sp>
        <p:grpSp>
          <p:nvGrpSpPr>
            <p:cNvPr id="360" name="Google Shape;360;p46"/>
            <p:cNvGrpSpPr/>
            <p:nvPr/>
          </p:nvGrpSpPr>
          <p:grpSpPr>
            <a:xfrm>
              <a:off x="9392630" y="3841248"/>
              <a:ext cx="1721977" cy="829825"/>
              <a:chOff x="8088899" y="3806553"/>
              <a:chExt cx="2661493" cy="829825"/>
            </a:xfrm>
          </p:grpSpPr>
          <p:sp>
            <p:nvSpPr>
              <p:cNvPr id="361" name="Google Shape;361;p46"/>
              <p:cNvSpPr txBox="1"/>
              <p:nvPr/>
            </p:nvSpPr>
            <p:spPr>
              <a:xfrm>
                <a:off x="8088899" y="3806553"/>
                <a:ext cx="2661493" cy="52322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2100" b="1">
                    <a:solidFill>
                      <a:schemeClr val="accent1"/>
                    </a:solidFill>
                    <a:latin typeface="Quicksand"/>
                    <a:ea typeface="Quicksand"/>
                    <a:cs typeface="Quicksand"/>
                    <a:sym typeface="Quicksand"/>
                  </a:rPr>
                  <a:t>80%</a:t>
                </a:r>
                <a:endParaRPr sz="1100"/>
              </a:p>
            </p:txBody>
          </p:sp>
          <p:sp>
            <p:nvSpPr>
              <p:cNvPr id="362" name="Google Shape;362;p46"/>
              <p:cNvSpPr txBox="1"/>
              <p:nvPr/>
            </p:nvSpPr>
            <p:spPr>
              <a:xfrm>
                <a:off x="8088901" y="4297824"/>
                <a:ext cx="2661491"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a:solidFill>
                      <a:schemeClr val="accent1"/>
                    </a:solidFill>
                    <a:latin typeface="Quicksand"/>
                    <a:ea typeface="Quicksand"/>
                    <a:cs typeface="Quicksand"/>
                    <a:sym typeface="Quicksand"/>
                  </a:rPr>
                  <a:t>Content profit</a:t>
                </a:r>
                <a:endParaRPr sz="1100"/>
              </a:p>
            </p:txBody>
          </p:sp>
        </p:grpSp>
      </p:grpSp>
      <p:grpSp>
        <p:nvGrpSpPr>
          <p:cNvPr id="363" name="Google Shape;363;p46"/>
          <p:cNvGrpSpPr/>
          <p:nvPr/>
        </p:nvGrpSpPr>
        <p:grpSpPr>
          <a:xfrm>
            <a:off x="2278466" y="2821639"/>
            <a:ext cx="2092728" cy="826390"/>
            <a:chOff x="3213271" y="4314039"/>
            <a:chExt cx="2790304" cy="1101853"/>
          </a:xfrm>
        </p:grpSpPr>
        <p:sp>
          <p:nvSpPr>
            <p:cNvPr id="364" name="Google Shape;364;p46"/>
            <p:cNvSpPr/>
            <p:nvPr/>
          </p:nvSpPr>
          <p:spPr>
            <a:xfrm>
              <a:off x="3213271" y="4314039"/>
              <a:ext cx="2790304" cy="338554"/>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id" sz="1200" b="1">
                  <a:solidFill>
                    <a:schemeClr val="accent5"/>
                  </a:solidFill>
                  <a:latin typeface="Quicksand"/>
                  <a:ea typeface="Quicksand"/>
                  <a:cs typeface="Quicksand"/>
                  <a:sym typeface="Quicksand"/>
                </a:rPr>
                <a:t>New Look for the Fresh</a:t>
              </a:r>
              <a:endParaRPr sz="1100"/>
            </a:p>
          </p:txBody>
        </p:sp>
        <p:sp>
          <p:nvSpPr>
            <p:cNvPr id="365" name="Google Shape;365;p46"/>
            <p:cNvSpPr txBox="1"/>
            <p:nvPr/>
          </p:nvSpPr>
          <p:spPr>
            <a:xfrm>
              <a:off x="3213272" y="4671073"/>
              <a:ext cx="2790303" cy="744819"/>
            </a:xfrm>
            <a:prstGeom prst="rect">
              <a:avLst/>
            </a:prstGeom>
            <a:noFill/>
            <a:ln>
              <a:noFill/>
            </a:ln>
          </p:spPr>
          <p:txBody>
            <a:bodyPr spcFirstLastPara="1" wrap="square" lIns="68575" tIns="34275" rIns="68575" bIns="34275" anchor="t" anchorCtr="0">
              <a:spAutoFit/>
            </a:bodyPr>
            <a:lstStyle/>
            <a:p>
              <a:pPr marL="0" marR="0" lvl="0" indent="0" algn="l" rtl="0">
                <a:lnSpc>
                  <a:spcPct val="120000"/>
                </a:lnSpc>
                <a:spcBef>
                  <a:spcPts val="0"/>
                </a:spcBef>
                <a:spcAft>
                  <a:spcPts val="0"/>
                </a:spcAft>
                <a:buNone/>
              </a:pPr>
              <a:r>
                <a:rPr lang="id" sz="900">
                  <a:solidFill>
                    <a:schemeClr val="dk1"/>
                  </a:solidFill>
                  <a:latin typeface="Quicksand"/>
                  <a:ea typeface="Quicksand"/>
                  <a:cs typeface="Quicksand"/>
                  <a:sym typeface="Quicksand"/>
                </a:rPr>
                <a:t>Lorem ipsum dolor sit amet. Qui sint neque a velit modi quo numquam.</a:t>
              </a:r>
              <a:endParaRPr sz="1100"/>
            </a:p>
          </p:txBody>
        </p:sp>
      </p:grpSp>
      <p:sp>
        <p:nvSpPr>
          <p:cNvPr id="366" name="Google Shape;366;p46"/>
          <p:cNvSpPr/>
          <p:nvPr/>
        </p:nvSpPr>
        <p:spPr>
          <a:xfrm>
            <a:off x="1047482" y="545801"/>
            <a:ext cx="7049037" cy="577081"/>
          </a:xfrm>
          <a:prstGeom prst="rect">
            <a:avLst/>
          </a:prstGeom>
          <a:noFill/>
          <a:ln>
            <a:noFill/>
          </a:ln>
        </p:spPr>
        <p:txBody>
          <a:bodyPr spcFirstLastPara="1" wrap="square" lIns="68575" tIns="34275" rIns="68575" bIns="34275" anchor="t" anchorCtr="0">
            <a:noAutofit/>
          </a:bodyPr>
          <a:lstStyle/>
          <a:p>
            <a:pPr marL="0" marR="0" lvl="0" indent="0" algn="ctr" rtl="0">
              <a:spcBef>
                <a:spcPts val="0"/>
              </a:spcBef>
              <a:spcAft>
                <a:spcPts val="0"/>
              </a:spcAft>
              <a:buNone/>
            </a:pPr>
            <a:r>
              <a:rPr lang="id" sz="3300" b="1">
                <a:solidFill>
                  <a:schemeClr val="accent5"/>
                </a:solidFill>
                <a:latin typeface="Quicksand"/>
                <a:ea typeface="Quicksand"/>
                <a:cs typeface="Quicksand"/>
                <a:sym typeface="Quicksand"/>
              </a:rPr>
              <a:t>Future Research Directions</a:t>
            </a:r>
            <a:endParaRPr sz="3300" b="1">
              <a:solidFill>
                <a:schemeClr val="accent5"/>
              </a:solidFill>
              <a:latin typeface="Quicksand"/>
              <a:ea typeface="Quicksand"/>
              <a:cs typeface="Quicksand"/>
              <a:sym typeface="Quicksand"/>
            </a:endParaRPr>
          </a:p>
        </p:txBody>
      </p:sp>
      <p:sp>
        <p:nvSpPr>
          <p:cNvPr id="367" name="Google Shape;367;p46"/>
          <p:cNvSpPr txBox="1"/>
          <p:nvPr/>
        </p:nvSpPr>
        <p:spPr>
          <a:xfrm>
            <a:off x="1606431" y="1116641"/>
            <a:ext cx="5931138" cy="416653"/>
          </a:xfrm>
          <a:prstGeom prst="rect">
            <a:avLst/>
          </a:prstGeom>
          <a:noFill/>
          <a:ln>
            <a:noFill/>
          </a:ln>
        </p:spPr>
        <p:txBody>
          <a:bodyPr spcFirstLastPara="1" wrap="square" lIns="68575" tIns="34275" rIns="68575" bIns="34275" anchor="t" anchorCtr="0">
            <a:spAutoFit/>
          </a:bodyPr>
          <a:lstStyle/>
          <a:p>
            <a:pPr marL="0" marR="0" lvl="0" indent="0" algn="ctr" rtl="0">
              <a:lnSpc>
                <a:spcPct val="130000"/>
              </a:lnSpc>
              <a:spcBef>
                <a:spcPts val="0"/>
              </a:spcBef>
              <a:spcAft>
                <a:spcPts val="0"/>
              </a:spcAft>
              <a:buNone/>
            </a:pPr>
            <a:r>
              <a:rPr lang="id" sz="900">
                <a:solidFill>
                  <a:schemeClr val="dk1"/>
                </a:solidFill>
                <a:latin typeface="Quicksand"/>
                <a:ea typeface="Quicksand"/>
                <a:cs typeface="Quicksand"/>
                <a:sym typeface="Quicksand"/>
              </a:rPr>
              <a:t>A wonderful serenity has taken possession of my entire soul, like these sweet mornings of spring which I enjoy with my whole heart. I am alone, and feel the charm.</a:t>
            </a:r>
            <a:endParaRPr sz="1100"/>
          </a:p>
        </p:txBody>
      </p:sp>
      <p:sp>
        <p:nvSpPr>
          <p:cNvPr id="368" name="Google Shape;368;p46"/>
          <p:cNvSpPr txBox="1"/>
          <p:nvPr/>
        </p:nvSpPr>
        <p:spPr>
          <a:xfrm>
            <a:off x="2278466" y="3747287"/>
            <a:ext cx="2158673" cy="596701"/>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A wonderful serenity has taken possession of my entire soul, like these sweet</a:t>
            </a:r>
            <a:endParaRPr sz="1100"/>
          </a:p>
        </p:txBody>
      </p:sp>
      <p:grpSp>
        <p:nvGrpSpPr>
          <p:cNvPr id="369" name="Google Shape;369;p46"/>
          <p:cNvGrpSpPr/>
          <p:nvPr/>
        </p:nvGrpSpPr>
        <p:grpSpPr>
          <a:xfrm>
            <a:off x="6936690" y="3352930"/>
            <a:ext cx="1833461" cy="1056001"/>
            <a:chOff x="1480080" y="3661563"/>
            <a:chExt cx="2444614" cy="1408001"/>
          </a:xfrm>
        </p:grpSpPr>
        <p:sp>
          <p:nvSpPr>
            <p:cNvPr id="370" name="Google Shape;370;p46"/>
            <p:cNvSpPr/>
            <p:nvPr/>
          </p:nvSpPr>
          <p:spPr>
            <a:xfrm>
              <a:off x="1480080" y="3819844"/>
              <a:ext cx="197601" cy="152479"/>
            </a:xfrm>
            <a:custGeom>
              <a:avLst/>
              <a:gdLst/>
              <a:ahLst/>
              <a:cxnLst/>
              <a:rect l="l" t="t" r="r" b="b"/>
              <a:pathLst>
                <a:path w="59" h="45" extrusionOk="0">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200">
                <a:solidFill>
                  <a:schemeClr val="dk1"/>
                </a:solidFill>
                <a:latin typeface="Quicksand"/>
                <a:ea typeface="Quicksand"/>
                <a:cs typeface="Quicksand"/>
                <a:sym typeface="Quicksand"/>
              </a:endParaRPr>
            </a:p>
          </p:txBody>
        </p:sp>
        <p:sp>
          <p:nvSpPr>
            <p:cNvPr id="371" name="Google Shape;371;p46"/>
            <p:cNvSpPr/>
            <p:nvPr/>
          </p:nvSpPr>
          <p:spPr>
            <a:xfrm>
              <a:off x="1738568" y="3661563"/>
              <a:ext cx="2170367" cy="555537"/>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A wonderful serenity has taken possession of my</a:t>
              </a:r>
              <a:endParaRPr sz="1100"/>
            </a:p>
          </p:txBody>
        </p:sp>
        <p:sp>
          <p:nvSpPr>
            <p:cNvPr id="372" name="Google Shape;372;p46"/>
            <p:cNvSpPr/>
            <p:nvPr/>
          </p:nvSpPr>
          <p:spPr>
            <a:xfrm>
              <a:off x="1480080" y="4672308"/>
              <a:ext cx="197601" cy="152479"/>
            </a:xfrm>
            <a:custGeom>
              <a:avLst/>
              <a:gdLst/>
              <a:ahLst/>
              <a:cxnLst/>
              <a:rect l="l" t="t" r="r" b="b"/>
              <a:pathLst>
                <a:path w="59" h="45" extrusionOk="0">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200">
                <a:solidFill>
                  <a:schemeClr val="dk1"/>
                </a:solidFill>
                <a:latin typeface="Quicksand"/>
                <a:ea typeface="Quicksand"/>
                <a:cs typeface="Quicksand"/>
                <a:sym typeface="Quicksand"/>
              </a:endParaRPr>
            </a:p>
          </p:txBody>
        </p:sp>
        <p:sp>
          <p:nvSpPr>
            <p:cNvPr id="373" name="Google Shape;373;p46"/>
            <p:cNvSpPr/>
            <p:nvPr/>
          </p:nvSpPr>
          <p:spPr>
            <a:xfrm>
              <a:off x="1738568" y="4514027"/>
              <a:ext cx="2186126" cy="555537"/>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A wonderful serenity has taken possession of my</a:t>
              </a:r>
              <a:endParaRPr sz="1100"/>
            </a:p>
          </p:txBody>
        </p:sp>
      </p:grpSp>
      <p:sp>
        <p:nvSpPr>
          <p:cNvPr id="374" name="Google Shape;374;p46"/>
          <p:cNvSpPr/>
          <p:nvPr/>
        </p:nvSpPr>
        <p:spPr>
          <a:xfrm rot="-1721402">
            <a:off x="8143157" y="1458956"/>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375" name="Google Shape;375;p46"/>
          <p:cNvSpPr/>
          <p:nvPr/>
        </p:nvSpPr>
        <p:spPr>
          <a:xfrm rot="-4211805">
            <a:off x="3160310" y="1886360"/>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376" name="Google Shape;376;p46"/>
          <p:cNvSpPr/>
          <p:nvPr/>
        </p:nvSpPr>
        <p:spPr>
          <a:xfrm>
            <a:off x="521494" y="308977"/>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pic>
        <p:nvPicPr>
          <p:cNvPr id="381" name="Google Shape;381;p47"/>
          <p:cNvPicPr preferRelativeResize="0"/>
          <p:nvPr/>
        </p:nvPicPr>
        <p:blipFill rotWithShape="1">
          <a:blip r:embed="rId3">
            <a:alphaModFix/>
          </a:blip>
          <a:srcRect l="3935" r="3936"/>
          <a:stretch/>
        </p:blipFill>
        <p:spPr>
          <a:xfrm>
            <a:off x="0" y="-15478"/>
            <a:ext cx="4350544" cy="2656285"/>
          </a:xfrm>
          <a:custGeom>
            <a:avLst/>
            <a:gdLst/>
            <a:ahLst/>
            <a:cxnLst/>
            <a:rect l="l" t="t" r="r" b="b"/>
            <a:pathLst>
              <a:path w="5801360" h="3541956" extrusionOk="0">
                <a:moveTo>
                  <a:pt x="0" y="0"/>
                </a:moveTo>
                <a:lnTo>
                  <a:pt x="5801360" y="0"/>
                </a:lnTo>
                <a:lnTo>
                  <a:pt x="5801360" y="1770978"/>
                </a:lnTo>
                <a:cubicBezTo>
                  <a:pt x="5801360" y="2749062"/>
                  <a:pt x="5008466" y="3541956"/>
                  <a:pt x="4030382" y="3541956"/>
                </a:cubicBezTo>
                <a:lnTo>
                  <a:pt x="0" y="3541956"/>
                </a:lnTo>
                <a:close/>
              </a:path>
            </a:pathLst>
          </a:custGeom>
          <a:noFill/>
          <a:ln>
            <a:noFill/>
          </a:ln>
        </p:spPr>
      </p:pic>
      <p:pic>
        <p:nvPicPr>
          <p:cNvPr id="382" name="Google Shape;382;p47"/>
          <p:cNvPicPr preferRelativeResize="0"/>
          <p:nvPr/>
        </p:nvPicPr>
        <p:blipFill rotWithShape="1">
          <a:blip r:embed="rId4">
            <a:alphaModFix/>
          </a:blip>
          <a:srcRect/>
          <a:stretch/>
        </p:blipFill>
        <p:spPr>
          <a:xfrm rot="1008808">
            <a:off x="3425585" y="1957341"/>
            <a:ext cx="1071726" cy="896660"/>
          </a:xfrm>
          <a:prstGeom prst="rect">
            <a:avLst/>
          </a:prstGeom>
          <a:noFill/>
          <a:ln>
            <a:noFill/>
          </a:ln>
        </p:spPr>
      </p:pic>
      <p:sp>
        <p:nvSpPr>
          <p:cNvPr id="383" name="Google Shape;383;p47"/>
          <p:cNvSpPr/>
          <p:nvPr/>
        </p:nvSpPr>
        <p:spPr>
          <a:xfrm>
            <a:off x="4572000" y="982613"/>
            <a:ext cx="4427289" cy="1084913"/>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id" sz="3300" b="1">
                <a:solidFill>
                  <a:schemeClr val="accent1"/>
                </a:solidFill>
                <a:latin typeface="Quicksand"/>
                <a:ea typeface="Quicksand"/>
                <a:cs typeface="Quicksand"/>
                <a:sym typeface="Quicksand"/>
              </a:rPr>
              <a:t>References &amp; Citations</a:t>
            </a:r>
            <a:endParaRPr sz="3300" b="1">
              <a:solidFill>
                <a:schemeClr val="accent1"/>
              </a:solidFill>
              <a:latin typeface="Quicksand"/>
              <a:ea typeface="Quicksand"/>
              <a:cs typeface="Quicksand"/>
              <a:sym typeface="Quicksand"/>
            </a:endParaRPr>
          </a:p>
        </p:txBody>
      </p:sp>
      <p:sp>
        <p:nvSpPr>
          <p:cNvPr id="384" name="Google Shape;384;p47"/>
          <p:cNvSpPr/>
          <p:nvPr/>
        </p:nvSpPr>
        <p:spPr>
          <a:xfrm>
            <a:off x="4599385" y="2139723"/>
            <a:ext cx="2273437" cy="253915"/>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id" sz="1200" b="1">
                <a:solidFill>
                  <a:schemeClr val="accent1"/>
                </a:solidFill>
                <a:latin typeface="Quicksand"/>
                <a:ea typeface="Quicksand"/>
                <a:cs typeface="Quicksand"/>
                <a:sym typeface="Quicksand"/>
              </a:rPr>
              <a:t>Tittle Text Here</a:t>
            </a:r>
            <a:endParaRPr sz="1100"/>
          </a:p>
        </p:txBody>
      </p:sp>
      <p:sp>
        <p:nvSpPr>
          <p:cNvPr id="385" name="Google Shape;385;p47"/>
          <p:cNvSpPr txBox="1"/>
          <p:nvPr/>
        </p:nvSpPr>
        <p:spPr>
          <a:xfrm>
            <a:off x="4599385" y="2384941"/>
            <a:ext cx="3509794" cy="596701"/>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A wonderful serenity has taken possession of my entire soul, like these sweet mornings of spring which I enjoy with my whole heart</a:t>
            </a:r>
            <a:endParaRPr sz="1100"/>
          </a:p>
        </p:txBody>
      </p:sp>
      <p:grpSp>
        <p:nvGrpSpPr>
          <p:cNvPr id="386" name="Google Shape;386;p47"/>
          <p:cNvGrpSpPr/>
          <p:nvPr/>
        </p:nvGrpSpPr>
        <p:grpSpPr>
          <a:xfrm>
            <a:off x="666274" y="3049001"/>
            <a:ext cx="3914664" cy="1235458"/>
            <a:chOff x="888365" y="4065335"/>
            <a:chExt cx="5219552" cy="1647277"/>
          </a:xfrm>
        </p:grpSpPr>
        <p:grpSp>
          <p:nvGrpSpPr>
            <p:cNvPr id="387" name="Google Shape;387;p47"/>
            <p:cNvGrpSpPr/>
            <p:nvPr/>
          </p:nvGrpSpPr>
          <p:grpSpPr>
            <a:xfrm>
              <a:off x="888365" y="4065335"/>
              <a:ext cx="2609776" cy="1647277"/>
              <a:chOff x="3854907" y="2089040"/>
              <a:chExt cx="2609776" cy="1647277"/>
            </a:xfrm>
          </p:grpSpPr>
          <p:sp>
            <p:nvSpPr>
              <p:cNvPr id="388" name="Google Shape;388;p47"/>
              <p:cNvSpPr txBox="1"/>
              <p:nvPr/>
            </p:nvSpPr>
            <p:spPr>
              <a:xfrm>
                <a:off x="3854908" y="2089040"/>
                <a:ext cx="2042966" cy="58477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Clr>
                    <a:schemeClr val="accent2"/>
                  </a:buClr>
                  <a:buSzPts val="2400"/>
                  <a:buFont typeface="Quicksand"/>
                  <a:buNone/>
                </a:pPr>
                <a:r>
                  <a:rPr lang="id" sz="2400" b="1">
                    <a:solidFill>
                      <a:schemeClr val="accent2"/>
                    </a:solidFill>
                    <a:latin typeface="Quicksand"/>
                    <a:ea typeface="Quicksand"/>
                    <a:cs typeface="Quicksand"/>
                    <a:sym typeface="Quicksand"/>
                  </a:rPr>
                  <a:t>2024</a:t>
                </a:r>
                <a:endParaRPr sz="1400" b="1">
                  <a:solidFill>
                    <a:schemeClr val="accent2"/>
                  </a:solidFill>
                  <a:latin typeface="Quicksand"/>
                  <a:ea typeface="Quicksand"/>
                  <a:cs typeface="Quicksand"/>
                  <a:sym typeface="Quicksand"/>
                </a:endParaRPr>
              </a:p>
            </p:txBody>
          </p:sp>
          <p:sp>
            <p:nvSpPr>
              <p:cNvPr id="389" name="Google Shape;389;p47"/>
              <p:cNvSpPr txBox="1"/>
              <p:nvPr/>
            </p:nvSpPr>
            <p:spPr>
              <a:xfrm>
                <a:off x="3854907" y="2558780"/>
                <a:ext cx="2213867" cy="415458"/>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3F3F3F"/>
                  </a:buClr>
                  <a:buSzPts val="1100"/>
                  <a:buFont typeface="Quicksand"/>
                  <a:buNone/>
                </a:pPr>
                <a:r>
                  <a:rPr lang="id" sz="1100">
                    <a:solidFill>
                      <a:srgbClr val="3F3F3F"/>
                    </a:solidFill>
                    <a:latin typeface="Quicksand"/>
                    <a:ea typeface="Quicksand"/>
                    <a:cs typeface="Quicksand"/>
                    <a:sym typeface="Quicksand"/>
                  </a:rPr>
                  <a:t>Your Text Here</a:t>
                </a:r>
                <a:endParaRPr sz="1400">
                  <a:solidFill>
                    <a:schemeClr val="dk1"/>
                  </a:solidFill>
                  <a:latin typeface="Quicksand"/>
                  <a:ea typeface="Quicksand"/>
                  <a:cs typeface="Quicksand"/>
                  <a:sym typeface="Quicksand"/>
                </a:endParaRPr>
              </a:p>
            </p:txBody>
          </p:sp>
          <p:sp>
            <p:nvSpPr>
              <p:cNvPr id="390" name="Google Shape;390;p47"/>
              <p:cNvSpPr txBox="1"/>
              <p:nvPr/>
            </p:nvSpPr>
            <p:spPr>
              <a:xfrm>
                <a:off x="3854907" y="3090027"/>
                <a:ext cx="2609776" cy="64629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chemeClr val="dk1"/>
                  </a:buClr>
                  <a:buSzPts val="900"/>
                  <a:buFont typeface="Quicksand"/>
                  <a:buNone/>
                </a:pPr>
                <a:r>
                  <a:rPr lang="id" sz="900" b="0" i="0">
                    <a:solidFill>
                      <a:schemeClr val="dk1"/>
                    </a:solidFill>
                    <a:latin typeface="Quicksand"/>
                    <a:ea typeface="Quicksand"/>
                    <a:cs typeface="Quicksand"/>
                    <a:sym typeface="Quicksand"/>
                  </a:rPr>
                  <a:t>Lorem ipsum dolor sit amet, consectetur adipiscing elit.</a:t>
                </a:r>
                <a:endParaRPr sz="900">
                  <a:solidFill>
                    <a:schemeClr val="dk1"/>
                  </a:solidFill>
                  <a:latin typeface="Quicksand"/>
                  <a:ea typeface="Quicksand"/>
                  <a:cs typeface="Quicksand"/>
                  <a:sym typeface="Quicksand"/>
                </a:endParaRPr>
              </a:p>
            </p:txBody>
          </p:sp>
          <p:cxnSp>
            <p:nvCxnSpPr>
              <p:cNvPr id="391" name="Google Shape;391;p47"/>
              <p:cNvCxnSpPr/>
              <p:nvPr/>
            </p:nvCxnSpPr>
            <p:spPr>
              <a:xfrm>
                <a:off x="3927077" y="3052800"/>
                <a:ext cx="2465437" cy="0"/>
              </a:xfrm>
              <a:prstGeom prst="straightConnector1">
                <a:avLst/>
              </a:prstGeom>
              <a:noFill/>
              <a:ln w="9525" cap="flat" cmpd="sng">
                <a:solidFill>
                  <a:srgbClr val="A5A5A5">
                    <a:alpha val="54509"/>
                  </a:srgbClr>
                </a:solidFill>
                <a:prstDash val="solid"/>
                <a:miter lim="800000"/>
                <a:headEnd type="none" w="sm" len="sm"/>
                <a:tailEnd type="none" w="sm" len="sm"/>
              </a:ln>
            </p:spPr>
          </p:cxnSp>
        </p:grpSp>
        <p:grpSp>
          <p:nvGrpSpPr>
            <p:cNvPr id="392" name="Google Shape;392;p47"/>
            <p:cNvGrpSpPr/>
            <p:nvPr/>
          </p:nvGrpSpPr>
          <p:grpSpPr>
            <a:xfrm>
              <a:off x="3498141" y="4065335"/>
              <a:ext cx="2609776" cy="1647277"/>
              <a:chOff x="3854907" y="2089040"/>
              <a:chExt cx="2609776" cy="1647277"/>
            </a:xfrm>
          </p:grpSpPr>
          <p:sp>
            <p:nvSpPr>
              <p:cNvPr id="393" name="Google Shape;393;p47"/>
              <p:cNvSpPr txBox="1"/>
              <p:nvPr/>
            </p:nvSpPr>
            <p:spPr>
              <a:xfrm>
                <a:off x="3854908" y="2089040"/>
                <a:ext cx="2042966" cy="58477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Clr>
                    <a:schemeClr val="accent2"/>
                  </a:buClr>
                  <a:buSzPts val="2400"/>
                  <a:buFont typeface="Quicksand"/>
                  <a:buNone/>
                </a:pPr>
                <a:r>
                  <a:rPr lang="id" sz="2400" b="1">
                    <a:solidFill>
                      <a:schemeClr val="accent2"/>
                    </a:solidFill>
                    <a:latin typeface="Quicksand"/>
                    <a:ea typeface="Quicksand"/>
                    <a:cs typeface="Quicksand"/>
                    <a:sym typeface="Quicksand"/>
                  </a:rPr>
                  <a:t>2025</a:t>
                </a:r>
                <a:endParaRPr sz="1400" b="1">
                  <a:solidFill>
                    <a:schemeClr val="accent2"/>
                  </a:solidFill>
                  <a:latin typeface="Quicksand"/>
                  <a:ea typeface="Quicksand"/>
                  <a:cs typeface="Quicksand"/>
                  <a:sym typeface="Quicksand"/>
                </a:endParaRPr>
              </a:p>
            </p:txBody>
          </p:sp>
          <p:sp>
            <p:nvSpPr>
              <p:cNvPr id="394" name="Google Shape;394;p47"/>
              <p:cNvSpPr txBox="1"/>
              <p:nvPr/>
            </p:nvSpPr>
            <p:spPr>
              <a:xfrm>
                <a:off x="3854907" y="2558780"/>
                <a:ext cx="2213867" cy="415458"/>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3F3F3F"/>
                  </a:buClr>
                  <a:buSzPts val="1100"/>
                  <a:buFont typeface="Quicksand"/>
                  <a:buNone/>
                </a:pPr>
                <a:r>
                  <a:rPr lang="id" sz="1100">
                    <a:solidFill>
                      <a:srgbClr val="3F3F3F"/>
                    </a:solidFill>
                    <a:latin typeface="Quicksand"/>
                    <a:ea typeface="Quicksand"/>
                    <a:cs typeface="Quicksand"/>
                    <a:sym typeface="Quicksand"/>
                  </a:rPr>
                  <a:t>Your Text Here</a:t>
                </a:r>
                <a:endParaRPr sz="1400">
                  <a:solidFill>
                    <a:schemeClr val="dk1"/>
                  </a:solidFill>
                  <a:latin typeface="Quicksand"/>
                  <a:ea typeface="Quicksand"/>
                  <a:cs typeface="Quicksand"/>
                  <a:sym typeface="Quicksand"/>
                </a:endParaRPr>
              </a:p>
            </p:txBody>
          </p:sp>
          <p:sp>
            <p:nvSpPr>
              <p:cNvPr id="395" name="Google Shape;395;p47"/>
              <p:cNvSpPr txBox="1"/>
              <p:nvPr/>
            </p:nvSpPr>
            <p:spPr>
              <a:xfrm>
                <a:off x="3854907" y="3090027"/>
                <a:ext cx="2609776" cy="64629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chemeClr val="dk1"/>
                  </a:buClr>
                  <a:buSzPts val="900"/>
                  <a:buFont typeface="Quicksand"/>
                  <a:buNone/>
                </a:pPr>
                <a:r>
                  <a:rPr lang="id" sz="900" b="0" i="0">
                    <a:solidFill>
                      <a:schemeClr val="dk1"/>
                    </a:solidFill>
                    <a:latin typeface="Quicksand"/>
                    <a:ea typeface="Quicksand"/>
                    <a:cs typeface="Quicksand"/>
                    <a:sym typeface="Quicksand"/>
                  </a:rPr>
                  <a:t>Lorem ipsum dolor sit amet, consectetur adipiscing elit.</a:t>
                </a:r>
                <a:endParaRPr sz="900">
                  <a:solidFill>
                    <a:schemeClr val="dk1"/>
                  </a:solidFill>
                  <a:latin typeface="Quicksand"/>
                  <a:ea typeface="Quicksand"/>
                  <a:cs typeface="Quicksand"/>
                  <a:sym typeface="Quicksand"/>
                </a:endParaRPr>
              </a:p>
            </p:txBody>
          </p:sp>
          <p:cxnSp>
            <p:nvCxnSpPr>
              <p:cNvPr id="396" name="Google Shape;396;p47"/>
              <p:cNvCxnSpPr/>
              <p:nvPr/>
            </p:nvCxnSpPr>
            <p:spPr>
              <a:xfrm>
                <a:off x="3927077" y="3052800"/>
                <a:ext cx="2465437" cy="0"/>
              </a:xfrm>
              <a:prstGeom prst="straightConnector1">
                <a:avLst/>
              </a:prstGeom>
              <a:noFill/>
              <a:ln w="9525" cap="flat" cmpd="sng">
                <a:solidFill>
                  <a:srgbClr val="A5A5A5">
                    <a:alpha val="54509"/>
                  </a:srgbClr>
                </a:solidFill>
                <a:prstDash val="solid"/>
                <a:miter lim="800000"/>
                <a:headEnd type="none" w="sm" len="sm"/>
                <a:tailEnd type="none" w="sm" len="sm"/>
              </a:ln>
            </p:spPr>
          </p:cxnSp>
        </p:grpSp>
      </p:grpSp>
      <p:sp>
        <p:nvSpPr>
          <p:cNvPr id="397" name="Google Shape;397;p47"/>
          <p:cNvSpPr txBox="1"/>
          <p:nvPr/>
        </p:nvSpPr>
        <p:spPr>
          <a:xfrm>
            <a:off x="4589501" y="3147609"/>
            <a:ext cx="3509794" cy="1136850"/>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A wonderful serenity has taken possession of my entire soul, like these sweet mornings of spring which I enjoy with my whole heart. I am alone, and feel the charm of existence in this spot, which was created for the bliss of souls like mine. I am so happy, my dear friend, so absorbed in the exquisite sense of mere tranquil existence.</a:t>
            </a:r>
            <a:endParaRPr sz="1100"/>
          </a:p>
        </p:txBody>
      </p:sp>
      <p:sp>
        <p:nvSpPr>
          <p:cNvPr id="398" name="Google Shape;398;p47"/>
          <p:cNvSpPr/>
          <p:nvPr/>
        </p:nvSpPr>
        <p:spPr>
          <a:xfrm rot="-1721402">
            <a:off x="353788" y="4567110"/>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399" name="Google Shape;399;p47"/>
          <p:cNvSpPr/>
          <p:nvPr/>
        </p:nvSpPr>
        <p:spPr>
          <a:xfrm rot="-4211805">
            <a:off x="6239167" y="168114"/>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400" name="Google Shape;400;p47"/>
          <p:cNvSpPr/>
          <p:nvPr/>
        </p:nvSpPr>
        <p:spPr>
          <a:xfrm>
            <a:off x="8363206" y="2641082"/>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5"/>
        <p:cNvGrpSpPr/>
        <p:nvPr/>
      </p:nvGrpSpPr>
      <p:grpSpPr>
        <a:xfrm>
          <a:off x="0" y="0"/>
          <a:ext cx="0" cy="0"/>
          <a:chOff x="0" y="0"/>
          <a:chExt cx="0" cy="0"/>
        </a:xfrm>
      </p:grpSpPr>
      <p:grpSp>
        <p:nvGrpSpPr>
          <p:cNvPr id="406" name="Google Shape;406;p48"/>
          <p:cNvGrpSpPr/>
          <p:nvPr/>
        </p:nvGrpSpPr>
        <p:grpSpPr>
          <a:xfrm>
            <a:off x="1854457" y="3415206"/>
            <a:ext cx="522879" cy="522879"/>
            <a:chOff x="6612975" y="4665527"/>
            <a:chExt cx="697172" cy="697172"/>
          </a:xfrm>
        </p:grpSpPr>
        <p:sp>
          <p:nvSpPr>
            <p:cNvPr id="407" name="Google Shape;407;p48"/>
            <p:cNvSpPr/>
            <p:nvPr/>
          </p:nvSpPr>
          <p:spPr>
            <a:xfrm>
              <a:off x="6612975" y="4665527"/>
              <a:ext cx="697172" cy="697172"/>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solidFill>
                  <a:schemeClr val="lt1"/>
                </a:solidFill>
                <a:latin typeface="Quicksand"/>
                <a:ea typeface="Quicksand"/>
                <a:cs typeface="Quicksand"/>
                <a:sym typeface="Quicksand"/>
              </a:endParaRPr>
            </a:p>
          </p:txBody>
        </p:sp>
        <p:sp>
          <p:nvSpPr>
            <p:cNvPr id="408" name="Google Shape;408;p48"/>
            <p:cNvSpPr/>
            <p:nvPr/>
          </p:nvSpPr>
          <p:spPr>
            <a:xfrm>
              <a:off x="6758967" y="4835492"/>
              <a:ext cx="431690" cy="365926"/>
            </a:xfrm>
            <a:custGeom>
              <a:avLst/>
              <a:gdLst/>
              <a:ahLst/>
              <a:cxnLst/>
              <a:rect l="l" t="t" r="r" b="b"/>
              <a:pathLst>
                <a:path w="16128" h="13670" extrusionOk="0">
                  <a:moveTo>
                    <a:pt x="7951" y="9328"/>
                  </a:moveTo>
                  <a:lnTo>
                    <a:pt x="7990" y="9330"/>
                  </a:lnTo>
                  <a:lnTo>
                    <a:pt x="8072" y="9320"/>
                  </a:lnTo>
                  <a:lnTo>
                    <a:pt x="8193" y="9299"/>
                  </a:lnTo>
                  <a:lnTo>
                    <a:pt x="8349" y="9268"/>
                  </a:lnTo>
                  <a:lnTo>
                    <a:pt x="8540" y="9227"/>
                  </a:lnTo>
                  <a:lnTo>
                    <a:pt x="8761" y="9176"/>
                  </a:lnTo>
                  <a:lnTo>
                    <a:pt x="9008" y="9118"/>
                  </a:lnTo>
                  <a:lnTo>
                    <a:pt x="9283" y="9053"/>
                  </a:lnTo>
                  <a:lnTo>
                    <a:pt x="9579" y="8979"/>
                  </a:lnTo>
                  <a:lnTo>
                    <a:pt x="9895" y="8900"/>
                  </a:lnTo>
                  <a:lnTo>
                    <a:pt x="10226" y="8816"/>
                  </a:lnTo>
                  <a:lnTo>
                    <a:pt x="10573" y="8727"/>
                  </a:lnTo>
                  <a:lnTo>
                    <a:pt x="10931" y="8633"/>
                  </a:lnTo>
                  <a:lnTo>
                    <a:pt x="11296" y="8538"/>
                  </a:lnTo>
                  <a:lnTo>
                    <a:pt x="11668" y="8439"/>
                  </a:lnTo>
                  <a:lnTo>
                    <a:pt x="12042" y="8338"/>
                  </a:lnTo>
                  <a:lnTo>
                    <a:pt x="12416" y="8236"/>
                  </a:lnTo>
                  <a:lnTo>
                    <a:pt x="12786" y="8134"/>
                  </a:lnTo>
                  <a:lnTo>
                    <a:pt x="13151" y="8033"/>
                  </a:lnTo>
                  <a:lnTo>
                    <a:pt x="13509" y="7932"/>
                  </a:lnTo>
                  <a:lnTo>
                    <a:pt x="13855" y="7833"/>
                  </a:lnTo>
                  <a:lnTo>
                    <a:pt x="14187" y="7737"/>
                  </a:lnTo>
                  <a:lnTo>
                    <a:pt x="14502" y="7645"/>
                  </a:lnTo>
                  <a:lnTo>
                    <a:pt x="14797" y="7555"/>
                  </a:lnTo>
                  <a:lnTo>
                    <a:pt x="15071" y="7471"/>
                  </a:lnTo>
                  <a:lnTo>
                    <a:pt x="15319" y="7393"/>
                  </a:lnTo>
                  <a:lnTo>
                    <a:pt x="15538" y="7320"/>
                  </a:lnTo>
                  <a:lnTo>
                    <a:pt x="15727" y="7255"/>
                  </a:lnTo>
                  <a:lnTo>
                    <a:pt x="15883" y="7197"/>
                  </a:lnTo>
                  <a:lnTo>
                    <a:pt x="16002" y="7147"/>
                  </a:lnTo>
                  <a:lnTo>
                    <a:pt x="16083" y="7107"/>
                  </a:lnTo>
                  <a:lnTo>
                    <a:pt x="16120" y="7076"/>
                  </a:lnTo>
                  <a:lnTo>
                    <a:pt x="16128" y="7042"/>
                  </a:lnTo>
                  <a:lnTo>
                    <a:pt x="16119" y="6993"/>
                  </a:lnTo>
                  <a:lnTo>
                    <a:pt x="16095" y="6928"/>
                  </a:lnTo>
                  <a:lnTo>
                    <a:pt x="16056" y="6851"/>
                  </a:lnTo>
                  <a:lnTo>
                    <a:pt x="16005" y="6760"/>
                  </a:lnTo>
                  <a:lnTo>
                    <a:pt x="15942" y="6658"/>
                  </a:lnTo>
                  <a:lnTo>
                    <a:pt x="15867" y="6545"/>
                  </a:lnTo>
                  <a:lnTo>
                    <a:pt x="15781" y="6424"/>
                  </a:lnTo>
                  <a:lnTo>
                    <a:pt x="15688" y="6294"/>
                  </a:lnTo>
                  <a:lnTo>
                    <a:pt x="15586" y="6157"/>
                  </a:lnTo>
                  <a:lnTo>
                    <a:pt x="15477" y="6015"/>
                  </a:lnTo>
                  <a:lnTo>
                    <a:pt x="15363" y="5868"/>
                  </a:lnTo>
                  <a:lnTo>
                    <a:pt x="15243" y="5718"/>
                  </a:lnTo>
                  <a:lnTo>
                    <a:pt x="15120" y="5564"/>
                  </a:lnTo>
                  <a:lnTo>
                    <a:pt x="14995" y="5410"/>
                  </a:lnTo>
                  <a:lnTo>
                    <a:pt x="14868" y="5254"/>
                  </a:lnTo>
                  <a:lnTo>
                    <a:pt x="14740" y="5100"/>
                  </a:lnTo>
                  <a:lnTo>
                    <a:pt x="14613" y="4948"/>
                  </a:lnTo>
                  <a:lnTo>
                    <a:pt x="14487" y="4799"/>
                  </a:lnTo>
                  <a:lnTo>
                    <a:pt x="14364" y="4653"/>
                  </a:lnTo>
                  <a:lnTo>
                    <a:pt x="14131" y="4380"/>
                  </a:lnTo>
                  <a:lnTo>
                    <a:pt x="13920" y="4136"/>
                  </a:lnTo>
                  <a:lnTo>
                    <a:pt x="13743" y="3931"/>
                  </a:lnTo>
                  <a:lnTo>
                    <a:pt x="13605" y="3773"/>
                  </a:lnTo>
                  <a:lnTo>
                    <a:pt x="13516" y="3672"/>
                  </a:lnTo>
                  <a:lnTo>
                    <a:pt x="13485" y="3637"/>
                  </a:lnTo>
                  <a:lnTo>
                    <a:pt x="6465" y="5620"/>
                  </a:lnTo>
                  <a:lnTo>
                    <a:pt x="6480" y="5661"/>
                  </a:lnTo>
                  <a:lnTo>
                    <a:pt x="6522" y="5776"/>
                  </a:lnTo>
                  <a:lnTo>
                    <a:pt x="6586" y="5955"/>
                  </a:lnTo>
                  <a:lnTo>
                    <a:pt x="6671" y="6187"/>
                  </a:lnTo>
                  <a:lnTo>
                    <a:pt x="6773" y="6462"/>
                  </a:lnTo>
                  <a:lnTo>
                    <a:pt x="6886" y="6769"/>
                  </a:lnTo>
                  <a:lnTo>
                    <a:pt x="7010" y="7099"/>
                  </a:lnTo>
                  <a:lnTo>
                    <a:pt x="7139" y="7440"/>
                  </a:lnTo>
                  <a:lnTo>
                    <a:pt x="7203" y="7611"/>
                  </a:lnTo>
                  <a:lnTo>
                    <a:pt x="7269" y="7782"/>
                  </a:lnTo>
                  <a:lnTo>
                    <a:pt x="7334" y="7950"/>
                  </a:lnTo>
                  <a:lnTo>
                    <a:pt x="7399" y="8114"/>
                  </a:lnTo>
                  <a:lnTo>
                    <a:pt x="7462" y="8275"/>
                  </a:lnTo>
                  <a:lnTo>
                    <a:pt x="7524" y="8428"/>
                  </a:lnTo>
                  <a:lnTo>
                    <a:pt x="7583" y="8573"/>
                  </a:lnTo>
                  <a:lnTo>
                    <a:pt x="7640" y="8710"/>
                  </a:lnTo>
                  <a:lnTo>
                    <a:pt x="7694" y="8837"/>
                  </a:lnTo>
                  <a:lnTo>
                    <a:pt x="7744" y="8952"/>
                  </a:lnTo>
                  <a:lnTo>
                    <a:pt x="7791" y="9055"/>
                  </a:lnTo>
                  <a:lnTo>
                    <a:pt x="7834" y="9142"/>
                  </a:lnTo>
                  <a:lnTo>
                    <a:pt x="7871" y="9215"/>
                  </a:lnTo>
                  <a:lnTo>
                    <a:pt x="7904" y="9271"/>
                  </a:lnTo>
                  <a:lnTo>
                    <a:pt x="7931" y="9308"/>
                  </a:lnTo>
                  <a:lnTo>
                    <a:pt x="7951" y="9328"/>
                  </a:lnTo>
                  <a:close/>
                  <a:moveTo>
                    <a:pt x="6318" y="6950"/>
                  </a:moveTo>
                  <a:lnTo>
                    <a:pt x="6301" y="6976"/>
                  </a:lnTo>
                  <a:lnTo>
                    <a:pt x="6251" y="7047"/>
                  </a:lnTo>
                  <a:lnTo>
                    <a:pt x="6171" y="7159"/>
                  </a:lnTo>
                  <a:lnTo>
                    <a:pt x="6068" y="7304"/>
                  </a:lnTo>
                  <a:lnTo>
                    <a:pt x="5944" y="7476"/>
                  </a:lnTo>
                  <a:lnTo>
                    <a:pt x="5805" y="7668"/>
                  </a:lnTo>
                  <a:lnTo>
                    <a:pt x="5730" y="7770"/>
                  </a:lnTo>
                  <a:lnTo>
                    <a:pt x="5653" y="7873"/>
                  </a:lnTo>
                  <a:lnTo>
                    <a:pt x="5574" y="7979"/>
                  </a:lnTo>
                  <a:lnTo>
                    <a:pt x="5494" y="8086"/>
                  </a:lnTo>
                  <a:lnTo>
                    <a:pt x="5413" y="8193"/>
                  </a:lnTo>
                  <a:lnTo>
                    <a:pt x="5330" y="8299"/>
                  </a:lnTo>
                  <a:lnTo>
                    <a:pt x="5249" y="8403"/>
                  </a:lnTo>
                  <a:lnTo>
                    <a:pt x="5168" y="8504"/>
                  </a:lnTo>
                  <a:lnTo>
                    <a:pt x="5087" y="8603"/>
                  </a:lnTo>
                  <a:lnTo>
                    <a:pt x="5009" y="8698"/>
                  </a:lnTo>
                  <a:lnTo>
                    <a:pt x="4933" y="8787"/>
                  </a:lnTo>
                  <a:lnTo>
                    <a:pt x="4860" y="8871"/>
                  </a:lnTo>
                  <a:lnTo>
                    <a:pt x="4789" y="8949"/>
                  </a:lnTo>
                  <a:lnTo>
                    <a:pt x="4722" y="9018"/>
                  </a:lnTo>
                  <a:lnTo>
                    <a:pt x="4660" y="9080"/>
                  </a:lnTo>
                  <a:lnTo>
                    <a:pt x="4603" y="9133"/>
                  </a:lnTo>
                  <a:lnTo>
                    <a:pt x="4550" y="9175"/>
                  </a:lnTo>
                  <a:lnTo>
                    <a:pt x="4503" y="9208"/>
                  </a:lnTo>
                  <a:lnTo>
                    <a:pt x="4462" y="9229"/>
                  </a:lnTo>
                  <a:lnTo>
                    <a:pt x="4429" y="9237"/>
                  </a:lnTo>
                  <a:lnTo>
                    <a:pt x="4394" y="9233"/>
                  </a:lnTo>
                  <a:lnTo>
                    <a:pt x="4349" y="9216"/>
                  </a:lnTo>
                  <a:lnTo>
                    <a:pt x="4293" y="9187"/>
                  </a:lnTo>
                  <a:lnTo>
                    <a:pt x="4230" y="9146"/>
                  </a:lnTo>
                  <a:lnTo>
                    <a:pt x="4158" y="9095"/>
                  </a:lnTo>
                  <a:lnTo>
                    <a:pt x="4079" y="9035"/>
                  </a:lnTo>
                  <a:lnTo>
                    <a:pt x="3994" y="8967"/>
                  </a:lnTo>
                  <a:lnTo>
                    <a:pt x="3902" y="8890"/>
                  </a:lnTo>
                  <a:lnTo>
                    <a:pt x="3806" y="8807"/>
                  </a:lnTo>
                  <a:lnTo>
                    <a:pt x="3705" y="8718"/>
                  </a:lnTo>
                  <a:lnTo>
                    <a:pt x="3602" y="8623"/>
                  </a:lnTo>
                  <a:lnTo>
                    <a:pt x="3495" y="8524"/>
                  </a:lnTo>
                  <a:lnTo>
                    <a:pt x="3387" y="8422"/>
                  </a:lnTo>
                  <a:lnTo>
                    <a:pt x="3276" y="8317"/>
                  </a:lnTo>
                  <a:lnTo>
                    <a:pt x="3166" y="8210"/>
                  </a:lnTo>
                  <a:lnTo>
                    <a:pt x="3055" y="8103"/>
                  </a:lnTo>
                  <a:lnTo>
                    <a:pt x="2946" y="7995"/>
                  </a:lnTo>
                  <a:lnTo>
                    <a:pt x="2839" y="7889"/>
                  </a:lnTo>
                  <a:lnTo>
                    <a:pt x="2733" y="7783"/>
                  </a:lnTo>
                  <a:lnTo>
                    <a:pt x="2631" y="7680"/>
                  </a:lnTo>
                  <a:lnTo>
                    <a:pt x="2439" y="7485"/>
                  </a:lnTo>
                  <a:lnTo>
                    <a:pt x="2269" y="7311"/>
                  </a:lnTo>
                  <a:lnTo>
                    <a:pt x="2126" y="7163"/>
                  </a:lnTo>
                  <a:lnTo>
                    <a:pt x="2017" y="7049"/>
                  </a:lnTo>
                  <a:lnTo>
                    <a:pt x="1946" y="6977"/>
                  </a:lnTo>
                  <a:lnTo>
                    <a:pt x="1922" y="6950"/>
                  </a:lnTo>
                  <a:lnTo>
                    <a:pt x="1921" y="6978"/>
                  </a:lnTo>
                  <a:lnTo>
                    <a:pt x="1920" y="7055"/>
                  </a:lnTo>
                  <a:lnTo>
                    <a:pt x="1917" y="7176"/>
                  </a:lnTo>
                  <a:lnTo>
                    <a:pt x="1914" y="7334"/>
                  </a:lnTo>
                  <a:lnTo>
                    <a:pt x="1910" y="7522"/>
                  </a:lnTo>
                  <a:lnTo>
                    <a:pt x="1906" y="7732"/>
                  </a:lnTo>
                  <a:lnTo>
                    <a:pt x="1903" y="7958"/>
                  </a:lnTo>
                  <a:lnTo>
                    <a:pt x="1899" y="8194"/>
                  </a:lnTo>
                  <a:lnTo>
                    <a:pt x="1897" y="8432"/>
                  </a:lnTo>
                  <a:lnTo>
                    <a:pt x="1895" y="8666"/>
                  </a:lnTo>
                  <a:lnTo>
                    <a:pt x="1895" y="8888"/>
                  </a:lnTo>
                  <a:lnTo>
                    <a:pt x="1896" y="9092"/>
                  </a:lnTo>
                  <a:lnTo>
                    <a:pt x="1898" y="9186"/>
                  </a:lnTo>
                  <a:lnTo>
                    <a:pt x="1899" y="9271"/>
                  </a:lnTo>
                  <a:lnTo>
                    <a:pt x="1902" y="9349"/>
                  </a:lnTo>
                  <a:lnTo>
                    <a:pt x="1905" y="9418"/>
                  </a:lnTo>
                  <a:lnTo>
                    <a:pt x="1908" y="9478"/>
                  </a:lnTo>
                  <a:lnTo>
                    <a:pt x="1912" y="9526"/>
                  </a:lnTo>
                  <a:lnTo>
                    <a:pt x="1917" y="9564"/>
                  </a:lnTo>
                  <a:lnTo>
                    <a:pt x="1922" y="9590"/>
                  </a:lnTo>
                  <a:lnTo>
                    <a:pt x="1939" y="9619"/>
                  </a:lnTo>
                  <a:lnTo>
                    <a:pt x="1978" y="9668"/>
                  </a:lnTo>
                  <a:lnTo>
                    <a:pt x="2036" y="9736"/>
                  </a:lnTo>
                  <a:lnTo>
                    <a:pt x="2114" y="9820"/>
                  </a:lnTo>
                  <a:lnTo>
                    <a:pt x="2209" y="9920"/>
                  </a:lnTo>
                  <a:lnTo>
                    <a:pt x="2319" y="10035"/>
                  </a:lnTo>
                  <a:lnTo>
                    <a:pt x="2445" y="10163"/>
                  </a:lnTo>
                  <a:lnTo>
                    <a:pt x="2585" y="10301"/>
                  </a:lnTo>
                  <a:lnTo>
                    <a:pt x="2736" y="10451"/>
                  </a:lnTo>
                  <a:lnTo>
                    <a:pt x="2898" y="10609"/>
                  </a:lnTo>
                  <a:lnTo>
                    <a:pt x="3069" y="10776"/>
                  </a:lnTo>
                  <a:lnTo>
                    <a:pt x="3249" y="10948"/>
                  </a:lnTo>
                  <a:lnTo>
                    <a:pt x="3434" y="11125"/>
                  </a:lnTo>
                  <a:lnTo>
                    <a:pt x="3626" y="11307"/>
                  </a:lnTo>
                  <a:lnTo>
                    <a:pt x="3821" y="11490"/>
                  </a:lnTo>
                  <a:lnTo>
                    <a:pt x="4020" y="11675"/>
                  </a:lnTo>
                  <a:lnTo>
                    <a:pt x="4219" y="11858"/>
                  </a:lnTo>
                  <a:lnTo>
                    <a:pt x="4419" y="12040"/>
                  </a:lnTo>
                  <a:lnTo>
                    <a:pt x="4618" y="12220"/>
                  </a:lnTo>
                  <a:lnTo>
                    <a:pt x="4813" y="12395"/>
                  </a:lnTo>
                  <a:lnTo>
                    <a:pt x="5005" y="12563"/>
                  </a:lnTo>
                  <a:lnTo>
                    <a:pt x="5191" y="12726"/>
                  </a:lnTo>
                  <a:lnTo>
                    <a:pt x="5371" y="12880"/>
                  </a:lnTo>
                  <a:lnTo>
                    <a:pt x="5543" y="13024"/>
                  </a:lnTo>
                  <a:lnTo>
                    <a:pt x="5705" y="13157"/>
                  </a:lnTo>
                  <a:lnTo>
                    <a:pt x="5856" y="13278"/>
                  </a:lnTo>
                  <a:lnTo>
                    <a:pt x="5996" y="13385"/>
                  </a:lnTo>
                  <a:lnTo>
                    <a:pt x="6122" y="13478"/>
                  </a:lnTo>
                  <a:lnTo>
                    <a:pt x="6233" y="13553"/>
                  </a:lnTo>
                  <a:lnTo>
                    <a:pt x="6328" y="13612"/>
                  </a:lnTo>
                  <a:lnTo>
                    <a:pt x="6406" y="13650"/>
                  </a:lnTo>
                  <a:lnTo>
                    <a:pt x="6465" y="13669"/>
                  </a:lnTo>
                  <a:lnTo>
                    <a:pt x="6532" y="13670"/>
                  </a:lnTo>
                  <a:lnTo>
                    <a:pt x="6634" y="13659"/>
                  </a:lnTo>
                  <a:lnTo>
                    <a:pt x="6767" y="13636"/>
                  </a:lnTo>
                  <a:lnTo>
                    <a:pt x="6929" y="13603"/>
                  </a:lnTo>
                  <a:lnTo>
                    <a:pt x="7117" y="13560"/>
                  </a:lnTo>
                  <a:lnTo>
                    <a:pt x="7332" y="13508"/>
                  </a:lnTo>
                  <a:lnTo>
                    <a:pt x="7568" y="13447"/>
                  </a:lnTo>
                  <a:lnTo>
                    <a:pt x="7824" y="13379"/>
                  </a:lnTo>
                  <a:lnTo>
                    <a:pt x="8098" y="13304"/>
                  </a:lnTo>
                  <a:lnTo>
                    <a:pt x="8388" y="13223"/>
                  </a:lnTo>
                  <a:lnTo>
                    <a:pt x="8689" y="13137"/>
                  </a:lnTo>
                  <a:lnTo>
                    <a:pt x="9001" y="13046"/>
                  </a:lnTo>
                  <a:lnTo>
                    <a:pt x="9323" y="12951"/>
                  </a:lnTo>
                  <a:lnTo>
                    <a:pt x="9650" y="12854"/>
                  </a:lnTo>
                  <a:lnTo>
                    <a:pt x="9979" y="12755"/>
                  </a:lnTo>
                  <a:lnTo>
                    <a:pt x="10311" y="12654"/>
                  </a:lnTo>
                  <a:lnTo>
                    <a:pt x="10640" y="12552"/>
                  </a:lnTo>
                  <a:lnTo>
                    <a:pt x="10967" y="12451"/>
                  </a:lnTo>
                  <a:lnTo>
                    <a:pt x="11288" y="12351"/>
                  </a:lnTo>
                  <a:lnTo>
                    <a:pt x="11600" y="12252"/>
                  </a:lnTo>
                  <a:lnTo>
                    <a:pt x="11902" y="12156"/>
                  </a:lnTo>
                  <a:lnTo>
                    <a:pt x="12191" y="12064"/>
                  </a:lnTo>
                  <a:lnTo>
                    <a:pt x="12464" y="11975"/>
                  </a:lnTo>
                  <a:lnTo>
                    <a:pt x="12720" y="11891"/>
                  </a:lnTo>
                  <a:lnTo>
                    <a:pt x="12956" y="11813"/>
                  </a:lnTo>
                  <a:lnTo>
                    <a:pt x="13170" y="11741"/>
                  </a:lnTo>
                  <a:lnTo>
                    <a:pt x="13358" y="11677"/>
                  </a:lnTo>
                  <a:lnTo>
                    <a:pt x="13519" y="11619"/>
                  </a:lnTo>
                  <a:lnTo>
                    <a:pt x="13652" y="11572"/>
                  </a:lnTo>
                  <a:lnTo>
                    <a:pt x="13752" y="11534"/>
                  </a:lnTo>
                  <a:lnTo>
                    <a:pt x="13819" y="11505"/>
                  </a:lnTo>
                  <a:lnTo>
                    <a:pt x="13848" y="11488"/>
                  </a:lnTo>
                  <a:lnTo>
                    <a:pt x="13860" y="11468"/>
                  </a:lnTo>
                  <a:lnTo>
                    <a:pt x="13872" y="11431"/>
                  </a:lnTo>
                  <a:lnTo>
                    <a:pt x="13885" y="11379"/>
                  </a:lnTo>
                  <a:lnTo>
                    <a:pt x="13898" y="11313"/>
                  </a:lnTo>
                  <a:lnTo>
                    <a:pt x="13912" y="11232"/>
                  </a:lnTo>
                  <a:lnTo>
                    <a:pt x="13928" y="11141"/>
                  </a:lnTo>
                  <a:lnTo>
                    <a:pt x="13943" y="11038"/>
                  </a:lnTo>
                  <a:lnTo>
                    <a:pt x="13959" y="10925"/>
                  </a:lnTo>
                  <a:lnTo>
                    <a:pt x="13975" y="10803"/>
                  </a:lnTo>
                  <a:lnTo>
                    <a:pt x="13991" y="10674"/>
                  </a:lnTo>
                  <a:lnTo>
                    <a:pt x="14007" y="10539"/>
                  </a:lnTo>
                  <a:lnTo>
                    <a:pt x="14023" y="10398"/>
                  </a:lnTo>
                  <a:lnTo>
                    <a:pt x="14057" y="10105"/>
                  </a:lnTo>
                  <a:lnTo>
                    <a:pt x="14089" y="9803"/>
                  </a:lnTo>
                  <a:lnTo>
                    <a:pt x="14119" y="9504"/>
                  </a:lnTo>
                  <a:lnTo>
                    <a:pt x="14148" y="9215"/>
                  </a:lnTo>
                  <a:lnTo>
                    <a:pt x="14174" y="8946"/>
                  </a:lnTo>
                  <a:lnTo>
                    <a:pt x="14197" y="8705"/>
                  </a:lnTo>
                  <a:lnTo>
                    <a:pt x="14216" y="8501"/>
                  </a:lnTo>
                  <a:lnTo>
                    <a:pt x="14230" y="8345"/>
                  </a:lnTo>
                  <a:lnTo>
                    <a:pt x="14239" y="8245"/>
                  </a:lnTo>
                  <a:lnTo>
                    <a:pt x="14242" y="8209"/>
                  </a:lnTo>
                  <a:lnTo>
                    <a:pt x="14170" y="8230"/>
                  </a:lnTo>
                  <a:lnTo>
                    <a:pt x="13967" y="8290"/>
                  </a:lnTo>
                  <a:lnTo>
                    <a:pt x="13649" y="8382"/>
                  </a:lnTo>
                  <a:lnTo>
                    <a:pt x="13237" y="8502"/>
                  </a:lnTo>
                  <a:lnTo>
                    <a:pt x="12749" y="8644"/>
                  </a:lnTo>
                  <a:lnTo>
                    <a:pt x="12203" y="8802"/>
                  </a:lnTo>
                  <a:lnTo>
                    <a:pt x="11617" y="8969"/>
                  </a:lnTo>
                  <a:lnTo>
                    <a:pt x="11011" y="9141"/>
                  </a:lnTo>
                  <a:lnTo>
                    <a:pt x="10403" y="9314"/>
                  </a:lnTo>
                  <a:lnTo>
                    <a:pt x="9809" y="9479"/>
                  </a:lnTo>
                  <a:lnTo>
                    <a:pt x="9525" y="9556"/>
                  </a:lnTo>
                  <a:lnTo>
                    <a:pt x="9251" y="9632"/>
                  </a:lnTo>
                  <a:lnTo>
                    <a:pt x="8990" y="9702"/>
                  </a:lnTo>
                  <a:lnTo>
                    <a:pt x="8745" y="9767"/>
                  </a:lnTo>
                  <a:lnTo>
                    <a:pt x="8519" y="9826"/>
                  </a:lnTo>
                  <a:lnTo>
                    <a:pt x="8312" y="9879"/>
                  </a:lnTo>
                  <a:lnTo>
                    <a:pt x="8128" y="9924"/>
                  </a:lnTo>
                  <a:lnTo>
                    <a:pt x="7967" y="9962"/>
                  </a:lnTo>
                  <a:lnTo>
                    <a:pt x="7835" y="9991"/>
                  </a:lnTo>
                  <a:lnTo>
                    <a:pt x="7732" y="10010"/>
                  </a:lnTo>
                  <a:lnTo>
                    <a:pt x="7661" y="10019"/>
                  </a:lnTo>
                  <a:lnTo>
                    <a:pt x="7624" y="10018"/>
                  </a:lnTo>
                  <a:lnTo>
                    <a:pt x="7601" y="10002"/>
                  </a:lnTo>
                  <a:lnTo>
                    <a:pt x="7574" y="9970"/>
                  </a:lnTo>
                  <a:lnTo>
                    <a:pt x="7543" y="9923"/>
                  </a:lnTo>
                  <a:lnTo>
                    <a:pt x="7508" y="9863"/>
                  </a:lnTo>
                  <a:lnTo>
                    <a:pt x="7468" y="9789"/>
                  </a:lnTo>
                  <a:lnTo>
                    <a:pt x="7426" y="9705"/>
                  </a:lnTo>
                  <a:lnTo>
                    <a:pt x="7380" y="9609"/>
                  </a:lnTo>
                  <a:lnTo>
                    <a:pt x="7331" y="9504"/>
                  </a:lnTo>
                  <a:lnTo>
                    <a:pt x="7281" y="9391"/>
                  </a:lnTo>
                  <a:lnTo>
                    <a:pt x="7228" y="9270"/>
                  </a:lnTo>
                  <a:lnTo>
                    <a:pt x="7174" y="9143"/>
                  </a:lnTo>
                  <a:lnTo>
                    <a:pt x="7118" y="9011"/>
                  </a:lnTo>
                  <a:lnTo>
                    <a:pt x="7063" y="8875"/>
                  </a:lnTo>
                  <a:lnTo>
                    <a:pt x="7006" y="8736"/>
                  </a:lnTo>
                  <a:lnTo>
                    <a:pt x="6949" y="8595"/>
                  </a:lnTo>
                  <a:lnTo>
                    <a:pt x="6893" y="8454"/>
                  </a:lnTo>
                  <a:lnTo>
                    <a:pt x="6782" y="8172"/>
                  </a:lnTo>
                  <a:lnTo>
                    <a:pt x="6676" y="7900"/>
                  </a:lnTo>
                  <a:lnTo>
                    <a:pt x="6579" y="7646"/>
                  </a:lnTo>
                  <a:lnTo>
                    <a:pt x="6493" y="7418"/>
                  </a:lnTo>
                  <a:lnTo>
                    <a:pt x="6421" y="7227"/>
                  </a:lnTo>
                  <a:lnTo>
                    <a:pt x="6366" y="7078"/>
                  </a:lnTo>
                  <a:lnTo>
                    <a:pt x="6330" y="6984"/>
                  </a:lnTo>
                  <a:lnTo>
                    <a:pt x="6318" y="6950"/>
                  </a:lnTo>
                  <a:close/>
                  <a:moveTo>
                    <a:pt x="9742" y="156"/>
                  </a:moveTo>
                  <a:lnTo>
                    <a:pt x="9130" y="3375"/>
                  </a:lnTo>
                  <a:lnTo>
                    <a:pt x="8713" y="0"/>
                  </a:lnTo>
                  <a:lnTo>
                    <a:pt x="8645" y="17"/>
                  </a:lnTo>
                  <a:lnTo>
                    <a:pt x="8453" y="67"/>
                  </a:lnTo>
                  <a:lnTo>
                    <a:pt x="8155" y="144"/>
                  </a:lnTo>
                  <a:lnTo>
                    <a:pt x="7769" y="244"/>
                  </a:lnTo>
                  <a:lnTo>
                    <a:pt x="7311" y="364"/>
                  </a:lnTo>
                  <a:lnTo>
                    <a:pt x="6800" y="499"/>
                  </a:lnTo>
                  <a:lnTo>
                    <a:pt x="6255" y="644"/>
                  </a:lnTo>
                  <a:lnTo>
                    <a:pt x="5690" y="796"/>
                  </a:lnTo>
                  <a:lnTo>
                    <a:pt x="5408" y="873"/>
                  </a:lnTo>
                  <a:lnTo>
                    <a:pt x="5127" y="950"/>
                  </a:lnTo>
                  <a:lnTo>
                    <a:pt x="4850" y="1027"/>
                  </a:lnTo>
                  <a:lnTo>
                    <a:pt x="4580" y="1102"/>
                  </a:lnTo>
                  <a:lnTo>
                    <a:pt x="4319" y="1177"/>
                  </a:lnTo>
                  <a:lnTo>
                    <a:pt x="4069" y="1250"/>
                  </a:lnTo>
                  <a:lnTo>
                    <a:pt x="3833" y="1319"/>
                  </a:lnTo>
                  <a:lnTo>
                    <a:pt x="3612" y="1386"/>
                  </a:lnTo>
                  <a:lnTo>
                    <a:pt x="3408" y="1448"/>
                  </a:lnTo>
                  <a:lnTo>
                    <a:pt x="3225" y="1508"/>
                  </a:lnTo>
                  <a:lnTo>
                    <a:pt x="3063" y="1562"/>
                  </a:lnTo>
                  <a:lnTo>
                    <a:pt x="2926" y="1610"/>
                  </a:lnTo>
                  <a:lnTo>
                    <a:pt x="2815" y="1654"/>
                  </a:lnTo>
                  <a:lnTo>
                    <a:pt x="2734" y="1690"/>
                  </a:lnTo>
                  <a:lnTo>
                    <a:pt x="2682" y="1720"/>
                  </a:lnTo>
                  <a:lnTo>
                    <a:pt x="2665" y="1743"/>
                  </a:lnTo>
                  <a:lnTo>
                    <a:pt x="2675" y="1770"/>
                  </a:lnTo>
                  <a:lnTo>
                    <a:pt x="2705" y="1812"/>
                  </a:lnTo>
                  <a:lnTo>
                    <a:pt x="2754" y="1868"/>
                  </a:lnTo>
                  <a:lnTo>
                    <a:pt x="2820" y="1937"/>
                  </a:lnTo>
                  <a:lnTo>
                    <a:pt x="2904" y="2019"/>
                  </a:lnTo>
                  <a:lnTo>
                    <a:pt x="3002" y="2111"/>
                  </a:lnTo>
                  <a:lnTo>
                    <a:pt x="3114" y="2213"/>
                  </a:lnTo>
                  <a:lnTo>
                    <a:pt x="3238" y="2325"/>
                  </a:lnTo>
                  <a:lnTo>
                    <a:pt x="3373" y="2444"/>
                  </a:lnTo>
                  <a:lnTo>
                    <a:pt x="3518" y="2570"/>
                  </a:lnTo>
                  <a:lnTo>
                    <a:pt x="3672" y="2702"/>
                  </a:lnTo>
                  <a:lnTo>
                    <a:pt x="3833" y="2838"/>
                  </a:lnTo>
                  <a:lnTo>
                    <a:pt x="4001" y="2978"/>
                  </a:lnTo>
                  <a:lnTo>
                    <a:pt x="4172" y="3121"/>
                  </a:lnTo>
                  <a:lnTo>
                    <a:pt x="4349" y="3265"/>
                  </a:lnTo>
                  <a:lnTo>
                    <a:pt x="4526" y="3410"/>
                  </a:lnTo>
                  <a:lnTo>
                    <a:pt x="4705" y="3555"/>
                  </a:lnTo>
                  <a:lnTo>
                    <a:pt x="4884" y="3698"/>
                  </a:lnTo>
                  <a:lnTo>
                    <a:pt x="5061" y="3839"/>
                  </a:lnTo>
                  <a:lnTo>
                    <a:pt x="5235" y="3977"/>
                  </a:lnTo>
                  <a:lnTo>
                    <a:pt x="5405" y="4109"/>
                  </a:lnTo>
                  <a:lnTo>
                    <a:pt x="5570" y="4236"/>
                  </a:lnTo>
                  <a:lnTo>
                    <a:pt x="5727" y="4355"/>
                  </a:lnTo>
                  <a:lnTo>
                    <a:pt x="5878" y="4467"/>
                  </a:lnTo>
                  <a:lnTo>
                    <a:pt x="6019" y="4571"/>
                  </a:lnTo>
                  <a:lnTo>
                    <a:pt x="6150" y="4665"/>
                  </a:lnTo>
                  <a:lnTo>
                    <a:pt x="6268" y="4747"/>
                  </a:lnTo>
                  <a:lnTo>
                    <a:pt x="6374" y="4818"/>
                  </a:lnTo>
                  <a:lnTo>
                    <a:pt x="6465" y="4875"/>
                  </a:lnTo>
                  <a:lnTo>
                    <a:pt x="6541" y="4920"/>
                  </a:lnTo>
                  <a:lnTo>
                    <a:pt x="6600" y="4948"/>
                  </a:lnTo>
                  <a:lnTo>
                    <a:pt x="6641" y="4961"/>
                  </a:lnTo>
                  <a:lnTo>
                    <a:pt x="6688" y="4961"/>
                  </a:lnTo>
                  <a:lnTo>
                    <a:pt x="6767" y="4951"/>
                  </a:lnTo>
                  <a:lnTo>
                    <a:pt x="6874" y="4932"/>
                  </a:lnTo>
                  <a:lnTo>
                    <a:pt x="7007" y="4905"/>
                  </a:lnTo>
                  <a:lnTo>
                    <a:pt x="7165" y="4869"/>
                  </a:lnTo>
                  <a:lnTo>
                    <a:pt x="7345" y="4826"/>
                  </a:lnTo>
                  <a:lnTo>
                    <a:pt x="7546" y="4777"/>
                  </a:lnTo>
                  <a:lnTo>
                    <a:pt x="7766" y="4721"/>
                  </a:lnTo>
                  <a:lnTo>
                    <a:pt x="8000" y="4661"/>
                  </a:lnTo>
                  <a:lnTo>
                    <a:pt x="8249" y="4595"/>
                  </a:lnTo>
                  <a:lnTo>
                    <a:pt x="8511" y="4525"/>
                  </a:lnTo>
                  <a:lnTo>
                    <a:pt x="8782" y="4451"/>
                  </a:lnTo>
                  <a:lnTo>
                    <a:pt x="9060" y="4374"/>
                  </a:lnTo>
                  <a:lnTo>
                    <a:pt x="9344" y="4294"/>
                  </a:lnTo>
                  <a:lnTo>
                    <a:pt x="9631" y="4213"/>
                  </a:lnTo>
                  <a:lnTo>
                    <a:pt x="9921" y="4130"/>
                  </a:lnTo>
                  <a:lnTo>
                    <a:pt x="10209" y="4046"/>
                  </a:lnTo>
                  <a:lnTo>
                    <a:pt x="10494" y="3962"/>
                  </a:lnTo>
                  <a:lnTo>
                    <a:pt x="10775" y="3880"/>
                  </a:lnTo>
                  <a:lnTo>
                    <a:pt x="11048" y="3797"/>
                  </a:lnTo>
                  <a:lnTo>
                    <a:pt x="11313" y="3717"/>
                  </a:lnTo>
                  <a:lnTo>
                    <a:pt x="11566" y="3638"/>
                  </a:lnTo>
                  <a:lnTo>
                    <a:pt x="11805" y="3561"/>
                  </a:lnTo>
                  <a:lnTo>
                    <a:pt x="12029" y="3490"/>
                  </a:lnTo>
                  <a:lnTo>
                    <a:pt x="12236" y="3421"/>
                  </a:lnTo>
                  <a:lnTo>
                    <a:pt x="12423" y="3357"/>
                  </a:lnTo>
                  <a:lnTo>
                    <a:pt x="12588" y="3298"/>
                  </a:lnTo>
                  <a:lnTo>
                    <a:pt x="12729" y="3245"/>
                  </a:lnTo>
                  <a:lnTo>
                    <a:pt x="12845" y="3199"/>
                  </a:lnTo>
                  <a:lnTo>
                    <a:pt x="12932" y="3159"/>
                  </a:lnTo>
                  <a:lnTo>
                    <a:pt x="12989" y="3127"/>
                  </a:lnTo>
                  <a:lnTo>
                    <a:pt x="13013" y="3103"/>
                  </a:lnTo>
                  <a:lnTo>
                    <a:pt x="13011" y="3076"/>
                  </a:lnTo>
                  <a:lnTo>
                    <a:pt x="12991" y="3034"/>
                  </a:lnTo>
                  <a:lnTo>
                    <a:pt x="12952" y="2980"/>
                  </a:lnTo>
                  <a:lnTo>
                    <a:pt x="12897" y="2914"/>
                  </a:lnTo>
                  <a:lnTo>
                    <a:pt x="12827" y="2837"/>
                  </a:lnTo>
                  <a:lnTo>
                    <a:pt x="12743" y="2750"/>
                  </a:lnTo>
                  <a:lnTo>
                    <a:pt x="12646" y="2654"/>
                  </a:lnTo>
                  <a:lnTo>
                    <a:pt x="12538" y="2551"/>
                  </a:lnTo>
                  <a:lnTo>
                    <a:pt x="12420" y="2441"/>
                  </a:lnTo>
                  <a:lnTo>
                    <a:pt x="12292" y="2324"/>
                  </a:lnTo>
                  <a:lnTo>
                    <a:pt x="12156" y="2202"/>
                  </a:lnTo>
                  <a:lnTo>
                    <a:pt x="12015" y="2075"/>
                  </a:lnTo>
                  <a:lnTo>
                    <a:pt x="11868" y="1946"/>
                  </a:lnTo>
                  <a:lnTo>
                    <a:pt x="11718" y="1815"/>
                  </a:lnTo>
                  <a:lnTo>
                    <a:pt x="11565" y="1682"/>
                  </a:lnTo>
                  <a:lnTo>
                    <a:pt x="11410" y="1548"/>
                  </a:lnTo>
                  <a:lnTo>
                    <a:pt x="11100" y="1285"/>
                  </a:lnTo>
                  <a:lnTo>
                    <a:pt x="10800" y="1032"/>
                  </a:lnTo>
                  <a:lnTo>
                    <a:pt x="10517" y="796"/>
                  </a:lnTo>
                  <a:lnTo>
                    <a:pt x="10264" y="587"/>
                  </a:lnTo>
                  <a:lnTo>
                    <a:pt x="10051" y="410"/>
                  </a:lnTo>
                  <a:lnTo>
                    <a:pt x="9885" y="274"/>
                  </a:lnTo>
                  <a:lnTo>
                    <a:pt x="9780" y="187"/>
                  </a:lnTo>
                  <a:lnTo>
                    <a:pt x="9742" y="156"/>
                  </a:lnTo>
                  <a:close/>
                  <a:moveTo>
                    <a:pt x="0" y="4296"/>
                  </a:moveTo>
                  <a:lnTo>
                    <a:pt x="12" y="4325"/>
                  </a:lnTo>
                  <a:lnTo>
                    <a:pt x="45" y="4375"/>
                  </a:lnTo>
                  <a:lnTo>
                    <a:pt x="100" y="4443"/>
                  </a:lnTo>
                  <a:lnTo>
                    <a:pt x="173" y="4529"/>
                  </a:lnTo>
                  <a:lnTo>
                    <a:pt x="264" y="4632"/>
                  </a:lnTo>
                  <a:lnTo>
                    <a:pt x="372" y="4748"/>
                  </a:lnTo>
                  <a:lnTo>
                    <a:pt x="495" y="4878"/>
                  </a:lnTo>
                  <a:lnTo>
                    <a:pt x="631" y="5022"/>
                  </a:lnTo>
                  <a:lnTo>
                    <a:pt x="780" y="5174"/>
                  </a:lnTo>
                  <a:lnTo>
                    <a:pt x="939" y="5336"/>
                  </a:lnTo>
                  <a:lnTo>
                    <a:pt x="1108" y="5506"/>
                  </a:lnTo>
                  <a:lnTo>
                    <a:pt x="1284" y="5683"/>
                  </a:lnTo>
                  <a:lnTo>
                    <a:pt x="1467" y="5864"/>
                  </a:lnTo>
                  <a:lnTo>
                    <a:pt x="1655" y="6048"/>
                  </a:lnTo>
                  <a:lnTo>
                    <a:pt x="1847" y="6236"/>
                  </a:lnTo>
                  <a:lnTo>
                    <a:pt x="2040" y="6424"/>
                  </a:lnTo>
                  <a:lnTo>
                    <a:pt x="2235" y="6612"/>
                  </a:lnTo>
                  <a:lnTo>
                    <a:pt x="2429" y="6797"/>
                  </a:lnTo>
                  <a:lnTo>
                    <a:pt x="2621" y="6979"/>
                  </a:lnTo>
                  <a:lnTo>
                    <a:pt x="2809" y="7156"/>
                  </a:lnTo>
                  <a:lnTo>
                    <a:pt x="2993" y="7327"/>
                  </a:lnTo>
                  <a:lnTo>
                    <a:pt x="3170" y="7491"/>
                  </a:lnTo>
                  <a:lnTo>
                    <a:pt x="3340" y="7645"/>
                  </a:lnTo>
                  <a:lnTo>
                    <a:pt x="3500" y="7789"/>
                  </a:lnTo>
                  <a:lnTo>
                    <a:pt x="3649" y="7922"/>
                  </a:lnTo>
                  <a:lnTo>
                    <a:pt x="3787" y="8041"/>
                  </a:lnTo>
                  <a:lnTo>
                    <a:pt x="3911" y="8146"/>
                  </a:lnTo>
                  <a:lnTo>
                    <a:pt x="4021" y="8234"/>
                  </a:lnTo>
                  <a:lnTo>
                    <a:pt x="4114" y="8305"/>
                  </a:lnTo>
                  <a:lnTo>
                    <a:pt x="4189" y="8357"/>
                  </a:lnTo>
                  <a:lnTo>
                    <a:pt x="4246" y="8390"/>
                  </a:lnTo>
                  <a:lnTo>
                    <a:pt x="4282" y="8401"/>
                  </a:lnTo>
                  <a:lnTo>
                    <a:pt x="4311" y="8392"/>
                  </a:lnTo>
                  <a:lnTo>
                    <a:pt x="4351" y="8368"/>
                  </a:lnTo>
                  <a:lnTo>
                    <a:pt x="4398" y="8331"/>
                  </a:lnTo>
                  <a:lnTo>
                    <a:pt x="4452" y="8280"/>
                  </a:lnTo>
                  <a:lnTo>
                    <a:pt x="4514" y="8217"/>
                  </a:lnTo>
                  <a:lnTo>
                    <a:pt x="4582" y="8143"/>
                  </a:lnTo>
                  <a:lnTo>
                    <a:pt x="4657" y="8058"/>
                  </a:lnTo>
                  <a:lnTo>
                    <a:pt x="4736" y="7964"/>
                  </a:lnTo>
                  <a:lnTo>
                    <a:pt x="4819" y="7862"/>
                  </a:lnTo>
                  <a:lnTo>
                    <a:pt x="4907" y="7754"/>
                  </a:lnTo>
                  <a:lnTo>
                    <a:pt x="4998" y="7639"/>
                  </a:lnTo>
                  <a:lnTo>
                    <a:pt x="5090" y="7519"/>
                  </a:lnTo>
                  <a:lnTo>
                    <a:pt x="5185" y="7395"/>
                  </a:lnTo>
                  <a:lnTo>
                    <a:pt x="5281" y="7268"/>
                  </a:lnTo>
                  <a:lnTo>
                    <a:pt x="5378" y="7139"/>
                  </a:lnTo>
                  <a:lnTo>
                    <a:pt x="5474" y="7009"/>
                  </a:lnTo>
                  <a:lnTo>
                    <a:pt x="5664" y="6750"/>
                  </a:lnTo>
                  <a:lnTo>
                    <a:pt x="5845" y="6499"/>
                  </a:lnTo>
                  <a:lnTo>
                    <a:pt x="6013" y="6264"/>
                  </a:lnTo>
                  <a:lnTo>
                    <a:pt x="6162" y="6055"/>
                  </a:lnTo>
                  <a:lnTo>
                    <a:pt x="6287" y="5877"/>
                  </a:lnTo>
                  <a:lnTo>
                    <a:pt x="6383" y="5740"/>
                  </a:lnTo>
                  <a:lnTo>
                    <a:pt x="6444" y="5652"/>
                  </a:lnTo>
                  <a:lnTo>
                    <a:pt x="6465" y="5621"/>
                  </a:lnTo>
                  <a:lnTo>
                    <a:pt x="2140" y="2050"/>
                  </a:lnTo>
                  <a:lnTo>
                    <a:pt x="2116" y="2073"/>
                  </a:lnTo>
                  <a:lnTo>
                    <a:pt x="2048" y="2138"/>
                  </a:lnTo>
                  <a:lnTo>
                    <a:pt x="1942" y="2241"/>
                  </a:lnTo>
                  <a:lnTo>
                    <a:pt x="1805" y="2374"/>
                  </a:lnTo>
                  <a:lnTo>
                    <a:pt x="1644" y="2532"/>
                  </a:lnTo>
                  <a:lnTo>
                    <a:pt x="1463" y="2710"/>
                  </a:lnTo>
                  <a:lnTo>
                    <a:pt x="1270" y="2901"/>
                  </a:lnTo>
                  <a:lnTo>
                    <a:pt x="1070" y="3101"/>
                  </a:lnTo>
                  <a:lnTo>
                    <a:pt x="970" y="3203"/>
                  </a:lnTo>
                  <a:lnTo>
                    <a:pt x="871" y="3303"/>
                  </a:lnTo>
                  <a:lnTo>
                    <a:pt x="773" y="3403"/>
                  </a:lnTo>
                  <a:lnTo>
                    <a:pt x="677" y="3502"/>
                  </a:lnTo>
                  <a:lnTo>
                    <a:pt x="585" y="3598"/>
                  </a:lnTo>
                  <a:lnTo>
                    <a:pt x="496" y="3690"/>
                  </a:lnTo>
                  <a:lnTo>
                    <a:pt x="412" y="3780"/>
                  </a:lnTo>
                  <a:lnTo>
                    <a:pt x="335" y="3865"/>
                  </a:lnTo>
                  <a:lnTo>
                    <a:pt x="262" y="3944"/>
                  </a:lnTo>
                  <a:lnTo>
                    <a:pt x="198" y="4018"/>
                  </a:lnTo>
                  <a:lnTo>
                    <a:pt x="140" y="4085"/>
                  </a:lnTo>
                  <a:lnTo>
                    <a:pt x="92" y="4145"/>
                  </a:lnTo>
                  <a:lnTo>
                    <a:pt x="53" y="4196"/>
                  </a:lnTo>
                  <a:lnTo>
                    <a:pt x="24" y="4240"/>
                  </a:lnTo>
                  <a:lnTo>
                    <a:pt x="6" y="4273"/>
                  </a:lnTo>
                  <a:lnTo>
                    <a:pt x="0" y="4296"/>
                  </a:lnTo>
                  <a:close/>
                </a:path>
              </a:pathLst>
            </a:custGeom>
            <a:solidFill>
              <a:schemeClr val="accent3"/>
            </a:solidFill>
            <a:ln>
              <a:noFill/>
            </a:ln>
            <a:effectLst>
              <a:outerShdw blurRad="381000" dist="444500" dir="8100000" sx="90000" sy="90000" algn="tr" rotWithShape="0">
                <a:schemeClr val="accent2">
                  <a:alpha val="9803"/>
                </a:schemeClr>
              </a:outerShdw>
            </a:effectLst>
          </p:spPr>
          <p:txBody>
            <a:bodyPr spcFirstLastPara="1" wrap="square" lIns="67500" tIns="35100" rIns="67500" bIns="35100" anchor="ctr" anchorCtr="0">
              <a:noAutofit/>
            </a:bodyPr>
            <a:lstStyle/>
            <a:p>
              <a:pPr marL="0" marR="0" lvl="0" indent="0" algn="l" rtl="0">
                <a:spcBef>
                  <a:spcPts val="0"/>
                </a:spcBef>
                <a:spcAft>
                  <a:spcPts val="0"/>
                </a:spcAft>
                <a:buNone/>
              </a:pPr>
              <a:endParaRPr sz="900" b="1">
                <a:solidFill>
                  <a:schemeClr val="lt1"/>
                </a:solidFill>
                <a:latin typeface="Montserrat"/>
                <a:ea typeface="Montserrat"/>
                <a:cs typeface="Montserrat"/>
                <a:sym typeface="Montserrat"/>
              </a:endParaRPr>
            </a:p>
          </p:txBody>
        </p:sp>
      </p:grpSp>
      <p:grpSp>
        <p:nvGrpSpPr>
          <p:cNvPr id="409" name="Google Shape;409;p48"/>
          <p:cNvGrpSpPr/>
          <p:nvPr/>
        </p:nvGrpSpPr>
        <p:grpSpPr>
          <a:xfrm>
            <a:off x="4853413" y="3408315"/>
            <a:ext cx="522879" cy="522879"/>
            <a:chOff x="7250639" y="3231795"/>
            <a:chExt cx="697172" cy="697172"/>
          </a:xfrm>
        </p:grpSpPr>
        <p:sp>
          <p:nvSpPr>
            <p:cNvPr id="410" name="Google Shape;410;p48"/>
            <p:cNvSpPr/>
            <p:nvPr/>
          </p:nvSpPr>
          <p:spPr>
            <a:xfrm>
              <a:off x="7250639" y="3231795"/>
              <a:ext cx="697172" cy="697172"/>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solidFill>
                  <a:schemeClr val="lt1"/>
                </a:solidFill>
                <a:latin typeface="Quicksand"/>
                <a:ea typeface="Quicksand"/>
                <a:cs typeface="Quicksand"/>
                <a:sym typeface="Quicksand"/>
              </a:endParaRPr>
            </a:p>
          </p:txBody>
        </p:sp>
        <p:sp>
          <p:nvSpPr>
            <p:cNvPr id="411" name="Google Shape;411;p48"/>
            <p:cNvSpPr/>
            <p:nvPr/>
          </p:nvSpPr>
          <p:spPr>
            <a:xfrm>
              <a:off x="7418424" y="3420811"/>
              <a:ext cx="356769" cy="319140"/>
            </a:xfrm>
            <a:custGeom>
              <a:avLst/>
              <a:gdLst/>
              <a:ahLst/>
              <a:cxnLst/>
              <a:rect l="l" t="t" r="r" b="b"/>
              <a:pathLst>
                <a:path w="16128" h="14427" extrusionOk="0">
                  <a:moveTo>
                    <a:pt x="6730" y="14059"/>
                  </a:moveTo>
                  <a:lnTo>
                    <a:pt x="6729" y="14050"/>
                  </a:lnTo>
                  <a:lnTo>
                    <a:pt x="6727" y="14026"/>
                  </a:lnTo>
                  <a:lnTo>
                    <a:pt x="6724" y="13989"/>
                  </a:lnTo>
                  <a:lnTo>
                    <a:pt x="6722" y="13938"/>
                  </a:lnTo>
                  <a:lnTo>
                    <a:pt x="6720" y="13876"/>
                  </a:lnTo>
                  <a:lnTo>
                    <a:pt x="6721" y="13805"/>
                  </a:lnTo>
                  <a:lnTo>
                    <a:pt x="6722" y="13766"/>
                  </a:lnTo>
                  <a:lnTo>
                    <a:pt x="6724" y="13725"/>
                  </a:lnTo>
                  <a:lnTo>
                    <a:pt x="6726" y="13682"/>
                  </a:lnTo>
                  <a:lnTo>
                    <a:pt x="6730" y="13639"/>
                  </a:lnTo>
                  <a:lnTo>
                    <a:pt x="6735" y="13593"/>
                  </a:lnTo>
                  <a:lnTo>
                    <a:pt x="6740" y="13547"/>
                  </a:lnTo>
                  <a:lnTo>
                    <a:pt x="6748" y="13500"/>
                  </a:lnTo>
                  <a:lnTo>
                    <a:pt x="6757" y="13452"/>
                  </a:lnTo>
                  <a:lnTo>
                    <a:pt x="6766" y="13403"/>
                  </a:lnTo>
                  <a:lnTo>
                    <a:pt x="6778" y="13355"/>
                  </a:lnTo>
                  <a:lnTo>
                    <a:pt x="6791" y="13306"/>
                  </a:lnTo>
                  <a:lnTo>
                    <a:pt x="6805" y="13256"/>
                  </a:lnTo>
                  <a:lnTo>
                    <a:pt x="6822" y="13207"/>
                  </a:lnTo>
                  <a:lnTo>
                    <a:pt x="6840" y="13159"/>
                  </a:lnTo>
                  <a:lnTo>
                    <a:pt x="6860" y="13111"/>
                  </a:lnTo>
                  <a:lnTo>
                    <a:pt x="6884" y="13064"/>
                  </a:lnTo>
                  <a:lnTo>
                    <a:pt x="6908" y="13018"/>
                  </a:lnTo>
                  <a:lnTo>
                    <a:pt x="6935" y="12972"/>
                  </a:lnTo>
                  <a:lnTo>
                    <a:pt x="6965" y="12928"/>
                  </a:lnTo>
                  <a:lnTo>
                    <a:pt x="6997" y="12886"/>
                  </a:lnTo>
                  <a:lnTo>
                    <a:pt x="15546" y="8492"/>
                  </a:lnTo>
                  <a:lnTo>
                    <a:pt x="15560" y="8486"/>
                  </a:lnTo>
                  <a:lnTo>
                    <a:pt x="15600" y="8470"/>
                  </a:lnTo>
                  <a:lnTo>
                    <a:pt x="15627" y="8457"/>
                  </a:lnTo>
                  <a:lnTo>
                    <a:pt x="15658" y="8442"/>
                  </a:lnTo>
                  <a:lnTo>
                    <a:pt x="15693" y="8424"/>
                  </a:lnTo>
                  <a:lnTo>
                    <a:pt x="15730" y="8402"/>
                  </a:lnTo>
                  <a:lnTo>
                    <a:pt x="15769" y="8377"/>
                  </a:lnTo>
                  <a:lnTo>
                    <a:pt x="15809" y="8349"/>
                  </a:lnTo>
                  <a:lnTo>
                    <a:pt x="15851" y="8316"/>
                  </a:lnTo>
                  <a:lnTo>
                    <a:pt x="15891" y="8281"/>
                  </a:lnTo>
                  <a:lnTo>
                    <a:pt x="15931" y="8243"/>
                  </a:lnTo>
                  <a:lnTo>
                    <a:pt x="15969" y="8201"/>
                  </a:lnTo>
                  <a:lnTo>
                    <a:pt x="16005" y="8154"/>
                  </a:lnTo>
                  <a:lnTo>
                    <a:pt x="16037" y="8104"/>
                  </a:lnTo>
                  <a:lnTo>
                    <a:pt x="16066" y="8051"/>
                  </a:lnTo>
                  <a:lnTo>
                    <a:pt x="16090" y="7992"/>
                  </a:lnTo>
                  <a:lnTo>
                    <a:pt x="16109" y="7931"/>
                  </a:lnTo>
                  <a:lnTo>
                    <a:pt x="16121" y="7864"/>
                  </a:lnTo>
                  <a:lnTo>
                    <a:pt x="16128" y="7794"/>
                  </a:lnTo>
                  <a:lnTo>
                    <a:pt x="16126" y="7719"/>
                  </a:lnTo>
                  <a:lnTo>
                    <a:pt x="16117" y="7641"/>
                  </a:lnTo>
                  <a:lnTo>
                    <a:pt x="16099" y="7557"/>
                  </a:lnTo>
                  <a:lnTo>
                    <a:pt x="16071" y="7470"/>
                  </a:lnTo>
                  <a:lnTo>
                    <a:pt x="16032" y="7377"/>
                  </a:lnTo>
                  <a:lnTo>
                    <a:pt x="15983" y="7279"/>
                  </a:lnTo>
                  <a:lnTo>
                    <a:pt x="15921" y="7178"/>
                  </a:lnTo>
                  <a:lnTo>
                    <a:pt x="15849" y="7071"/>
                  </a:lnTo>
                  <a:lnTo>
                    <a:pt x="15762" y="6958"/>
                  </a:lnTo>
                  <a:lnTo>
                    <a:pt x="15661" y="6842"/>
                  </a:lnTo>
                  <a:lnTo>
                    <a:pt x="15545" y="6720"/>
                  </a:lnTo>
                  <a:lnTo>
                    <a:pt x="15412" y="6585"/>
                  </a:lnTo>
                  <a:lnTo>
                    <a:pt x="15261" y="6429"/>
                  </a:lnTo>
                  <a:lnTo>
                    <a:pt x="15091" y="6254"/>
                  </a:lnTo>
                  <a:lnTo>
                    <a:pt x="14904" y="6061"/>
                  </a:lnTo>
                  <a:lnTo>
                    <a:pt x="14490" y="5630"/>
                  </a:lnTo>
                  <a:lnTo>
                    <a:pt x="14028" y="5151"/>
                  </a:lnTo>
                  <a:lnTo>
                    <a:pt x="13533" y="4634"/>
                  </a:lnTo>
                  <a:lnTo>
                    <a:pt x="13016" y="4094"/>
                  </a:lnTo>
                  <a:lnTo>
                    <a:pt x="12491" y="3544"/>
                  </a:lnTo>
                  <a:lnTo>
                    <a:pt x="11968" y="2995"/>
                  </a:lnTo>
                  <a:lnTo>
                    <a:pt x="11460" y="2462"/>
                  </a:lnTo>
                  <a:lnTo>
                    <a:pt x="10980" y="1958"/>
                  </a:lnTo>
                  <a:lnTo>
                    <a:pt x="10541" y="1496"/>
                  </a:lnTo>
                  <a:lnTo>
                    <a:pt x="10153" y="1088"/>
                  </a:lnTo>
                  <a:lnTo>
                    <a:pt x="9830" y="748"/>
                  </a:lnTo>
                  <a:lnTo>
                    <a:pt x="9584" y="489"/>
                  </a:lnTo>
                  <a:lnTo>
                    <a:pt x="9427" y="325"/>
                  </a:lnTo>
                  <a:lnTo>
                    <a:pt x="9372" y="267"/>
                  </a:lnTo>
                  <a:lnTo>
                    <a:pt x="9368" y="261"/>
                  </a:lnTo>
                  <a:lnTo>
                    <a:pt x="9356" y="244"/>
                  </a:lnTo>
                  <a:lnTo>
                    <a:pt x="9346" y="233"/>
                  </a:lnTo>
                  <a:lnTo>
                    <a:pt x="9334" y="218"/>
                  </a:lnTo>
                  <a:lnTo>
                    <a:pt x="9319" y="204"/>
                  </a:lnTo>
                  <a:lnTo>
                    <a:pt x="9302" y="188"/>
                  </a:lnTo>
                  <a:lnTo>
                    <a:pt x="9282" y="171"/>
                  </a:lnTo>
                  <a:lnTo>
                    <a:pt x="9258" y="153"/>
                  </a:lnTo>
                  <a:lnTo>
                    <a:pt x="9232" y="135"/>
                  </a:lnTo>
                  <a:lnTo>
                    <a:pt x="9203" y="118"/>
                  </a:lnTo>
                  <a:lnTo>
                    <a:pt x="9171" y="100"/>
                  </a:lnTo>
                  <a:lnTo>
                    <a:pt x="9136" y="83"/>
                  </a:lnTo>
                  <a:lnTo>
                    <a:pt x="9096" y="66"/>
                  </a:lnTo>
                  <a:lnTo>
                    <a:pt x="9054" y="51"/>
                  </a:lnTo>
                  <a:lnTo>
                    <a:pt x="9007" y="37"/>
                  </a:lnTo>
                  <a:lnTo>
                    <a:pt x="8957" y="25"/>
                  </a:lnTo>
                  <a:lnTo>
                    <a:pt x="8903" y="15"/>
                  </a:lnTo>
                  <a:lnTo>
                    <a:pt x="8845" y="7"/>
                  </a:lnTo>
                  <a:lnTo>
                    <a:pt x="8783" y="2"/>
                  </a:lnTo>
                  <a:lnTo>
                    <a:pt x="8717" y="0"/>
                  </a:lnTo>
                  <a:lnTo>
                    <a:pt x="8647" y="1"/>
                  </a:lnTo>
                  <a:lnTo>
                    <a:pt x="8571" y="6"/>
                  </a:lnTo>
                  <a:lnTo>
                    <a:pt x="8491" y="14"/>
                  </a:lnTo>
                  <a:lnTo>
                    <a:pt x="8408" y="26"/>
                  </a:lnTo>
                  <a:lnTo>
                    <a:pt x="8319" y="42"/>
                  </a:lnTo>
                  <a:lnTo>
                    <a:pt x="8225" y="63"/>
                  </a:lnTo>
                  <a:lnTo>
                    <a:pt x="8126" y="91"/>
                  </a:lnTo>
                  <a:lnTo>
                    <a:pt x="8023" y="122"/>
                  </a:lnTo>
                  <a:lnTo>
                    <a:pt x="7914" y="158"/>
                  </a:lnTo>
                  <a:lnTo>
                    <a:pt x="7799" y="201"/>
                  </a:lnTo>
                  <a:lnTo>
                    <a:pt x="7510" y="315"/>
                  </a:lnTo>
                  <a:lnTo>
                    <a:pt x="7120" y="467"/>
                  </a:lnTo>
                  <a:lnTo>
                    <a:pt x="6646" y="652"/>
                  </a:lnTo>
                  <a:lnTo>
                    <a:pt x="6103" y="864"/>
                  </a:lnTo>
                  <a:lnTo>
                    <a:pt x="5511" y="1096"/>
                  </a:lnTo>
                  <a:lnTo>
                    <a:pt x="4883" y="1341"/>
                  </a:lnTo>
                  <a:lnTo>
                    <a:pt x="4237" y="1594"/>
                  </a:lnTo>
                  <a:lnTo>
                    <a:pt x="3588" y="1846"/>
                  </a:lnTo>
                  <a:lnTo>
                    <a:pt x="2955" y="2094"/>
                  </a:lnTo>
                  <a:lnTo>
                    <a:pt x="2353" y="2330"/>
                  </a:lnTo>
                  <a:lnTo>
                    <a:pt x="1798" y="2546"/>
                  </a:lnTo>
                  <a:lnTo>
                    <a:pt x="1307" y="2737"/>
                  </a:lnTo>
                  <a:lnTo>
                    <a:pt x="897" y="2898"/>
                  </a:lnTo>
                  <a:lnTo>
                    <a:pt x="584" y="3020"/>
                  </a:lnTo>
                  <a:lnTo>
                    <a:pt x="383" y="3099"/>
                  </a:lnTo>
                  <a:lnTo>
                    <a:pt x="312" y="3126"/>
                  </a:lnTo>
                  <a:lnTo>
                    <a:pt x="307" y="3131"/>
                  </a:lnTo>
                  <a:lnTo>
                    <a:pt x="292" y="3145"/>
                  </a:lnTo>
                  <a:lnTo>
                    <a:pt x="281" y="3156"/>
                  </a:lnTo>
                  <a:lnTo>
                    <a:pt x="269" y="3169"/>
                  </a:lnTo>
                  <a:lnTo>
                    <a:pt x="255" y="3186"/>
                  </a:lnTo>
                  <a:lnTo>
                    <a:pt x="240" y="3205"/>
                  </a:lnTo>
                  <a:lnTo>
                    <a:pt x="224" y="3228"/>
                  </a:lnTo>
                  <a:lnTo>
                    <a:pt x="207" y="3254"/>
                  </a:lnTo>
                  <a:lnTo>
                    <a:pt x="190" y="3283"/>
                  </a:lnTo>
                  <a:lnTo>
                    <a:pt x="171" y="3315"/>
                  </a:lnTo>
                  <a:lnTo>
                    <a:pt x="153" y="3351"/>
                  </a:lnTo>
                  <a:lnTo>
                    <a:pt x="135" y="3391"/>
                  </a:lnTo>
                  <a:lnTo>
                    <a:pt x="117" y="3434"/>
                  </a:lnTo>
                  <a:lnTo>
                    <a:pt x="99" y="3481"/>
                  </a:lnTo>
                  <a:lnTo>
                    <a:pt x="83" y="3531"/>
                  </a:lnTo>
                  <a:lnTo>
                    <a:pt x="67" y="3586"/>
                  </a:lnTo>
                  <a:lnTo>
                    <a:pt x="51" y="3645"/>
                  </a:lnTo>
                  <a:lnTo>
                    <a:pt x="38" y="3709"/>
                  </a:lnTo>
                  <a:lnTo>
                    <a:pt x="27" y="3776"/>
                  </a:lnTo>
                  <a:lnTo>
                    <a:pt x="17" y="3848"/>
                  </a:lnTo>
                  <a:lnTo>
                    <a:pt x="9" y="3924"/>
                  </a:lnTo>
                  <a:lnTo>
                    <a:pt x="4" y="4005"/>
                  </a:lnTo>
                  <a:lnTo>
                    <a:pt x="1" y="4091"/>
                  </a:lnTo>
                  <a:lnTo>
                    <a:pt x="0" y="4182"/>
                  </a:lnTo>
                  <a:lnTo>
                    <a:pt x="3" y="4276"/>
                  </a:lnTo>
                  <a:lnTo>
                    <a:pt x="9" y="4377"/>
                  </a:lnTo>
                  <a:lnTo>
                    <a:pt x="18" y="4483"/>
                  </a:lnTo>
                  <a:lnTo>
                    <a:pt x="31" y="4595"/>
                  </a:lnTo>
                  <a:lnTo>
                    <a:pt x="47" y="4710"/>
                  </a:lnTo>
                  <a:lnTo>
                    <a:pt x="69" y="4832"/>
                  </a:lnTo>
                  <a:lnTo>
                    <a:pt x="108" y="4976"/>
                  </a:lnTo>
                  <a:lnTo>
                    <a:pt x="179" y="5157"/>
                  </a:lnTo>
                  <a:lnTo>
                    <a:pt x="281" y="5372"/>
                  </a:lnTo>
                  <a:lnTo>
                    <a:pt x="409" y="5616"/>
                  </a:lnTo>
                  <a:lnTo>
                    <a:pt x="563" y="5890"/>
                  </a:lnTo>
                  <a:lnTo>
                    <a:pt x="741" y="6189"/>
                  </a:lnTo>
                  <a:lnTo>
                    <a:pt x="939" y="6511"/>
                  </a:lnTo>
                  <a:lnTo>
                    <a:pt x="1157" y="6854"/>
                  </a:lnTo>
                  <a:lnTo>
                    <a:pt x="1391" y="7214"/>
                  </a:lnTo>
                  <a:lnTo>
                    <a:pt x="1639" y="7590"/>
                  </a:lnTo>
                  <a:lnTo>
                    <a:pt x="1900" y="7976"/>
                  </a:lnTo>
                  <a:lnTo>
                    <a:pt x="2171" y="8373"/>
                  </a:lnTo>
                  <a:lnTo>
                    <a:pt x="2450" y="8776"/>
                  </a:lnTo>
                  <a:lnTo>
                    <a:pt x="2735" y="9184"/>
                  </a:lnTo>
                  <a:lnTo>
                    <a:pt x="3023" y="9593"/>
                  </a:lnTo>
                  <a:lnTo>
                    <a:pt x="3313" y="10002"/>
                  </a:lnTo>
                  <a:lnTo>
                    <a:pt x="3603" y="10405"/>
                  </a:lnTo>
                  <a:lnTo>
                    <a:pt x="3889" y="10803"/>
                  </a:lnTo>
                  <a:lnTo>
                    <a:pt x="4170" y="11190"/>
                  </a:lnTo>
                  <a:lnTo>
                    <a:pt x="4444" y="11567"/>
                  </a:lnTo>
                  <a:lnTo>
                    <a:pt x="4708" y="11928"/>
                  </a:lnTo>
                  <a:lnTo>
                    <a:pt x="4961" y="12273"/>
                  </a:lnTo>
                  <a:lnTo>
                    <a:pt x="5200" y="12597"/>
                  </a:lnTo>
                  <a:lnTo>
                    <a:pt x="5424" y="12898"/>
                  </a:lnTo>
                  <a:lnTo>
                    <a:pt x="5814" y="13422"/>
                  </a:lnTo>
                  <a:lnTo>
                    <a:pt x="6114" y="13823"/>
                  </a:lnTo>
                  <a:lnTo>
                    <a:pt x="6307" y="14080"/>
                  </a:lnTo>
                  <a:lnTo>
                    <a:pt x="6375" y="14169"/>
                  </a:lnTo>
                  <a:lnTo>
                    <a:pt x="6378" y="14176"/>
                  </a:lnTo>
                  <a:lnTo>
                    <a:pt x="6389" y="14193"/>
                  </a:lnTo>
                  <a:lnTo>
                    <a:pt x="6396" y="14206"/>
                  </a:lnTo>
                  <a:lnTo>
                    <a:pt x="6406" y="14220"/>
                  </a:lnTo>
                  <a:lnTo>
                    <a:pt x="6419" y="14235"/>
                  </a:lnTo>
                  <a:lnTo>
                    <a:pt x="6433" y="14251"/>
                  </a:lnTo>
                  <a:lnTo>
                    <a:pt x="6450" y="14269"/>
                  </a:lnTo>
                  <a:lnTo>
                    <a:pt x="6469" y="14286"/>
                  </a:lnTo>
                  <a:lnTo>
                    <a:pt x="6492" y="14304"/>
                  </a:lnTo>
                  <a:lnTo>
                    <a:pt x="6516" y="14322"/>
                  </a:lnTo>
                  <a:lnTo>
                    <a:pt x="6544" y="14339"/>
                  </a:lnTo>
                  <a:lnTo>
                    <a:pt x="6574" y="14357"/>
                  </a:lnTo>
                  <a:lnTo>
                    <a:pt x="6607" y="14373"/>
                  </a:lnTo>
                  <a:lnTo>
                    <a:pt x="6645" y="14387"/>
                  </a:lnTo>
                  <a:lnTo>
                    <a:pt x="6685" y="14400"/>
                  </a:lnTo>
                  <a:lnTo>
                    <a:pt x="6728" y="14410"/>
                  </a:lnTo>
                  <a:lnTo>
                    <a:pt x="6775" y="14418"/>
                  </a:lnTo>
                  <a:lnTo>
                    <a:pt x="6825" y="14424"/>
                  </a:lnTo>
                  <a:lnTo>
                    <a:pt x="6880" y="14427"/>
                  </a:lnTo>
                  <a:lnTo>
                    <a:pt x="6938" y="14426"/>
                  </a:lnTo>
                  <a:lnTo>
                    <a:pt x="7000" y="14422"/>
                  </a:lnTo>
                  <a:lnTo>
                    <a:pt x="7066" y="14414"/>
                  </a:lnTo>
                  <a:lnTo>
                    <a:pt x="7136" y="14402"/>
                  </a:lnTo>
                  <a:lnTo>
                    <a:pt x="7210" y="14385"/>
                  </a:lnTo>
                  <a:lnTo>
                    <a:pt x="7289" y="14363"/>
                  </a:lnTo>
                  <a:lnTo>
                    <a:pt x="7373" y="14336"/>
                  </a:lnTo>
                  <a:lnTo>
                    <a:pt x="7460" y="14303"/>
                  </a:lnTo>
                  <a:lnTo>
                    <a:pt x="7552" y="14265"/>
                  </a:lnTo>
                  <a:lnTo>
                    <a:pt x="7650" y="14221"/>
                  </a:lnTo>
                  <a:lnTo>
                    <a:pt x="7752" y="14169"/>
                  </a:lnTo>
                  <a:lnTo>
                    <a:pt x="8057" y="14012"/>
                  </a:lnTo>
                  <a:lnTo>
                    <a:pt x="8457" y="13805"/>
                  </a:lnTo>
                  <a:lnTo>
                    <a:pt x="8936" y="13556"/>
                  </a:lnTo>
                  <a:lnTo>
                    <a:pt x="9476" y="13274"/>
                  </a:lnTo>
                  <a:lnTo>
                    <a:pt x="10065" y="12967"/>
                  </a:lnTo>
                  <a:lnTo>
                    <a:pt x="10685" y="12644"/>
                  </a:lnTo>
                  <a:lnTo>
                    <a:pt x="11320" y="12313"/>
                  </a:lnTo>
                  <a:lnTo>
                    <a:pt x="11956" y="11982"/>
                  </a:lnTo>
                  <a:lnTo>
                    <a:pt x="12575" y="11658"/>
                  </a:lnTo>
                  <a:lnTo>
                    <a:pt x="13162" y="11351"/>
                  </a:lnTo>
                  <a:lnTo>
                    <a:pt x="13704" y="11069"/>
                  </a:lnTo>
                  <a:lnTo>
                    <a:pt x="14181" y="10819"/>
                  </a:lnTo>
                  <a:lnTo>
                    <a:pt x="14580" y="10611"/>
                  </a:lnTo>
                  <a:lnTo>
                    <a:pt x="14884" y="10452"/>
                  </a:lnTo>
                  <a:lnTo>
                    <a:pt x="15079" y="10350"/>
                  </a:lnTo>
                  <a:lnTo>
                    <a:pt x="15146" y="10314"/>
                  </a:lnTo>
                  <a:lnTo>
                    <a:pt x="15155" y="10309"/>
                  </a:lnTo>
                  <a:lnTo>
                    <a:pt x="15179" y="10291"/>
                  </a:lnTo>
                  <a:lnTo>
                    <a:pt x="15197" y="10279"/>
                  </a:lnTo>
                  <a:lnTo>
                    <a:pt x="15216" y="10264"/>
                  </a:lnTo>
                  <a:lnTo>
                    <a:pt x="15238" y="10247"/>
                  </a:lnTo>
                  <a:lnTo>
                    <a:pt x="15261" y="10226"/>
                  </a:lnTo>
                  <a:lnTo>
                    <a:pt x="15286" y="10203"/>
                  </a:lnTo>
                  <a:lnTo>
                    <a:pt x="15313" y="10178"/>
                  </a:lnTo>
                  <a:lnTo>
                    <a:pt x="15339" y="10149"/>
                  </a:lnTo>
                  <a:lnTo>
                    <a:pt x="15366" y="10117"/>
                  </a:lnTo>
                  <a:lnTo>
                    <a:pt x="15392" y="10084"/>
                  </a:lnTo>
                  <a:lnTo>
                    <a:pt x="15418" y="10047"/>
                  </a:lnTo>
                  <a:lnTo>
                    <a:pt x="15443" y="10008"/>
                  </a:lnTo>
                  <a:lnTo>
                    <a:pt x="15466" y="9966"/>
                  </a:lnTo>
                  <a:lnTo>
                    <a:pt x="15487" y="9921"/>
                  </a:lnTo>
                  <a:lnTo>
                    <a:pt x="15506" y="9874"/>
                  </a:lnTo>
                  <a:lnTo>
                    <a:pt x="15522" y="9824"/>
                  </a:lnTo>
                  <a:lnTo>
                    <a:pt x="15536" y="9771"/>
                  </a:lnTo>
                  <a:lnTo>
                    <a:pt x="15545" y="9717"/>
                  </a:lnTo>
                  <a:lnTo>
                    <a:pt x="15551" y="9658"/>
                  </a:lnTo>
                  <a:lnTo>
                    <a:pt x="15552" y="9598"/>
                  </a:lnTo>
                  <a:lnTo>
                    <a:pt x="15549" y="9534"/>
                  </a:lnTo>
                  <a:lnTo>
                    <a:pt x="15540" y="9469"/>
                  </a:lnTo>
                  <a:lnTo>
                    <a:pt x="15526" y="9401"/>
                  </a:lnTo>
                  <a:lnTo>
                    <a:pt x="15507" y="9329"/>
                  </a:lnTo>
                  <a:lnTo>
                    <a:pt x="15480" y="9256"/>
                  </a:lnTo>
                  <a:lnTo>
                    <a:pt x="15447" y="9179"/>
                  </a:lnTo>
                  <a:lnTo>
                    <a:pt x="15406" y="9101"/>
                  </a:lnTo>
                  <a:lnTo>
                    <a:pt x="15358" y="9019"/>
                  </a:lnTo>
                  <a:lnTo>
                    <a:pt x="15301" y="8934"/>
                  </a:lnTo>
                  <a:lnTo>
                    <a:pt x="15147" y="9760"/>
                  </a:lnTo>
                  <a:lnTo>
                    <a:pt x="6730" y="14059"/>
                  </a:lnTo>
                  <a:close/>
                </a:path>
              </a:pathLst>
            </a:custGeom>
            <a:solidFill>
              <a:schemeClr val="accent5"/>
            </a:solidFill>
            <a:ln>
              <a:noFill/>
            </a:ln>
            <a:effectLst>
              <a:outerShdw blurRad="381000" dist="444500" dir="8100000" sx="90000" sy="90000" algn="tr" rotWithShape="0">
                <a:schemeClr val="accent6">
                  <a:alpha val="9803"/>
                </a:schemeClr>
              </a:outerShdw>
            </a:effectLst>
          </p:spPr>
          <p:txBody>
            <a:bodyPr spcFirstLastPara="1" wrap="square" lIns="67500" tIns="35100" rIns="67500" bIns="35100" anchor="ctr" anchorCtr="0">
              <a:noAutofit/>
            </a:bodyPr>
            <a:lstStyle/>
            <a:p>
              <a:pPr marL="0" marR="0" lvl="0" indent="0" algn="l" rtl="0">
                <a:spcBef>
                  <a:spcPts val="0"/>
                </a:spcBef>
                <a:spcAft>
                  <a:spcPts val="0"/>
                </a:spcAft>
                <a:buNone/>
              </a:pPr>
              <a:endParaRPr sz="900" b="1">
                <a:solidFill>
                  <a:schemeClr val="lt1"/>
                </a:solidFill>
                <a:latin typeface="Montserrat"/>
                <a:ea typeface="Montserrat"/>
                <a:cs typeface="Montserrat"/>
                <a:sym typeface="Montserrat"/>
              </a:endParaRPr>
            </a:p>
          </p:txBody>
        </p:sp>
      </p:grpSp>
      <p:grpSp>
        <p:nvGrpSpPr>
          <p:cNvPr id="412" name="Google Shape;412;p48"/>
          <p:cNvGrpSpPr/>
          <p:nvPr/>
        </p:nvGrpSpPr>
        <p:grpSpPr>
          <a:xfrm>
            <a:off x="4882310" y="2300729"/>
            <a:ext cx="522879" cy="522879"/>
            <a:chOff x="4712563" y="2436304"/>
            <a:chExt cx="697172" cy="697172"/>
          </a:xfrm>
        </p:grpSpPr>
        <p:sp>
          <p:nvSpPr>
            <p:cNvPr id="413" name="Google Shape;413;p48"/>
            <p:cNvSpPr/>
            <p:nvPr/>
          </p:nvSpPr>
          <p:spPr>
            <a:xfrm>
              <a:off x="4712563" y="2436304"/>
              <a:ext cx="697172" cy="697172"/>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solidFill>
                  <a:schemeClr val="lt1"/>
                </a:solidFill>
                <a:latin typeface="Quicksand"/>
                <a:ea typeface="Quicksand"/>
                <a:cs typeface="Quicksand"/>
                <a:sym typeface="Quicksand"/>
              </a:endParaRPr>
            </a:p>
          </p:txBody>
        </p:sp>
        <p:sp>
          <p:nvSpPr>
            <p:cNvPr id="414" name="Google Shape;414;p48"/>
            <p:cNvSpPr/>
            <p:nvPr/>
          </p:nvSpPr>
          <p:spPr>
            <a:xfrm>
              <a:off x="4880582" y="2588667"/>
              <a:ext cx="367918" cy="392446"/>
            </a:xfrm>
            <a:custGeom>
              <a:avLst/>
              <a:gdLst/>
              <a:ahLst/>
              <a:cxnLst/>
              <a:rect l="l" t="t" r="r" b="b"/>
              <a:pathLst>
                <a:path w="15120" h="16128" extrusionOk="0">
                  <a:moveTo>
                    <a:pt x="6523" y="12459"/>
                  </a:moveTo>
                  <a:lnTo>
                    <a:pt x="2452" y="4974"/>
                  </a:lnTo>
                  <a:lnTo>
                    <a:pt x="7109" y="2656"/>
                  </a:lnTo>
                  <a:lnTo>
                    <a:pt x="11946" y="9551"/>
                  </a:lnTo>
                  <a:lnTo>
                    <a:pt x="6523" y="12459"/>
                  </a:lnTo>
                  <a:close/>
                  <a:moveTo>
                    <a:pt x="2936" y="5126"/>
                  </a:moveTo>
                  <a:lnTo>
                    <a:pt x="6610" y="11864"/>
                  </a:lnTo>
                  <a:lnTo>
                    <a:pt x="11377" y="9319"/>
                  </a:lnTo>
                  <a:lnTo>
                    <a:pt x="7017" y="3095"/>
                  </a:lnTo>
                  <a:lnTo>
                    <a:pt x="2936" y="5126"/>
                  </a:lnTo>
                  <a:close/>
                  <a:moveTo>
                    <a:pt x="6552" y="0"/>
                  </a:moveTo>
                  <a:lnTo>
                    <a:pt x="4532" y="1018"/>
                  </a:lnTo>
                  <a:lnTo>
                    <a:pt x="4559" y="1078"/>
                  </a:lnTo>
                  <a:lnTo>
                    <a:pt x="4583" y="1137"/>
                  </a:lnTo>
                  <a:lnTo>
                    <a:pt x="4603" y="1198"/>
                  </a:lnTo>
                  <a:lnTo>
                    <a:pt x="4619" y="1259"/>
                  </a:lnTo>
                  <a:lnTo>
                    <a:pt x="4632" y="1320"/>
                  </a:lnTo>
                  <a:lnTo>
                    <a:pt x="4642" y="1383"/>
                  </a:lnTo>
                  <a:lnTo>
                    <a:pt x="4648" y="1444"/>
                  </a:lnTo>
                  <a:lnTo>
                    <a:pt x="4651" y="1507"/>
                  </a:lnTo>
                  <a:lnTo>
                    <a:pt x="4651" y="1569"/>
                  </a:lnTo>
                  <a:lnTo>
                    <a:pt x="4648" y="1632"/>
                  </a:lnTo>
                  <a:lnTo>
                    <a:pt x="4641" y="1694"/>
                  </a:lnTo>
                  <a:lnTo>
                    <a:pt x="4632" y="1756"/>
                  </a:lnTo>
                  <a:lnTo>
                    <a:pt x="4620" y="1817"/>
                  </a:lnTo>
                  <a:lnTo>
                    <a:pt x="4604" y="1879"/>
                  </a:lnTo>
                  <a:lnTo>
                    <a:pt x="4585" y="1939"/>
                  </a:lnTo>
                  <a:lnTo>
                    <a:pt x="4564" y="1999"/>
                  </a:lnTo>
                  <a:lnTo>
                    <a:pt x="4539" y="2058"/>
                  </a:lnTo>
                  <a:lnTo>
                    <a:pt x="4512" y="2116"/>
                  </a:lnTo>
                  <a:lnTo>
                    <a:pt x="4482" y="2173"/>
                  </a:lnTo>
                  <a:lnTo>
                    <a:pt x="4449" y="2230"/>
                  </a:lnTo>
                  <a:lnTo>
                    <a:pt x="4413" y="2284"/>
                  </a:lnTo>
                  <a:lnTo>
                    <a:pt x="4375" y="2338"/>
                  </a:lnTo>
                  <a:lnTo>
                    <a:pt x="4334" y="2389"/>
                  </a:lnTo>
                  <a:lnTo>
                    <a:pt x="4290" y="2439"/>
                  </a:lnTo>
                  <a:lnTo>
                    <a:pt x="4244" y="2488"/>
                  </a:lnTo>
                  <a:lnTo>
                    <a:pt x="4195" y="2535"/>
                  </a:lnTo>
                  <a:lnTo>
                    <a:pt x="4144" y="2579"/>
                  </a:lnTo>
                  <a:lnTo>
                    <a:pt x="4090" y="2623"/>
                  </a:lnTo>
                  <a:lnTo>
                    <a:pt x="4034" y="2663"/>
                  </a:lnTo>
                  <a:lnTo>
                    <a:pt x="3976" y="2702"/>
                  </a:lnTo>
                  <a:lnTo>
                    <a:pt x="3914" y="2739"/>
                  </a:lnTo>
                  <a:lnTo>
                    <a:pt x="3852" y="2772"/>
                  </a:lnTo>
                  <a:lnTo>
                    <a:pt x="3786" y="2803"/>
                  </a:lnTo>
                  <a:lnTo>
                    <a:pt x="3721" y="2830"/>
                  </a:lnTo>
                  <a:lnTo>
                    <a:pt x="3655" y="2856"/>
                  </a:lnTo>
                  <a:lnTo>
                    <a:pt x="3589" y="2876"/>
                  </a:lnTo>
                  <a:lnTo>
                    <a:pt x="3522" y="2894"/>
                  </a:lnTo>
                  <a:lnTo>
                    <a:pt x="3456" y="2909"/>
                  </a:lnTo>
                  <a:lnTo>
                    <a:pt x="3389" y="2920"/>
                  </a:lnTo>
                  <a:lnTo>
                    <a:pt x="3322" y="2929"/>
                  </a:lnTo>
                  <a:lnTo>
                    <a:pt x="3255" y="2934"/>
                  </a:lnTo>
                  <a:lnTo>
                    <a:pt x="3190" y="2936"/>
                  </a:lnTo>
                  <a:lnTo>
                    <a:pt x="3123" y="2936"/>
                  </a:lnTo>
                  <a:lnTo>
                    <a:pt x="3058" y="2932"/>
                  </a:lnTo>
                  <a:lnTo>
                    <a:pt x="2993" y="2925"/>
                  </a:lnTo>
                  <a:lnTo>
                    <a:pt x="2929" y="2916"/>
                  </a:lnTo>
                  <a:lnTo>
                    <a:pt x="2866" y="2903"/>
                  </a:lnTo>
                  <a:lnTo>
                    <a:pt x="2804" y="2888"/>
                  </a:lnTo>
                  <a:lnTo>
                    <a:pt x="2743" y="2870"/>
                  </a:lnTo>
                  <a:lnTo>
                    <a:pt x="2682" y="2849"/>
                  </a:lnTo>
                  <a:lnTo>
                    <a:pt x="2624" y="2825"/>
                  </a:lnTo>
                  <a:lnTo>
                    <a:pt x="2568" y="2799"/>
                  </a:lnTo>
                  <a:lnTo>
                    <a:pt x="2512" y="2770"/>
                  </a:lnTo>
                  <a:lnTo>
                    <a:pt x="2458" y="2738"/>
                  </a:lnTo>
                  <a:lnTo>
                    <a:pt x="2405" y="2703"/>
                  </a:lnTo>
                  <a:lnTo>
                    <a:pt x="2355" y="2666"/>
                  </a:lnTo>
                  <a:lnTo>
                    <a:pt x="2306" y="2626"/>
                  </a:lnTo>
                  <a:lnTo>
                    <a:pt x="2260" y="2585"/>
                  </a:lnTo>
                  <a:lnTo>
                    <a:pt x="2217" y="2539"/>
                  </a:lnTo>
                  <a:lnTo>
                    <a:pt x="2174" y="2492"/>
                  </a:lnTo>
                  <a:lnTo>
                    <a:pt x="2135" y="2442"/>
                  </a:lnTo>
                  <a:lnTo>
                    <a:pt x="2099" y="2390"/>
                  </a:lnTo>
                  <a:lnTo>
                    <a:pt x="2065" y="2336"/>
                  </a:lnTo>
                  <a:lnTo>
                    <a:pt x="2033" y="2278"/>
                  </a:lnTo>
                  <a:lnTo>
                    <a:pt x="0" y="3306"/>
                  </a:lnTo>
                  <a:lnTo>
                    <a:pt x="6413" y="16128"/>
                  </a:lnTo>
                  <a:lnTo>
                    <a:pt x="9442" y="14500"/>
                  </a:lnTo>
                  <a:lnTo>
                    <a:pt x="9437" y="14495"/>
                  </a:lnTo>
                  <a:lnTo>
                    <a:pt x="9401" y="14426"/>
                  </a:lnTo>
                  <a:lnTo>
                    <a:pt x="9370" y="14357"/>
                  </a:lnTo>
                  <a:lnTo>
                    <a:pt x="9343" y="14285"/>
                  </a:lnTo>
                  <a:lnTo>
                    <a:pt x="9321" y="14214"/>
                  </a:lnTo>
                  <a:lnTo>
                    <a:pt x="9301" y="14141"/>
                  </a:lnTo>
                  <a:lnTo>
                    <a:pt x="9286" y="14069"/>
                  </a:lnTo>
                  <a:lnTo>
                    <a:pt x="9276" y="13995"/>
                  </a:lnTo>
                  <a:lnTo>
                    <a:pt x="9269" y="13920"/>
                  </a:lnTo>
                  <a:lnTo>
                    <a:pt x="9266" y="13846"/>
                  </a:lnTo>
                  <a:lnTo>
                    <a:pt x="9267" y="13772"/>
                  </a:lnTo>
                  <a:lnTo>
                    <a:pt x="9272" y="13698"/>
                  </a:lnTo>
                  <a:lnTo>
                    <a:pt x="9280" y="13623"/>
                  </a:lnTo>
                  <a:lnTo>
                    <a:pt x="9292" y="13550"/>
                  </a:lnTo>
                  <a:lnTo>
                    <a:pt x="9308" y="13476"/>
                  </a:lnTo>
                  <a:lnTo>
                    <a:pt x="9328" y="13403"/>
                  </a:lnTo>
                  <a:lnTo>
                    <a:pt x="9351" y="13331"/>
                  </a:lnTo>
                  <a:lnTo>
                    <a:pt x="9378" y="13259"/>
                  </a:lnTo>
                  <a:lnTo>
                    <a:pt x="9408" y="13189"/>
                  </a:lnTo>
                  <a:lnTo>
                    <a:pt x="9442" y="13120"/>
                  </a:lnTo>
                  <a:lnTo>
                    <a:pt x="9478" y="13052"/>
                  </a:lnTo>
                  <a:lnTo>
                    <a:pt x="9518" y="12985"/>
                  </a:lnTo>
                  <a:lnTo>
                    <a:pt x="9562" y="12920"/>
                  </a:lnTo>
                  <a:lnTo>
                    <a:pt x="9609" y="12856"/>
                  </a:lnTo>
                  <a:lnTo>
                    <a:pt x="9658" y="12795"/>
                  </a:lnTo>
                  <a:lnTo>
                    <a:pt x="9712" y="12734"/>
                  </a:lnTo>
                  <a:lnTo>
                    <a:pt x="9768" y="12677"/>
                  </a:lnTo>
                  <a:lnTo>
                    <a:pt x="9828" y="12620"/>
                  </a:lnTo>
                  <a:lnTo>
                    <a:pt x="9889" y="12567"/>
                  </a:lnTo>
                  <a:lnTo>
                    <a:pt x="9955" y="12516"/>
                  </a:lnTo>
                  <a:lnTo>
                    <a:pt x="10023" y="12467"/>
                  </a:lnTo>
                  <a:lnTo>
                    <a:pt x="10094" y="12422"/>
                  </a:lnTo>
                  <a:lnTo>
                    <a:pt x="10168" y="12378"/>
                  </a:lnTo>
                  <a:lnTo>
                    <a:pt x="10244" y="12339"/>
                  </a:lnTo>
                  <a:lnTo>
                    <a:pt x="10321" y="12304"/>
                  </a:lnTo>
                  <a:lnTo>
                    <a:pt x="10397" y="12272"/>
                  </a:lnTo>
                  <a:lnTo>
                    <a:pt x="10476" y="12245"/>
                  </a:lnTo>
                  <a:lnTo>
                    <a:pt x="10554" y="12221"/>
                  </a:lnTo>
                  <a:lnTo>
                    <a:pt x="10633" y="12201"/>
                  </a:lnTo>
                  <a:lnTo>
                    <a:pt x="10712" y="12185"/>
                  </a:lnTo>
                  <a:lnTo>
                    <a:pt x="10790" y="12173"/>
                  </a:lnTo>
                  <a:lnTo>
                    <a:pt x="10870" y="12164"/>
                  </a:lnTo>
                  <a:lnTo>
                    <a:pt x="10949" y="12158"/>
                  </a:lnTo>
                  <a:lnTo>
                    <a:pt x="11026" y="12156"/>
                  </a:lnTo>
                  <a:lnTo>
                    <a:pt x="11104" y="12158"/>
                  </a:lnTo>
                  <a:lnTo>
                    <a:pt x="11181" y="12165"/>
                  </a:lnTo>
                  <a:lnTo>
                    <a:pt x="11258" y="12173"/>
                  </a:lnTo>
                  <a:lnTo>
                    <a:pt x="11334" y="12186"/>
                  </a:lnTo>
                  <a:lnTo>
                    <a:pt x="11408" y="12202"/>
                  </a:lnTo>
                  <a:lnTo>
                    <a:pt x="11481" y="12221"/>
                  </a:lnTo>
                  <a:lnTo>
                    <a:pt x="11553" y="12243"/>
                  </a:lnTo>
                  <a:lnTo>
                    <a:pt x="11623" y="12269"/>
                  </a:lnTo>
                  <a:lnTo>
                    <a:pt x="11693" y="12299"/>
                  </a:lnTo>
                  <a:lnTo>
                    <a:pt x="11759" y="12332"/>
                  </a:lnTo>
                  <a:lnTo>
                    <a:pt x="11825" y="12367"/>
                  </a:lnTo>
                  <a:lnTo>
                    <a:pt x="11888" y="12406"/>
                  </a:lnTo>
                  <a:lnTo>
                    <a:pt x="11950" y="12449"/>
                  </a:lnTo>
                  <a:lnTo>
                    <a:pt x="12008" y="12494"/>
                  </a:lnTo>
                  <a:lnTo>
                    <a:pt x="12065" y="12543"/>
                  </a:lnTo>
                  <a:lnTo>
                    <a:pt x="12118" y="12594"/>
                  </a:lnTo>
                  <a:lnTo>
                    <a:pt x="12169" y="12649"/>
                  </a:lnTo>
                  <a:lnTo>
                    <a:pt x="12218" y="12707"/>
                  </a:lnTo>
                  <a:lnTo>
                    <a:pt x="12263" y="12767"/>
                  </a:lnTo>
                  <a:lnTo>
                    <a:pt x="12305" y="12831"/>
                  </a:lnTo>
                  <a:lnTo>
                    <a:pt x="12345" y="12897"/>
                  </a:lnTo>
                  <a:lnTo>
                    <a:pt x="12359" y="12933"/>
                  </a:lnTo>
                  <a:lnTo>
                    <a:pt x="15120" y="11446"/>
                  </a:lnTo>
                  <a:lnTo>
                    <a:pt x="6552" y="0"/>
                  </a:lnTo>
                  <a:close/>
                </a:path>
              </a:pathLst>
            </a:custGeom>
            <a:solidFill>
              <a:schemeClr val="accent2"/>
            </a:solidFill>
            <a:ln>
              <a:noFill/>
            </a:ln>
            <a:effectLst>
              <a:outerShdw blurRad="381000" dist="444500" dir="8100000" sx="90000" sy="90000" algn="tr" rotWithShape="0">
                <a:schemeClr val="accent1">
                  <a:alpha val="9803"/>
                </a:schemeClr>
              </a:outerShdw>
            </a:effectLst>
          </p:spPr>
          <p:txBody>
            <a:bodyPr spcFirstLastPara="1" wrap="square" lIns="67500" tIns="35100" rIns="67500" bIns="35100" anchor="ctr" anchorCtr="0">
              <a:noAutofit/>
            </a:bodyPr>
            <a:lstStyle/>
            <a:p>
              <a:pPr marL="0" marR="0" lvl="0" indent="0" algn="l" rtl="0">
                <a:spcBef>
                  <a:spcPts val="0"/>
                </a:spcBef>
                <a:spcAft>
                  <a:spcPts val="0"/>
                </a:spcAft>
                <a:buNone/>
              </a:pPr>
              <a:endParaRPr sz="900" b="1">
                <a:solidFill>
                  <a:schemeClr val="lt1"/>
                </a:solidFill>
                <a:latin typeface="Montserrat"/>
                <a:ea typeface="Montserrat"/>
                <a:cs typeface="Montserrat"/>
                <a:sym typeface="Montserrat"/>
              </a:endParaRPr>
            </a:p>
          </p:txBody>
        </p:sp>
      </p:grpSp>
      <p:grpSp>
        <p:nvGrpSpPr>
          <p:cNvPr id="415" name="Google Shape;415;p48"/>
          <p:cNvGrpSpPr/>
          <p:nvPr/>
        </p:nvGrpSpPr>
        <p:grpSpPr>
          <a:xfrm>
            <a:off x="1863603" y="2318776"/>
            <a:ext cx="522879" cy="522879"/>
            <a:chOff x="4227651" y="3799082"/>
            <a:chExt cx="697172" cy="697172"/>
          </a:xfrm>
        </p:grpSpPr>
        <p:sp>
          <p:nvSpPr>
            <p:cNvPr id="416" name="Google Shape;416;p48"/>
            <p:cNvSpPr/>
            <p:nvPr/>
          </p:nvSpPr>
          <p:spPr>
            <a:xfrm>
              <a:off x="4227651" y="3799082"/>
              <a:ext cx="697172" cy="697172"/>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solidFill>
                  <a:schemeClr val="lt1"/>
                </a:solidFill>
                <a:latin typeface="Quicksand"/>
                <a:ea typeface="Quicksand"/>
                <a:cs typeface="Quicksand"/>
                <a:sym typeface="Quicksand"/>
              </a:endParaRPr>
            </a:p>
          </p:txBody>
        </p:sp>
        <p:sp>
          <p:nvSpPr>
            <p:cNvPr id="417" name="Google Shape;417;p48"/>
            <p:cNvSpPr/>
            <p:nvPr/>
          </p:nvSpPr>
          <p:spPr>
            <a:xfrm>
              <a:off x="4405006" y="3950806"/>
              <a:ext cx="338652" cy="356769"/>
            </a:xfrm>
            <a:custGeom>
              <a:avLst/>
              <a:gdLst/>
              <a:ahLst/>
              <a:cxnLst/>
              <a:rect l="l" t="t" r="r" b="b"/>
              <a:pathLst>
                <a:path w="15309" h="16128" extrusionOk="0">
                  <a:moveTo>
                    <a:pt x="8905" y="8588"/>
                  </a:moveTo>
                  <a:lnTo>
                    <a:pt x="8893" y="8686"/>
                  </a:lnTo>
                  <a:lnTo>
                    <a:pt x="8878" y="8782"/>
                  </a:lnTo>
                  <a:lnTo>
                    <a:pt x="8859" y="8875"/>
                  </a:lnTo>
                  <a:lnTo>
                    <a:pt x="8839" y="8968"/>
                  </a:lnTo>
                  <a:lnTo>
                    <a:pt x="8816" y="9059"/>
                  </a:lnTo>
                  <a:lnTo>
                    <a:pt x="8790" y="9147"/>
                  </a:lnTo>
                  <a:lnTo>
                    <a:pt x="8762" y="9233"/>
                  </a:lnTo>
                  <a:lnTo>
                    <a:pt x="8730" y="9317"/>
                  </a:lnTo>
                  <a:lnTo>
                    <a:pt x="8698" y="9399"/>
                  </a:lnTo>
                  <a:lnTo>
                    <a:pt x="8663" y="9477"/>
                  </a:lnTo>
                  <a:lnTo>
                    <a:pt x="8626" y="9554"/>
                  </a:lnTo>
                  <a:lnTo>
                    <a:pt x="8586" y="9627"/>
                  </a:lnTo>
                  <a:lnTo>
                    <a:pt x="8545" y="9698"/>
                  </a:lnTo>
                  <a:lnTo>
                    <a:pt x="8502" y="9766"/>
                  </a:lnTo>
                  <a:lnTo>
                    <a:pt x="8457" y="9831"/>
                  </a:lnTo>
                  <a:lnTo>
                    <a:pt x="8411" y="9893"/>
                  </a:lnTo>
                  <a:lnTo>
                    <a:pt x="8362" y="9951"/>
                  </a:lnTo>
                  <a:lnTo>
                    <a:pt x="8313" y="10005"/>
                  </a:lnTo>
                  <a:lnTo>
                    <a:pt x="8262" y="10057"/>
                  </a:lnTo>
                  <a:lnTo>
                    <a:pt x="8209" y="10105"/>
                  </a:lnTo>
                  <a:lnTo>
                    <a:pt x="8156" y="10150"/>
                  </a:lnTo>
                  <a:lnTo>
                    <a:pt x="8101" y="10189"/>
                  </a:lnTo>
                  <a:lnTo>
                    <a:pt x="8045" y="10225"/>
                  </a:lnTo>
                  <a:lnTo>
                    <a:pt x="7988" y="10258"/>
                  </a:lnTo>
                  <a:lnTo>
                    <a:pt x="7931" y="10286"/>
                  </a:lnTo>
                  <a:lnTo>
                    <a:pt x="7872" y="10310"/>
                  </a:lnTo>
                  <a:lnTo>
                    <a:pt x="7813" y="10330"/>
                  </a:lnTo>
                  <a:lnTo>
                    <a:pt x="7753" y="10344"/>
                  </a:lnTo>
                  <a:lnTo>
                    <a:pt x="7693" y="10355"/>
                  </a:lnTo>
                  <a:lnTo>
                    <a:pt x="7632" y="10360"/>
                  </a:lnTo>
                  <a:lnTo>
                    <a:pt x="7571" y="10361"/>
                  </a:lnTo>
                  <a:lnTo>
                    <a:pt x="7509" y="10357"/>
                  </a:lnTo>
                  <a:lnTo>
                    <a:pt x="7449" y="10348"/>
                  </a:lnTo>
                  <a:lnTo>
                    <a:pt x="7388" y="10334"/>
                  </a:lnTo>
                  <a:lnTo>
                    <a:pt x="7331" y="10316"/>
                  </a:lnTo>
                  <a:lnTo>
                    <a:pt x="7273" y="10293"/>
                  </a:lnTo>
                  <a:lnTo>
                    <a:pt x="7218" y="10265"/>
                  </a:lnTo>
                  <a:lnTo>
                    <a:pt x="7164" y="10234"/>
                  </a:lnTo>
                  <a:lnTo>
                    <a:pt x="7113" y="10198"/>
                  </a:lnTo>
                  <a:lnTo>
                    <a:pt x="7063" y="10159"/>
                  </a:lnTo>
                  <a:lnTo>
                    <a:pt x="7014" y="10114"/>
                  </a:lnTo>
                  <a:lnTo>
                    <a:pt x="6967" y="10067"/>
                  </a:lnTo>
                  <a:lnTo>
                    <a:pt x="6922" y="10016"/>
                  </a:lnTo>
                  <a:lnTo>
                    <a:pt x="6879" y="9961"/>
                  </a:lnTo>
                  <a:lnTo>
                    <a:pt x="6839" y="9904"/>
                  </a:lnTo>
                  <a:lnTo>
                    <a:pt x="6799" y="9842"/>
                  </a:lnTo>
                  <a:lnTo>
                    <a:pt x="6763" y="9778"/>
                  </a:lnTo>
                  <a:lnTo>
                    <a:pt x="6729" y="9711"/>
                  </a:lnTo>
                  <a:lnTo>
                    <a:pt x="6697" y="9641"/>
                  </a:lnTo>
                  <a:lnTo>
                    <a:pt x="6666" y="9568"/>
                  </a:lnTo>
                  <a:lnTo>
                    <a:pt x="6639" y="9492"/>
                  </a:lnTo>
                  <a:lnTo>
                    <a:pt x="6614" y="9415"/>
                  </a:lnTo>
                  <a:lnTo>
                    <a:pt x="6592" y="9334"/>
                  </a:lnTo>
                  <a:lnTo>
                    <a:pt x="6572" y="9251"/>
                  </a:lnTo>
                  <a:lnTo>
                    <a:pt x="6554" y="9167"/>
                  </a:lnTo>
                  <a:lnTo>
                    <a:pt x="6539" y="9080"/>
                  </a:lnTo>
                  <a:lnTo>
                    <a:pt x="6527" y="8991"/>
                  </a:lnTo>
                  <a:lnTo>
                    <a:pt x="6519" y="8902"/>
                  </a:lnTo>
                  <a:lnTo>
                    <a:pt x="6512" y="8810"/>
                  </a:lnTo>
                  <a:lnTo>
                    <a:pt x="6509" y="8716"/>
                  </a:lnTo>
                  <a:lnTo>
                    <a:pt x="6509" y="8621"/>
                  </a:lnTo>
                  <a:lnTo>
                    <a:pt x="6512" y="8526"/>
                  </a:lnTo>
                  <a:lnTo>
                    <a:pt x="6518" y="8429"/>
                  </a:lnTo>
                  <a:lnTo>
                    <a:pt x="6527" y="8331"/>
                  </a:lnTo>
                  <a:lnTo>
                    <a:pt x="6539" y="8233"/>
                  </a:lnTo>
                  <a:lnTo>
                    <a:pt x="6554" y="8138"/>
                  </a:lnTo>
                  <a:lnTo>
                    <a:pt x="6573" y="8044"/>
                  </a:lnTo>
                  <a:lnTo>
                    <a:pt x="6593" y="7951"/>
                  </a:lnTo>
                  <a:lnTo>
                    <a:pt x="6616" y="7860"/>
                  </a:lnTo>
                  <a:lnTo>
                    <a:pt x="6642" y="7773"/>
                  </a:lnTo>
                  <a:lnTo>
                    <a:pt x="6670" y="7686"/>
                  </a:lnTo>
                  <a:lnTo>
                    <a:pt x="6702" y="7602"/>
                  </a:lnTo>
                  <a:lnTo>
                    <a:pt x="6734" y="7521"/>
                  </a:lnTo>
                  <a:lnTo>
                    <a:pt x="6769" y="7442"/>
                  </a:lnTo>
                  <a:lnTo>
                    <a:pt x="6806" y="7365"/>
                  </a:lnTo>
                  <a:lnTo>
                    <a:pt x="6846" y="7292"/>
                  </a:lnTo>
                  <a:lnTo>
                    <a:pt x="6887" y="7221"/>
                  </a:lnTo>
                  <a:lnTo>
                    <a:pt x="6930" y="7154"/>
                  </a:lnTo>
                  <a:lnTo>
                    <a:pt x="6976" y="7089"/>
                  </a:lnTo>
                  <a:lnTo>
                    <a:pt x="7022" y="7028"/>
                  </a:lnTo>
                  <a:lnTo>
                    <a:pt x="7071" y="6969"/>
                  </a:lnTo>
                  <a:lnTo>
                    <a:pt x="7120" y="6915"/>
                  </a:lnTo>
                  <a:lnTo>
                    <a:pt x="7170" y="6863"/>
                  </a:lnTo>
                  <a:lnTo>
                    <a:pt x="7223" y="6815"/>
                  </a:lnTo>
                  <a:lnTo>
                    <a:pt x="7277" y="6772"/>
                  </a:lnTo>
                  <a:lnTo>
                    <a:pt x="7332" y="6731"/>
                  </a:lnTo>
                  <a:lnTo>
                    <a:pt x="7387" y="6695"/>
                  </a:lnTo>
                  <a:lnTo>
                    <a:pt x="7445" y="6664"/>
                  </a:lnTo>
                  <a:lnTo>
                    <a:pt x="7502" y="6636"/>
                  </a:lnTo>
                  <a:lnTo>
                    <a:pt x="7561" y="6612"/>
                  </a:lnTo>
                  <a:lnTo>
                    <a:pt x="7620" y="6593"/>
                  </a:lnTo>
                  <a:lnTo>
                    <a:pt x="7680" y="6578"/>
                  </a:lnTo>
                  <a:lnTo>
                    <a:pt x="7740" y="6568"/>
                  </a:lnTo>
                  <a:lnTo>
                    <a:pt x="7801" y="6563"/>
                  </a:lnTo>
                  <a:lnTo>
                    <a:pt x="7862" y="6562"/>
                  </a:lnTo>
                  <a:lnTo>
                    <a:pt x="7924" y="6567"/>
                  </a:lnTo>
                  <a:lnTo>
                    <a:pt x="7984" y="6576"/>
                  </a:lnTo>
                  <a:lnTo>
                    <a:pt x="8044" y="6590"/>
                  </a:lnTo>
                  <a:lnTo>
                    <a:pt x="8102" y="6608"/>
                  </a:lnTo>
                  <a:lnTo>
                    <a:pt x="8159" y="6632"/>
                  </a:lnTo>
                  <a:lnTo>
                    <a:pt x="8214" y="6659"/>
                  </a:lnTo>
                  <a:lnTo>
                    <a:pt x="8268" y="6690"/>
                  </a:lnTo>
                  <a:lnTo>
                    <a:pt x="8320" y="6726"/>
                  </a:lnTo>
                  <a:lnTo>
                    <a:pt x="8370" y="6766"/>
                  </a:lnTo>
                  <a:lnTo>
                    <a:pt x="8419" y="6810"/>
                  </a:lnTo>
                  <a:lnTo>
                    <a:pt x="8465" y="6857"/>
                  </a:lnTo>
                  <a:lnTo>
                    <a:pt x="8510" y="6908"/>
                  </a:lnTo>
                  <a:lnTo>
                    <a:pt x="8553" y="6962"/>
                  </a:lnTo>
                  <a:lnTo>
                    <a:pt x="8593" y="7021"/>
                  </a:lnTo>
                  <a:lnTo>
                    <a:pt x="8633" y="7081"/>
                  </a:lnTo>
                  <a:lnTo>
                    <a:pt x="8669" y="7146"/>
                  </a:lnTo>
                  <a:lnTo>
                    <a:pt x="8703" y="7213"/>
                  </a:lnTo>
                  <a:lnTo>
                    <a:pt x="8735" y="7283"/>
                  </a:lnTo>
                  <a:lnTo>
                    <a:pt x="8766" y="7355"/>
                  </a:lnTo>
                  <a:lnTo>
                    <a:pt x="8793" y="7431"/>
                  </a:lnTo>
                  <a:lnTo>
                    <a:pt x="8818" y="7509"/>
                  </a:lnTo>
                  <a:lnTo>
                    <a:pt x="8840" y="7589"/>
                  </a:lnTo>
                  <a:lnTo>
                    <a:pt x="8861" y="7671"/>
                  </a:lnTo>
                  <a:lnTo>
                    <a:pt x="8878" y="7756"/>
                  </a:lnTo>
                  <a:lnTo>
                    <a:pt x="8893" y="7842"/>
                  </a:lnTo>
                  <a:lnTo>
                    <a:pt x="8904" y="7931"/>
                  </a:lnTo>
                  <a:lnTo>
                    <a:pt x="8913" y="8021"/>
                  </a:lnTo>
                  <a:lnTo>
                    <a:pt x="8919" y="8111"/>
                  </a:lnTo>
                  <a:lnTo>
                    <a:pt x="8923" y="8205"/>
                  </a:lnTo>
                  <a:lnTo>
                    <a:pt x="8923" y="8299"/>
                  </a:lnTo>
                  <a:lnTo>
                    <a:pt x="8920" y="8395"/>
                  </a:lnTo>
                  <a:lnTo>
                    <a:pt x="8914" y="8490"/>
                  </a:lnTo>
                  <a:lnTo>
                    <a:pt x="8905" y="8588"/>
                  </a:lnTo>
                  <a:close/>
                  <a:moveTo>
                    <a:pt x="15309" y="12383"/>
                  </a:moveTo>
                  <a:lnTo>
                    <a:pt x="11202" y="9470"/>
                  </a:lnTo>
                  <a:lnTo>
                    <a:pt x="11149" y="9256"/>
                  </a:lnTo>
                  <a:lnTo>
                    <a:pt x="11095" y="9043"/>
                  </a:lnTo>
                  <a:lnTo>
                    <a:pt x="11040" y="8830"/>
                  </a:lnTo>
                  <a:lnTo>
                    <a:pt x="10982" y="8619"/>
                  </a:lnTo>
                  <a:lnTo>
                    <a:pt x="10924" y="8410"/>
                  </a:lnTo>
                  <a:lnTo>
                    <a:pt x="10863" y="8202"/>
                  </a:lnTo>
                  <a:lnTo>
                    <a:pt x="10833" y="8099"/>
                  </a:lnTo>
                  <a:lnTo>
                    <a:pt x="10802" y="7996"/>
                  </a:lnTo>
                  <a:lnTo>
                    <a:pt x="10770" y="7895"/>
                  </a:lnTo>
                  <a:lnTo>
                    <a:pt x="10739" y="7793"/>
                  </a:lnTo>
                  <a:lnTo>
                    <a:pt x="10707" y="7692"/>
                  </a:lnTo>
                  <a:lnTo>
                    <a:pt x="10675" y="7592"/>
                  </a:lnTo>
                  <a:lnTo>
                    <a:pt x="10641" y="7492"/>
                  </a:lnTo>
                  <a:lnTo>
                    <a:pt x="10608" y="7394"/>
                  </a:lnTo>
                  <a:lnTo>
                    <a:pt x="10575" y="7296"/>
                  </a:lnTo>
                  <a:lnTo>
                    <a:pt x="10540" y="7199"/>
                  </a:lnTo>
                  <a:lnTo>
                    <a:pt x="10506" y="7102"/>
                  </a:lnTo>
                  <a:lnTo>
                    <a:pt x="10472" y="7007"/>
                  </a:lnTo>
                  <a:lnTo>
                    <a:pt x="10437" y="6912"/>
                  </a:lnTo>
                  <a:lnTo>
                    <a:pt x="10400" y="6818"/>
                  </a:lnTo>
                  <a:lnTo>
                    <a:pt x="10365" y="6725"/>
                  </a:lnTo>
                  <a:lnTo>
                    <a:pt x="10329" y="6633"/>
                  </a:lnTo>
                  <a:lnTo>
                    <a:pt x="10291" y="6542"/>
                  </a:lnTo>
                  <a:lnTo>
                    <a:pt x="10255" y="6452"/>
                  </a:lnTo>
                  <a:lnTo>
                    <a:pt x="10217" y="6362"/>
                  </a:lnTo>
                  <a:lnTo>
                    <a:pt x="10179" y="6275"/>
                  </a:lnTo>
                  <a:lnTo>
                    <a:pt x="15220" y="2394"/>
                  </a:lnTo>
                  <a:lnTo>
                    <a:pt x="12872" y="0"/>
                  </a:lnTo>
                  <a:lnTo>
                    <a:pt x="9484" y="4985"/>
                  </a:lnTo>
                  <a:lnTo>
                    <a:pt x="9436" y="4917"/>
                  </a:lnTo>
                  <a:lnTo>
                    <a:pt x="9388" y="4852"/>
                  </a:lnTo>
                  <a:lnTo>
                    <a:pt x="9339" y="4787"/>
                  </a:lnTo>
                  <a:lnTo>
                    <a:pt x="9290" y="4724"/>
                  </a:lnTo>
                  <a:lnTo>
                    <a:pt x="9241" y="4665"/>
                  </a:lnTo>
                  <a:lnTo>
                    <a:pt x="9190" y="4607"/>
                  </a:lnTo>
                  <a:lnTo>
                    <a:pt x="9140" y="4550"/>
                  </a:lnTo>
                  <a:lnTo>
                    <a:pt x="9089" y="4495"/>
                  </a:lnTo>
                  <a:lnTo>
                    <a:pt x="9038" y="4442"/>
                  </a:lnTo>
                  <a:lnTo>
                    <a:pt x="8986" y="4393"/>
                  </a:lnTo>
                  <a:lnTo>
                    <a:pt x="8933" y="4344"/>
                  </a:lnTo>
                  <a:lnTo>
                    <a:pt x="8880" y="4298"/>
                  </a:lnTo>
                  <a:lnTo>
                    <a:pt x="8827" y="4254"/>
                  </a:lnTo>
                  <a:lnTo>
                    <a:pt x="8773" y="4212"/>
                  </a:lnTo>
                  <a:lnTo>
                    <a:pt x="8718" y="4173"/>
                  </a:lnTo>
                  <a:lnTo>
                    <a:pt x="8664" y="4136"/>
                  </a:lnTo>
                  <a:lnTo>
                    <a:pt x="8608" y="4101"/>
                  </a:lnTo>
                  <a:lnTo>
                    <a:pt x="8552" y="4067"/>
                  </a:lnTo>
                  <a:lnTo>
                    <a:pt x="8495" y="4037"/>
                  </a:lnTo>
                  <a:lnTo>
                    <a:pt x="8439" y="4010"/>
                  </a:lnTo>
                  <a:lnTo>
                    <a:pt x="8382" y="3984"/>
                  </a:lnTo>
                  <a:lnTo>
                    <a:pt x="8324" y="3961"/>
                  </a:lnTo>
                  <a:lnTo>
                    <a:pt x="8266" y="3941"/>
                  </a:lnTo>
                  <a:lnTo>
                    <a:pt x="8206" y="3923"/>
                  </a:lnTo>
                  <a:lnTo>
                    <a:pt x="8147" y="3908"/>
                  </a:lnTo>
                  <a:lnTo>
                    <a:pt x="8087" y="3895"/>
                  </a:lnTo>
                  <a:lnTo>
                    <a:pt x="8027" y="3885"/>
                  </a:lnTo>
                  <a:lnTo>
                    <a:pt x="7966" y="3878"/>
                  </a:lnTo>
                  <a:lnTo>
                    <a:pt x="7905" y="3873"/>
                  </a:lnTo>
                  <a:lnTo>
                    <a:pt x="7842" y="3871"/>
                  </a:lnTo>
                  <a:lnTo>
                    <a:pt x="7780" y="3872"/>
                  </a:lnTo>
                  <a:lnTo>
                    <a:pt x="7717" y="3876"/>
                  </a:lnTo>
                  <a:lnTo>
                    <a:pt x="7664" y="3881"/>
                  </a:lnTo>
                  <a:lnTo>
                    <a:pt x="7612" y="3888"/>
                  </a:lnTo>
                  <a:lnTo>
                    <a:pt x="7560" y="3897"/>
                  </a:lnTo>
                  <a:lnTo>
                    <a:pt x="7508" y="3907"/>
                  </a:lnTo>
                  <a:lnTo>
                    <a:pt x="7457" y="3919"/>
                  </a:lnTo>
                  <a:lnTo>
                    <a:pt x="7406" y="3933"/>
                  </a:lnTo>
                  <a:lnTo>
                    <a:pt x="7356" y="3949"/>
                  </a:lnTo>
                  <a:lnTo>
                    <a:pt x="7306" y="3966"/>
                  </a:lnTo>
                  <a:lnTo>
                    <a:pt x="7255" y="3986"/>
                  </a:lnTo>
                  <a:lnTo>
                    <a:pt x="7207" y="4007"/>
                  </a:lnTo>
                  <a:lnTo>
                    <a:pt x="7157" y="4029"/>
                  </a:lnTo>
                  <a:lnTo>
                    <a:pt x="7109" y="4053"/>
                  </a:lnTo>
                  <a:lnTo>
                    <a:pt x="7061" y="4078"/>
                  </a:lnTo>
                  <a:lnTo>
                    <a:pt x="7012" y="4106"/>
                  </a:lnTo>
                  <a:lnTo>
                    <a:pt x="6965" y="4135"/>
                  </a:lnTo>
                  <a:lnTo>
                    <a:pt x="6917" y="4165"/>
                  </a:lnTo>
                  <a:lnTo>
                    <a:pt x="6871" y="4197"/>
                  </a:lnTo>
                  <a:lnTo>
                    <a:pt x="6824" y="4231"/>
                  </a:lnTo>
                  <a:lnTo>
                    <a:pt x="6778" y="4265"/>
                  </a:lnTo>
                  <a:lnTo>
                    <a:pt x="6732" y="4301"/>
                  </a:lnTo>
                  <a:lnTo>
                    <a:pt x="6686" y="4339"/>
                  </a:lnTo>
                  <a:lnTo>
                    <a:pt x="6641" y="4378"/>
                  </a:lnTo>
                  <a:lnTo>
                    <a:pt x="6597" y="4418"/>
                  </a:lnTo>
                  <a:lnTo>
                    <a:pt x="6552" y="4460"/>
                  </a:lnTo>
                  <a:lnTo>
                    <a:pt x="6508" y="4504"/>
                  </a:lnTo>
                  <a:lnTo>
                    <a:pt x="6465" y="4548"/>
                  </a:lnTo>
                  <a:lnTo>
                    <a:pt x="6420" y="4594"/>
                  </a:lnTo>
                  <a:lnTo>
                    <a:pt x="6378" y="4642"/>
                  </a:lnTo>
                  <a:lnTo>
                    <a:pt x="6335" y="4690"/>
                  </a:lnTo>
                  <a:lnTo>
                    <a:pt x="6292" y="4741"/>
                  </a:lnTo>
                  <a:lnTo>
                    <a:pt x="6251" y="4791"/>
                  </a:lnTo>
                  <a:lnTo>
                    <a:pt x="6209" y="4843"/>
                  </a:lnTo>
                  <a:lnTo>
                    <a:pt x="2600" y="277"/>
                  </a:lnTo>
                  <a:lnTo>
                    <a:pt x="430" y="2838"/>
                  </a:lnTo>
                  <a:lnTo>
                    <a:pt x="5429" y="6139"/>
                  </a:lnTo>
                  <a:lnTo>
                    <a:pt x="5389" y="6223"/>
                  </a:lnTo>
                  <a:lnTo>
                    <a:pt x="5349" y="6310"/>
                  </a:lnTo>
                  <a:lnTo>
                    <a:pt x="5310" y="6397"/>
                  </a:lnTo>
                  <a:lnTo>
                    <a:pt x="5272" y="6485"/>
                  </a:lnTo>
                  <a:lnTo>
                    <a:pt x="5233" y="6574"/>
                  </a:lnTo>
                  <a:lnTo>
                    <a:pt x="5195" y="6664"/>
                  </a:lnTo>
                  <a:lnTo>
                    <a:pt x="5158" y="6756"/>
                  </a:lnTo>
                  <a:lnTo>
                    <a:pt x="5120" y="6847"/>
                  </a:lnTo>
                  <a:lnTo>
                    <a:pt x="5083" y="6940"/>
                  </a:lnTo>
                  <a:lnTo>
                    <a:pt x="5047" y="7033"/>
                  </a:lnTo>
                  <a:lnTo>
                    <a:pt x="5012" y="7128"/>
                  </a:lnTo>
                  <a:lnTo>
                    <a:pt x="4975" y="7222"/>
                  </a:lnTo>
                  <a:lnTo>
                    <a:pt x="4940" y="7318"/>
                  </a:lnTo>
                  <a:lnTo>
                    <a:pt x="4906" y="7415"/>
                  </a:lnTo>
                  <a:lnTo>
                    <a:pt x="4871" y="7512"/>
                  </a:lnTo>
                  <a:lnTo>
                    <a:pt x="4837" y="7609"/>
                  </a:lnTo>
                  <a:lnTo>
                    <a:pt x="4804" y="7708"/>
                  </a:lnTo>
                  <a:lnTo>
                    <a:pt x="4771" y="7807"/>
                  </a:lnTo>
                  <a:lnTo>
                    <a:pt x="4737" y="7907"/>
                  </a:lnTo>
                  <a:lnTo>
                    <a:pt x="4705" y="8008"/>
                  </a:lnTo>
                  <a:lnTo>
                    <a:pt x="4673" y="8108"/>
                  </a:lnTo>
                  <a:lnTo>
                    <a:pt x="4642" y="8209"/>
                  </a:lnTo>
                  <a:lnTo>
                    <a:pt x="4610" y="8311"/>
                  </a:lnTo>
                  <a:lnTo>
                    <a:pt x="4579" y="8413"/>
                  </a:lnTo>
                  <a:lnTo>
                    <a:pt x="4518" y="8618"/>
                  </a:lnTo>
                  <a:lnTo>
                    <a:pt x="4459" y="8826"/>
                  </a:lnTo>
                  <a:lnTo>
                    <a:pt x="4402" y="9034"/>
                  </a:lnTo>
                  <a:lnTo>
                    <a:pt x="4345" y="9243"/>
                  </a:lnTo>
                  <a:lnTo>
                    <a:pt x="0" y="12293"/>
                  </a:lnTo>
                  <a:lnTo>
                    <a:pt x="2241" y="14792"/>
                  </a:lnTo>
                  <a:lnTo>
                    <a:pt x="3555" y="13028"/>
                  </a:lnTo>
                  <a:lnTo>
                    <a:pt x="3503" y="13356"/>
                  </a:lnTo>
                  <a:lnTo>
                    <a:pt x="3455" y="13670"/>
                  </a:lnTo>
                  <a:lnTo>
                    <a:pt x="3409" y="13973"/>
                  </a:lnTo>
                  <a:lnTo>
                    <a:pt x="3368" y="14261"/>
                  </a:lnTo>
                  <a:lnTo>
                    <a:pt x="3331" y="14533"/>
                  </a:lnTo>
                  <a:lnTo>
                    <a:pt x="3296" y="14788"/>
                  </a:lnTo>
                  <a:lnTo>
                    <a:pt x="3266" y="15026"/>
                  </a:lnTo>
                  <a:lnTo>
                    <a:pt x="3239" y="15244"/>
                  </a:lnTo>
                  <a:lnTo>
                    <a:pt x="3216" y="15441"/>
                  </a:lnTo>
                  <a:lnTo>
                    <a:pt x="3196" y="15615"/>
                  </a:lnTo>
                  <a:lnTo>
                    <a:pt x="3178" y="15766"/>
                  </a:lnTo>
                  <a:lnTo>
                    <a:pt x="3164" y="15893"/>
                  </a:lnTo>
                  <a:lnTo>
                    <a:pt x="3154" y="15994"/>
                  </a:lnTo>
                  <a:lnTo>
                    <a:pt x="3146" y="16068"/>
                  </a:lnTo>
                  <a:lnTo>
                    <a:pt x="3142" y="16113"/>
                  </a:lnTo>
                  <a:lnTo>
                    <a:pt x="3140" y="16128"/>
                  </a:lnTo>
                  <a:lnTo>
                    <a:pt x="6103" y="16128"/>
                  </a:lnTo>
                  <a:lnTo>
                    <a:pt x="6110" y="16040"/>
                  </a:lnTo>
                  <a:lnTo>
                    <a:pt x="6118" y="15941"/>
                  </a:lnTo>
                  <a:lnTo>
                    <a:pt x="6128" y="15831"/>
                  </a:lnTo>
                  <a:lnTo>
                    <a:pt x="6139" y="15711"/>
                  </a:lnTo>
                  <a:lnTo>
                    <a:pt x="6153" y="15582"/>
                  </a:lnTo>
                  <a:lnTo>
                    <a:pt x="6168" y="15446"/>
                  </a:lnTo>
                  <a:lnTo>
                    <a:pt x="6186" y="15301"/>
                  </a:lnTo>
                  <a:lnTo>
                    <a:pt x="6206" y="15152"/>
                  </a:lnTo>
                  <a:lnTo>
                    <a:pt x="6229" y="14998"/>
                  </a:lnTo>
                  <a:lnTo>
                    <a:pt x="6254" y="14839"/>
                  </a:lnTo>
                  <a:lnTo>
                    <a:pt x="6282" y="14677"/>
                  </a:lnTo>
                  <a:lnTo>
                    <a:pt x="6312" y="14514"/>
                  </a:lnTo>
                  <a:lnTo>
                    <a:pt x="6347" y="14349"/>
                  </a:lnTo>
                  <a:lnTo>
                    <a:pt x="6383" y="14184"/>
                  </a:lnTo>
                  <a:lnTo>
                    <a:pt x="6423" y="14018"/>
                  </a:lnTo>
                  <a:lnTo>
                    <a:pt x="6467" y="13856"/>
                  </a:lnTo>
                  <a:lnTo>
                    <a:pt x="6513" y="13695"/>
                  </a:lnTo>
                  <a:lnTo>
                    <a:pt x="6563" y="13538"/>
                  </a:lnTo>
                  <a:lnTo>
                    <a:pt x="6617" y="13385"/>
                  </a:lnTo>
                  <a:lnTo>
                    <a:pt x="6675" y="13238"/>
                  </a:lnTo>
                  <a:lnTo>
                    <a:pt x="6737" y="13098"/>
                  </a:lnTo>
                  <a:lnTo>
                    <a:pt x="6803" y="12964"/>
                  </a:lnTo>
                  <a:lnTo>
                    <a:pt x="6873" y="12839"/>
                  </a:lnTo>
                  <a:lnTo>
                    <a:pt x="6948" y="12723"/>
                  </a:lnTo>
                  <a:lnTo>
                    <a:pt x="7026" y="12616"/>
                  </a:lnTo>
                  <a:lnTo>
                    <a:pt x="7110" y="12521"/>
                  </a:lnTo>
                  <a:lnTo>
                    <a:pt x="7199" y="12439"/>
                  </a:lnTo>
                  <a:lnTo>
                    <a:pt x="7291" y="12368"/>
                  </a:lnTo>
                  <a:lnTo>
                    <a:pt x="7390" y="12313"/>
                  </a:lnTo>
                  <a:lnTo>
                    <a:pt x="7493" y="12271"/>
                  </a:lnTo>
                  <a:lnTo>
                    <a:pt x="7602" y="12246"/>
                  </a:lnTo>
                  <a:lnTo>
                    <a:pt x="7716" y="12237"/>
                  </a:lnTo>
                  <a:lnTo>
                    <a:pt x="7843" y="12246"/>
                  </a:lnTo>
                  <a:lnTo>
                    <a:pt x="7963" y="12271"/>
                  </a:lnTo>
                  <a:lnTo>
                    <a:pt x="8077" y="12313"/>
                  </a:lnTo>
                  <a:lnTo>
                    <a:pt x="8185" y="12368"/>
                  </a:lnTo>
                  <a:lnTo>
                    <a:pt x="8286" y="12439"/>
                  </a:lnTo>
                  <a:lnTo>
                    <a:pt x="8381" y="12521"/>
                  </a:lnTo>
                  <a:lnTo>
                    <a:pt x="8470" y="12616"/>
                  </a:lnTo>
                  <a:lnTo>
                    <a:pt x="8553" y="12723"/>
                  </a:lnTo>
                  <a:lnTo>
                    <a:pt x="8632" y="12839"/>
                  </a:lnTo>
                  <a:lnTo>
                    <a:pt x="8704" y="12964"/>
                  </a:lnTo>
                  <a:lnTo>
                    <a:pt x="8772" y="13098"/>
                  </a:lnTo>
                  <a:lnTo>
                    <a:pt x="8834" y="13238"/>
                  </a:lnTo>
                  <a:lnTo>
                    <a:pt x="8893" y="13385"/>
                  </a:lnTo>
                  <a:lnTo>
                    <a:pt x="8946" y="13538"/>
                  </a:lnTo>
                  <a:lnTo>
                    <a:pt x="8995" y="13695"/>
                  </a:lnTo>
                  <a:lnTo>
                    <a:pt x="9039" y="13856"/>
                  </a:lnTo>
                  <a:lnTo>
                    <a:pt x="9080" y="14018"/>
                  </a:lnTo>
                  <a:lnTo>
                    <a:pt x="9118" y="14184"/>
                  </a:lnTo>
                  <a:lnTo>
                    <a:pt x="9151" y="14349"/>
                  </a:lnTo>
                  <a:lnTo>
                    <a:pt x="9180" y="14514"/>
                  </a:lnTo>
                  <a:lnTo>
                    <a:pt x="9207" y="14677"/>
                  </a:lnTo>
                  <a:lnTo>
                    <a:pt x="9231" y="14839"/>
                  </a:lnTo>
                  <a:lnTo>
                    <a:pt x="9252" y="14998"/>
                  </a:lnTo>
                  <a:lnTo>
                    <a:pt x="9270" y="15152"/>
                  </a:lnTo>
                  <a:lnTo>
                    <a:pt x="9285" y="15301"/>
                  </a:lnTo>
                  <a:lnTo>
                    <a:pt x="9298" y="15446"/>
                  </a:lnTo>
                  <a:lnTo>
                    <a:pt x="9309" y="15582"/>
                  </a:lnTo>
                  <a:lnTo>
                    <a:pt x="9318" y="15711"/>
                  </a:lnTo>
                  <a:lnTo>
                    <a:pt x="9325" y="15831"/>
                  </a:lnTo>
                  <a:lnTo>
                    <a:pt x="9331" y="15941"/>
                  </a:lnTo>
                  <a:lnTo>
                    <a:pt x="9335" y="16040"/>
                  </a:lnTo>
                  <a:lnTo>
                    <a:pt x="9339" y="16128"/>
                  </a:lnTo>
                  <a:lnTo>
                    <a:pt x="12291" y="16128"/>
                  </a:lnTo>
                  <a:lnTo>
                    <a:pt x="12290" y="16115"/>
                  </a:lnTo>
                  <a:lnTo>
                    <a:pt x="12287" y="16076"/>
                  </a:lnTo>
                  <a:lnTo>
                    <a:pt x="12280" y="16010"/>
                  </a:lnTo>
                  <a:lnTo>
                    <a:pt x="12272" y="15921"/>
                  </a:lnTo>
                  <a:lnTo>
                    <a:pt x="12260" y="15810"/>
                  </a:lnTo>
                  <a:lnTo>
                    <a:pt x="12247" y="15677"/>
                  </a:lnTo>
                  <a:lnTo>
                    <a:pt x="12229" y="15522"/>
                  </a:lnTo>
                  <a:lnTo>
                    <a:pt x="12210" y="15349"/>
                  </a:lnTo>
                  <a:lnTo>
                    <a:pt x="12187" y="15156"/>
                  </a:lnTo>
                  <a:lnTo>
                    <a:pt x="12163" y="14946"/>
                  </a:lnTo>
                  <a:lnTo>
                    <a:pt x="12135" y="14719"/>
                  </a:lnTo>
                  <a:lnTo>
                    <a:pt x="12103" y="14476"/>
                  </a:lnTo>
                  <a:lnTo>
                    <a:pt x="12069" y="14219"/>
                  </a:lnTo>
                  <a:lnTo>
                    <a:pt x="12033" y="13949"/>
                  </a:lnTo>
                  <a:lnTo>
                    <a:pt x="11992" y="13665"/>
                  </a:lnTo>
                  <a:lnTo>
                    <a:pt x="11949" y="13371"/>
                  </a:lnTo>
                  <a:lnTo>
                    <a:pt x="13055" y="14868"/>
                  </a:lnTo>
                  <a:lnTo>
                    <a:pt x="15309" y="12383"/>
                  </a:lnTo>
                  <a:close/>
                </a:path>
              </a:pathLst>
            </a:cu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900" b="1">
                <a:solidFill>
                  <a:schemeClr val="lt1"/>
                </a:solidFill>
                <a:latin typeface="Quicksand"/>
                <a:ea typeface="Quicksand"/>
                <a:cs typeface="Quicksand"/>
                <a:sym typeface="Quicksand"/>
              </a:endParaRPr>
            </a:p>
          </p:txBody>
        </p:sp>
      </p:grpSp>
      <p:sp>
        <p:nvSpPr>
          <p:cNvPr id="418" name="Google Shape;418;p48"/>
          <p:cNvSpPr txBox="1"/>
          <p:nvPr/>
        </p:nvSpPr>
        <p:spPr>
          <a:xfrm>
            <a:off x="2709358" y="737912"/>
            <a:ext cx="3779172" cy="623248"/>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id" sz="3600" b="1">
                <a:solidFill>
                  <a:schemeClr val="accent2"/>
                </a:solidFill>
                <a:latin typeface="Quicksand"/>
                <a:ea typeface="Quicksand"/>
                <a:cs typeface="Quicksand"/>
                <a:sym typeface="Quicksand"/>
              </a:rPr>
              <a:t>Discussion</a:t>
            </a:r>
            <a:endParaRPr sz="3600" b="1">
              <a:solidFill>
                <a:schemeClr val="accent2"/>
              </a:solidFill>
              <a:latin typeface="IBM Plex Sans"/>
              <a:ea typeface="IBM Plex Sans"/>
              <a:cs typeface="IBM Plex Sans"/>
              <a:sym typeface="IBM Plex Sans"/>
            </a:endParaRPr>
          </a:p>
        </p:txBody>
      </p:sp>
      <p:sp>
        <p:nvSpPr>
          <p:cNvPr id="419" name="Google Shape;419;p48"/>
          <p:cNvSpPr/>
          <p:nvPr/>
        </p:nvSpPr>
        <p:spPr>
          <a:xfrm>
            <a:off x="1732328" y="1461626"/>
            <a:ext cx="5733231" cy="596702"/>
          </a:xfrm>
          <a:prstGeom prst="rect">
            <a:avLst/>
          </a:prstGeom>
          <a:noFill/>
          <a:ln>
            <a:noFill/>
          </a:ln>
        </p:spPr>
        <p:txBody>
          <a:bodyPr spcFirstLastPara="1" wrap="square" lIns="68575" tIns="34275" rIns="68575" bIns="34275" anchor="t" anchorCtr="0">
            <a:noAutofit/>
          </a:bodyPr>
          <a:lstStyle/>
          <a:p>
            <a:pPr marL="0" marR="0" lvl="0" indent="0" algn="ctr" rtl="0">
              <a:lnSpc>
                <a:spcPct val="130000"/>
              </a:lnSpc>
              <a:spcBef>
                <a:spcPts val="0"/>
              </a:spcBef>
              <a:spcAft>
                <a:spcPts val="0"/>
              </a:spcAft>
              <a:buNone/>
            </a:pPr>
            <a:r>
              <a:rPr lang="id" sz="900">
                <a:solidFill>
                  <a:srgbClr val="262626"/>
                </a:solidFill>
                <a:latin typeface="Quicksand"/>
                <a:ea typeface="Quicksand"/>
                <a:cs typeface="Quicksand"/>
                <a:sym typeface="Quicksand"/>
              </a:rPr>
              <a:t>Lorem ipsum dolor sit amet, consectetur adipiscing elit, sed do eiusmod tempor incididunt ut labore et dolore magna aliqua. Ut enim ad minim veniam, quis nostrud exercitation ullamco laboris nisi ut aliquip ex ea commodo consequat. Lorem ipsum dolor sit amet, consectetur</a:t>
            </a:r>
            <a:endParaRPr sz="900">
              <a:solidFill>
                <a:srgbClr val="262626"/>
              </a:solidFill>
              <a:latin typeface="Quicksand"/>
              <a:ea typeface="Quicksand"/>
              <a:cs typeface="Quicksand"/>
              <a:sym typeface="Quicksand"/>
            </a:endParaRPr>
          </a:p>
        </p:txBody>
      </p:sp>
      <p:sp>
        <p:nvSpPr>
          <p:cNvPr id="420" name="Google Shape;420;p48"/>
          <p:cNvSpPr/>
          <p:nvPr/>
        </p:nvSpPr>
        <p:spPr>
          <a:xfrm>
            <a:off x="1419254" y="1273836"/>
            <a:ext cx="436933" cy="275114"/>
          </a:xfrm>
          <a:custGeom>
            <a:avLst/>
            <a:gdLst/>
            <a:ahLst/>
            <a:cxnLst/>
            <a:rect l="l" t="t" r="r" b="b"/>
            <a:pathLst>
              <a:path w="199032" h="125320" extrusionOk="0">
                <a:moveTo>
                  <a:pt x="170278" y="0"/>
                </a:moveTo>
                <a:cubicBezTo>
                  <a:pt x="184889" y="0"/>
                  <a:pt x="192195" y="6181"/>
                  <a:pt x="192195" y="18545"/>
                </a:cubicBezTo>
                <a:cubicBezTo>
                  <a:pt x="192195" y="23415"/>
                  <a:pt x="190977" y="26881"/>
                  <a:pt x="188542" y="28941"/>
                </a:cubicBezTo>
                <a:cubicBezTo>
                  <a:pt x="186107" y="31002"/>
                  <a:pt x="183016" y="32594"/>
                  <a:pt x="179270" y="33718"/>
                </a:cubicBezTo>
                <a:cubicBezTo>
                  <a:pt x="175523" y="34842"/>
                  <a:pt x="172713" y="35779"/>
                  <a:pt x="170840" y="36528"/>
                </a:cubicBezTo>
                <a:cubicBezTo>
                  <a:pt x="160350" y="42522"/>
                  <a:pt x="155105" y="50952"/>
                  <a:pt x="155105" y="61817"/>
                </a:cubicBezTo>
                <a:cubicBezTo>
                  <a:pt x="155105" y="65938"/>
                  <a:pt x="156697" y="69404"/>
                  <a:pt x="159881" y="72213"/>
                </a:cubicBezTo>
                <a:cubicBezTo>
                  <a:pt x="163066" y="75023"/>
                  <a:pt x="167281" y="76428"/>
                  <a:pt x="172526" y="76428"/>
                </a:cubicBezTo>
                <a:cubicBezTo>
                  <a:pt x="178895" y="76428"/>
                  <a:pt x="184140" y="75117"/>
                  <a:pt x="188261" y="72494"/>
                </a:cubicBezTo>
                <a:cubicBezTo>
                  <a:pt x="192008" y="74368"/>
                  <a:pt x="194818" y="76709"/>
                  <a:pt x="196691" y="79519"/>
                </a:cubicBezTo>
                <a:cubicBezTo>
                  <a:pt x="198564" y="82329"/>
                  <a:pt x="199313" y="85982"/>
                  <a:pt x="198939" y="90478"/>
                </a:cubicBezTo>
                <a:cubicBezTo>
                  <a:pt x="198939" y="99844"/>
                  <a:pt x="194162" y="107993"/>
                  <a:pt x="184608" y="114924"/>
                </a:cubicBezTo>
                <a:cubicBezTo>
                  <a:pt x="175055" y="121855"/>
                  <a:pt x="165033" y="125320"/>
                  <a:pt x="154543" y="125320"/>
                </a:cubicBezTo>
                <a:cubicBezTo>
                  <a:pt x="141055" y="125320"/>
                  <a:pt x="130284" y="121012"/>
                  <a:pt x="122229" y="112395"/>
                </a:cubicBezTo>
                <a:cubicBezTo>
                  <a:pt x="114174" y="103778"/>
                  <a:pt x="110147" y="91602"/>
                  <a:pt x="110147" y="75866"/>
                </a:cubicBezTo>
                <a:cubicBezTo>
                  <a:pt x="110147" y="66500"/>
                  <a:pt x="113144" y="55729"/>
                  <a:pt x="119138" y="43553"/>
                </a:cubicBezTo>
                <a:cubicBezTo>
                  <a:pt x="125133" y="31377"/>
                  <a:pt x="132719" y="21074"/>
                  <a:pt x="141898" y="12644"/>
                </a:cubicBezTo>
                <a:cubicBezTo>
                  <a:pt x="151077" y="4214"/>
                  <a:pt x="160537" y="0"/>
                  <a:pt x="170278" y="0"/>
                </a:cubicBezTo>
                <a:close/>
                <a:moveTo>
                  <a:pt x="60131" y="0"/>
                </a:moveTo>
                <a:cubicBezTo>
                  <a:pt x="74742" y="0"/>
                  <a:pt x="82048" y="6181"/>
                  <a:pt x="82048" y="18545"/>
                </a:cubicBezTo>
                <a:cubicBezTo>
                  <a:pt x="82048" y="23415"/>
                  <a:pt x="80830" y="26881"/>
                  <a:pt x="78395" y="28941"/>
                </a:cubicBezTo>
                <a:cubicBezTo>
                  <a:pt x="75960" y="31002"/>
                  <a:pt x="72869" y="32594"/>
                  <a:pt x="69123" y="33718"/>
                </a:cubicBezTo>
                <a:cubicBezTo>
                  <a:pt x="65376" y="34842"/>
                  <a:pt x="62566" y="35779"/>
                  <a:pt x="60693" y="36528"/>
                </a:cubicBezTo>
                <a:cubicBezTo>
                  <a:pt x="50203" y="42522"/>
                  <a:pt x="44958" y="50952"/>
                  <a:pt x="44958" y="61817"/>
                </a:cubicBezTo>
                <a:cubicBezTo>
                  <a:pt x="44958" y="65938"/>
                  <a:pt x="46550" y="69404"/>
                  <a:pt x="49734" y="72213"/>
                </a:cubicBezTo>
                <a:cubicBezTo>
                  <a:pt x="52919" y="75023"/>
                  <a:pt x="57134" y="76428"/>
                  <a:pt x="62379" y="76428"/>
                </a:cubicBezTo>
                <a:cubicBezTo>
                  <a:pt x="68748" y="76428"/>
                  <a:pt x="73993" y="75117"/>
                  <a:pt x="78114" y="72494"/>
                </a:cubicBezTo>
                <a:cubicBezTo>
                  <a:pt x="81861" y="74368"/>
                  <a:pt x="84670" y="76709"/>
                  <a:pt x="86544" y="79519"/>
                </a:cubicBezTo>
                <a:cubicBezTo>
                  <a:pt x="88417" y="82329"/>
                  <a:pt x="89166" y="85982"/>
                  <a:pt x="88792" y="90478"/>
                </a:cubicBezTo>
                <a:cubicBezTo>
                  <a:pt x="88792" y="99844"/>
                  <a:pt x="84015" y="107993"/>
                  <a:pt x="74461" y="114924"/>
                </a:cubicBezTo>
                <a:cubicBezTo>
                  <a:pt x="64908" y="121855"/>
                  <a:pt x="54886" y="125320"/>
                  <a:pt x="44396" y="125320"/>
                </a:cubicBezTo>
                <a:cubicBezTo>
                  <a:pt x="30908" y="125320"/>
                  <a:pt x="20137" y="121012"/>
                  <a:pt x="12082" y="112395"/>
                </a:cubicBezTo>
                <a:cubicBezTo>
                  <a:pt x="4027" y="103778"/>
                  <a:pt x="0" y="91602"/>
                  <a:pt x="0" y="75866"/>
                </a:cubicBezTo>
                <a:cubicBezTo>
                  <a:pt x="0" y="66500"/>
                  <a:pt x="2997" y="55729"/>
                  <a:pt x="8991" y="43553"/>
                </a:cubicBezTo>
                <a:cubicBezTo>
                  <a:pt x="14986" y="31377"/>
                  <a:pt x="22572" y="21074"/>
                  <a:pt x="31751" y="12644"/>
                </a:cubicBezTo>
                <a:cubicBezTo>
                  <a:pt x="40930" y="4214"/>
                  <a:pt x="50390" y="0"/>
                  <a:pt x="60131" y="0"/>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pic>
        <p:nvPicPr>
          <p:cNvPr id="421" name="Google Shape;421;p48"/>
          <p:cNvPicPr preferRelativeResize="0"/>
          <p:nvPr/>
        </p:nvPicPr>
        <p:blipFill rotWithShape="1">
          <a:blip r:embed="rId3">
            <a:alphaModFix/>
          </a:blip>
          <a:srcRect/>
          <a:stretch/>
        </p:blipFill>
        <p:spPr>
          <a:xfrm rot="-759172">
            <a:off x="5878717" y="387980"/>
            <a:ext cx="1071726" cy="896660"/>
          </a:xfrm>
          <a:prstGeom prst="rect">
            <a:avLst/>
          </a:prstGeom>
          <a:noFill/>
          <a:ln>
            <a:noFill/>
          </a:ln>
        </p:spPr>
      </p:pic>
      <p:sp>
        <p:nvSpPr>
          <p:cNvPr id="422" name="Google Shape;422;p48"/>
          <p:cNvSpPr/>
          <p:nvPr/>
        </p:nvSpPr>
        <p:spPr>
          <a:xfrm rot="-1721402">
            <a:off x="7844248" y="2253674"/>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423" name="Google Shape;423;p48"/>
          <p:cNvSpPr/>
          <p:nvPr/>
        </p:nvSpPr>
        <p:spPr>
          <a:xfrm rot="-4211805">
            <a:off x="3381890" y="4487701"/>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424" name="Google Shape;424;p48"/>
          <p:cNvSpPr/>
          <p:nvPr/>
        </p:nvSpPr>
        <p:spPr>
          <a:xfrm>
            <a:off x="613559" y="2358326"/>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nvGrpSpPr>
          <p:cNvPr id="425" name="Google Shape;425;p48"/>
          <p:cNvGrpSpPr/>
          <p:nvPr/>
        </p:nvGrpSpPr>
        <p:grpSpPr>
          <a:xfrm>
            <a:off x="2494421" y="2317519"/>
            <a:ext cx="4799746" cy="1916585"/>
            <a:chOff x="3325895" y="3090025"/>
            <a:chExt cx="6399661" cy="2555447"/>
          </a:xfrm>
        </p:grpSpPr>
        <p:grpSp>
          <p:nvGrpSpPr>
            <p:cNvPr id="426" name="Google Shape;426;p48"/>
            <p:cNvGrpSpPr/>
            <p:nvPr/>
          </p:nvGrpSpPr>
          <p:grpSpPr>
            <a:xfrm>
              <a:off x="3345160" y="3099213"/>
              <a:ext cx="2345566" cy="1106394"/>
              <a:chOff x="1524495" y="4079609"/>
              <a:chExt cx="2345566" cy="1106394"/>
            </a:xfrm>
          </p:grpSpPr>
          <p:sp>
            <p:nvSpPr>
              <p:cNvPr id="427" name="Google Shape;427;p48"/>
              <p:cNvSpPr txBox="1"/>
              <p:nvPr/>
            </p:nvSpPr>
            <p:spPr>
              <a:xfrm>
                <a:off x="1524495" y="4079609"/>
                <a:ext cx="2345566" cy="30777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100" b="1">
                    <a:solidFill>
                      <a:schemeClr val="accent1"/>
                    </a:solidFill>
                    <a:latin typeface="Quicksand"/>
                    <a:ea typeface="Quicksand"/>
                    <a:cs typeface="Quicksand"/>
                    <a:sym typeface="Quicksand"/>
                  </a:rPr>
                  <a:t>Your Text Here</a:t>
                </a:r>
                <a:endParaRPr sz="1100" b="1">
                  <a:solidFill>
                    <a:schemeClr val="accent1"/>
                  </a:solidFill>
                  <a:latin typeface="Quicksand"/>
                  <a:ea typeface="Quicksand"/>
                  <a:cs typeface="Quicksand"/>
                  <a:sym typeface="Quicksand"/>
                </a:endParaRPr>
              </a:p>
            </p:txBody>
          </p:sp>
          <p:sp>
            <p:nvSpPr>
              <p:cNvPr id="428" name="Google Shape;428;p48"/>
              <p:cNvSpPr txBox="1"/>
              <p:nvPr/>
            </p:nvSpPr>
            <p:spPr>
              <a:xfrm>
                <a:off x="1524495" y="4396620"/>
                <a:ext cx="2345566" cy="789383"/>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rgbClr val="262626"/>
                    </a:solidFill>
                    <a:latin typeface="Quicksand"/>
                    <a:ea typeface="Quicksand"/>
                    <a:cs typeface="Quicksand"/>
                    <a:sym typeface="Quicksand"/>
                  </a:rPr>
                  <a:t>Lorem ipsum dolor sit amet, consectetur adipiscing elit. Integer vitae</a:t>
                </a:r>
                <a:endParaRPr sz="1100"/>
              </a:p>
            </p:txBody>
          </p:sp>
        </p:grpSp>
        <p:grpSp>
          <p:nvGrpSpPr>
            <p:cNvPr id="429" name="Google Shape;429;p48"/>
            <p:cNvGrpSpPr/>
            <p:nvPr/>
          </p:nvGrpSpPr>
          <p:grpSpPr>
            <a:xfrm>
              <a:off x="7379990" y="3090025"/>
              <a:ext cx="2345566" cy="1106394"/>
              <a:chOff x="1524495" y="4079609"/>
              <a:chExt cx="2345566" cy="1106394"/>
            </a:xfrm>
          </p:grpSpPr>
          <p:sp>
            <p:nvSpPr>
              <p:cNvPr id="430" name="Google Shape;430;p48"/>
              <p:cNvSpPr txBox="1"/>
              <p:nvPr/>
            </p:nvSpPr>
            <p:spPr>
              <a:xfrm>
                <a:off x="1524495" y="4079609"/>
                <a:ext cx="2345566" cy="30777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100" b="1">
                    <a:solidFill>
                      <a:schemeClr val="accent2"/>
                    </a:solidFill>
                    <a:latin typeface="Quicksand"/>
                    <a:ea typeface="Quicksand"/>
                    <a:cs typeface="Quicksand"/>
                    <a:sym typeface="Quicksand"/>
                  </a:rPr>
                  <a:t>Your Text Here</a:t>
                </a:r>
                <a:endParaRPr sz="1100" b="1">
                  <a:solidFill>
                    <a:schemeClr val="accent2"/>
                  </a:solidFill>
                  <a:latin typeface="Quicksand"/>
                  <a:ea typeface="Quicksand"/>
                  <a:cs typeface="Quicksand"/>
                  <a:sym typeface="Quicksand"/>
                </a:endParaRPr>
              </a:p>
            </p:txBody>
          </p:sp>
          <p:sp>
            <p:nvSpPr>
              <p:cNvPr id="431" name="Google Shape;431;p48"/>
              <p:cNvSpPr txBox="1"/>
              <p:nvPr/>
            </p:nvSpPr>
            <p:spPr>
              <a:xfrm>
                <a:off x="1524495" y="4396620"/>
                <a:ext cx="2345566" cy="789383"/>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rgbClr val="262626"/>
                    </a:solidFill>
                    <a:latin typeface="Quicksand"/>
                    <a:ea typeface="Quicksand"/>
                    <a:cs typeface="Quicksand"/>
                    <a:sym typeface="Quicksand"/>
                  </a:rPr>
                  <a:t>Lorem ipsum dolor sit amet, consectetur adipiscing elit. Integer vitae</a:t>
                </a:r>
                <a:endParaRPr sz="1100"/>
              </a:p>
            </p:txBody>
          </p:sp>
        </p:grpSp>
        <p:grpSp>
          <p:nvGrpSpPr>
            <p:cNvPr id="432" name="Google Shape;432;p48"/>
            <p:cNvGrpSpPr/>
            <p:nvPr/>
          </p:nvGrpSpPr>
          <p:grpSpPr>
            <a:xfrm>
              <a:off x="3325895" y="4539078"/>
              <a:ext cx="2345566" cy="1106394"/>
              <a:chOff x="1524495" y="4079609"/>
              <a:chExt cx="2345566" cy="1106394"/>
            </a:xfrm>
          </p:grpSpPr>
          <p:sp>
            <p:nvSpPr>
              <p:cNvPr id="433" name="Google Shape;433;p48"/>
              <p:cNvSpPr txBox="1"/>
              <p:nvPr/>
            </p:nvSpPr>
            <p:spPr>
              <a:xfrm>
                <a:off x="1524495" y="4079609"/>
                <a:ext cx="2345566" cy="30777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100" b="1">
                    <a:solidFill>
                      <a:schemeClr val="accent3"/>
                    </a:solidFill>
                    <a:latin typeface="Quicksand"/>
                    <a:ea typeface="Quicksand"/>
                    <a:cs typeface="Quicksand"/>
                    <a:sym typeface="Quicksand"/>
                  </a:rPr>
                  <a:t>Your Text Here</a:t>
                </a:r>
                <a:endParaRPr sz="1100" b="1">
                  <a:solidFill>
                    <a:schemeClr val="accent3"/>
                  </a:solidFill>
                  <a:latin typeface="Quicksand"/>
                  <a:ea typeface="Quicksand"/>
                  <a:cs typeface="Quicksand"/>
                  <a:sym typeface="Quicksand"/>
                </a:endParaRPr>
              </a:p>
            </p:txBody>
          </p:sp>
          <p:sp>
            <p:nvSpPr>
              <p:cNvPr id="434" name="Google Shape;434;p48"/>
              <p:cNvSpPr txBox="1"/>
              <p:nvPr/>
            </p:nvSpPr>
            <p:spPr>
              <a:xfrm>
                <a:off x="1524495" y="4396620"/>
                <a:ext cx="2345566" cy="789383"/>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rgbClr val="262626"/>
                    </a:solidFill>
                    <a:latin typeface="Quicksand"/>
                    <a:ea typeface="Quicksand"/>
                    <a:cs typeface="Quicksand"/>
                    <a:sym typeface="Quicksand"/>
                  </a:rPr>
                  <a:t>Lorem ipsum dolor sit amet, consectetur adipiscing elit. Integer vitae</a:t>
                </a:r>
                <a:endParaRPr sz="1100"/>
              </a:p>
            </p:txBody>
          </p:sp>
        </p:grpSp>
        <p:grpSp>
          <p:nvGrpSpPr>
            <p:cNvPr id="435" name="Google Shape;435;p48"/>
            <p:cNvGrpSpPr/>
            <p:nvPr/>
          </p:nvGrpSpPr>
          <p:grpSpPr>
            <a:xfrm>
              <a:off x="7360725" y="4529890"/>
              <a:ext cx="2345566" cy="1106394"/>
              <a:chOff x="1524495" y="4079609"/>
              <a:chExt cx="2345566" cy="1106394"/>
            </a:xfrm>
          </p:grpSpPr>
          <p:sp>
            <p:nvSpPr>
              <p:cNvPr id="436" name="Google Shape;436;p48"/>
              <p:cNvSpPr txBox="1"/>
              <p:nvPr/>
            </p:nvSpPr>
            <p:spPr>
              <a:xfrm>
                <a:off x="1524495" y="4079609"/>
                <a:ext cx="2345566" cy="30777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100" b="1">
                    <a:solidFill>
                      <a:schemeClr val="accent5"/>
                    </a:solidFill>
                    <a:latin typeface="Quicksand"/>
                    <a:ea typeface="Quicksand"/>
                    <a:cs typeface="Quicksand"/>
                    <a:sym typeface="Quicksand"/>
                  </a:rPr>
                  <a:t>Your Text Here</a:t>
                </a:r>
                <a:endParaRPr sz="1100" b="1">
                  <a:solidFill>
                    <a:schemeClr val="accent5"/>
                  </a:solidFill>
                  <a:latin typeface="Quicksand"/>
                  <a:ea typeface="Quicksand"/>
                  <a:cs typeface="Quicksand"/>
                  <a:sym typeface="Quicksand"/>
                </a:endParaRPr>
              </a:p>
            </p:txBody>
          </p:sp>
          <p:sp>
            <p:nvSpPr>
              <p:cNvPr id="437" name="Google Shape;437;p48"/>
              <p:cNvSpPr txBox="1"/>
              <p:nvPr/>
            </p:nvSpPr>
            <p:spPr>
              <a:xfrm>
                <a:off x="1524495" y="4396620"/>
                <a:ext cx="2345566" cy="789383"/>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rgbClr val="262626"/>
                    </a:solidFill>
                    <a:latin typeface="Quicksand"/>
                    <a:ea typeface="Quicksand"/>
                    <a:cs typeface="Quicksand"/>
                    <a:sym typeface="Quicksand"/>
                  </a:rPr>
                  <a:t>Lorem ipsum dolor sit amet, consectetur adipiscing elit. Integer vitae</a:t>
                </a:r>
                <a:endParaRPr sz="1100"/>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pic>
        <p:nvPicPr>
          <p:cNvPr id="443" name="Google Shape;443;p49"/>
          <p:cNvPicPr preferRelativeResize="0"/>
          <p:nvPr/>
        </p:nvPicPr>
        <p:blipFill rotWithShape="1">
          <a:blip r:embed="rId3">
            <a:alphaModFix/>
          </a:blip>
          <a:srcRect t="20527" b="20526"/>
          <a:stretch/>
        </p:blipFill>
        <p:spPr>
          <a:xfrm>
            <a:off x="994172" y="2746772"/>
            <a:ext cx="7210425" cy="2390775"/>
          </a:xfrm>
          <a:prstGeom prst="round2SameRect">
            <a:avLst>
              <a:gd name="adj1" fmla="val 50000"/>
              <a:gd name="adj2" fmla="val 0"/>
            </a:avLst>
          </a:prstGeom>
          <a:noFill/>
          <a:ln>
            <a:noFill/>
          </a:ln>
        </p:spPr>
      </p:pic>
      <p:pic>
        <p:nvPicPr>
          <p:cNvPr id="444" name="Google Shape;444;p49"/>
          <p:cNvPicPr preferRelativeResize="0"/>
          <p:nvPr/>
        </p:nvPicPr>
        <p:blipFill rotWithShape="1">
          <a:blip r:embed="rId4">
            <a:alphaModFix/>
          </a:blip>
          <a:srcRect/>
          <a:stretch/>
        </p:blipFill>
        <p:spPr>
          <a:xfrm rot="790771">
            <a:off x="7613638" y="3675922"/>
            <a:ext cx="1071726" cy="896660"/>
          </a:xfrm>
          <a:prstGeom prst="rect">
            <a:avLst/>
          </a:prstGeom>
          <a:noFill/>
          <a:ln>
            <a:noFill/>
          </a:ln>
        </p:spPr>
      </p:pic>
      <p:grpSp>
        <p:nvGrpSpPr>
          <p:cNvPr id="445" name="Google Shape;445;p49"/>
          <p:cNvGrpSpPr/>
          <p:nvPr/>
        </p:nvGrpSpPr>
        <p:grpSpPr>
          <a:xfrm>
            <a:off x="1531400" y="585521"/>
            <a:ext cx="6135968" cy="1168798"/>
            <a:chOff x="2043000" y="1080287"/>
            <a:chExt cx="8181291" cy="1558397"/>
          </a:xfrm>
        </p:grpSpPr>
        <p:sp>
          <p:nvSpPr>
            <p:cNvPr id="446" name="Google Shape;446;p49"/>
            <p:cNvSpPr txBox="1"/>
            <p:nvPr/>
          </p:nvSpPr>
          <p:spPr>
            <a:xfrm>
              <a:off x="3609519" y="1080287"/>
              <a:ext cx="5048251" cy="83099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id" sz="3600" b="1">
                  <a:solidFill>
                    <a:schemeClr val="accent3"/>
                  </a:solidFill>
                  <a:latin typeface="Quicksand"/>
                  <a:ea typeface="Quicksand"/>
                  <a:cs typeface="Quicksand"/>
                  <a:sym typeface="Quicksand"/>
                </a:rPr>
                <a:t>Data Analysis</a:t>
              </a:r>
              <a:endParaRPr sz="3600" b="1">
                <a:solidFill>
                  <a:schemeClr val="accent3"/>
                </a:solidFill>
                <a:latin typeface="Quicksand"/>
                <a:ea typeface="Quicksand"/>
                <a:cs typeface="Quicksand"/>
                <a:sym typeface="Quicksand"/>
              </a:endParaRPr>
            </a:p>
          </p:txBody>
        </p:sp>
        <p:sp>
          <p:nvSpPr>
            <p:cNvPr id="447" name="Google Shape;447;p49"/>
            <p:cNvSpPr/>
            <p:nvPr/>
          </p:nvSpPr>
          <p:spPr>
            <a:xfrm>
              <a:off x="2043000" y="2083147"/>
              <a:ext cx="8181291" cy="555537"/>
            </a:xfrm>
            <a:prstGeom prst="rect">
              <a:avLst/>
            </a:prstGeom>
            <a:noFill/>
            <a:ln>
              <a:noFill/>
            </a:ln>
          </p:spPr>
          <p:txBody>
            <a:bodyPr spcFirstLastPara="1" wrap="square" lIns="68575" tIns="34275" rIns="68575" bIns="34275" anchor="t" anchorCtr="0">
              <a:noAutofit/>
            </a:bodyPr>
            <a:lstStyle/>
            <a:p>
              <a:pPr marL="0" marR="0" lvl="0" indent="0" algn="ctr"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 adipiscing elit, sed do eiusmod tempor incididunt ut labore et dolore magna aliqua. Ut enim ad minim veniam, quis nostrud exercitation ullamco laboris nisi ut aliquip</a:t>
              </a:r>
              <a:endParaRPr sz="900">
                <a:solidFill>
                  <a:schemeClr val="dk1"/>
                </a:solidFill>
                <a:latin typeface="Quicksand"/>
                <a:ea typeface="Quicksand"/>
                <a:cs typeface="Quicksand"/>
                <a:sym typeface="Quicksand"/>
              </a:endParaRPr>
            </a:p>
          </p:txBody>
        </p:sp>
      </p:grpSp>
      <p:grpSp>
        <p:nvGrpSpPr>
          <p:cNvPr id="448" name="Google Shape;448;p49"/>
          <p:cNvGrpSpPr/>
          <p:nvPr/>
        </p:nvGrpSpPr>
        <p:grpSpPr>
          <a:xfrm>
            <a:off x="852901" y="2155957"/>
            <a:ext cx="3204296" cy="1181063"/>
            <a:chOff x="679309" y="4164175"/>
            <a:chExt cx="4272395" cy="1574751"/>
          </a:xfrm>
        </p:grpSpPr>
        <p:sp>
          <p:nvSpPr>
            <p:cNvPr id="449" name="Google Shape;449;p49"/>
            <p:cNvSpPr/>
            <p:nvPr/>
          </p:nvSpPr>
          <p:spPr>
            <a:xfrm>
              <a:off x="679309" y="4164175"/>
              <a:ext cx="4214810" cy="1574751"/>
            </a:xfrm>
            <a:prstGeom prst="roundRect">
              <a:avLst>
                <a:gd name="adj" fmla="val 6628"/>
              </a:avLst>
            </a:pr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000">
                <a:solidFill>
                  <a:srgbClr val="262626"/>
                </a:solidFill>
                <a:latin typeface="Quicksand"/>
                <a:ea typeface="Quicksand"/>
                <a:cs typeface="Quicksand"/>
                <a:sym typeface="Quicksand"/>
              </a:endParaRPr>
            </a:p>
          </p:txBody>
        </p:sp>
        <p:sp>
          <p:nvSpPr>
            <p:cNvPr id="450" name="Google Shape;450;p49"/>
            <p:cNvSpPr txBox="1"/>
            <p:nvPr/>
          </p:nvSpPr>
          <p:spPr>
            <a:xfrm>
              <a:off x="2117145" y="4951551"/>
              <a:ext cx="1984957" cy="5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 sz="2100" b="1">
                  <a:solidFill>
                    <a:schemeClr val="lt1"/>
                  </a:solidFill>
                  <a:latin typeface="Quicksand"/>
                  <a:ea typeface="Quicksand"/>
                  <a:cs typeface="Quicksand"/>
                  <a:sym typeface="Quicksand"/>
                </a:rPr>
                <a:t>+6654</a:t>
              </a:r>
              <a:endParaRPr sz="2100" b="1">
                <a:solidFill>
                  <a:schemeClr val="lt1"/>
                </a:solidFill>
                <a:latin typeface="Quicksand"/>
                <a:ea typeface="Quicksand"/>
                <a:cs typeface="Quicksand"/>
                <a:sym typeface="Quicksand"/>
              </a:endParaRPr>
            </a:p>
          </p:txBody>
        </p:sp>
        <p:sp>
          <p:nvSpPr>
            <p:cNvPr id="451" name="Google Shape;451;p49"/>
            <p:cNvSpPr txBox="1"/>
            <p:nvPr/>
          </p:nvSpPr>
          <p:spPr>
            <a:xfrm>
              <a:off x="2117147" y="4436028"/>
              <a:ext cx="2834557"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lt1"/>
                  </a:solidFill>
                  <a:latin typeface="Quicksand"/>
                  <a:ea typeface="Quicksand"/>
                  <a:cs typeface="Quicksand"/>
                  <a:sym typeface="Quicksand"/>
                </a:rPr>
                <a:t>Interpretation</a:t>
              </a:r>
              <a:endParaRPr sz="1200" b="1">
                <a:solidFill>
                  <a:schemeClr val="lt1"/>
                </a:solidFill>
                <a:latin typeface="Quicksand"/>
                <a:ea typeface="Quicksand"/>
                <a:cs typeface="Quicksand"/>
                <a:sym typeface="Quicksand"/>
              </a:endParaRPr>
            </a:p>
          </p:txBody>
        </p:sp>
        <p:sp>
          <p:nvSpPr>
            <p:cNvPr id="452" name="Google Shape;452;p49"/>
            <p:cNvSpPr txBox="1"/>
            <p:nvPr/>
          </p:nvSpPr>
          <p:spPr>
            <a:xfrm>
              <a:off x="2117146" y="4679870"/>
              <a:ext cx="2420000" cy="315471"/>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lt1"/>
                  </a:solidFill>
                  <a:latin typeface="Quicksand"/>
                  <a:ea typeface="Quicksand"/>
                  <a:cs typeface="Quicksand"/>
                  <a:sym typeface="Quicksand"/>
                </a:rPr>
                <a:t>Lorem Ipsum is the text.</a:t>
              </a:r>
              <a:endParaRPr sz="900">
                <a:solidFill>
                  <a:schemeClr val="lt1"/>
                </a:solidFill>
                <a:latin typeface="Quicksand"/>
                <a:ea typeface="Quicksand"/>
                <a:cs typeface="Quicksand"/>
                <a:sym typeface="Quicksand"/>
              </a:endParaRPr>
            </a:p>
          </p:txBody>
        </p:sp>
      </p:grpSp>
      <p:pic>
        <p:nvPicPr>
          <p:cNvPr id="453" name="Google Shape;453;p49"/>
          <p:cNvPicPr preferRelativeResize="0"/>
          <p:nvPr/>
        </p:nvPicPr>
        <p:blipFill rotWithShape="1">
          <a:blip r:embed="rId5">
            <a:alphaModFix/>
          </a:blip>
          <a:srcRect/>
          <a:stretch/>
        </p:blipFill>
        <p:spPr>
          <a:xfrm>
            <a:off x="1037688" y="2332258"/>
            <a:ext cx="807213" cy="807213"/>
          </a:xfrm>
          <a:prstGeom prst="rect">
            <a:avLst/>
          </a:prstGeom>
          <a:noFill/>
          <a:ln>
            <a:noFill/>
          </a:ln>
        </p:spPr>
      </p:pic>
      <p:grpSp>
        <p:nvGrpSpPr>
          <p:cNvPr id="454" name="Google Shape;454;p49"/>
          <p:cNvGrpSpPr/>
          <p:nvPr/>
        </p:nvGrpSpPr>
        <p:grpSpPr>
          <a:xfrm>
            <a:off x="5129993" y="2145332"/>
            <a:ext cx="3204296" cy="1181063"/>
            <a:chOff x="679309" y="4164175"/>
            <a:chExt cx="4272395" cy="1574751"/>
          </a:xfrm>
        </p:grpSpPr>
        <p:sp>
          <p:nvSpPr>
            <p:cNvPr id="455" name="Google Shape;455;p49"/>
            <p:cNvSpPr/>
            <p:nvPr/>
          </p:nvSpPr>
          <p:spPr>
            <a:xfrm>
              <a:off x="679309" y="4164175"/>
              <a:ext cx="4214810" cy="1574751"/>
            </a:xfrm>
            <a:prstGeom prst="roundRect">
              <a:avLst>
                <a:gd name="adj" fmla="val 6628"/>
              </a:avLst>
            </a:prstGeom>
            <a:solidFill>
              <a:schemeClr val="accent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3000">
                <a:solidFill>
                  <a:srgbClr val="262626"/>
                </a:solidFill>
                <a:latin typeface="Quicksand"/>
                <a:ea typeface="Quicksand"/>
                <a:cs typeface="Quicksand"/>
                <a:sym typeface="Quicksand"/>
              </a:endParaRPr>
            </a:p>
          </p:txBody>
        </p:sp>
        <p:sp>
          <p:nvSpPr>
            <p:cNvPr id="456" name="Google Shape;456;p49"/>
            <p:cNvSpPr txBox="1"/>
            <p:nvPr/>
          </p:nvSpPr>
          <p:spPr>
            <a:xfrm>
              <a:off x="2117145" y="4951551"/>
              <a:ext cx="1984957" cy="55394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id" sz="2100" b="1">
                  <a:solidFill>
                    <a:schemeClr val="lt1"/>
                  </a:solidFill>
                  <a:latin typeface="Quicksand"/>
                  <a:ea typeface="Quicksand"/>
                  <a:cs typeface="Quicksand"/>
                  <a:sym typeface="Quicksand"/>
                </a:rPr>
                <a:t>+6654</a:t>
              </a:r>
              <a:endParaRPr sz="2100" b="1">
                <a:solidFill>
                  <a:schemeClr val="lt1"/>
                </a:solidFill>
                <a:latin typeface="Quicksand"/>
                <a:ea typeface="Quicksand"/>
                <a:cs typeface="Quicksand"/>
                <a:sym typeface="Quicksand"/>
              </a:endParaRPr>
            </a:p>
          </p:txBody>
        </p:sp>
        <p:sp>
          <p:nvSpPr>
            <p:cNvPr id="457" name="Google Shape;457;p49"/>
            <p:cNvSpPr txBox="1"/>
            <p:nvPr/>
          </p:nvSpPr>
          <p:spPr>
            <a:xfrm>
              <a:off x="2117147" y="4436028"/>
              <a:ext cx="2834557"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lt1"/>
                  </a:solidFill>
                  <a:latin typeface="Quicksand"/>
                  <a:ea typeface="Quicksand"/>
                  <a:cs typeface="Quicksand"/>
                  <a:sym typeface="Quicksand"/>
                </a:rPr>
                <a:t>Methods</a:t>
              </a:r>
              <a:endParaRPr sz="1200" b="1">
                <a:solidFill>
                  <a:schemeClr val="lt1"/>
                </a:solidFill>
                <a:latin typeface="Quicksand"/>
                <a:ea typeface="Quicksand"/>
                <a:cs typeface="Quicksand"/>
                <a:sym typeface="Quicksand"/>
              </a:endParaRPr>
            </a:p>
          </p:txBody>
        </p:sp>
        <p:sp>
          <p:nvSpPr>
            <p:cNvPr id="458" name="Google Shape;458;p49"/>
            <p:cNvSpPr txBox="1"/>
            <p:nvPr/>
          </p:nvSpPr>
          <p:spPr>
            <a:xfrm>
              <a:off x="2117146" y="4679870"/>
              <a:ext cx="2420000" cy="315471"/>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lt1"/>
                  </a:solidFill>
                  <a:latin typeface="Quicksand"/>
                  <a:ea typeface="Quicksand"/>
                  <a:cs typeface="Quicksand"/>
                  <a:sym typeface="Quicksand"/>
                </a:rPr>
                <a:t>Lorem Ipsum is the text.</a:t>
              </a:r>
              <a:endParaRPr sz="900">
                <a:solidFill>
                  <a:schemeClr val="lt1"/>
                </a:solidFill>
                <a:latin typeface="Quicksand"/>
                <a:ea typeface="Quicksand"/>
                <a:cs typeface="Quicksand"/>
                <a:sym typeface="Quicksand"/>
              </a:endParaRPr>
            </a:p>
          </p:txBody>
        </p:sp>
      </p:grpSp>
      <p:sp>
        <p:nvSpPr>
          <p:cNvPr id="459" name="Google Shape;459;p49"/>
          <p:cNvSpPr/>
          <p:nvPr/>
        </p:nvSpPr>
        <p:spPr>
          <a:xfrm>
            <a:off x="5470065" y="2504375"/>
            <a:ext cx="502481" cy="449484"/>
          </a:xfrm>
          <a:custGeom>
            <a:avLst/>
            <a:gdLst/>
            <a:ahLst/>
            <a:cxnLst/>
            <a:rect l="l" t="t" r="r" b="b"/>
            <a:pathLst>
              <a:path w="16128" h="14427" extrusionOk="0">
                <a:moveTo>
                  <a:pt x="6730" y="14059"/>
                </a:moveTo>
                <a:lnTo>
                  <a:pt x="6729" y="14050"/>
                </a:lnTo>
                <a:lnTo>
                  <a:pt x="6727" y="14026"/>
                </a:lnTo>
                <a:lnTo>
                  <a:pt x="6724" y="13989"/>
                </a:lnTo>
                <a:lnTo>
                  <a:pt x="6722" y="13938"/>
                </a:lnTo>
                <a:lnTo>
                  <a:pt x="6720" y="13876"/>
                </a:lnTo>
                <a:lnTo>
                  <a:pt x="6721" y="13805"/>
                </a:lnTo>
                <a:lnTo>
                  <a:pt x="6722" y="13766"/>
                </a:lnTo>
                <a:lnTo>
                  <a:pt x="6724" y="13725"/>
                </a:lnTo>
                <a:lnTo>
                  <a:pt x="6726" y="13682"/>
                </a:lnTo>
                <a:lnTo>
                  <a:pt x="6730" y="13639"/>
                </a:lnTo>
                <a:lnTo>
                  <a:pt x="6735" y="13593"/>
                </a:lnTo>
                <a:lnTo>
                  <a:pt x="6740" y="13547"/>
                </a:lnTo>
                <a:lnTo>
                  <a:pt x="6748" y="13500"/>
                </a:lnTo>
                <a:lnTo>
                  <a:pt x="6757" y="13452"/>
                </a:lnTo>
                <a:lnTo>
                  <a:pt x="6766" y="13403"/>
                </a:lnTo>
                <a:lnTo>
                  <a:pt x="6778" y="13355"/>
                </a:lnTo>
                <a:lnTo>
                  <a:pt x="6791" y="13306"/>
                </a:lnTo>
                <a:lnTo>
                  <a:pt x="6805" y="13256"/>
                </a:lnTo>
                <a:lnTo>
                  <a:pt x="6822" y="13207"/>
                </a:lnTo>
                <a:lnTo>
                  <a:pt x="6840" y="13159"/>
                </a:lnTo>
                <a:lnTo>
                  <a:pt x="6860" y="13111"/>
                </a:lnTo>
                <a:lnTo>
                  <a:pt x="6884" y="13064"/>
                </a:lnTo>
                <a:lnTo>
                  <a:pt x="6908" y="13018"/>
                </a:lnTo>
                <a:lnTo>
                  <a:pt x="6935" y="12972"/>
                </a:lnTo>
                <a:lnTo>
                  <a:pt x="6965" y="12928"/>
                </a:lnTo>
                <a:lnTo>
                  <a:pt x="6997" y="12886"/>
                </a:lnTo>
                <a:lnTo>
                  <a:pt x="15546" y="8492"/>
                </a:lnTo>
                <a:lnTo>
                  <a:pt x="15560" y="8486"/>
                </a:lnTo>
                <a:lnTo>
                  <a:pt x="15600" y="8470"/>
                </a:lnTo>
                <a:lnTo>
                  <a:pt x="15627" y="8457"/>
                </a:lnTo>
                <a:lnTo>
                  <a:pt x="15658" y="8442"/>
                </a:lnTo>
                <a:lnTo>
                  <a:pt x="15693" y="8424"/>
                </a:lnTo>
                <a:lnTo>
                  <a:pt x="15730" y="8402"/>
                </a:lnTo>
                <a:lnTo>
                  <a:pt x="15769" y="8377"/>
                </a:lnTo>
                <a:lnTo>
                  <a:pt x="15809" y="8349"/>
                </a:lnTo>
                <a:lnTo>
                  <a:pt x="15851" y="8316"/>
                </a:lnTo>
                <a:lnTo>
                  <a:pt x="15891" y="8281"/>
                </a:lnTo>
                <a:lnTo>
                  <a:pt x="15931" y="8243"/>
                </a:lnTo>
                <a:lnTo>
                  <a:pt x="15969" y="8201"/>
                </a:lnTo>
                <a:lnTo>
                  <a:pt x="16005" y="8154"/>
                </a:lnTo>
                <a:lnTo>
                  <a:pt x="16037" y="8104"/>
                </a:lnTo>
                <a:lnTo>
                  <a:pt x="16066" y="8051"/>
                </a:lnTo>
                <a:lnTo>
                  <a:pt x="16090" y="7992"/>
                </a:lnTo>
                <a:lnTo>
                  <a:pt x="16109" y="7931"/>
                </a:lnTo>
                <a:lnTo>
                  <a:pt x="16121" y="7864"/>
                </a:lnTo>
                <a:lnTo>
                  <a:pt x="16128" y="7794"/>
                </a:lnTo>
                <a:lnTo>
                  <a:pt x="16126" y="7719"/>
                </a:lnTo>
                <a:lnTo>
                  <a:pt x="16117" y="7641"/>
                </a:lnTo>
                <a:lnTo>
                  <a:pt x="16099" y="7557"/>
                </a:lnTo>
                <a:lnTo>
                  <a:pt x="16071" y="7470"/>
                </a:lnTo>
                <a:lnTo>
                  <a:pt x="16032" y="7377"/>
                </a:lnTo>
                <a:lnTo>
                  <a:pt x="15983" y="7279"/>
                </a:lnTo>
                <a:lnTo>
                  <a:pt x="15921" y="7178"/>
                </a:lnTo>
                <a:lnTo>
                  <a:pt x="15849" y="7071"/>
                </a:lnTo>
                <a:lnTo>
                  <a:pt x="15762" y="6958"/>
                </a:lnTo>
                <a:lnTo>
                  <a:pt x="15661" y="6842"/>
                </a:lnTo>
                <a:lnTo>
                  <a:pt x="15545" y="6720"/>
                </a:lnTo>
                <a:lnTo>
                  <a:pt x="15412" y="6585"/>
                </a:lnTo>
                <a:lnTo>
                  <a:pt x="15261" y="6429"/>
                </a:lnTo>
                <a:lnTo>
                  <a:pt x="15091" y="6254"/>
                </a:lnTo>
                <a:lnTo>
                  <a:pt x="14904" y="6061"/>
                </a:lnTo>
                <a:lnTo>
                  <a:pt x="14490" y="5630"/>
                </a:lnTo>
                <a:lnTo>
                  <a:pt x="14028" y="5151"/>
                </a:lnTo>
                <a:lnTo>
                  <a:pt x="13533" y="4634"/>
                </a:lnTo>
                <a:lnTo>
                  <a:pt x="13016" y="4094"/>
                </a:lnTo>
                <a:lnTo>
                  <a:pt x="12491" y="3544"/>
                </a:lnTo>
                <a:lnTo>
                  <a:pt x="11968" y="2995"/>
                </a:lnTo>
                <a:lnTo>
                  <a:pt x="11460" y="2462"/>
                </a:lnTo>
                <a:lnTo>
                  <a:pt x="10980" y="1958"/>
                </a:lnTo>
                <a:lnTo>
                  <a:pt x="10541" y="1496"/>
                </a:lnTo>
                <a:lnTo>
                  <a:pt x="10153" y="1088"/>
                </a:lnTo>
                <a:lnTo>
                  <a:pt x="9830" y="748"/>
                </a:lnTo>
                <a:lnTo>
                  <a:pt x="9584" y="489"/>
                </a:lnTo>
                <a:lnTo>
                  <a:pt x="9427" y="325"/>
                </a:lnTo>
                <a:lnTo>
                  <a:pt x="9372" y="267"/>
                </a:lnTo>
                <a:lnTo>
                  <a:pt x="9368" y="261"/>
                </a:lnTo>
                <a:lnTo>
                  <a:pt x="9356" y="244"/>
                </a:lnTo>
                <a:lnTo>
                  <a:pt x="9346" y="233"/>
                </a:lnTo>
                <a:lnTo>
                  <a:pt x="9334" y="218"/>
                </a:lnTo>
                <a:lnTo>
                  <a:pt x="9319" y="204"/>
                </a:lnTo>
                <a:lnTo>
                  <a:pt x="9302" y="188"/>
                </a:lnTo>
                <a:lnTo>
                  <a:pt x="9282" y="171"/>
                </a:lnTo>
                <a:lnTo>
                  <a:pt x="9258" y="153"/>
                </a:lnTo>
                <a:lnTo>
                  <a:pt x="9232" y="135"/>
                </a:lnTo>
                <a:lnTo>
                  <a:pt x="9203" y="118"/>
                </a:lnTo>
                <a:lnTo>
                  <a:pt x="9171" y="100"/>
                </a:lnTo>
                <a:lnTo>
                  <a:pt x="9136" y="83"/>
                </a:lnTo>
                <a:lnTo>
                  <a:pt x="9096" y="66"/>
                </a:lnTo>
                <a:lnTo>
                  <a:pt x="9054" y="51"/>
                </a:lnTo>
                <a:lnTo>
                  <a:pt x="9007" y="37"/>
                </a:lnTo>
                <a:lnTo>
                  <a:pt x="8957" y="25"/>
                </a:lnTo>
                <a:lnTo>
                  <a:pt x="8903" y="15"/>
                </a:lnTo>
                <a:lnTo>
                  <a:pt x="8845" y="7"/>
                </a:lnTo>
                <a:lnTo>
                  <a:pt x="8783" y="2"/>
                </a:lnTo>
                <a:lnTo>
                  <a:pt x="8717" y="0"/>
                </a:lnTo>
                <a:lnTo>
                  <a:pt x="8647" y="1"/>
                </a:lnTo>
                <a:lnTo>
                  <a:pt x="8571" y="6"/>
                </a:lnTo>
                <a:lnTo>
                  <a:pt x="8491" y="14"/>
                </a:lnTo>
                <a:lnTo>
                  <a:pt x="8408" y="26"/>
                </a:lnTo>
                <a:lnTo>
                  <a:pt x="8319" y="42"/>
                </a:lnTo>
                <a:lnTo>
                  <a:pt x="8225" y="63"/>
                </a:lnTo>
                <a:lnTo>
                  <a:pt x="8126" y="91"/>
                </a:lnTo>
                <a:lnTo>
                  <a:pt x="8023" y="122"/>
                </a:lnTo>
                <a:lnTo>
                  <a:pt x="7914" y="158"/>
                </a:lnTo>
                <a:lnTo>
                  <a:pt x="7799" y="201"/>
                </a:lnTo>
                <a:lnTo>
                  <a:pt x="7510" y="315"/>
                </a:lnTo>
                <a:lnTo>
                  <a:pt x="7120" y="467"/>
                </a:lnTo>
                <a:lnTo>
                  <a:pt x="6646" y="652"/>
                </a:lnTo>
                <a:lnTo>
                  <a:pt x="6103" y="864"/>
                </a:lnTo>
                <a:lnTo>
                  <a:pt x="5511" y="1096"/>
                </a:lnTo>
                <a:lnTo>
                  <a:pt x="4883" y="1341"/>
                </a:lnTo>
                <a:lnTo>
                  <a:pt x="4237" y="1594"/>
                </a:lnTo>
                <a:lnTo>
                  <a:pt x="3588" y="1846"/>
                </a:lnTo>
                <a:lnTo>
                  <a:pt x="2955" y="2094"/>
                </a:lnTo>
                <a:lnTo>
                  <a:pt x="2353" y="2330"/>
                </a:lnTo>
                <a:lnTo>
                  <a:pt x="1798" y="2546"/>
                </a:lnTo>
                <a:lnTo>
                  <a:pt x="1307" y="2737"/>
                </a:lnTo>
                <a:lnTo>
                  <a:pt x="897" y="2898"/>
                </a:lnTo>
                <a:lnTo>
                  <a:pt x="584" y="3020"/>
                </a:lnTo>
                <a:lnTo>
                  <a:pt x="383" y="3099"/>
                </a:lnTo>
                <a:lnTo>
                  <a:pt x="312" y="3126"/>
                </a:lnTo>
                <a:lnTo>
                  <a:pt x="307" y="3131"/>
                </a:lnTo>
                <a:lnTo>
                  <a:pt x="292" y="3145"/>
                </a:lnTo>
                <a:lnTo>
                  <a:pt x="281" y="3156"/>
                </a:lnTo>
                <a:lnTo>
                  <a:pt x="269" y="3169"/>
                </a:lnTo>
                <a:lnTo>
                  <a:pt x="255" y="3186"/>
                </a:lnTo>
                <a:lnTo>
                  <a:pt x="240" y="3205"/>
                </a:lnTo>
                <a:lnTo>
                  <a:pt x="224" y="3228"/>
                </a:lnTo>
                <a:lnTo>
                  <a:pt x="207" y="3254"/>
                </a:lnTo>
                <a:lnTo>
                  <a:pt x="190" y="3283"/>
                </a:lnTo>
                <a:lnTo>
                  <a:pt x="171" y="3315"/>
                </a:lnTo>
                <a:lnTo>
                  <a:pt x="153" y="3351"/>
                </a:lnTo>
                <a:lnTo>
                  <a:pt x="135" y="3391"/>
                </a:lnTo>
                <a:lnTo>
                  <a:pt x="117" y="3434"/>
                </a:lnTo>
                <a:lnTo>
                  <a:pt x="99" y="3481"/>
                </a:lnTo>
                <a:lnTo>
                  <a:pt x="83" y="3531"/>
                </a:lnTo>
                <a:lnTo>
                  <a:pt x="67" y="3586"/>
                </a:lnTo>
                <a:lnTo>
                  <a:pt x="51" y="3645"/>
                </a:lnTo>
                <a:lnTo>
                  <a:pt x="38" y="3709"/>
                </a:lnTo>
                <a:lnTo>
                  <a:pt x="27" y="3776"/>
                </a:lnTo>
                <a:lnTo>
                  <a:pt x="17" y="3848"/>
                </a:lnTo>
                <a:lnTo>
                  <a:pt x="9" y="3924"/>
                </a:lnTo>
                <a:lnTo>
                  <a:pt x="4" y="4005"/>
                </a:lnTo>
                <a:lnTo>
                  <a:pt x="1" y="4091"/>
                </a:lnTo>
                <a:lnTo>
                  <a:pt x="0" y="4182"/>
                </a:lnTo>
                <a:lnTo>
                  <a:pt x="3" y="4276"/>
                </a:lnTo>
                <a:lnTo>
                  <a:pt x="9" y="4377"/>
                </a:lnTo>
                <a:lnTo>
                  <a:pt x="18" y="4483"/>
                </a:lnTo>
                <a:lnTo>
                  <a:pt x="31" y="4595"/>
                </a:lnTo>
                <a:lnTo>
                  <a:pt x="47" y="4710"/>
                </a:lnTo>
                <a:lnTo>
                  <a:pt x="69" y="4832"/>
                </a:lnTo>
                <a:lnTo>
                  <a:pt x="108" y="4976"/>
                </a:lnTo>
                <a:lnTo>
                  <a:pt x="179" y="5157"/>
                </a:lnTo>
                <a:lnTo>
                  <a:pt x="281" y="5372"/>
                </a:lnTo>
                <a:lnTo>
                  <a:pt x="409" y="5616"/>
                </a:lnTo>
                <a:lnTo>
                  <a:pt x="563" y="5890"/>
                </a:lnTo>
                <a:lnTo>
                  <a:pt x="741" y="6189"/>
                </a:lnTo>
                <a:lnTo>
                  <a:pt x="939" y="6511"/>
                </a:lnTo>
                <a:lnTo>
                  <a:pt x="1157" y="6854"/>
                </a:lnTo>
                <a:lnTo>
                  <a:pt x="1391" y="7214"/>
                </a:lnTo>
                <a:lnTo>
                  <a:pt x="1639" y="7590"/>
                </a:lnTo>
                <a:lnTo>
                  <a:pt x="1900" y="7976"/>
                </a:lnTo>
                <a:lnTo>
                  <a:pt x="2171" y="8373"/>
                </a:lnTo>
                <a:lnTo>
                  <a:pt x="2450" y="8776"/>
                </a:lnTo>
                <a:lnTo>
                  <a:pt x="2735" y="9184"/>
                </a:lnTo>
                <a:lnTo>
                  <a:pt x="3023" y="9593"/>
                </a:lnTo>
                <a:lnTo>
                  <a:pt x="3313" y="10002"/>
                </a:lnTo>
                <a:lnTo>
                  <a:pt x="3603" y="10405"/>
                </a:lnTo>
                <a:lnTo>
                  <a:pt x="3889" y="10803"/>
                </a:lnTo>
                <a:lnTo>
                  <a:pt x="4170" y="11190"/>
                </a:lnTo>
                <a:lnTo>
                  <a:pt x="4444" y="11567"/>
                </a:lnTo>
                <a:lnTo>
                  <a:pt x="4708" y="11928"/>
                </a:lnTo>
                <a:lnTo>
                  <a:pt x="4961" y="12273"/>
                </a:lnTo>
                <a:lnTo>
                  <a:pt x="5200" y="12597"/>
                </a:lnTo>
                <a:lnTo>
                  <a:pt x="5424" y="12898"/>
                </a:lnTo>
                <a:lnTo>
                  <a:pt x="5814" y="13422"/>
                </a:lnTo>
                <a:lnTo>
                  <a:pt x="6114" y="13823"/>
                </a:lnTo>
                <a:lnTo>
                  <a:pt x="6307" y="14080"/>
                </a:lnTo>
                <a:lnTo>
                  <a:pt x="6375" y="14169"/>
                </a:lnTo>
                <a:lnTo>
                  <a:pt x="6378" y="14176"/>
                </a:lnTo>
                <a:lnTo>
                  <a:pt x="6389" y="14193"/>
                </a:lnTo>
                <a:lnTo>
                  <a:pt x="6396" y="14206"/>
                </a:lnTo>
                <a:lnTo>
                  <a:pt x="6406" y="14220"/>
                </a:lnTo>
                <a:lnTo>
                  <a:pt x="6419" y="14235"/>
                </a:lnTo>
                <a:lnTo>
                  <a:pt x="6433" y="14251"/>
                </a:lnTo>
                <a:lnTo>
                  <a:pt x="6450" y="14269"/>
                </a:lnTo>
                <a:lnTo>
                  <a:pt x="6469" y="14286"/>
                </a:lnTo>
                <a:lnTo>
                  <a:pt x="6492" y="14304"/>
                </a:lnTo>
                <a:lnTo>
                  <a:pt x="6516" y="14322"/>
                </a:lnTo>
                <a:lnTo>
                  <a:pt x="6544" y="14339"/>
                </a:lnTo>
                <a:lnTo>
                  <a:pt x="6574" y="14357"/>
                </a:lnTo>
                <a:lnTo>
                  <a:pt x="6607" y="14373"/>
                </a:lnTo>
                <a:lnTo>
                  <a:pt x="6645" y="14387"/>
                </a:lnTo>
                <a:lnTo>
                  <a:pt x="6685" y="14400"/>
                </a:lnTo>
                <a:lnTo>
                  <a:pt x="6728" y="14410"/>
                </a:lnTo>
                <a:lnTo>
                  <a:pt x="6775" y="14418"/>
                </a:lnTo>
                <a:lnTo>
                  <a:pt x="6825" y="14424"/>
                </a:lnTo>
                <a:lnTo>
                  <a:pt x="6880" y="14427"/>
                </a:lnTo>
                <a:lnTo>
                  <a:pt x="6938" y="14426"/>
                </a:lnTo>
                <a:lnTo>
                  <a:pt x="7000" y="14422"/>
                </a:lnTo>
                <a:lnTo>
                  <a:pt x="7066" y="14414"/>
                </a:lnTo>
                <a:lnTo>
                  <a:pt x="7136" y="14402"/>
                </a:lnTo>
                <a:lnTo>
                  <a:pt x="7210" y="14385"/>
                </a:lnTo>
                <a:lnTo>
                  <a:pt x="7289" y="14363"/>
                </a:lnTo>
                <a:lnTo>
                  <a:pt x="7373" y="14336"/>
                </a:lnTo>
                <a:lnTo>
                  <a:pt x="7460" y="14303"/>
                </a:lnTo>
                <a:lnTo>
                  <a:pt x="7552" y="14265"/>
                </a:lnTo>
                <a:lnTo>
                  <a:pt x="7650" y="14221"/>
                </a:lnTo>
                <a:lnTo>
                  <a:pt x="7752" y="14169"/>
                </a:lnTo>
                <a:lnTo>
                  <a:pt x="8057" y="14012"/>
                </a:lnTo>
                <a:lnTo>
                  <a:pt x="8457" y="13805"/>
                </a:lnTo>
                <a:lnTo>
                  <a:pt x="8936" y="13556"/>
                </a:lnTo>
                <a:lnTo>
                  <a:pt x="9476" y="13274"/>
                </a:lnTo>
                <a:lnTo>
                  <a:pt x="10065" y="12967"/>
                </a:lnTo>
                <a:lnTo>
                  <a:pt x="10685" y="12644"/>
                </a:lnTo>
                <a:lnTo>
                  <a:pt x="11320" y="12313"/>
                </a:lnTo>
                <a:lnTo>
                  <a:pt x="11956" y="11982"/>
                </a:lnTo>
                <a:lnTo>
                  <a:pt x="12575" y="11658"/>
                </a:lnTo>
                <a:lnTo>
                  <a:pt x="13162" y="11351"/>
                </a:lnTo>
                <a:lnTo>
                  <a:pt x="13704" y="11069"/>
                </a:lnTo>
                <a:lnTo>
                  <a:pt x="14181" y="10819"/>
                </a:lnTo>
                <a:lnTo>
                  <a:pt x="14580" y="10611"/>
                </a:lnTo>
                <a:lnTo>
                  <a:pt x="14884" y="10452"/>
                </a:lnTo>
                <a:lnTo>
                  <a:pt x="15079" y="10350"/>
                </a:lnTo>
                <a:lnTo>
                  <a:pt x="15146" y="10314"/>
                </a:lnTo>
                <a:lnTo>
                  <a:pt x="15155" y="10309"/>
                </a:lnTo>
                <a:lnTo>
                  <a:pt x="15179" y="10291"/>
                </a:lnTo>
                <a:lnTo>
                  <a:pt x="15197" y="10279"/>
                </a:lnTo>
                <a:lnTo>
                  <a:pt x="15216" y="10264"/>
                </a:lnTo>
                <a:lnTo>
                  <a:pt x="15238" y="10247"/>
                </a:lnTo>
                <a:lnTo>
                  <a:pt x="15261" y="10226"/>
                </a:lnTo>
                <a:lnTo>
                  <a:pt x="15286" y="10203"/>
                </a:lnTo>
                <a:lnTo>
                  <a:pt x="15313" y="10178"/>
                </a:lnTo>
                <a:lnTo>
                  <a:pt x="15339" y="10149"/>
                </a:lnTo>
                <a:lnTo>
                  <a:pt x="15366" y="10117"/>
                </a:lnTo>
                <a:lnTo>
                  <a:pt x="15392" y="10084"/>
                </a:lnTo>
                <a:lnTo>
                  <a:pt x="15418" y="10047"/>
                </a:lnTo>
                <a:lnTo>
                  <a:pt x="15443" y="10008"/>
                </a:lnTo>
                <a:lnTo>
                  <a:pt x="15466" y="9966"/>
                </a:lnTo>
                <a:lnTo>
                  <a:pt x="15487" y="9921"/>
                </a:lnTo>
                <a:lnTo>
                  <a:pt x="15506" y="9874"/>
                </a:lnTo>
                <a:lnTo>
                  <a:pt x="15522" y="9824"/>
                </a:lnTo>
                <a:lnTo>
                  <a:pt x="15536" y="9771"/>
                </a:lnTo>
                <a:lnTo>
                  <a:pt x="15545" y="9717"/>
                </a:lnTo>
                <a:lnTo>
                  <a:pt x="15551" y="9658"/>
                </a:lnTo>
                <a:lnTo>
                  <a:pt x="15552" y="9598"/>
                </a:lnTo>
                <a:lnTo>
                  <a:pt x="15549" y="9534"/>
                </a:lnTo>
                <a:lnTo>
                  <a:pt x="15540" y="9469"/>
                </a:lnTo>
                <a:lnTo>
                  <a:pt x="15526" y="9401"/>
                </a:lnTo>
                <a:lnTo>
                  <a:pt x="15507" y="9329"/>
                </a:lnTo>
                <a:lnTo>
                  <a:pt x="15480" y="9256"/>
                </a:lnTo>
                <a:lnTo>
                  <a:pt x="15447" y="9179"/>
                </a:lnTo>
                <a:lnTo>
                  <a:pt x="15406" y="9101"/>
                </a:lnTo>
                <a:lnTo>
                  <a:pt x="15358" y="9019"/>
                </a:lnTo>
                <a:lnTo>
                  <a:pt x="15301" y="8934"/>
                </a:lnTo>
                <a:lnTo>
                  <a:pt x="15147" y="9760"/>
                </a:lnTo>
                <a:lnTo>
                  <a:pt x="6730" y="14059"/>
                </a:lnTo>
                <a:close/>
              </a:path>
            </a:pathLst>
          </a:custGeom>
          <a:solidFill>
            <a:schemeClr val="lt1"/>
          </a:solidFill>
          <a:ln>
            <a:noFill/>
          </a:ln>
          <a:effectLst>
            <a:outerShdw blurRad="381000" dist="444500" dir="8100000" sx="90000" sy="90000" algn="tr" rotWithShape="0">
              <a:schemeClr val="accent6">
                <a:alpha val="9803"/>
              </a:schemeClr>
            </a:outerShdw>
          </a:effectLst>
        </p:spPr>
        <p:txBody>
          <a:bodyPr spcFirstLastPara="1" wrap="square" lIns="67500" tIns="35100" rIns="67500" bIns="35100" anchor="ctr" anchorCtr="0">
            <a:noAutofit/>
          </a:bodyPr>
          <a:lstStyle/>
          <a:p>
            <a:pPr marL="0" marR="0" lvl="0" indent="0" algn="l" rtl="0">
              <a:spcBef>
                <a:spcPts val="0"/>
              </a:spcBef>
              <a:spcAft>
                <a:spcPts val="0"/>
              </a:spcAft>
              <a:buNone/>
            </a:pPr>
            <a:endParaRPr sz="900" b="1">
              <a:solidFill>
                <a:schemeClr val="lt1"/>
              </a:solidFill>
              <a:latin typeface="Montserrat"/>
              <a:ea typeface="Montserrat"/>
              <a:cs typeface="Montserrat"/>
              <a:sym typeface="Montserrat"/>
            </a:endParaRPr>
          </a:p>
        </p:txBody>
      </p:sp>
      <p:sp>
        <p:nvSpPr>
          <p:cNvPr id="460" name="Google Shape;460;p49"/>
          <p:cNvSpPr/>
          <p:nvPr/>
        </p:nvSpPr>
        <p:spPr>
          <a:xfrm rot="-1721402">
            <a:off x="292445" y="4224515"/>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461" name="Google Shape;461;p49"/>
          <p:cNvSpPr/>
          <p:nvPr/>
        </p:nvSpPr>
        <p:spPr>
          <a:xfrm>
            <a:off x="1025362" y="360894"/>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462" name="Google Shape;462;p49"/>
          <p:cNvSpPr/>
          <p:nvPr/>
        </p:nvSpPr>
        <p:spPr>
          <a:xfrm rot="-4211805">
            <a:off x="8097466" y="1083518"/>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pic>
        <p:nvPicPr>
          <p:cNvPr id="468" name="Google Shape;468;p50"/>
          <p:cNvPicPr preferRelativeResize="0"/>
          <p:nvPr/>
        </p:nvPicPr>
        <p:blipFill rotWithShape="1">
          <a:blip r:embed="rId3">
            <a:alphaModFix/>
          </a:blip>
          <a:srcRect t="20380" b="20379"/>
          <a:stretch/>
        </p:blipFill>
        <p:spPr>
          <a:xfrm>
            <a:off x="625079" y="0"/>
            <a:ext cx="7010400" cy="2336006"/>
          </a:xfrm>
          <a:custGeom>
            <a:avLst/>
            <a:gdLst/>
            <a:ahLst/>
            <a:cxnLst/>
            <a:rect l="l" t="t" r="r" b="b"/>
            <a:pathLst>
              <a:path w="9347204" h="3115165" extrusionOk="0">
                <a:moveTo>
                  <a:pt x="1" y="0"/>
                </a:moveTo>
                <a:lnTo>
                  <a:pt x="9347204" y="0"/>
                </a:lnTo>
                <a:lnTo>
                  <a:pt x="9347204" y="1557582"/>
                </a:lnTo>
                <a:cubicBezTo>
                  <a:pt x="9347204" y="2417811"/>
                  <a:pt x="8649850" y="3115165"/>
                  <a:pt x="7789621" y="3115165"/>
                </a:cubicBezTo>
                <a:lnTo>
                  <a:pt x="1557583" y="3115165"/>
                </a:lnTo>
                <a:cubicBezTo>
                  <a:pt x="697354" y="3115165"/>
                  <a:pt x="0" y="2417811"/>
                  <a:pt x="0" y="1557582"/>
                </a:cubicBezTo>
                <a:cubicBezTo>
                  <a:pt x="0" y="1038388"/>
                  <a:pt x="1" y="519194"/>
                  <a:pt x="1" y="0"/>
                </a:cubicBezTo>
                <a:close/>
              </a:path>
            </a:pathLst>
          </a:custGeom>
          <a:noFill/>
          <a:ln>
            <a:noFill/>
          </a:ln>
        </p:spPr>
      </p:pic>
      <p:pic>
        <p:nvPicPr>
          <p:cNvPr id="469" name="Google Shape;469;p50"/>
          <p:cNvPicPr preferRelativeResize="0"/>
          <p:nvPr/>
        </p:nvPicPr>
        <p:blipFill rotWithShape="1">
          <a:blip r:embed="rId4">
            <a:alphaModFix/>
          </a:blip>
          <a:srcRect/>
          <a:stretch/>
        </p:blipFill>
        <p:spPr>
          <a:xfrm rot="-2145138">
            <a:off x="6290197" y="1784565"/>
            <a:ext cx="1071726" cy="896660"/>
          </a:xfrm>
          <a:prstGeom prst="rect">
            <a:avLst/>
          </a:prstGeom>
          <a:noFill/>
          <a:ln>
            <a:noFill/>
          </a:ln>
        </p:spPr>
      </p:pic>
      <p:sp>
        <p:nvSpPr>
          <p:cNvPr id="470" name="Google Shape;470;p50"/>
          <p:cNvSpPr txBox="1"/>
          <p:nvPr/>
        </p:nvSpPr>
        <p:spPr>
          <a:xfrm>
            <a:off x="1281157" y="2476092"/>
            <a:ext cx="3757151" cy="623248"/>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3600" b="1">
                <a:solidFill>
                  <a:schemeClr val="accent4"/>
                </a:solidFill>
                <a:latin typeface="Quicksand"/>
                <a:ea typeface="Quicksand"/>
                <a:cs typeface="Quicksand"/>
                <a:sym typeface="Quicksand"/>
              </a:rPr>
              <a:t>Methodology</a:t>
            </a:r>
            <a:endParaRPr sz="3600" b="1">
              <a:solidFill>
                <a:schemeClr val="accent4"/>
              </a:solidFill>
              <a:latin typeface="IBM Plex Sans"/>
              <a:ea typeface="IBM Plex Sans"/>
              <a:cs typeface="IBM Plex Sans"/>
              <a:sym typeface="IBM Plex Sans"/>
            </a:endParaRPr>
          </a:p>
        </p:txBody>
      </p:sp>
      <p:grpSp>
        <p:nvGrpSpPr>
          <p:cNvPr id="471" name="Google Shape;471;p50"/>
          <p:cNvGrpSpPr/>
          <p:nvPr/>
        </p:nvGrpSpPr>
        <p:grpSpPr>
          <a:xfrm>
            <a:off x="1281158" y="3099340"/>
            <a:ext cx="6075918" cy="1016885"/>
            <a:chOff x="1784456" y="4703179"/>
            <a:chExt cx="8101224" cy="1355846"/>
          </a:xfrm>
        </p:grpSpPr>
        <p:sp>
          <p:nvSpPr>
            <p:cNvPr id="472" name="Google Shape;472;p50"/>
            <p:cNvSpPr/>
            <p:nvPr/>
          </p:nvSpPr>
          <p:spPr>
            <a:xfrm>
              <a:off x="1784456" y="5023357"/>
              <a:ext cx="8101224" cy="1035668"/>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None/>
              </a:pPr>
              <a:r>
                <a:rPr lang="id" sz="900">
                  <a:solidFill>
                    <a:srgbClr val="262626"/>
                  </a:solidFill>
                  <a:latin typeface="Quicksand"/>
                  <a:ea typeface="Quicksand"/>
                  <a:cs typeface="Quicksand"/>
                  <a:sym typeface="Quicksand"/>
                </a:rPr>
                <a:t>Lorem ipsum dolor sit amet, consectetur adipiscing elit, sed do eiusmod tempor incididunt ut labore et dolore magna aliqua. Ut enim ad minim veniam, quis nostrud exercitation ullamco laboris nisi ut aliquip ex ea commodo consequat. Lorem ipsum dolor sit amet, consectetur adipiscing elit, sed do eiusmod tempor incididunt ut labore</a:t>
              </a:r>
              <a:endParaRPr sz="900">
                <a:solidFill>
                  <a:srgbClr val="262626"/>
                </a:solidFill>
                <a:latin typeface="Quicksand"/>
                <a:ea typeface="Quicksand"/>
                <a:cs typeface="Quicksand"/>
                <a:sym typeface="Quicksand"/>
              </a:endParaRPr>
            </a:p>
          </p:txBody>
        </p:sp>
        <p:sp>
          <p:nvSpPr>
            <p:cNvPr id="473" name="Google Shape;473;p50"/>
            <p:cNvSpPr/>
            <p:nvPr/>
          </p:nvSpPr>
          <p:spPr>
            <a:xfrm>
              <a:off x="1784456" y="4703179"/>
              <a:ext cx="2893273" cy="338554"/>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id" sz="1200" b="1">
                  <a:solidFill>
                    <a:schemeClr val="accent4"/>
                  </a:solidFill>
                  <a:latin typeface="Quicksand"/>
                  <a:ea typeface="Quicksand"/>
                  <a:cs typeface="Quicksand"/>
                  <a:sym typeface="Quicksand"/>
                </a:rPr>
                <a:t>Subtitle Here</a:t>
              </a:r>
              <a:endParaRPr sz="1200" b="1">
                <a:solidFill>
                  <a:schemeClr val="accent4"/>
                </a:solidFill>
                <a:latin typeface="Quicksand"/>
                <a:ea typeface="Quicksand"/>
                <a:cs typeface="Quicksand"/>
                <a:sym typeface="Quicksand"/>
              </a:endParaRPr>
            </a:p>
          </p:txBody>
        </p:sp>
      </p:grpSp>
      <p:sp>
        <p:nvSpPr>
          <p:cNvPr id="474" name="Google Shape;474;p50"/>
          <p:cNvSpPr/>
          <p:nvPr/>
        </p:nvSpPr>
        <p:spPr>
          <a:xfrm>
            <a:off x="6104038" y="4205086"/>
            <a:ext cx="1065962" cy="251662"/>
          </a:xfrm>
          <a:prstGeom prst="roundRect">
            <a:avLst>
              <a:gd name="adj" fmla="val 50000"/>
            </a:avLst>
          </a:prstGeom>
          <a:no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900"/>
              <a:buFont typeface="Quicksand"/>
              <a:buNone/>
            </a:pPr>
            <a:r>
              <a:rPr lang="id" sz="900">
                <a:solidFill>
                  <a:schemeClr val="dk1"/>
                </a:solidFill>
                <a:latin typeface="Quicksand"/>
                <a:ea typeface="Quicksand"/>
                <a:cs typeface="Quicksand"/>
                <a:sym typeface="Quicksand"/>
              </a:rPr>
              <a:t>Learn More</a:t>
            </a:r>
            <a:endParaRPr sz="1400">
              <a:solidFill>
                <a:schemeClr val="dk1"/>
              </a:solidFill>
              <a:latin typeface="Quicksand"/>
              <a:ea typeface="Quicksand"/>
              <a:cs typeface="Quicksand"/>
              <a:sym typeface="Quicksand"/>
            </a:endParaRPr>
          </a:p>
        </p:txBody>
      </p:sp>
      <p:sp>
        <p:nvSpPr>
          <p:cNvPr id="475" name="Google Shape;475;p50"/>
          <p:cNvSpPr/>
          <p:nvPr/>
        </p:nvSpPr>
        <p:spPr>
          <a:xfrm rot="-1721402">
            <a:off x="8359401" y="4261681"/>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476" name="Google Shape;476;p50"/>
          <p:cNvSpPr/>
          <p:nvPr/>
        </p:nvSpPr>
        <p:spPr>
          <a:xfrm rot="-4211805">
            <a:off x="3381890" y="4487701"/>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477" name="Google Shape;477;p50"/>
          <p:cNvSpPr/>
          <p:nvPr/>
        </p:nvSpPr>
        <p:spPr>
          <a:xfrm>
            <a:off x="388012" y="2071973"/>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pic>
        <p:nvPicPr>
          <p:cNvPr id="482" name="Google Shape;482;p51"/>
          <p:cNvPicPr preferRelativeResize="0"/>
          <p:nvPr/>
        </p:nvPicPr>
        <p:blipFill rotWithShape="1">
          <a:blip r:embed="rId3">
            <a:alphaModFix/>
          </a:blip>
          <a:srcRect l="34450" r="34450"/>
          <a:stretch/>
        </p:blipFill>
        <p:spPr>
          <a:xfrm>
            <a:off x="5826919" y="2218135"/>
            <a:ext cx="1618060" cy="2926556"/>
          </a:xfrm>
          <a:prstGeom prst="round2SameRect">
            <a:avLst>
              <a:gd name="adj1" fmla="val 50000"/>
              <a:gd name="adj2" fmla="val 0"/>
            </a:avLst>
          </a:prstGeom>
          <a:noFill/>
          <a:ln>
            <a:noFill/>
          </a:ln>
        </p:spPr>
      </p:pic>
      <p:pic>
        <p:nvPicPr>
          <p:cNvPr id="483" name="Google Shape;483;p51"/>
          <p:cNvPicPr preferRelativeResize="0"/>
          <p:nvPr/>
        </p:nvPicPr>
        <p:blipFill rotWithShape="1">
          <a:blip r:embed="rId3">
            <a:alphaModFix/>
          </a:blip>
          <a:srcRect l="32774" r="32773"/>
          <a:stretch/>
        </p:blipFill>
        <p:spPr>
          <a:xfrm>
            <a:off x="3563541" y="1651397"/>
            <a:ext cx="2139553" cy="3493294"/>
          </a:xfrm>
          <a:custGeom>
            <a:avLst/>
            <a:gdLst/>
            <a:ahLst/>
            <a:cxnLst/>
            <a:rect l="l" t="t" r="r" b="b"/>
            <a:pathLst>
              <a:path w="2852822" h="4657478" extrusionOk="0">
                <a:moveTo>
                  <a:pt x="1426411" y="0"/>
                </a:moveTo>
                <a:cubicBezTo>
                  <a:pt x="2214196" y="0"/>
                  <a:pt x="2852822" y="638626"/>
                  <a:pt x="2852822" y="1426411"/>
                </a:cubicBezTo>
                <a:cubicBezTo>
                  <a:pt x="2852822" y="2503433"/>
                  <a:pt x="2852821" y="3580456"/>
                  <a:pt x="2852821" y="4657478"/>
                </a:cubicBezTo>
                <a:lnTo>
                  <a:pt x="0" y="4657478"/>
                </a:lnTo>
                <a:lnTo>
                  <a:pt x="0" y="1426411"/>
                </a:lnTo>
                <a:cubicBezTo>
                  <a:pt x="0" y="638626"/>
                  <a:pt x="638626" y="0"/>
                  <a:pt x="1426411" y="0"/>
                </a:cubicBezTo>
                <a:close/>
              </a:path>
            </a:pathLst>
          </a:custGeom>
          <a:noFill/>
          <a:ln>
            <a:noFill/>
          </a:ln>
        </p:spPr>
      </p:pic>
      <p:pic>
        <p:nvPicPr>
          <p:cNvPr id="484" name="Google Shape;484;p51"/>
          <p:cNvPicPr preferRelativeResize="0"/>
          <p:nvPr/>
        </p:nvPicPr>
        <p:blipFill rotWithShape="1">
          <a:blip r:embed="rId3">
            <a:alphaModFix/>
          </a:blip>
          <a:srcRect l="31737" r="31737"/>
          <a:stretch/>
        </p:blipFill>
        <p:spPr>
          <a:xfrm>
            <a:off x="1726406" y="2530078"/>
            <a:ext cx="1697831" cy="2614613"/>
          </a:xfrm>
          <a:custGeom>
            <a:avLst/>
            <a:gdLst/>
            <a:ahLst/>
            <a:cxnLst/>
            <a:rect l="l" t="t" r="r" b="b"/>
            <a:pathLst>
              <a:path w="2264580" h="3486630" extrusionOk="0">
                <a:moveTo>
                  <a:pt x="1132290" y="0"/>
                </a:moveTo>
                <a:cubicBezTo>
                  <a:pt x="1757636" y="0"/>
                  <a:pt x="2264580" y="506944"/>
                  <a:pt x="2264580" y="1132290"/>
                </a:cubicBezTo>
                <a:lnTo>
                  <a:pt x="2264580" y="3486630"/>
                </a:lnTo>
                <a:lnTo>
                  <a:pt x="0" y="3486630"/>
                </a:lnTo>
                <a:lnTo>
                  <a:pt x="0" y="1132290"/>
                </a:lnTo>
                <a:cubicBezTo>
                  <a:pt x="0" y="506944"/>
                  <a:pt x="506944" y="0"/>
                  <a:pt x="1132290" y="0"/>
                </a:cubicBezTo>
                <a:close/>
              </a:path>
            </a:pathLst>
          </a:custGeom>
          <a:noFill/>
          <a:ln>
            <a:noFill/>
          </a:ln>
        </p:spPr>
      </p:pic>
      <p:pic>
        <p:nvPicPr>
          <p:cNvPr id="485" name="Google Shape;485;p51"/>
          <p:cNvPicPr preferRelativeResize="0"/>
          <p:nvPr/>
        </p:nvPicPr>
        <p:blipFill rotWithShape="1">
          <a:blip r:embed="rId3">
            <a:alphaModFix/>
          </a:blip>
          <a:srcRect l="32782" r="32782"/>
          <a:stretch/>
        </p:blipFill>
        <p:spPr>
          <a:xfrm>
            <a:off x="0" y="2536031"/>
            <a:ext cx="1601391" cy="2615803"/>
          </a:xfrm>
          <a:custGeom>
            <a:avLst/>
            <a:gdLst/>
            <a:ahLst/>
            <a:cxnLst/>
            <a:rect l="l" t="t" r="r" b="b"/>
            <a:pathLst>
              <a:path w="2135648" h="3486630" extrusionOk="0">
                <a:moveTo>
                  <a:pt x="0" y="0"/>
                </a:moveTo>
                <a:lnTo>
                  <a:pt x="1067824" y="0"/>
                </a:lnTo>
                <a:cubicBezTo>
                  <a:pt x="1657567" y="0"/>
                  <a:pt x="2135648" y="478081"/>
                  <a:pt x="2135648" y="1067824"/>
                </a:cubicBezTo>
                <a:lnTo>
                  <a:pt x="2135648" y="3486630"/>
                </a:lnTo>
                <a:lnTo>
                  <a:pt x="0" y="3486630"/>
                </a:lnTo>
                <a:close/>
              </a:path>
            </a:pathLst>
          </a:custGeom>
          <a:noFill/>
          <a:ln>
            <a:noFill/>
          </a:ln>
        </p:spPr>
      </p:pic>
      <p:pic>
        <p:nvPicPr>
          <p:cNvPr id="486" name="Google Shape;486;p51"/>
          <p:cNvPicPr preferRelativeResize="0"/>
          <p:nvPr/>
        </p:nvPicPr>
        <p:blipFill rotWithShape="1">
          <a:blip r:embed="rId3">
            <a:alphaModFix/>
          </a:blip>
          <a:srcRect l="35171" r="35170"/>
          <a:stretch/>
        </p:blipFill>
        <p:spPr>
          <a:xfrm>
            <a:off x="7603331" y="2216944"/>
            <a:ext cx="1543050" cy="2926556"/>
          </a:xfrm>
          <a:custGeom>
            <a:avLst/>
            <a:gdLst/>
            <a:ahLst/>
            <a:cxnLst/>
            <a:rect l="l" t="t" r="r" b="b"/>
            <a:pathLst>
              <a:path w="2057518" h="3901833" extrusionOk="0">
                <a:moveTo>
                  <a:pt x="1028759" y="0"/>
                </a:moveTo>
                <a:lnTo>
                  <a:pt x="1917929" y="0"/>
                </a:lnTo>
                <a:lnTo>
                  <a:pt x="1967672" y="96207"/>
                </a:lnTo>
                <a:cubicBezTo>
                  <a:pt x="1988020" y="139768"/>
                  <a:pt x="2006957" y="184822"/>
                  <a:pt x="2024388" y="231230"/>
                </a:cubicBezTo>
                <a:lnTo>
                  <a:pt x="2057518" y="330698"/>
                </a:lnTo>
                <a:lnTo>
                  <a:pt x="2057518" y="3901833"/>
                </a:lnTo>
                <a:lnTo>
                  <a:pt x="0" y="3901833"/>
                </a:lnTo>
                <a:lnTo>
                  <a:pt x="0" y="1028759"/>
                </a:lnTo>
                <a:cubicBezTo>
                  <a:pt x="0" y="460591"/>
                  <a:pt x="460591" y="0"/>
                  <a:pt x="1028759" y="0"/>
                </a:cubicBezTo>
                <a:close/>
              </a:path>
            </a:pathLst>
          </a:custGeom>
          <a:noFill/>
          <a:ln>
            <a:noFill/>
          </a:ln>
        </p:spPr>
      </p:pic>
      <p:pic>
        <p:nvPicPr>
          <p:cNvPr id="487" name="Google Shape;487;p51"/>
          <p:cNvPicPr preferRelativeResize="0"/>
          <p:nvPr/>
        </p:nvPicPr>
        <p:blipFill rotWithShape="1">
          <a:blip r:embed="rId4">
            <a:alphaModFix/>
          </a:blip>
          <a:srcRect/>
          <a:stretch/>
        </p:blipFill>
        <p:spPr>
          <a:xfrm rot="1865307">
            <a:off x="7445821" y="1910864"/>
            <a:ext cx="1071726" cy="896660"/>
          </a:xfrm>
          <a:prstGeom prst="rect">
            <a:avLst/>
          </a:prstGeom>
          <a:noFill/>
          <a:ln>
            <a:noFill/>
          </a:ln>
        </p:spPr>
      </p:pic>
      <p:pic>
        <p:nvPicPr>
          <p:cNvPr id="488" name="Google Shape;488;p51"/>
          <p:cNvPicPr preferRelativeResize="0"/>
          <p:nvPr/>
        </p:nvPicPr>
        <p:blipFill rotWithShape="1">
          <a:blip r:embed="rId4">
            <a:alphaModFix/>
          </a:blip>
          <a:srcRect/>
          <a:stretch/>
        </p:blipFill>
        <p:spPr>
          <a:xfrm rot="790771">
            <a:off x="1524421" y="2316756"/>
            <a:ext cx="1071726" cy="896660"/>
          </a:xfrm>
          <a:prstGeom prst="rect">
            <a:avLst/>
          </a:prstGeom>
          <a:noFill/>
          <a:ln>
            <a:noFill/>
          </a:ln>
        </p:spPr>
      </p:pic>
      <p:grpSp>
        <p:nvGrpSpPr>
          <p:cNvPr id="489" name="Google Shape;489;p51"/>
          <p:cNvGrpSpPr/>
          <p:nvPr/>
        </p:nvGrpSpPr>
        <p:grpSpPr>
          <a:xfrm>
            <a:off x="836652" y="639895"/>
            <a:ext cx="3215751" cy="1550272"/>
            <a:chOff x="1171345" y="1641061"/>
            <a:chExt cx="4460529" cy="2067029"/>
          </a:xfrm>
        </p:grpSpPr>
        <p:sp>
          <p:nvSpPr>
            <p:cNvPr id="490" name="Google Shape;490;p51"/>
            <p:cNvSpPr/>
            <p:nvPr/>
          </p:nvSpPr>
          <p:spPr>
            <a:xfrm>
              <a:off x="1171345" y="1641061"/>
              <a:ext cx="4460529" cy="156966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id" sz="3600" b="1">
                  <a:solidFill>
                    <a:schemeClr val="accent5"/>
                  </a:solidFill>
                  <a:latin typeface="Quicksand"/>
                  <a:ea typeface="Quicksand"/>
                  <a:cs typeface="Quicksand"/>
                  <a:sym typeface="Quicksand"/>
                </a:rPr>
                <a:t>Academic Gallery</a:t>
              </a:r>
              <a:endParaRPr sz="1100"/>
            </a:p>
          </p:txBody>
        </p:sp>
        <p:sp>
          <p:nvSpPr>
            <p:cNvPr id="491" name="Google Shape;491;p51"/>
            <p:cNvSpPr/>
            <p:nvPr/>
          </p:nvSpPr>
          <p:spPr>
            <a:xfrm>
              <a:off x="1171345" y="3152553"/>
              <a:ext cx="3995945" cy="555537"/>
            </a:xfrm>
            <a:prstGeom prst="rect">
              <a:avLst/>
            </a:prstGeom>
            <a:noFill/>
            <a:ln>
              <a:noFill/>
            </a:ln>
          </p:spPr>
          <p:txBody>
            <a:bodyPr spcFirstLastPara="1" wrap="square" lIns="68575" tIns="34275" rIns="68575" bIns="34275" anchor="t" anchorCtr="0">
              <a:no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consectetuer adipiscing elit. Maecenas porttitor.</a:t>
              </a:r>
              <a:endParaRPr sz="1100"/>
            </a:p>
          </p:txBody>
        </p:sp>
      </p:grpSp>
      <p:grpSp>
        <p:nvGrpSpPr>
          <p:cNvPr id="492" name="Google Shape;492;p51"/>
          <p:cNvGrpSpPr/>
          <p:nvPr/>
        </p:nvGrpSpPr>
        <p:grpSpPr>
          <a:xfrm>
            <a:off x="5030337" y="899886"/>
            <a:ext cx="2787422" cy="1180830"/>
            <a:chOff x="7059812" y="1079599"/>
            <a:chExt cx="3716562" cy="1574440"/>
          </a:xfrm>
        </p:grpSpPr>
        <p:sp>
          <p:nvSpPr>
            <p:cNvPr id="493" name="Google Shape;493;p51"/>
            <p:cNvSpPr/>
            <p:nvPr/>
          </p:nvSpPr>
          <p:spPr>
            <a:xfrm>
              <a:off x="7059812" y="1079599"/>
              <a:ext cx="2891834" cy="1574440"/>
            </a:xfrm>
            <a:prstGeom prst="roundRect">
              <a:avLst>
                <a:gd name="adj" fmla="val 9455"/>
              </a:avLst>
            </a:prstGeom>
            <a:solidFill>
              <a:schemeClr val="accent2"/>
            </a:solidFill>
            <a:ln>
              <a:noFill/>
            </a:ln>
            <a:effectLst>
              <a:outerShdw blurRad="838200" dist="381000" dir="5400000" sx="95000" sy="95000" algn="t" rotWithShape="0">
                <a:srgbClr val="000000">
                  <a:alpha val="14509"/>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rgbClr val="3F3F3F"/>
                </a:solidFill>
                <a:latin typeface="Arial"/>
                <a:ea typeface="Arial"/>
                <a:cs typeface="Arial"/>
                <a:sym typeface="Arial"/>
              </a:endParaRPr>
            </a:p>
          </p:txBody>
        </p:sp>
        <p:grpSp>
          <p:nvGrpSpPr>
            <p:cNvPr id="494" name="Google Shape;494;p51"/>
            <p:cNvGrpSpPr/>
            <p:nvPr/>
          </p:nvGrpSpPr>
          <p:grpSpPr>
            <a:xfrm>
              <a:off x="7259244" y="1119858"/>
              <a:ext cx="3517130" cy="1293394"/>
              <a:chOff x="6086061" y="2224922"/>
              <a:chExt cx="3517130" cy="1293394"/>
            </a:xfrm>
          </p:grpSpPr>
          <p:sp>
            <p:nvSpPr>
              <p:cNvPr id="495" name="Google Shape;495;p51"/>
              <p:cNvSpPr txBox="1"/>
              <p:nvPr/>
            </p:nvSpPr>
            <p:spPr>
              <a:xfrm>
                <a:off x="6086062" y="3149025"/>
                <a:ext cx="3517129" cy="369291"/>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chemeClr val="lt1"/>
                  </a:buClr>
                  <a:buSzPts val="900"/>
                  <a:buFont typeface="Quicksand"/>
                  <a:buNone/>
                </a:pPr>
                <a:r>
                  <a:rPr lang="id" sz="900" b="0" i="0">
                    <a:solidFill>
                      <a:schemeClr val="lt1"/>
                    </a:solidFill>
                    <a:latin typeface="Quicksand"/>
                    <a:ea typeface="Quicksand"/>
                    <a:cs typeface="Quicksand"/>
                    <a:sym typeface="Quicksand"/>
                  </a:rPr>
                  <a:t>Lorem ipsum dolor sit amet.</a:t>
                </a:r>
                <a:endParaRPr sz="900">
                  <a:solidFill>
                    <a:schemeClr val="lt1"/>
                  </a:solidFill>
                  <a:latin typeface="Quicksand"/>
                  <a:ea typeface="Quicksand"/>
                  <a:cs typeface="Quicksand"/>
                  <a:sym typeface="Quicksand"/>
                </a:endParaRPr>
              </a:p>
            </p:txBody>
          </p:sp>
          <p:sp>
            <p:nvSpPr>
              <p:cNvPr id="496" name="Google Shape;496;p51"/>
              <p:cNvSpPr txBox="1"/>
              <p:nvPr/>
            </p:nvSpPr>
            <p:spPr>
              <a:xfrm>
                <a:off x="6086061" y="2810546"/>
                <a:ext cx="2339973" cy="415458"/>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chemeClr val="lt1"/>
                  </a:buClr>
                  <a:buSzPts val="1100"/>
                  <a:buFont typeface="Quicksand"/>
                  <a:buNone/>
                </a:pPr>
                <a:r>
                  <a:rPr lang="id" sz="1100">
                    <a:solidFill>
                      <a:schemeClr val="lt1"/>
                    </a:solidFill>
                    <a:latin typeface="Quicksand"/>
                    <a:ea typeface="Quicksand"/>
                    <a:cs typeface="Quicksand"/>
                    <a:sym typeface="Quicksand"/>
                  </a:rPr>
                  <a:t>Your text here</a:t>
                </a:r>
                <a:endParaRPr sz="1400">
                  <a:solidFill>
                    <a:schemeClr val="lt1"/>
                  </a:solidFill>
                  <a:latin typeface="Quicksand"/>
                  <a:ea typeface="Quicksand"/>
                  <a:cs typeface="Quicksand"/>
                  <a:sym typeface="Quicksand"/>
                </a:endParaRPr>
              </a:p>
            </p:txBody>
          </p:sp>
          <p:sp>
            <p:nvSpPr>
              <p:cNvPr id="497" name="Google Shape;497;p51"/>
              <p:cNvSpPr txBox="1"/>
              <p:nvPr/>
            </p:nvSpPr>
            <p:spPr>
              <a:xfrm>
                <a:off x="6086061" y="2224922"/>
                <a:ext cx="2339973" cy="738623"/>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chemeClr val="lt1"/>
                  </a:buClr>
                  <a:buSzPts val="2100"/>
                  <a:buFont typeface="Quicksand"/>
                  <a:buNone/>
                </a:pPr>
                <a:r>
                  <a:rPr lang="id" sz="2100" b="1">
                    <a:solidFill>
                      <a:schemeClr val="lt1"/>
                    </a:solidFill>
                    <a:latin typeface="Quicksand"/>
                    <a:ea typeface="Quicksand"/>
                    <a:cs typeface="Quicksand"/>
                    <a:sym typeface="Quicksand"/>
                  </a:rPr>
                  <a:t>2024</a:t>
                </a:r>
                <a:endParaRPr sz="1400" b="1">
                  <a:solidFill>
                    <a:schemeClr val="lt1"/>
                  </a:solidFill>
                  <a:latin typeface="Quicksand"/>
                  <a:ea typeface="Quicksand"/>
                  <a:cs typeface="Quicksand"/>
                  <a:sym typeface="Quicksand"/>
                </a:endParaRPr>
              </a:p>
            </p:txBody>
          </p:sp>
        </p:grpSp>
      </p:grpSp>
      <p:sp>
        <p:nvSpPr>
          <p:cNvPr id="498" name="Google Shape;498;p51"/>
          <p:cNvSpPr/>
          <p:nvPr/>
        </p:nvSpPr>
        <p:spPr>
          <a:xfrm rot="-1721402">
            <a:off x="568131" y="4306934"/>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499" name="Google Shape;499;p51"/>
          <p:cNvSpPr/>
          <p:nvPr/>
        </p:nvSpPr>
        <p:spPr>
          <a:xfrm>
            <a:off x="3938146" y="392098"/>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500" name="Google Shape;500;p51"/>
          <p:cNvSpPr/>
          <p:nvPr/>
        </p:nvSpPr>
        <p:spPr>
          <a:xfrm rot="-4211805">
            <a:off x="7974775" y="993758"/>
            <a:ext cx="473645" cy="487685"/>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nvGrpSpPr>
          <p:cNvPr id="501" name="Google Shape;501;p51"/>
          <p:cNvGrpSpPr/>
          <p:nvPr/>
        </p:nvGrpSpPr>
        <p:grpSpPr>
          <a:xfrm>
            <a:off x="3243919" y="2992292"/>
            <a:ext cx="488818" cy="488818"/>
            <a:chOff x="4486615" y="817121"/>
            <a:chExt cx="651758" cy="651758"/>
          </a:xfrm>
        </p:grpSpPr>
        <p:sp>
          <p:nvSpPr>
            <p:cNvPr id="502" name="Google Shape;502;p51"/>
            <p:cNvSpPr/>
            <p:nvPr/>
          </p:nvSpPr>
          <p:spPr>
            <a:xfrm>
              <a:off x="4486615" y="817121"/>
              <a:ext cx="651758" cy="651758"/>
            </a:xfrm>
            <a:prstGeom prst="ellipse">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503" name="Google Shape;503;p51"/>
            <p:cNvSpPr/>
            <p:nvPr/>
          </p:nvSpPr>
          <p:spPr>
            <a:xfrm>
              <a:off x="4668494" y="999000"/>
              <a:ext cx="288000" cy="288000"/>
            </a:xfrm>
            <a:custGeom>
              <a:avLst/>
              <a:gdLst/>
              <a:ahLst/>
              <a:cxnLst/>
              <a:rect l="l" t="t" r="r" b="b"/>
              <a:pathLst>
                <a:path w="21600" h="21600" extrusionOk="0">
                  <a:moveTo>
                    <a:pt x="2400" y="9720"/>
                  </a:moveTo>
                  <a:lnTo>
                    <a:pt x="4800" y="7320"/>
                  </a:lnTo>
                  <a:lnTo>
                    <a:pt x="11400" y="13920"/>
                  </a:lnTo>
                  <a:lnTo>
                    <a:pt x="15600" y="9720"/>
                  </a:lnTo>
                  <a:lnTo>
                    <a:pt x="19200" y="13320"/>
                  </a:lnTo>
                  <a:lnTo>
                    <a:pt x="19200" y="2400"/>
                  </a:lnTo>
                  <a:lnTo>
                    <a:pt x="2400" y="2400"/>
                  </a:lnTo>
                  <a:lnTo>
                    <a:pt x="2400" y="9720"/>
                  </a:lnTo>
                  <a:close/>
                  <a:moveTo>
                    <a:pt x="1200" y="0"/>
                  </a:moveTo>
                  <a:lnTo>
                    <a:pt x="20400" y="0"/>
                  </a:lnTo>
                  <a:cubicBezTo>
                    <a:pt x="21063" y="0"/>
                    <a:pt x="21600" y="537"/>
                    <a:pt x="21600" y="1200"/>
                  </a:cubicBezTo>
                  <a:lnTo>
                    <a:pt x="21600" y="20400"/>
                  </a:lnTo>
                  <a:cubicBezTo>
                    <a:pt x="21600" y="21063"/>
                    <a:pt x="21063" y="21600"/>
                    <a:pt x="20400" y="21600"/>
                  </a:cubicBezTo>
                  <a:lnTo>
                    <a:pt x="1200" y="21600"/>
                  </a:lnTo>
                  <a:cubicBezTo>
                    <a:pt x="537" y="21600"/>
                    <a:pt x="0" y="21063"/>
                    <a:pt x="0" y="20400"/>
                  </a:cubicBezTo>
                  <a:lnTo>
                    <a:pt x="0" y="1200"/>
                  </a:lnTo>
                  <a:cubicBezTo>
                    <a:pt x="0" y="537"/>
                    <a:pt x="537" y="0"/>
                    <a:pt x="1200" y="0"/>
                  </a:cubicBezTo>
                  <a:close/>
                  <a:moveTo>
                    <a:pt x="15000" y="8400"/>
                  </a:moveTo>
                  <a:cubicBezTo>
                    <a:pt x="14006" y="8400"/>
                    <a:pt x="13200" y="7594"/>
                    <a:pt x="13200" y="6600"/>
                  </a:cubicBezTo>
                  <a:cubicBezTo>
                    <a:pt x="13200" y="5606"/>
                    <a:pt x="14006" y="4800"/>
                    <a:pt x="15000" y="4800"/>
                  </a:cubicBezTo>
                  <a:cubicBezTo>
                    <a:pt x="15994" y="4800"/>
                    <a:pt x="16800" y="5606"/>
                    <a:pt x="16800" y="6600"/>
                  </a:cubicBezTo>
                  <a:cubicBezTo>
                    <a:pt x="16800" y="7594"/>
                    <a:pt x="15994" y="8400"/>
                    <a:pt x="15000" y="8400"/>
                  </a:cubicBezTo>
                  <a:close/>
                </a:path>
              </a:pathLst>
            </a:custGeom>
            <a:solidFill>
              <a:schemeClr val="lt1"/>
            </a:solidFill>
            <a:ln>
              <a:noFill/>
            </a:ln>
          </p:spPr>
          <p:txBody>
            <a:bodyPr spcFirstLastPara="1" wrap="square" lIns="34275" tIns="34275" rIns="342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grpSp>
      <p:grpSp>
        <p:nvGrpSpPr>
          <p:cNvPr id="504" name="Google Shape;504;p51"/>
          <p:cNvGrpSpPr/>
          <p:nvPr/>
        </p:nvGrpSpPr>
        <p:grpSpPr>
          <a:xfrm>
            <a:off x="7267408" y="3982548"/>
            <a:ext cx="488818" cy="488818"/>
            <a:chOff x="4486615" y="817121"/>
            <a:chExt cx="651758" cy="651758"/>
          </a:xfrm>
        </p:grpSpPr>
        <p:sp>
          <p:nvSpPr>
            <p:cNvPr id="505" name="Google Shape;505;p51"/>
            <p:cNvSpPr/>
            <p:nvPr/>
          </p:nvSpPr>
          <p:spPr>
            <a:xfrm>
              <a:off x="4486615" y="817121"/>
              <a:ext cx="651758" cy="651758"/>
            </a:xfrm>
            <a:prstGeom prst="ellipse">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506" name="Google Shape;506;p51"/>
            <p:cNvSpPr/>
            <p:nvPr/>
          </p:nvSpPr>
          <p:spPr>
            <a:xfrm>
              <a:off x="4668494" y="999000"/>
              <a:ext cx="288000" cy="288000"/>
            </a:xfrm>
            <a:custGeom>
              <a:avLst/>
              <a:gdLst/>
              <a:ahLst/>
              <a:cxnLst/>
              <a:rect l="l" t="t" r="r" b="b"/>
              <a:pathLst>
                <a:path w="21600" h="21600" extrusionOk="0">
                  <a:moveTo>
                    <a:pt x="2400" y="9720"/>
                  </a:moveTo>
                  <a:lnTo>
                    <a:pt x="4800" y="7320"/>
                  </a:lnTo>
                  <a:lnTo>
                    <a:pt x="11400" y="13920"/>
                  </a:lnTo>
                  <a:lnTo>
                    <a:pt x="15600" y="9720"/>
                  </a:lnTo>
                  <a:lnTo>
                    <a:pt x="19200" y="13320"/>
                  </a:lnTo>
                  <a:lnTo>
                    <a:pt x="19200" y="2400"/>
                  </a:lnTo>
                  <a:lnTo>
                    <a:pt x="2400" y="2400"/>
                  </a:lnTo>
                  <a:lnTo>
                    <a:pt x="2400" y="9720"/>
                  </a:lnTo>
                  <a:close/>
                  <a:moveTo>
                    <a:pt x="1200" y="0"/>
                  </a:moveTo>
                  <a:lnTo>
                    <a:pt x="20400" y="0"/>
                  </a:lnTo>
                  <a:cubicBezTo>
                    <a:pt x="21063" y="0"/>
                    <a:pt x="21600" y="537"/>
                    <a:pt x="21600" y="1200"/>
                  </a:cubicBezTo>
                  <a:lnTo>
                    <a:pt x="21600" y="20400"/>
                  </a:lnTo>
                  <a:cubicBezTo>
                    <a:pt x="21600" y="21063"/>
                    <a:pt x="21063" y="21600"/>
                    <a:pt x="20400" y="21600"/>
                  </a:cubicBezTo>
                  <a:lnTo>
                    <a:pt x="1200" y="21600"/>
                  </a:lnTo>
                  <a:cubicBezTo>
                    <a:pt x="537" y="21600"/>
                    <a:pt x="0" y="21063"/>
                    <a:pt x="0" y="20400"/>
                  </a:cubicBezTo>
                  <a:lnTo>
                    <a:pt x="0" y="1200"/>
                  </a:lnTo>
                  <a:cubicBezTo>
                    <a:pt x="0" y="537"/>
                    <a:pt x="537" y="0"/>
                    <a:pt x="1200" y="0"/>
                  </a:cubicBezTo>
                  <a:close/>
                  <a:moveTo>
                    <a:pt x="15000" y="8400"/>
                  </a:moveTo>
                  <a:cubicBezTo>
                    <a:pt x="14006" y="8400"/>
                    <a:pt x="13200" y="7594"/>
                    <a:pt x="13200" y="6600"/>
                  </a:cubicBezTo>
                  <a:cubicBezTo>
                    <a:pt x="13200" y="5606"/>
                    <a:pt x="14006" y="4800"/>
                    <a:pt x="15000" y="4800"/>
                  </a:cubicBezTo>
                  <a:cubicBezTo>
                    <a:pt x="15994" y="4800"/>
                    <a:pt x="16800" y="5606"/>
                    <a:pt x="16800" y="6600"/>
                  </a:cubicBezTo>
                  <a:cubicBezTo>
                    <a:pt x="16800" y="7594"/>
                    <a:pt x="15994" y="8400"/>
                    <a:pt x="15000" y="8400"/>
                  </a:cubicBezTo>
                  <a:close/>
                </a:path>
              </a:pathLst>
            </a:custGeom>
            <a:solidFill>
              <a:schemeClr val="lt1"/>
            </a:solidFill>
            <a:ln>
              <a:noFill/>
            </a:ln>
          </p:spPr>
          <p:txBody>
            <a:bodyPr spcFirstLastPara="1" wrap="square" lIns="34275" tIns="34275" rIns="342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pic>
        <p:nvPicPr>
          <p:cNvPr id="511" name="Google Shape;511;p52"/>
          <p:cNvPicPr preferRelativeResize="0"/>
          <p:nvPr/>
        </p:nvPicPr>
        <p:blipFill rotWithShape="1">
          <a:blip r:embed="rId3">
            <a:alphaModFix/>
          </a:blip>
          <a:srcRect l="30012" r="30012"/>
          <a:stretch/>
        </p:blipFill>
        <p:spPr>
          <a:xfrm flipH="1">
            <a:off x="4572000" y="1032272"/>
            <a:ext cx="2921794" cy="4111228"/>
          </a:xfrm>
          <a:prstGeom prst="snipRoundRect">
            <a:avLst>
              <a:gd name="adj1" fmla="val 50000"/>
              <a:gd name="adj2" fmla="val 0"/>
            </a:avLst>
          </a:prstGeom>
          <a:noFill/>
          <a:ln>
            <a:noFill/>
          </a:ln>
        </p:spPr>
      </p:pic>
      <p:pic>
        <p:nvPicPr>
          <p:cNvPr id="512" name="Google Shape;512;p52"/>
          <p:cNvPicPr preferRelativeResize="0"/>
          <p:nvPr/>
        </p:nvPicPr>
        <p:blipFill rotWithShape="1">
          <a:blip r:embed="rId4">
            <a:alphaModFix/>
          </a:blip>
          <a:srcRect/>
          <a:stretch/>
        </p:blipFill>
        <p:spPr>
          <a:xfrm rot="-1561777">
            <a:off x="3987442" y="3715277"/>
            <a:ext cx="1071726" cy="896660"/>
          </a:xfrm>
          <a:prstGeom prst="rect">
            <a:avLst/>
          </a:prstGeom>
          <a:noFill/>
          <a:ln>
            <a:noFill/>
          </a:ln>
        </p:spPr>
      </p:pic>
      <p:grpSp>
        <p:nvGrpSpPr>
          <p:cNvPr id="513" name="Google Shape;513;p52"/>
          <p:cNvGrpSpPr/>
          <p:nvPr/>
        </p:nvGrpSpPr>
        <p:grpSpPr>
          <a:xfrm>
            <a:off x="1084167" y="2448685"/>
            <a:ext cx="2760887" cy="338165"/>
            <a:chOff x="1651730" y="3348968"/>
            <a:chExt cx="3681182" cy="450887"/>
          </a:xfrm>
        </p:grpSpPr>
        <p:sp>
          <p:nvSpPr>
            <p:cNvPr id="514" name="Google Shape;514;p52"/>
            <p:cNvSpPr/>
            <p:nvPr/>
          </p:nvSpPr>
          <p:spPr>
            <a:xfrm>
              <a:off x="1651730" y="3564064"/>
              <a:ext cx="222188" cy="222186"/>
            </a:xfrm>
            <a:prstGeom prst="rect">
              <a:avLst/>
            </a:prstGeom>
            <a:blipFill rotWithShape="1">
              <a:blip r:embed="rId5">
                <a:alphaModFix/>
              </a:blip>
              <a:stretch>
                <a:fillRect/>
              </a:stretch>
            </a:blip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515" name="Google Shape;515;p52"/>
            <p:cNvSpPr/>
            <p:nvPr/>
          </p:nvSpPr>
          <p:spPr>
            <a:xfrm>
              <a:off x="1976072" y="3564064"/>
              <a:ext cx="222188" cy="222186"/>
            </a:xfrm>
            <a:prstGeom prst="rect">
              <a:avLst/>
            </a:prstGeom>
            <a:blipFill rotWithShape="1">
              <a:blip r:embed="rId6">
                <a:alphaModFix/>
              </a:blip>
              <a:stretch>
                <a:fillRect/>
              </a:stretch>
            </a:blip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516" name="Google Shape;516;p52"/>
            <p:cNvSpPr/>
            <p:nvPr/>
          </p:nvSpPr>
          <p:spPr>
            <a:xfrm>
              <a:off x="2343650" y="3522856"/>
              <a:ext cx="1594914" cy="276999"/>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id" sz="900">
                  <a:solidFill>
                    <a:schemeClr val="dk1"/>
                  </a:solidFill>
                  <a:latin typeface="Quicksand"/>
                  <a:ea typeface="Quicksand"/>
                  <a:cs typeface="Quicksand"/>
                  <a:sym typeface="Quicksand"/>
                </a:rPr>
                <a:t>@accountname</a:t>
              </a:r>
              <a:endParaRPr sz="1100"/>
            </a:p>
          </p:txBody>
        </p:sp>
        <p:cxnSp>
          <p:nvCxnSpPr>
            <p:cNvPr id="517" name="Google Shape;517;p52"/>
            <p:cNvCxnSpPr/>
            <p:nvPr/>
          </p:nvCxnSpPr>
          <p:spPr>
            <a:xfrm>
              <a:off x="1661157" y="3348968"/>
              <a:ext cx="3671755" cy="0"/>
            </a:xfrm>
            <a:prstGeom prst="straightConnector1">
              <a:avLst/>
            </a:prstGeom>
            <a:solidFill>
              <a:srgbClr val="E4ECFB"/>
            </a:solidFill>
            <a:ln w="12700" cap="rnd" cmpd="sng">
              <a:solidFill>
                <a:srgbClr val="595959"/>
              </a:solidFill>
              <a:prstDash val="solid"/>
              <a:round/>
              <a:headEnd type="none" w="sm" len="sm"/>
              <a:tailEnd type="none" w="sm" len="sm"/>
            </a:ln>
          </p:spPr>
        </p:cxnSp>
      </p:grpSp>
      <p:sp>
        <p:nvSpPr>
          <p:cNvPr id="518" name="Google Shape;518;p52"/>
          <p:cNvSpPr txBox="1"/>
          <p:nvPr/>
        </p:nvSpPr>
        <p:spPr>
          <a:xfrm>
            <a:off x="1002840" y="919579"/>
            <a:ext cx="3383944" cy="117724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3600" b="1">
                <a:solidFill>
                  <a:schemeClr val="accent1"/>
                </a:solidFill>
                <a:latin typeface="Quicksand"/>
                <a:ea typeface="Quicksand"/>
                <a:cs typeface="Quicksand"/>
                <a:sym typeface="Quicksand"/>
              </a:rPr>
              <a:t>Kim Angelina Judith</a:t>
            </a:r>
            <a:endParaRPr sz="1100"/>
          </a:p>
        </p:txBody>
      </p:sp>
      <p:sp>
        <p:nvSpPr>
          <p:cNvPr id="519" name="Google Shape;519;p52"/>
          <p:cNvSpPr txBox="1"/>
          <p:nvPr/>
        </p:nvSpPr>
        <p:spPr>
          <a:xfrm>
            <a:off x="1002840" y="2102735"/>
            <a:ext cx="2396719" cy="25391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i="1">
                <a:solidFill>
                  <a:schemeClr val="dk1"/>
                </a:solidFill>
                <a:latin typeface="Quicksand"/>
                <a:ea typeface="Quicksand"/>
                <a:cs typeface="Quicksand"/>
                <a:sym typeface="Quicksand"/>
              </a:rPr>
              <a:t>Headmaster &gt;</a:t>
            </a:r>
            <a:endParaRPr sz="1200" i="1">
              <a:solidFill>
                <a:schemeClr val="dk1"/>
              </a:solidFill>
              <a:latin typeface="Quicksand"/>
              <a:ea typeface="Quicksand"/>
              <a:cs typeface="Quicksand"/>
              <a:sym typeface="Quicksand"/>
            </a:endParaRPr>
          </a:p>
        </p:txBody>
      </p:sp>
      <p:grpSp>
        <p:nvGrpSpPr>
          <p:cNvPr id="520" name="Google Shape;520;p52"/>
          <p:cNvGrpSpPr/>
          <p:nvPr/>
        </p:nvGrpSpPr>
        <p:grpSpPr>
          <a:xfrm>
            <a:off x="782851" y="3046676"/>
            <a:ext cx="3403912" cy="1107965"/>
            <a:chOff x="6096000" y="4228444"/>
            <a:chExt cx="4979459" cy="1477287"/>
          </a:xfrm>
        </p:grpSpPr>
        <p:sp>
          <p:nvSpPr>
            <p:cNvPr id="521" name="Google Shape;521;p52"/>
            <p:cNvSpPr/>
            <p:nvPr/>
          </p:nvSpPr>
          <p:spPr>
            <a:xfrm>
              <a:off x="6460192" y="4228444"/>
              <a:ext cx="4615267" cy="1477287"/>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Clr>
                  <a:schemeClr val="dk1"/>
                </a:buClr>
                <a:buSzPts val="900"/>
                <a:buFont typeface="Quicksand"/>
                <a:buNone/>
              </a:pPr>
              <a:r>
                <a:rPr lang="id" sz="900" b="0" i="0">
                  <a:solidFill>
                    <a:schemeClr val="dk1"/>
                  </a:solidFill>
                  <a:latin typeface="Quicksand"/>
                  <a:ea typeface="Quicksand"/>
                  <a:cs typeface="Quicksand"/>
                  <a:sym typeface="Quicksand"/>
                </a:rPr>
                <a:t>Lorem ipsum! dolor sit amet, </a:t>
              </a:r>
              <a:r>
                <a:rPr lang="id" sz="900" b="1" i="0">
                  <a:solidFill>
                    <a:schemeClr val="accent4"/>
                  </a:solidFill>
                  <a:latin typeface="Quicksand"/>
                  <a:ea typeface="Quicksand"/>
                  <a:cs typeface="Quicksand"/>
                  <a:sym typeface="Quicksand"/>
                </a:rPr>
                <a:t>consectetur adipiscing </a:t>
              </a:r>
              <a:r>
                <a:rPr lang="id" sz="900" b="0" i="0">
                  <a:solidFill>
                    <a:schemeClr val="dk1"/>
                  </a:solidFill>
                  <a:latin typeface="Quicksand"/>
                  <a:ea typeface="Quicksand"/>
                  <a:cs typeface="Quicksand"/>
                  <a:sym typeface="Quicksand"/>
                </a:rPr>
                <a:t>elit, sed do </a:t>
              </a:r>
              <a:r>
                <a:rPr lang="id" sz="900" i="0">
                  <a:solidFill>
                    <a:schemeClr val="dk1"/>
                  </a:solidFill>
                  <a:latin typeface="Quicksand"/>
                  <a:ea typeface="Quicksand"/>
                  <a:cs typeface="Quicksand"/>
                  <a:sym typeface="Quicksand"/>
                </a:rPr>
                <a:t>eiusmod tempor incididunt </a:t>
              </a:r>
              <a:r>
                <a:rPr lang="id" sz="900" b="0" i="0">
                  <a:solidFill>
                    <a:schemeClr val="dk1"/>
                  </a:solidFill>
                  <a:latin typeface="Quicksand"/>
                  <a:ea typeface="Quicksand"/>
                  <a:cs typeface="Quicksand"/>
                  <a:sym typeface="Quicksand"/>
                </a:rPr>
                <a:t>ut labore et dolore magna aliqua. Ut </a:t>
              </a:r>
              <a:r>
                <a:rPr lang="id" sz="900" b="1" i="0">
                  <a:solidFill>
                    <a:schemeClr val="accent5"/>
                  </a:solidFill>
                  <a:latin typeface="Quicksand"/>
                  <a:ea typeface="Quicksand"/>
                  <a:cs typeface="Quicksand"/>
                  <a:sym typeface="Quicksand"/>
                </a:rPr>
                <a:t>enim ad minim veniam, </a:t>
              </a:r>
              <a:r>
                <a:rPr lang="id" sz="900" b="0" i="0">
                  <a:solidFill>
                    <a:schemeClr val="dk1"/>
                  </a:solidFill>
                  <a:latin typeface="Quicksand"/>
                  <a:ea typeface="Quicksand"/>
                  <a:cs typeface="Quicksand"/>
                  <a:sym typeface="Quicksand"/>
                </a:rPr>
                <a:t>quis nostrud </a:t>
              </a:r>
              <a:r>
                <a:rPr lang="id" sz="900" b="1" i="0">
                  <a:solidFill>
                    <a:schemeClr val="accent3"/>
                  </a:solidFill>
                  <a:latin typeface="Quicksand"/>
                  <a:ea typeface="Quicksand"/>
                  <a:cs typeface="Quicksand"/>
                  <a:sym typeface="Quicksand"/>
                </a:rPr>
                <a:t>exercitation ullamco laboris </a:t>
              </a:r>
              <a:r>
                <a:rPr lang="id" sz="900" b="0" i="0">
                  <a:solidFill>
                    <a:schemeClr val="dk1"/>
                  </a:solidFill>
                  <a:latin typeface="Quicksand"/>
                  <a:ea typeface="Quicksand"/>
                  <a:cs typeface="Quicksand"/>
                  <a:sym typeface="Quicksand"/>
                </a:rPr>
                <a:t>nisi ut aliquip ex ea commodo consequat. </a:t>
              </a:r>
              <a:endParaRPr sz="900">
                <a:solidFill>
                  <a:schemeClr val="dk1"/>
                </a:solidFill>
                <a:latin typeface="Quicksand"/>
                <a:ea typeface="Quicksand"/>
                <a:cs typeface="Quicksand"/>
                <a:sym typeface="Quicksand"/>
              </a:endParaRPr>
            </a:p>
          </p:txBody>
        </p:sp>
        <p:sp>
          <p:nvSpPr>
            <p:cNvPr id="522" name="Google Shape;522;p52"/>
            <p:cNvSpPr/>
            <p:nvPr/>
          </p:nvSpPr>
          <p:spPr>
            <a:xfrm>
              <a:off x="6096000" y="4372968"/>
              <a:ext cx="304800" cy="247780"/>
            </a:xfrm>
            <a:custGeom>
              <a:avLst/>
              <a:gdLst/>
              <a:ahLst/>
              <a:cxnLst/>
              <a:rect l="l" t="t" r="r" b="b"/>
              <a:pathLst>
                <a:path w="197968" h="160934" extrusionOk="0">
                  <a:moveTo>
                    <a:pt x="187909" y="0"/>
                  </a:moveTo>
                  <a:lnTo>
                    <a:pt x="197968" y="0"/>
                  </a:lnTo>
                  <a:lnTo>
                    <a:pt x="197968" y="41605"/>
                  </a:lnTo>
                  <a:lnTo>
                    <a:pt x="183795" y="41605"/>
                  </a:lnTo>
                  <a:cubicBezTo>
                    <a:pt x="175565" y="41605"/>
                    <a:pt x="168936" y="42824"/>
                    <a:pt x="163906" y="45263"/>
                  </a:cubicBezTo>
                  <a:cubicBezTo>
                    <a:pt x="158877" y="47701"/>
                    <a:pt x="155143" y="52044"/>
                    <a:pt x="152705" y="58293"/>
                  </a:cubicBezTo>
                  <a:cubicBezTo>
                    <a:pt x="150267" y="64541"/>
                    <a:pt x="149047" y="73152"/>
                    <a:pt x="149047" y="84125"/>
                  </a:cubicBezTo>
                  <a:lnTo>
                    <a:pt x="149047" y="84259"/>
                  </a:lnTo>
                  <a:lnTo>
                    <a:pt x="157734" y="83210"/>
                  </a:lnTo>
                  <a:cubicBezTo>
                    <a:pt x="168402" y="83210"/>
                    <a:pt x="177394" y="86487"/>
                    <a:pt x="184709" y="93040"/>
                  </a:cubicBezTo>
                  <a:cubicBezTo>
                    <a:pt x="192024" y="99593"/>
                    <a:pt x="195682" y="108814"/>
                    <a:pt x="195682" y="120701"/>
                  </a:cubicBezTo>
                  <a:cubicBezTo>
                    <a:pt x="195682" y="131978"/>
                    <a:pt x="192177" y="141503"/>
                    <a:pt x="185166" y="149276"/>
                  </a:cubicBezTo>
                  <a:cubicBezTo>
                    <a:pt x="178156" y="157048"/>
                    <a:pt x="168097" y="160934"/>
                    <a:pt x="154991" y="160934"/>
                  </a:cubicBezTo>
                  <a:cubicBezTo>
                    <a:pt x="146457" y="160934"/>
                    <a:pt x="138608" y="158953"/>
                    <a:pt x="131445" y="154991"/>
                  </a:cubicBezTo>
                  <a:cubicBezTo>
                    <a:pt x="124282" y="151028"/>
                    <a:pt x="118491" y="144323"/>
                    <a:pt x="114072" y="134874"/>
                  </a:cubicBezTo>
                  <a:cubicBezTo>
                    <a:pt x="109652" y="125425"/>
                    <a:pt x="107442" y="112624"/>
                    <a:pt x="107442" y="96469"/>
                  </a:cubicBezTo>
                  <a:lnTo>
                    <a:pt x="107442" y="89611"/>
                  </a:lnTo>
                  <a:cubicBezTo>
                    <a:pt x="107442" y="67970"/>
                    <a:pt x="110566" y="50597"/>
                    <a:pt x="116815" y="37490"/>
                  </a:cubicBezTo>
                  <a:cubicBezTo>
                    <a:pt x="123063" y="24384"/>
                    <a:pt x="132131" y="14859"/>
                    <a:pt x="144018" y="8915"/>
                  </a:cubicBezTo>
                  <a:cubicBezTo>
                    <a:pt x="155905" y="2972"/>
                    <a:pt x="170536" y="0"/>
                    <a:pt x="187909" y="0"/>
                  </a:cubicBezTo>
                  <a:close/>
                  <a:moveTo>
                    <a:pt x="80467" y="0"/>
                  </a:moveTo>
                  <a:lnTo>
                    <a:pt x="90526" y="0"/>
                  </a:lnTo>
                  <a:lnTo>
                    <a:pt x="90526" y="41605"/>
                  </a:lnTo>
                  <a:lnTo>
                    <a:pt x="76353" y="41605"/>
                  </a:lnTo>
                  <a:cubicBezTo>
                    <a:pt x="68123" y="41605"/>
                    <a:pt x="61494" y="42824"/>
                    <a:pt x="56464" y="45263"/>
                  </a:cubicBezTo>
                  <a:cubicBezTo>
                    <a:pt x="51435" y="47701"/>
                    <a:pt x="47701" y="52044"/>
                    <a:pt x="45263" y="58293"/>
                  </a:cubicBezTo>
                  <a:cubicBezTo>
                    <a:pt x="42825" y="64541"/>
                    <a:pt x="41605" y="73152"/>
                    <a:pt x="41605" y="84125"/>
                  </a:cubicBezTo>
                  <a:lnTo>
                    <a:pt x="41605" y="84259"/>
                  </a:lnTo>
                  <a:lnTo>
                    <a:pt x="50292" y="83210"/>
                  </a:lnTo>
                  <a:cubicBezTo>
                    <a:pt x="60960" y="83210"/>
                    <a:pt x="69952" y="86487"/>
                    <a:pt x="77267" y="93040"/>
                  </a:cubicBezTo>
                  <a:cubicBezTo>
                    <a:pt x="84582" y="99593"/>
                    <a:pt x="88240" y="108814"/>
                    <a:pt x="88240" y="120701"/>
                  </a:cubicBezTo>
                  <a:cubicBezTo>
                    <a:pt x="88240" y="131978"/>
                    <a:pt x="84735" y="141503"/>
                    <a:pt x="77724" y="149276"/>
                  </a:cubicBezTo>
                  <a:cubicBezTo>
                    <a:pt x="70714" y="157048"/>
                    <a:pt x="60655" y="160934"/>
                    <a:pt x="47549" y="160934"/>
                  </a:cubicBezTo>
                  <a:cubicBezTo>
                    <a:pt x="39015" y="160934"/>
                    <a:pt x="31166" y="158953"/>
                    <a:pt x="24003" y="154991"/>
                  </a:cubicBezTo>
                  <a:cubicBezTo>
                    <a:pt x="16840" y="151028"/>
                    <a:pt x="11049" y="144323"/>
                    <a:pt x="6630" y="134874"/>
                  </a:cubicBezTo>
                  <a:cubicBezTo>
                    <a:pt x="2210" y="125425"/>
                    <a:pt x="0" y="112624"/>
                    <a:pt x="0" y="96469"/>
                  </a:cubicBezTo>
                  <a:lnTo>
                    <a:pt x="0" y="89611"/>
                  </a:lnTo>
                  <a:cubicBezTo>
                    <a:pt x="0" y="67970"/>
                    <a:pt x="3124" y="50597"/>
                    <a:pt x="9373" y="37490"/>
                  </a:cubicBezTo>
                  <a:cubicBezTo>
                    <a:pt x="15621" y="24384"/>
                    <a:pt x="24689" y="14859"/>
                    <a:pt x="36576" y="8915"/>
                  </a:cubicBezTo>
                  <a:cubicBezTo>
                    <a:pt x="48463" y="2972"/>
                    <a:pt x="63094" y="0"/>
                    <a:pt x="80467" y="0"/>
                  </a:cubicBezTo>
                  <a:close/>
                </a:path>
              </a:pathLst>
            </a:custGeom>
            <a:solidFill>
              <a:schemeClr val="accent2"/>
            </a:solidFill>
            <a:ln>
              <a:noFill/>
            </a:ln>
            <a:effectLst>
              <a:outerShdw blurRad="330200" dist="152400" dir="8100000" sx="92000" sy="92000" algn="tr" rotWithShape="0">
                <a:schemeClr val="accent3">
                  <a:alpha val="29411"/>
                </a:schemeClr>
              </a:outerShdw>
            </a:effectLst>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200"/>
                <a:buFont typeface="Quicksand"/>
                <a:buNone/>
              </a:pPr>
              <a:endParaRPr sz="1200">
                <a:solidFill>
                  <a:schemeClr val="dk1"/>
                </a:solidFill>
                <a:latin typeface="Quicksand"/>
                <a:ea typeface="Quicksand"/>
                <a:cs typeface="Quicksand"/>
                <a:sym typeface="Quicksand"/>
              </a:endParaRPr>
            </a:p>
          </p:txBody>
        </p:sp>
      </p:grpSp>
      <p:sp>
        <p:nvSpPr>
          <p:cNvPr id="523" name="Google Shape;523;p52"/>
          <p:cNvSpPr/>
          <p:nvPr/>
        </p:nvSpPr>
        <p:spPr>
          <a:xfrm rot="-1721402">
            <a:off x="7375897" y="3631718"/>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524" name="Google Shape;524;p52"/>
          <p:cNvSpPr/>
          <p:nvPr/>
        </p:nvSpPr>
        <p:spPr>
          <a:xfrm rot="-4211805">
            <a:off x="1478271" y="4430811"/>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525" name="Google Shape;525;p52"/>
          <p:cNvSpPr/>
          <p:nvPr/>
        </p:nvSpPr>
        <p:spPr>
          <a:xfrm>
            <a:off x="6103907" y="279144"/>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nvGrpSpPr>
          <p:cNvPr id="526" name="Google Shape;526;p52"/>
          <p:cNvGrpSpPr/>
          <p:nvPr/>
        </p:nvGrpSpPr>
        <p:grpSpPr>
          <a:xfrm>
            <a:off x="6819902" y="1038706"/>
            <a:ext cx="1409979" cy="1409979"/>
            <a:chOff x="8026885" y="800100"/>
            <a:chExt cx="1879972" cy="1879972"/>
          </a:xfrm>
        </p:grpSpPr>
        <p:sp>
          <p:nvSpPr>
            <p:cNvPr id="527" name="Google Shape;527;p52"/>
            <p:cNvSpPr/>
            <p:nvPr/>
          </p:nvSpPr>
          <p:spPr>
            <a:xfrm>
              <a:off x="8026885" y="800100"/>
              <a:ext cx="1879972" cy="1879972"/>
            </a:xfrm>
            <a:prstGeom prst="ellipse">
              <a:avLst/>
            </a:prstGeom>
            <a:solidFill>
              <a:schemeClr val="accent2"/>
            </a:solidFill>
            <a:ln>
              <a:noFill/>
            </a:ln>
            <a:effectLst>
              <a:outerShdw blurRad="330200" dist="152400" dir="8100000" sx="92000" sy="92000" algn="tr" rotWithShape="0">
                <a:schemeClr val="accent3">
                  <a:alpha val="29411"/>
                </a:schemeClr>
              </a:outerShdw>
            </a:effectLst>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rgbClr val="7F7F7F"/>
                </a:solidFill>
                <a:latin typeface="Arial"/>
                <a:ea typeface="Arial"/>
                <a:cs typeface="Arial"/>
                <a:sym typeface="Arial"/>
              </a:endParaRPr>
            </a:p>
          </p:txBody>
        </p:sp>
        <p:sp>
          <p:nvSpPr>
            <p:cNvPr id="528" name="Google Shape;528;p52"/>
            <p:cNvSpPr txBox="1"/>
            <p:nvPr/>
          </p:nvSpPr>
          <p:spPr>
            <a:xfrm>
              <a:off x="8170585" y="1198308"/>
              <a:ext cx="1592572" cy="701731"/>
            </a:xfrm>
            <a:prstGeom prst="rect">
              <a:avLst/>
            </a:prstGeom>
            <a:noFill/>
            <a:ln>
              <a:noFill/>
            </a:ln>
          </p:spPr>
          <p:txBody>
            <a:bodyPr spcFirstLastPara="1" wrap="square" lIns="68575" tIns="34275" rIns="68575" bIns="34275" anchor="t" anchorCtr="0">
              <a:spAutoFit/>
            </a:bodyPr>
            <a:lstStyle/>
            <a:p>
              <a:pPr marL="0" marR="0" lvl="0" indent="0" algn="ctr" rtl="0">
                <a:lnSpc>
                  <a:spcPct val="90000"/>
                </a:lnSpc>
                <a:spcBef>
                  <a:spcPts val="0"/>
                </a:spcBef>
                <a:spcAft>
                  <a:spcPts val="0"/>
                </a:spcAft>
                <a:buClr>
                  <a:schemeClr val="lt1"/>
                </a:buClr>
                <a:buSzPts val="3300"/>
                <a:buFont typeface="Quicksand"/>
                <a:buNone/>
              </a:pPr>
              <a:r>
                <a:rPr lang="id" sz="3300" b="1" i="1">
                  <a:solidFill>
                    <a:schemeClr val="lt1"/>
                  </a:solidFill>
                  <a:latin typeface="Quicksand"/>
                  <a:ea typeface="Quicksand"/>
                  <a:cs typeface="Quicksand"/>
                  <a:sym typeface="Quicksand"/>
                </a:rPr>
                <a:t>35</a:t>
              </a:r>
              <a:r>
                <a:rPr lang="id" sz="3300" b="1" i="1" baseline="30000">
                  <a:solidFill>
                    <a:schemeClr val="lt1"/>
                  </a:solidFill>
                  <a:latin typeface="Quicksand"/>
                  <a:ea typeface="Quicksand"/>
                  <a:cs typeface="Quicksand"/>
                  <a:sym typeface="Quicksand"/>
                </a:rPr>
                <a:t>th</a:t>
              </a:r>
              <a:endParaRPr sz="3300" b="1" i="1">
                <a:solidFill>
                  <a:schemeClr val="lt1"/>
                </a:solidFill>
                <a:latin typeface="Quicksand"/>
                <a:ea typeface="Quicksand"/>
                <a:cs typeface="Quicksand"/>
                <a:sym typeface="Quicksand"/>
              </a:endParaRPr>
            </a:p>
          </p:txBody>
        </p:sp>
        <p:sp>
          <p:nvSpPr>
            <p:cNvPr id="529" name="Google Shape;529;p52"/>
            <p:cNvSpPr txBox="1"/>
            <p:nvPr/>
          </p:nvSpPr>
          <p:spPr>
            <a:xfrm>
              <a:off x="8170585" y="1795111"/>
              <a:ext cx="1592572" cy="498558"/>
            </a:xfrm>
            <a:prstGeom prst="rect">
              <a:avLst/>
            </a:prstGeom>
            <a:noFill/>
            <a:ln>
              <a:noFill/>
            </a:ln>
          </p:spPr>
          <p:txBody>
            <a:bodyPr spcFirstLastPara="1" wrap="square" lIns="68575" tIns="34275" rIns="68575" bIns="34275" anchor="t" anchorCtr="0">
              <a:spAutoFit/>
            </a:bodyPr>
            <a:lstStyle/>
            <a:p>
              <a:pPr marL="0" marR="0" lvl="0" indent="0" algn="ctr" rtl="0">
                <a:lnSpc>
                  <a:spcPct val="110000"/>
                </a:lnSpc>
                <a:spcBef>
                  <a:spcPts val="0"/>
                </a:spcBef>
                <a:spcAft>
                  <a:spcPts val="0"/>
                </a:spcAft>
                <a:buClr>
                  <a:schemeClr val="lt1"/>
                </a:buClr>
                <a:buSzPts val="900"/>
                <a:buFont typeface="Quicksand"/>
                <a:buNone/>
              </a:pPr>
              <a:r>
                <a:rPr lang="id" sz="900">
                  <a:solidFill>
                    <a:schemeClr val="lt1"/>
                  </a:solidFill>
                  <a:latin typeface="Quicksand"/>
                  <a:ea typeface="Quicksand"/>
                  <a:cs typeface="Quicksand"/>
                  <a:sym typeface="Quicksand"/>
                </a:rPr>
                <a:t>Lorem ipsum dolor sit</a:t>
              </a:r>
              <a:endParaRPr sz="900">
                <a:solidFill>
                  <a:schemeClr val="lt1"/>
                </a:solidFill>
                <a:latin typeface="Quicksand"/>
                <a:ea typeface="Quicksand"/>
                <a:cs typeface="Quicksand"/>
                <a:sym typeface="Quicksand"/>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pic>
        <p:nvPicPr>
          <p:cNvPr id="534" name="Google Shape;534;p53"/>
          <p:cNvPicPr preferRelativeResize="0"/>
          <p:nvPr/>
        </p:nvPicPr>
        <p:blipFill rotWithShape="1">
          <a:blip r:embed="rId3">
            <a:alphaModFix/>
          </a:blip>
          <a:srcRect l="30669" r="30669"/>
          <a:stretch/>
        </p:blipFill>
        <p:spPr>
          <a:xfrm>
            <a:off x="2809875" y="1026319"/>
            <a:ext cx="1931194" cy="2809875"/>
          </a:xfrm>
          <a:prstGeom prst="round2SameRect">
            <a:avLst>
              <a:gd name="adj1" fmla="val 50000"/>
              <a:gd name="adj2" fmla="val 0"/>
            </a:avLst>
          </a:prstGeom>
          <a:noFill/>
          <a:ln>
            <a:noFill/>
          </a:ln>
        </p:spPr>
      </p:pic>
      <p:pic>
        <p:nvPicPr>
          <p:cNvPr id="535" name="Google Shape;535;p53"/>
          <p:cNvPicPr preferRelativeResize="0"/>
          <p:nvPr/>
        </p:nvPicPr>
        <p:blipFill rotWithShape="1">
          <a:blip r:embed="rId3">
            <a:alphaModFix/>
          </a:blip>
          <a:srcRect l="30669" r="30669"/>
          <a:stretch/>
        </p:blipFill>
        <p:spPr>
          <a:xfrm>
            <a:off x="4666060" y="1031081"/>
            <a:ext cx="1931194" cy="2809875"/>
          </a:xfrm>
          <a:prstGeom prst="round2SameRect">
            <a:avLst>
              <a:gd name="adj1" fmla="val 50000"/>
              <a:gd name="adj2" fmla="val 0"/>
            </a:avLst>
          </a:prstGeom>
          <a:noFill/>
          <a:ln>
            <a:noFill/>
          </a:ln>
        </p:spPr>
      </p:pic>
      <p:pic>
        <p:nvPicPr>
          <p:cNvPr id="536" name="Google Shape;536;p53"/>
          <p:cNvPicPr preferRelativeResize="0"/>
          <p:nvPr/>
        </p:nvPicPr>
        <p:blipFill rotWithShape="1">
          <a:blip r:embed="rId3">
            <a:alphaModFix/>
          </a:blip>
          <a:srcRect l="30669" r="30669"/>
          <a:stretch/>
        </p:blipFill>
        <p:spPr>
          <a:xfrm>
            <a:off x="6584156" y="1031081"/>
            <a:ext cx="1931194" cy="2809875"/>
          </a:xfrm>
          <a:prstGeom prst="round2SameRect">
            <a:avLst>
              <a:gd name="adj1" fmla="val 50000"/>
              <a:gd name="adj2" fmla="val 0"/>
            </a:avLst>
          </a:prstGeom>
          <a:noFill/>
          <a:ln>
            <a:noFill/>
          </a:ln>
        </p:spPr>
      </p:pic>
      <p:sp>
        <p:nvSpPr>
          <p:cNvPr id="537" name="Google Shape;537;p53"/>
          <p:cNvSpPr/>
          <p:nvPr/>
        </p:nvSpPr>
        <p:spPr>
          <a:xfrm>
            <a:off x="654897" y="1613501"/>
            <a:ext cx="1978018" cy="1084913"/>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id" sz="3300" b="1">
                <a:solidFill>
                  <a:schemeClr val="accent2"/>
                </a:solidFill>
                <a:latin typeface="Quicksand"/>
                <a:ea typeface="Quicksand"/>
                <a:cs typeface="Quicksand"/>
                <a:sym typeface="Quicksand"/>
              </a:rPr>
              <a:t>Our</a:t>
            </a:r>
            <a:endParaRPr sz="1100"/>
          </a:p>
          <a:p>
            <a:pPr marL="0" marR="0" lvl="0" indent="0" algn="l" rtl="0">
              <a:spcBef>
                <a:spcPts val="0"/>
              </a:spcBef>
              <a:spcAft>
                <a:spcPts val="0"/>
              </a:spcAft>
              <a:buNone/>
            </a:pPr>
            <a:r>
              <a:rPr lang="id" sz="3300" b="1">
                <a:solidFill>
                  <a:schemeClr val="accent2"/>
                </a:solidFill>
                <a:latin typeface="Quicksand"/>
                <a:ea typeface="Quicksand"/>
                <a:cs typeface="Quicksand"/>
                <a:sym typeface="Quicksand"/>
              </a:rPr>
              <a:t>Teacher</a:t>
            </a:r>
            <a:endParaRPr sz="3300" b="1">
              <a:solidFill>
                <a:schemeClr val="accent2"/>
              </a:solidFill>
              <a:latin typeface="Quicksand"/>
              <a:ea typeface="Quicksand"/>
              <a:cs typeface="Quicksand"/>
              <a:sym typeface="Quicksand"/>
            </a:endParaRPr>
          </a:p>
        </p:txBody>
      </p:sp>
      <p:grpSp>
        <p:nvGrpSpPr>
          <p:cNvPr id="538" name="Google Shape;538;p53"/>
          <p:cNvGrpSpPr/>
          <p:nvPr/>
        </p:nvGrpSpPr>
        <p:grpSpPr>
          <a:xfrm>
            <a:off x="2762063" y="3881552"/>
            <a:ext cx="5520255" cy="474058"/>
            <a:chOff x="3682751" y="5175402"/>
            <a:chExt cx="7360340" cy="632077"/>
          </a:xfrm>
        </p:grpSpPr>
        <p:grpSp>
          <p:nvGrpSpPr>
            <p:cNvPr id="539" name="Google Shape;539;p53"/>
            <p:cNvGrpSpPr/>
            <p:nvPr/>
          </p:nvGrpSpPr>
          <p:grpSpPr>
            <a:xfrm>
              <a:off x="3682751" y="5175402"/>
              <a:ext cx="2282444" cy="632077"/>
              <a:chOff x="3682751" y="5175402"/>
              <a:chExt cx="2282444" cy="632077"/>
            </a:xfrm>
          </p:grpSpPr>
          <p:grpSp>
            <p:nvGrpSpPr>
              <p:cNvPr id="540" name="Google Shape;540;p53"/>
              <p:cNvGrpSpPr/>
              <p:nvPr/>
            </p:nvGrpSpPr>
            <p:grpSpPr>
              <a:xfrm>
                <a:off x="5195217" y="5612189"/>
                <a:ext cx="769978" cy="195290"/>
                <a:chOff x="2917303" y="3332630"/>
                <a:chExt cx="905965" cy="234372"/>
              </a:xfrm>
            </p:grpSpPr>
            <p:sp>
              <p:nvSpPr>
                <p:cNvPr id="541" name="Google Shape;541;p53"/>
                <p:cNvSpPr/>
                <p:nvPr/>
              </p:nvSpPr>
              <p:spPr>
                <a:xfrm>
                  <a:off x="3586002" y="3332630"/>
                  <a:ext cx="237266" cy="234372"/>
                </a:xfrm>
                <a:custGeom>
                  <a:avLst/>
                  <a:gdLst/>
                  <a:ahLst/>
                  <a:cxnLst/>
                  <a:rect l="l" t="t" r="r" b="b"/>
                  <a:pathLst>
                    <a:path w="479" h="471" extrusionOk="0">
                      <a:moveTo>
                        <a:pt x="212" y="169"/>
                      </a:moveTo>
                      <a:lnTo>
                        <a:pt x="212" y="169"/>
                      </a:lnTo>
                      <a:cubicBezTo>
                        <a:pt x="212" y="142"/>
                        <a:pt x="203" y="142"/>
                        <a:pt x="185" y="142"/>
                      </a:cubicBezTo>
                      <a:cubicBezTo>
                        <a:pt x="185" y="142"/>
                        <a:pt x="185" y="142"/>
                        <a:pt x="177" y="142"/>
                      </a:cubicBezTo>
                      <a:cubicBezTo>
                        <a:pt x="177" y="142"/>
                        <a:pt x="168" y="151"/>
                        <a:pt x="168" y="160"/>
                      </a:cubicBezTo>
                      <a:cubicBezTo>
                        <a:pt x="159" y="160"/>
                        <a:pt x="159" y="169"/>
                        <a:pt x="168" y="187"/>
                      </a:cubicBezTo>
                      <a:cubicBezTo>
                        <a:pt x="168" y="195"/>
                        <a:pt x="185" y="213"/>
                        <a:pt x="194" y="213"/>
                      </a:cubicBezTo>
                      <a:cubicBezTo>
                        <a:pt x="194" y="213"/>
                        <a:pt x="194" y="213"/>
                        <a:pt x="203" y="213"/>
                      </a:cubicBezTo>
                      <a:cubicBezTo>
                        <a:pt x="212" y="204"/>
                        <a:pt x="221" y="187"/>
                        <a:pt x="212" y="169"/>
                      </a:cubicBezTo>
                      <a:close/>
                      <a:moveTo>
                        <a:pt x="238" y="0"/>
                      </a:moveTo>
                      <a:lnTo>
                        <a:pt x="238" y="0"/>
                      </a:lnTo>
                      <a:cubicBezTo>
                        <a:pt x="106" y="0"/>
                        <a:pt x="0" y="107"/>
                        <a:pt x="0" y="231"/>
                      </a:cubicBezTo>
                      <a:cubicBezTo>
                        <a:pt x="0" y="363"/>
                        <a:pt x="106" y="470"/>
                        <a:pt x="238" y="470"/>
                      </a:cubicBezTo>
                      <a:cubicBezTo>
                        <a:pt x="372" y="470"/>
                        <a:pt x="478" y="363"/>
                        <a:pt x="478" y="231"/>
                      </a:cubicBezTo>
                      <a:cubicBezTo>
                        <a:pt x="478" y="107"/>
                        <a:pt x="372" y="0"/>
                        <a:pt x="238" y="0"/>
                      </a:cubicBezTo>
                      <a:close/>
                      <a:moveTo>
                        <a:pt x="221" y="338"/>
                      </a:moveTo>
                      <a:lnTo>
                        <a:pt x="221" y="338"/>
                      </a:lnTo>
                      <a:cubicBezTo>
                        <a:pt x="212" y="346"/>
                        <a:pt x="194" y="346"/>
                        <a:pt x="185" y="346"/>
                      </a:cubicBezTo>
                      <a:cubicBezTo>
                        <a:pt x="177" y="346"/>
                        <a:pt x="124" y="346"/>
                        <a:pt x="124" y="301"/>
                      </a:cubicBezTo>
                      <a:cubicBezTo>
                        <a:pt x="124" y="257"/>
                        <a:pt x="177" y="248"/>
                        <a:pt x="194" y="248"/>
                      </a:cubicBezTo>
                      <a:cubicBezTo>
                        <a:pt x="185" y="240"/>
                        <a:pt x="185" y="231"/>
                        <a:pt x="185" y="231"/>
                      </a:cubicBezTo>
                      <a:cubicBezTo>
                        <a:pt x="177" y="231"/>
                        <a:pt x="168" y="222"/>
                        <a:pt x="159" y="222"/>
                      </a:cubicBezTo>
                      <a:cubicBezTo>
                        <a:pt x="141" y="213"/>
                        <a:pt x="141" y="195"/>
                        <a:pt x="141" y="178"/>
                      </a:cubicBezTo>
                      <a:cubicBezTo>
                        <a:pt x="141" y="125"/>
                        <a:pt x="194" y="125"/>
                        <a:pt x="194" y="125"/>
                      </a:cubicBezTo>
                      <a:cubicBezTo>
                        <a:pt x="256" y="125"/>
                        <a:pt x="256" y="125"/>
                        <a:pt x="256" y="125"/>
                      </a:cubicBezTo>
                      <a:cubicBezTo>
                        <a:pt x="256" y="134"/>
                        <a:pt x="238" y="134"/>
                        <a:pt x="238" y="134"/>
                      </a:cubicBezTo>
                      <a:cubicBezTo>
                        <a:pt x="230" y="134"/>
                        <a:pt x="230" y="134"/>
                        <a:pt x="221" y="134"/>
                      </a:cubicBezTo>
                      <a:cubicBezTo>
                        <a:pt x="238" y="142"/>
                        <a:pt x="238" y="160"/>
                        <a:pt x="238" y="178"/>
                      </a:cubicBezTo>
                      <a:cubicBezTo>
                        <a:pt x="238" y="195"/>
                        <a:pt x="230" y="204"/>
                        <a:pt x="230" y="213"/>
                      </a:cubicBezTo>
                      <a:cubicBezTo>
                        <a:pt x="221" y="222"/>
                        <a:pt x="212" y="222"/>
                        <a:pt x="212" y="231"/>
                      </a:cubicBezTo>
                      <a:cubicBezTo>
                        <a:pt x="212" y="231"/>
                        <a:pt x="221" y="240"/>
                        <a:pt x="230" y="240"/>
                      </a:cubicBezTo>
                      <a:cubicBezTo>
                        <a:pt x="238" y="248"/>
                        <a:pt x="256" y="266"/>
                        <a:pt x="256" y="284"/>
                      </a:cubicBezTo>
                      <a:cubicBezTo>
                        <a:pt x="256" y="310"/>
                        <a:pt x="247" y="328"/>
                        <a:pt x="221" y="338"/>
                      </a:cubicBezTo>
                      <a:close/>
                      <a:moveTo>
                        <a:pt x="354" y="231"/>
                      </a:moveTo>
                      <a:lnTo>
                        <a:pt x="354" y="231"/>
                      </a:lnTo>
                      <a:cubicBezTo>
                        <a:pt x="310" y="231"/>
                        <a:pt x="310" y="231"/>
                        <a:pt x="310" y="231"/>
                      </a:cubicBezTo>
                      <a:cubicBezTo>
                        <a:pt x="310" y="275"/>
                        <a:pt x="310" y="275"/>
                        <a:pt x="310" y="275"/>
                      </a:cubicBezTo>
                      <a:cubicBezTo>
                        <a:pt x="291" y="275"/>
                        <a:pt x="291" y="275"/>
                        <a:pt x="291" y="275"/>
                      </a:cubicBezTo>
                      <a:cubicBezTo>
                        <a:pt x="291" y="231"/>
                        <a:pt x="291" y="231"/>
                        <a:pt x="291" y="231"/>
                      </a:cubicBezTo>
                      <a:cubicBezTo>
                        <a:pt x="256" y="231"/>
                        <a:pt x="256" y="231"/>
                        <a:pt x="256" y="231"/>
                      </a:cubicBezTo>
                      <a:cubicBezTo>
                        <a:pt x="256" y="213"/>
                        <a:pt x="256" y="213"/>
                        <a:pt x="256" y="213"/>
                      </a:cubicBezTo>
                      <a:cubicBezTo>
                        <a:pt x="291" y="213"/>
                        <a:pt x="291" y="213"/>
                        <a:pt x="291" y="213"/>
                      </a:cubicBezTo>
                      <a:cubicBezTo>
                        <a:pt x="291" y="169"/>
                        <a:pt x="291" y="169"/>
                        <a:pt x="291" y="169"/>
                      </a:cubicBezTo>
                      <a:cubicBezTo>
                        <a:pt x="310" y="169"/>
                        <a:pt x="310" y="169"/>
                        <a:pt x="310" y="169"/>
                      </a:cubicBezTo>
                      <a:cubicBezTo>
                        <a:pt x="310" y="213"/>
                        <a:pt x="310" y="213"/>
                        <a:pt x="310" y="213"/>
                      </a:cubicBezTo>
                      <a:cubicBezTo>
                        <a:pt x="354" y="213"/>
                        <a:pt x="354" y="213"/>
                        <a:pt x="354" y="213"/>
                      </a:cubicBezTo>
                      <a:lnTo>
                        <a:pt x="354" y="231"/>
                      </a:lnTo>
                      <a:close/>
                      <a:moveTo>
                        <a:pt x="194" y="266"/>
                      </a:moveTo>
                      <a:lnTo>
                        <a:pt x="194" y="266"/>
                      </a:lnTo>
                      <a:cubicBezTo>
                        <a:pt x="177" y="266"/>
                        <a:pt x="168" y="266"/>
                        <a:pt x="159" y="275"/>
                      </a:cubicBezTo>
                      <a:cubicBezTo>
                        <a:pt x="159" y="284"/>
                        <a:pt x="150" y="293"/>
                        <a:pt x="150" y="301"/>
                      </a:cubicBezTo>
                      <a:cubicBezTo>
                        <a:pt x="150" y="319"/>
                        <a:pt x="168" y="328"/>
                        <a:pt x="194" y="328"/>
                      </a:cubicBezTo>
                      <a:cubicBezTo>
                        <a:pt x="221" y="319"/>
                        <a:pt x="230" y="310"/>
                        <a:pt x="230" y="293"/>
                      </a:cubicBezTo>
                      <a:cubicBezTo>
                        <a:pt x="230" y="275"/>
                        <a:pt x="212" y="266"/>
                        <a:pt x="194" y="266"/>
                      </a:cubicBezTo>
                      <a:close/>
                    </a:path>
                  </a:pathLst>
                </a:custGeom>
                <a:solidFill>
                  <a:schemeClr val="accent3"/>
                </a:solidFill>
                <a:ln>
                  <a:noFill/>
                </a:ln>
              </p:spPr>
              <p:txBody>
                <a:bodyPr spcFirstLastPara="1" wrap="square" lIns="25700" tIns="12850" rIns="25700" bIns="12850" anchor="ctr" anchorCtr="0">
                  <a:noAutofit/>
                </a:bodyPr>
                <a:lstStyle/>
                <a:p>
                  <a:pPr marL="0" marR="0" lvl="0" indent="0" algn="l" rtl="0">
                    <a:spcBef>
                      <a:spcPts val="0"/>
                    </a:spcBef>
                    <a:spcAft>
                      <a:spcPts val="0"/>
                    </a:spcAft>
                    <a:buNone/>
                  </a:pPr>
                  <a:endParaRPr sz="1400">
                    <a:solidFill>
                      <a:srgbClr val="7F7F7F"/>
                    </a:solidFill>
                    <a:latin typeface="Quicksand"/>
                    <a:ea typeface="Quicksand"/>
                    <a:cs typeface="Quicksand"/>
                    <a:sym typeface="Quicksand"/>
                  </a:endParaRPr>
                </a:p>
              </p:txBody>
            </p:sp>
            <p:sp>
              <p:nvSpPr>
                <p:cNvPr id="542" name="Google Shape;542;p53"/>
                <p:cNvSpPr/>
                <p:nvPr/>
              </p:nvSpPr>
              <p:spPr>
                <a:xfrm>
                  <a:off x="2917303" y="3332630"/>
                  <a:ext cx="237266" cy="234372"/>
                </a:xfrm>
                <a:custGeom>
                  <a:avLst/>
                  <a:gdLst/>
                  <a:ahLst/>
                  <a:cxnLst/>
                  <a:rect l="l" t="t" r="r" b="b"/>
                  <a:pathLst>
                    <a:path w="479" h="471" extrusionOk="0">
                      <a:moveTo>
                        <a:pt x="240" y="0"/>
                      </a:moveTo>
                      <a:lnTo>
                        <a:pt x="240" y="0"/>
                      </a:lnTo>
                      <a:cubicBezTo>
                        <a:pt x="106" y="0"/>
                        <a:pt x="0" y="107"/>
                        <a:pt x="0" y="231"/>
                      </a:cubicBezTo>
                      <a:cubicBezTo>
                        <a:pt x="0" y="363"/>
                        <a:pt x="106" y="470"/>
                        <a:pt x="240" y="470"/>
                      </a:cubicBezTo>
                      <a:cubicBezTo>
                        <a:pt x="372" y="470"/>
                        <a:pt x="478" y="363"/>
                        <a:pt x="478" y="231"/>
                      </a:cubicBezTo>
                      <a:cubicBezTo>
                        <a:pt x="478" y="107"/>
                        <a:pt x="372" y="0"/>
                        <a:pt x="240" y="0"/>
                      </a:cubicBezTo>
                      <a:close/>
                      <a:moveTo>
                        <a:pt x="293" y="160"/>
                      </a:moveTo>
                      <a:lnTo>
                        <a:pt x="293" y="160"/>
                      </a:lnTo>
                      <a:cubicBezTo>
                        <a:pt x="257" y="160"/>
                        <a:pt x="257" y="160"/>
                        <a:pt x="257" y="160"/>
                      </a:cubicBezTo>
                      <a:cubicBezTo>
                        <a:pt x="257" y="160"/>
                        <a:pt x="249" y="169"/>
                        <a:pt x="249" y="178"/>
                      </a:cubicBezTo>
                      <a:cubicBezTo>
                        <a:pt x="249" y="195"/>
                        <a:pt x="249" y="195"/>
                        <a:pt x="249" y="195"/>
                      </a:cubicBezTo>
                      <a:cubicBezTo>
                        <a:pt x="293" y="195"/>
                        <a:pt x="293" y="195"/>
                        <a:pt x="293" y="195"/>
                      </a:cubicBezTo>
                      <a:cubicBezTo>
                        <a:pt x="293" y="240"/>
                        <a:pt x="293" y="240"/>
                        <a:pt x="293" y="240"/>
                      </a:cubicBezTo>
                      <a:cubicBezTo>
                        <a:pt x="249" y="240"/>
                        <a:pt x="249" y="240"/>
                        <a:pt x="249" y="240"/>
                      </a:cubicBezTo>
                      <a:cubicBezTo>
                        <a:pt x="249" y="346"/>
                        <a:pt x="249" y="346"/>
                        <a:pt x="249" y="346"/>
                      </a:cubicBezTo>
                      <a:cubicBezTo>
                        <a:pt x="213" y="346"/>
                        <a:pt x="213" y="346"/>
                        <a:pt x="213" y="346"/>
                      </a:cubicBezTo>
                      <a:cubicBezTo>
                        <a:pt x="213" y="240"/>
                        <a:pt x="213" y="240"/>
                        <a:pt x="213" y="240"/>
                      </a:cubicBezTo>
                      <a:cubicBezTo>
                        <a:pt x="169" y="240"/>
                        <a:pt x="169" y="240"/>
                        <a:pt x="169" y="240"/>
                      </a:cubicBezTo>
                      <a:cubicBezTo>
                        <a:pt x="169" y="195"/>
                        <a:pt x="169" y="195"/>
                        <a:pt x="169" y="195"/>
                      </a:cubicBezTo>
                      <a:cubicBezTo>
                        <a:pt x="213" y="195"/>
                        <a:pt x="213" y="195"/>
                        <a:pt x="213" y="195"/>
                      </a:cubicBezTo>
                      <a:cubicBezTo>
                        <a:pt x="213" y="178"/>
                        <a:pt x="213" y="178"/>
                        <a:pt x="213" y="178"/>
                      </a:cubicBezTo>
                      <a:cubicBezTo>
                        <a:pt x="213" y="151"/>
                        <a:pt x="230" y="125"/>
                        <a:pt x="257" y="125"/>
                      </a:cubicBezTo>
                      <a:cubicBezTo>
                        <a:pt x="293" y="125"/>
                        <a:pt x="293" y="125"/>
                        <a:pt x="293" y="125"/>
                      </a:cubicBezTo>
                      <a:lnTo>
                        <a:pt x="293" y="160"/>
                      </a:lnTo>
                      <a:close/>
                    </a:path>
                  </a:pathLst>
                </a:custGeom>
                <a:solidFill>
                  <a:schemeClr val="accent1"/>
                </a:solidFill>
                <a:ln>
                  <a:noFill/>
                </a:ln>
              </p:spPr>
              <p:txBody>
                <a:bodyPr spcFirstLastPara="1" wrap="square" lIns="25700" tIns="12850" rIns="25700" bIns="12850" anchor="ctr" anchorCtr="0">
                  <a:noAutofit/>
                </a:bodyPr>
                <a:lstStyle/>
                <a:p>
                  <a:pPr marL="0" marR="0" lvl="0" indent="0" algn="l" rtl="0">
                    <a:spcBef>
                      <a:spcPts val="0"/>
                    </a:spcBef>
                    <a:spcAft>
                      <a:spcPts val="0"/>
                    </a:spcAft>
                    <a:buNone/>
                  </a:pPr>
                  <a:endParaRPr sz="1400">
                    <a:solidFill>
                      <a:srgbClr val="7F7F7F"/>
                    </a:solidFill>
                    <a:latin typeface="Quicksand"/>
                    <a:ea typeface="Quicksand"/>
                    <a:cs typeface="Quicksand"/>
                    <a:sym typeface="Quicksand"/>
                  </a:endParaRPr>
                </a:p>
              </p:txBody>
            </p:sp>
            <p:sp>
              <p:nvSpPr>
                <p:cNvPr id="543" name="Google Shape;543;p53"/>
                <p:cNvSpPr/>
                <p:nvPr/>
              </p:nvSpPr>
              <p:spPr>
                <a:xfrm>
                  <a:off x="3250929" y="3332630"/>
                  <a:ext cx="238712" cy="234372"/>
                </a:xfrm>
                <a:custGeom>
                  <a:avLst/>
                  <a:gdLst/>
                  <a:ahLst/>
                  <a:cxnLst/>
                  <a:rect l="l" t="t" r="r" b="b"/>
                  <a:pathLst>
                    <a:path w="480" h="471" extrusionOk="0">
                      <a:moveTo>
                        <a:pt x="239" y="0"/>
                      </a:moveTo>
                      <a:lnTo>
                        <a:pt x="239" y="0"/>
                      </a:lnTo>
                      <a:cubicBezTo>
                        <a:pt x="107" y="0"/>
                        <a:pt x="0" y="107"/>
                        <a:pt x="0" y="231"/>
                      </a:cubicBezTo>
                      <a:cubicBezTo>
                        <a:pt x="0" y="363"/>
                        <a:pt x="107" y="470"/>
                        <a:pt x="239" y="470"/>
                      </a:cubicBezTo>
                      <a:cubicBezTo>
                        <a:pt x="372" y="470"/>
                        <a:pt x="479" y="363"/>
                        <a:pt x="479" y="231"/>
                      </a:cubicBezTo>
                      <a:cubicBezTo>
                        <a:pt x="479" y="107"/>
                        <a:pt x="372" y="0"/>
                        <a:pt x="239" y="0"/>
                      </a:cubicBezTo>
                      <a:close/>
                      <a:moveTo>
                        <a:pt x="337" y="195"/>
                      </a:moveTo>
                      <a:lnTo>
                        <a:pt x="337" y="195"/>
                      </a:lnTo>
                      <a:cubicBezTo>
                        <a:pt x="337" y="257"/>
                        <a:pt x="292" y="328"/>
                        <a:pt x="204" y="328"/>
                      </a:cubicBezTo>
                      <a:cubicBezTo>
                        <a:pt x="178" y="328"/>
                        <a:pt x="151" y="319"/>
                        <a:pt x="133" y="310"/>
                      </a:cubicBezTo>
                      <a:lnTo>
                        <a:pt x="142" y="310"/>
                      </a:lnTo>
                      <a:cubicBezTo>
                        <a:pt x="160" y="310"/>
                        <a:pt x="186" y="301"/>
                        <a:pt x="204" y="293"/>
                      </a:cubicBezTo>
                      <a:cubicBezTo>
                        <a:pt x="178" y="293"/>
                        <a:pt x="160" y="275"/>
                        <a:pt x="160" y="257"/>
                      </a:cubicBezTo>
                      <a:cubicBezTo>
                        <a:pt x="160" y="257"/>
                        <a:pt x="160" y="257"/>
                        <a:pt x="169" y="257"/>
                      </a:cubicBezTo>
                      <a:lnTo>
                        <a:pt x="178" y="257"/>
                      </a:lnTo>
                      <a:cubicBezTo>
                        <a:pt x="160" y="248"/>
                        <a:pt x="142" y="231"/>
                        <a:pt x="142" y="213"/>
                      </a:cubicBezTo>
                      <a:cubicBezTo>
                        <a:pt x="142" y="213"/>
                        <a:pt x="151" y="213"/>
                        <a:pt x="160" y="213"/>
                      </a:cubicBezTo>
                      <a:cubicBezTo>
                        <a:pt x="151" y="204"/>
                        <a:pt x="142" y="195"/>
                        <a:pt x="142" y="178"/>
                      </a:cubicBezTo>
                      <a:cubicBezTo>
                        <a:pt x="142" y="169"/>
                        <a:pt x="142" y="160"/>
                        <a:pt x="151" y="151"/>
                      </a:cubicBezTo>
                      <a:cubicBezTo>
                        <a:pt x="169" y="178"/>
                        <a:pt x="204" y="204"/>
                        <a:pt x="239" y="204"/>
                      </a:cubicBezTo>
                      <a:cubicBezTo>
                        <a:pt x="239" y="195"/>
                        <a:pt x="239" y="195"/>
                        <a:pt x="239" y="195"/>
                      </a:cubicBezTo>
                      <a:cubicBezTo>
                        <a:pt x="239" y="169"/>
                        <a:pt x="266" y="142"/>
                        <a:pt x="292" y="142"/>
                      </a:cubicBezTo>
                      <a:cubicBezTo>
                        <a:pt x="301" y="142"/>
                        <a:pt x="319" y="151"/>
                        <a:pt x="319" y="160"/>
                      </a:cubicBezTo>
                      <a:cubicBezTo>
                        <a:pt x="337" y="160"/>
                        <a:pt x="346" y="151"/>
                        <a:pt x="355" y="151"/>
                      </a:cubicBezTo>
                      <a:cubicBezTo>
                        <a:pt x="346" y="160"/>
                        <a:pt x="346" y="169"/>
                        <a:pt x="337" y="178"/>
                      </a:cubicBezTo>
                      <a:cubicBezTo>
                        <a:pt x="346" y="178"/>
                        <a:pt x="355" y="169"/>
                        <a:pt x="364" y="169"/>
                      </a:cubicBezTo>
                      <a:cubicBezTo>
                        <a:pt x="355" y="178"/>
                        <a:pt x="346" y="187"/>
                        <a:pt x="337" y="195"/>
                      </a:cubicBezTo>
                      <a:close/>
                    </a:path>
                  </a:pathLst>
                </a:custGeom>
                <a:solidFill>
                  <a:schemeClr val="accent2"/>
                </a:solidFill>
                <a:ln>
                  <a:noFill/>
                </a:ln>
              </p:spPr>
              <p:txBody>
                <a:bodyPr spcFirstLastPara="1" wrap="square" lIns="25700" tIns="12850" rIns="25700" bIns="12850" anchor="ctr" anchorCtr="0">
                  <a:noAutofit/>
                </a:bodyPr>
                <a:lstStyle/>
                <a:p>
                  <a:pPr marL="0" marR="0" lvl="0" indent="0" algn="l" rtl="0">
                    <a:spcBef>
                      <a:spcPts val="0"/>
                    </a:spcBef>
                    <a:spcAft>
                      <a:spcPts val="0"/>
                    </a:spcAft>
                    <a:buNone/>
                  </a:pPr>
                  <a:endParaRPr sz="1400">
                    <a:solidFill>
                      <a:srgbClr val="7F7F7F"/>
                    </a:solidFill>
                    <a:latin typeface="Quicksand"/>
                    <a:ea typeface="Quicksand"/>
                    <a:cs typeface="Quicksand"/>
                    <a:sym typeface="Quicksand"/>
                  </a:endParaRPr>
                </a:p>
              </p:txBody>
            </p:sp>
          </p:grpSp>
          <p:sp>
            <p:nvSpPr>
              <p:cNvPr id="544" name="Google Shape;544;p53"/>
              <p:cNvSpPr txBox="1"/>
              <p:nvPr/>
            </p:nvSpPr>
            <p:spPr>
              <a:xfrm>
                <a:off x="3682751" y="5175402"/>
                <a:ext cx="1855821"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dk1"/>
                    </a:solidFill>
                    <a:latin typeface="Quicksand"/>
                    <a:ea typeface="Quicksand"/>
                    <a:cs typeface="Quicksand"/>
                    <a:sym typeface="Quicksand"/>
                  </a:rPr>
                  <a:t>Henda Tomoko</a:t>
                </a:r>
                <a:endParaRPr sz="1100"/>
              </a:p>
            </p:txBody>
          </p:sp>
          <p:sp>
            <p:nvSpPr>
              <p:cNvPr id="545" name="Google Shape;545;p53"/>
              <p:cNvSpPr txBox="1"/>
              <p:nvPr/>
            </p:nvSpPr>
            <p:spPr>
              <a:xfrm>
                <a:off x="3682752" y="5460481"/>
                <a:ext cx="1352544" cy="30777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100">
                    <a:solidFill>
                      <a:schemeClr val="accent2"/>
                    </a:solidFill>
                    <a:latin typeface="Quicksand"/>
                    <a:ea typeface="Quicksand"/>
                    <a:cs typeface="Quicksand"/>
                    <a:sym typeface="Quicksand"/>
                  </a:rPr>
                  <a:t>Teacher</a:t>
                </a:r>
                <a:endParaRPr sz="1100"/>
              </a:p>
            </p:txBody>
          </p:sp>
        </p:grpSp>
        <p:grpSp>
          <p:nvGrpSpPr>
            <p:cNvPr id="546" name="Google Shape;546;p53"/>
            <p:cNvGrpSpPr/>
            <p:nvPr/>
          </p:nvGrpSpPr>
          <p:grpSpPr>
            <a:xfrm>
              <a:off x="6184802" y="5175402"/>
              <a:ext cx="2300732" cy="632077"/>
              <a:chOff x="3664463" y="5175402"/>
              <a:chExt cx="2300732" cy="632077"/>
            </a:xfrm>
          </p:grpSpPr>
          <p:grpSp>
            <p:nvGrpSpPr>
              <p:cNvPr id="547" name="Google Shape;547;p53"/>
              <p:cNvGrpSpPr/>
              <p:nvPr/>
            </p:nvGrpSpPr>
            <p:grpSpPr>
              <a:xfrm>
                <a:off x="5195217" y="5612189"/>
                <a:ext cx="769978" cy="195290"/>
                <a:chOff x="2917303" y="3332630"/>
                <a:chExt cx="905965" cy="234372"/>
              </a:xfrm>
            </p:grpSpPr>
            <p:sp>
              <p:nvSpPr>
                <p:cNvPr id="548" name="Google Shape;548;p53"/>
                <p:cNvSpPr/>
                <p:nvPr/>
              </p:nvSpPr>
              <p:spPr>
                <a:xfrm>
                  <a:off x="3586002" y="3332630"/>
                  <a:ext cx="237266" cy="234372"/>
                </a:xfrm>
                <a:custGeom>
                  <a:avLst/>
                  <a:gdLst/>
                  <a:ahLst/>
                  <a:cxnLst/>
                  <a:rect l="l" t="t" r="r" b="b"/>
                  <a:pathLst>
                    <a:path w="479" h="471" extrusionOk="0">
                      <a:moveTo>
                        <a:pt x="212" y="169"/>
                      </a:moveTo>
                      <a:lnTo>
                        <a:pt x="212" y="169"/>
                      </a:lnTo>
                      <a:cubicBezTo>
                        <a:pt x="212" y="142"/>
                        <a:pt x="203" y="142"/>
                        <a:pt x="185" y="142"/>
                      </a:cubicBezTo>
                      <a:cubicBezTo>
                        <a:pt x="185" y="142"/>
                        <a:pt x="185" y="142"/>
                        <a:pt x="177" y="142"/>
                      </a:cubicBezTo>
                      <a:cubicBezTo>
                        <a:pt x="177" y="142"/>
                        <a:pt x="168" y="151"/>
                        <a:pt x="168" y="160"/>
                      </a:cubicBezTo>
                      <a:cubicBezTo>
                        <a:pt x="159" y="160"/>
                        <a:pt x="159" y="169"/>
                        <a:pt x="168" y="187"/>
                      </a:cubicBezTo>
                      <a:cubicBezTo>
                        <a:pt x="168" y="195"/>
                        <a:pt x="185" y="213"/>
                        <a:pt x="194" y="213"/>
                      </a:cubicBezTo>
                      <a:cubicBezTo>
                        <a:pt x="194" y="213"/>
                        <a:pt x="194" y="213"/>
                        <a:pt x="203" y="213"/>
                      </a:cubicBezTo>
                      <a:cubicBezTo>
                        <a:pt x="212" y="204"/>
                        <a:pt x="221" y="187"/>
                        <a:pt x="212" y="169"/>
                      </a:cubicBezTo>
                      <a:close/>
                      <a:moveTo>
                        <a:pt x="238" y="0"/>
                      </a:moveTo>
                      <a:lnTo>
                        <a:pt x="238" y="0"/>
                      </a:lnTo>
                      <a:cubicBezTo>
                        <a:pt x="106" y="0"/>
                        <a:pt x="0" y="107"/>
                        <a:pt x="0" y="231"/>
                      </a:cubicBezTo>
                      <a:cubicBezTo>
                        <a:pt x="0" y="363"/>
                        <a:pt x="106" y="470"/>
                        <a:pt x="238" y="470"/>
                      </a:cubicBezTo>
                      <a:cubicBezTo>
                        <a:pt x="372" y="470"/>
                        <a:pt x="478" y="363"/>
                        <a:pt x="478" y="231"/>
                      </a:cubicBezTo>
                      <a:cubicBezTo>
                        <a:pt x="478" y="107"/>
                        <a:pt x="372" y="0"/>
                        <a:pt x="238" y="0"/>
                      </a:cubicBezTo>
                      <a:close/>
                      <a:moveTo>
                        <a:pt x="221" y="338"/>
                      </a:moveTo>
                      <a:lnTo>
                        <a:pt x="221" y="338"/>
                      </a:lnTo>
                      <a:cubicBezTo>
                        <a:pt x="212" y="346"/>
                        <a:pt x="194" y="346"/>
                        <a:pt x="185" y="346"/>
                      </a:cubicBezTo>
                      <a:cubicBezTo>
                        <a:pt x="177" y="346"/>
                        <a:pt x="124" y="346"/>
                        <a:pt x="124" y="301"/>
                      </a:cubicBezTo>
                      <a:cubicBezTo>
                        <a:pt x="124" y="257"/>
                        <a:pt x="177" y="248"/>
                        <a:pt x="194" y="248"/>
                      </a:cubicBezTo>
                      <a:cubicBezTo>
                        <a:pt x="185" y="240"/>
                        <a:pt x="185" y="231"/>
                        <a:pt x="185" y="231"/>
                      </a:cubicBezTo>
                      <a:cubicBezTo>
                        <a:pt x="177" y="231"/>
                        <a:pt x="168" y="222"/>
                        <a:pt x="159" y="222"/>
                      </a:cubicBezTo>
                      <a:cubicBezTo>
                        <a:pt x="141" y="213"/>
                        <a:pt x="141" y="195"/>
                        <a:pt x="141" y="178"/>
                      </a:cubicBezTo>
                      <a:cubicBezTo>
                        <a:pt x="141" y="125"/>
                        <a:pt x="194" y="125"/>
                        <a:pt x="194" y="125"/>
                      </a:cubicBezTo>
                      <a:cubicBezTo>
                        <a:pt x="256" y="125"/>
                        <a:pt x="256" y="125"/>
                        <a:pt x="256" y="125"/>
                      </a:cubicBezTo>
                      <a:cubicBezTo>
                        <a:pt x="256" y="134"/>
                        <a:pt x="238" y="134"/>
                        <a:pt x="238" y="134"/>
                      </a:cubicBezTo>
                      <a:cubicBezTo>
                        <a:pt x="230" y="134"/>
                        <a:pt x="230" y="134"/>
                        <a:pt x="221" y="134"/>
                      </a:cubicBezTo>
                      <a:cubicBezTo>
                        <a:pt x="238" y="142"/>
                        <a:pt x="238" y="160"/>
                        <a:pt x="238" y="178"/>
                      </a:cubicBezTo>
                      <a:cubicBezTo>
                        <a:pt x="238" y="195"/>
                        <a:pt x="230" y="204"/>
                        <a:pt x="230" y="213"/>
                      </a:cubicBezTo>
                      <a:cubicBezTo>
                        <a:pt x="221" y="222"/>
                        <a:pt x="212" y="222"/>
                        <a:pt x="212" y="231"/>
                      </a:cubicBezTo>
                      <a:cubicBezTo>
                        <a:pt x="212" y="231"/>
                        <a:pt x="221" y="240"/>
                        <a:pt x="230" y="240"/>
                      </a:cubicBezTo>
                      <a:cubicBezTo>
                        <a:pt x="238" y="248"/>
                        <a:pt x="256" y="266"/>
                        <a:pt x="256" y="284"/>
                      </a:cubicBezTo>
                      <a:cubicBezTo>
                        <a:pt x="256" y="310"/>
                        <a:pt x="247" y="328"/>
                        <a:pt x="221" y="338"/>
                      </a:cubicBezTo>
                      <a:close/>
                      <a:moveTo>
                        <a:pt x="354" y="231"/>
                      </a:moveTo>
                      <a:lnTo>
                        <a:pt x="354" y="231"/>
                      </a:lnTo>
                      <a:cubicBezTo>
                        <a:pt x="310" y="231"/>
                        <a:pt x="310" y="231"/>
                        <a:pt x="310" y="231"/>
                      </a:cubicBezTo>
                      <a:cubicBezTo>
                        <a:pt x="310" y="275"/>
                        <a:pt x="310" y="275"/>
                        <a:pt x="310" y="275"/>
                      </a:cubicBezTo>
                      <a:cubicBezTo>
                        <a:pt x="291" y="275"/>
                        <a:pt x="291" y="275"/>
                        <a:pt x="291" y="275"/>
                      </a:cubicBezTo>
                      <a:cubicBezTo>
                        <a:pt x="291" y="231"/>
                        <a:pt x="291" y="231"/>
                        <a:pt x="291" y="231"/>
                      </a:cubicBezTo>
                      <a:cubicBezTo>
                        <a:pt x="256" y="231"/>
                        <a:pt x="256" y="231"/>
                        <a:pt x="256" y="231"/>
                      </a:cubicBezTo>
                      <a:cubicBezTo>
                        <a:pt x="256" y="213"/>
                        <a:pt x="256" y="213"/>
                        <a:pt x="256" y="213"/>
                      </a:cubicBezTo>
                      <a:cubicBezTo>
                        <a:pt x="291" y="213"/>
                        <a:pt x="291" y="213"/>
                        <a:pt x="291" y="213"/>
                      </a:cubicBezTo>
                      <a:cubicBezTo>
                        <a:pt x="291" y="169"/>
                        <a:pt x="291" y="169"/>
                        <a:pt x="291" y="169"/>
                      </a:cubicBezTo>
                      <a:cubicBezTo>
                        <a:pt x="310" y="169"/>
                        <a:pt x="310" y="169"/>
                        <a:pt x="310" y="169"/>
                      </a:cubicBezTo>
                      <a:cubicBezTo>
                        <a:pt x="310" y="213"/>
                        <a:pt x="310" y="213"/>
                        <a:pt x="310" y="213"/>
                      </a:cubicBezTo>
                      <a:cubicBezTo>
                        <a:pt x="354" y="213"/>
                        <a:pt x="354" y="213"/>
                        <a:pt x="354" y="213"/>
                      </a:cubicBezTo>
                      <a:lnTo>
                        <a:pt x="354" y="231"/>
                      </a:lnTo>
                      <a:close/>
                      <a:moveTo>
                        <a:pt x="194" y="266"/>
                      </a:moveTo>
                      <a:lnTo>
                        <a:pt x="194" y="266"/>
                      </a:lnTo>
                      <a:cubicBezTo>
                        <a:pt x="177" y="266"/>
                        <a:pt x="168" y="266"/>
                        <a:pt x="159" y="275"/>
                      </a:cubicBezTo>
                      <a:cubicBezTo>
                        <a:pt x="159" y="284"/>
                        <a:pt x="150" y="293"/>
                        <a:pt x="150" y="301"/>
                      </a:cubicBezTo>
                      <a:cubicBezTo>
                        <a:pt x="150" y="319"/>
                        <a:pt x="168" y="328"/>
                        <a:pt x="194" y="328"/>
                      </a:cubicBezTo>
                      <a:cubicBezTo>
                        <a:pt x="221" y="319"/>
                        <a:pt x="230" y="310"/>
                        <a:pt x="230" y="293"/>
                      </a:cubicBezTo>
                      <a:cubicBezTo>
                        <a:pt x="230" y="275"/>
                        <a:pt x="212" y="266"/>
                        <a:pt x="194" y="266"/>
                      </a:cubicBezTo>
                      <a:close/>
                    </a:path>
                  </a:pathLst>
                </a:custGeom>
                <a:solidFill>
                  <a:schemeClr val="accent3"/>
                </a:solidFill>
                <a:ln>
                  <a:noFill/>
                </a:ln>
              </p:spPr>
              <p:txBody>
                <a:bodyPr spcFirstLastPara="1" wrap="square" lIns="25700" tIns="12850" rIns="25700" bIns="12850" anchor="ctr" anchorCtr="0">
                  <a:noAutofit/>
                </a:bodyPr>
                <a:lstStyle/>
                <a:p>
                  <a:pPr marL="0" marR="0" lvl="0" indent="0" algn="l" rtl="0">
                    <a:spcBef>
                      <a:spcPts val="0"/>
                    </a:spcBef>
                    <a:spcAft>
                      <a:spcPts val="0"/>
                    </a:spcAft>
                    <a:buNone/>
                  </a:pPr>
                  <a:endParaRPr sz="1400">
                    <a:solidFill>
                      <a:srgbClr val="7F7F7F"/>
                    </a:solidFill>
                    <a:latin typeface="Quicksand"/>
                    <a:ea typeface="Quicksand"/>
                    <a:cs typeface="Quicksand"/>
                    <a:sym typeface="Quicksand"/>
                  </a:endParaRPr>
                </a:p>
              </p:txBody>
            </p:sp>
            <p:sp>
              <p:nvSpPr>
                <p:cNvPr id="549" name="Google Shape;549;p53"/>
                <p:cNvSpPr/>
                <p:nvPr/>
              </p:nvSpPr>
              <p:spPr>
                <a:xfrm>
                  <a:off x="2917303" y="3332630"/>
                  <a:ext cx="237266" cy="234372"/>
                </a:xfrm>
                <a:custGeom>
                  <a:avLst/>
                  <a:gdLst/>
                  <a:ahLst/>
                  <a:cxnLst/>
                  <a:rect l="l" t="t" r="r" b="b"/>
                  <a:pathLst>
                    <a:path w="479" h="471" extrusionOk="0">
                      <a:moveTo>
                        <a:pt x="240" y="0"/>
                      </a:moveTo>
                      <a:lnTo>
                        <a:pt x="240" y="0"/>
                      </a:lnTo>
                      <a:cubicBezTo>
                        <a:pt x="106" y="0"/>
                        <a:pt x="0" y="107"/>
                        <a:pt x="0" y="231"/>
                      </a:cubicBezTo>
                      <a:cubicBezTo>
                        <a:pt x="0" y="363"/>
                        <a:pt x="106" y="470"/>
                        <a:pt x="240" y="470"/>
                      </a:cubicBezTo>
                      <a:cubicBezTo>
                        <a:pt x="372" y="470"/>
                        <a:pt x="478" y="363"/>
                        <a:pt x="478" y="231"/>
                      </a:cubicBezTo>
                      <a:cubicBezTo>
                        <a:pt x="478" y="107"/>
                        <a:pt x="372" y="0"/>
                        <a:pt x="240" y="0"/>
                      </a:cubicBezTo>
                      <a:close/>
                      <a:moveTo>
                        <a:pt x="293" y="160"/>
                      </a:moveTo>
                      <a:lnTo>
                        <a:pt x="293" y="160"/>
                      </a:lnTo>
                      <a:cubicBezTo>
                        <a:pt x="257" y="160"/>
                        <a:pt x="257" y="160"/>
                        <a:pt x="257" y="160"/>
                      </a:cubicBezTo>
                      <a:cubicBezTo>
                        <a:pt x="257" y="160"/>
                        <a:pt x="249" y="169"/>
                        <a:pt x="249" y="178"/>
                      </a:cubicBezTo>
                      <a:cubicBezTo>
                        <a:pt x="249" y="195"/>
                        <a:pt x="249" y="195"/>
                        <a:pt x="249" y="195"/>
                      </a:cubicBezTo>
                      <a:cubicBezTo>
                        <a:pt x="293" y="195"/>
                        <a:pt x="293" y="195"/>
                        <a:pt x="293" y="195"/>
                      </a:cubicBezTo>
                      <a:cubicBezTo>
                        <a:pt x="293" y="240"/>
                        <a:pt x="293" y="240"/>
                        <a:pt x="293" y="240"/>
                      </a:cubicBezTo>
                      <a:cubicBezTo>
                        <a:pt x="249" y="240"/>
                        <a:pt x="249" y="240"/>
                        <a:pt x="249" y="240"/>
                      </a:cubicBezTo>
                      <a:cubicBezTo>
                        <a:pt x="249" y="346"/>
                        <a:pt x="249" y="346"/>
                        <a:pt x="249" y="346"/>
                      </a:cubicBezTo>
                      <a:cubicBezTo>
                        <a:pt x="213" y="346"/>
                        <a:pt x="213" y="346"/>
                        <a:pt x="213" y="346"/>
                      </a:cubicBezTo>
                      <a:cubicBezTo>
                        <a:pt x="213" y="240"/>
                        <a:pt x="213" y="240"/>
                        <a:pt x="213" y="240"/>
                      </a:cubicBezTo>
                      <a:cubicBezTo>
                        <a:pt x="169" y="240"/>
                        <a:pt x="169" y="240"/>
                        <a:pt x="169" y="240"/>
                      </a:cubicBezTo>
                      <a:cubicBezTo>
                        <a:pt x="169" y="195"/>
                        <a:pt x="169" y="195"/>
                        <a:pt x="169" y="195"/>
                      </a:cubicBezTo>
                      <a:cubicBezTo>
                        <a:pt x="213" y="195"/>
                        <a:pt x="213" y="195"/>
                        <a:pt x="213" y="195"/>
                      </a:cubicBezTo>
                      <a:cubicBezTo>
                        <a:pt x="213" y="178"/>
                        <a:pt x="213" y="178"/>
                        <a:pt x="213" y="178"/>
                      </a:cubicBezTo>
                      <a:cubicBezTo>
                        <a:pt x="213" y="151"/>
                        <a:pt x="230" y="125"/>
                        <a:pt x="257" y="125"/>
                      </a:cubicBezTo>
                      <a:cubicBezTo>
                        <a:pt x="293" y="125"/>
                        <a:pt x="293" y="125"/>
                        <a:pt x="293" y="125"/>
                      </a:cubicBezTo>
                      <a:lnTo>
                        <a:pt x="293" y="160"/>
                      </a:lnTo>
                      <a:close/>
                    </a:path>
                  </a:pathLst>
                </a:custGeom>
                <a:solidFill>
                  <a:schemeClr val="accent1"/>
                </a:solidFill>
                <a:ln>
                  <a:noFill/>
                </a:ln>
              </p:spPr>
              <p:txBody>
                <a:bodyPr spcFirstLastPara="1" wrap="square" lIns="25700" tIns="12850" rIns="25700" bIns="12850" anchor="ctr" anchorCtr="0">
                  <a:noAutofit/>
                </a:bodyPr>
                <a:lstStyle/>
                <a:p>
                  <a:pPr marL="0" marR="0" lvl="0" indent="0" algn="l" rtl="0">
                    <a:spcBef>
                      <a:spcPts val="0"/>
                    </a:spcBef>
                    <a:spcAft>
                      <a:spcPts val="0"/>
                    </a:spcAft>
                    <a:buNone/>
                  </a:pPr>
                  <a:endParaRPr sz="1400">
                    <a:solidFill>
                      <a:srgbClr val="7F7F7F"/>
                    </a:solidFill>
                    <a:latin typeface="Quicksand"/>
                    <a:ea typeface="Quicksand"/>
                    <a:cs typeface="Quicksand"/>
                    <a:sym typeface="Quicksand"/>
                  </a:endParaRPr>
                </a:p>
              </p:txBody>
            </p:sp>
            <p:sp>
              <p:nvSpPr>
                <p:cNvPr id="550" name="Google Shape;550;p53"/>
                <p:cNvSpPr/>
                <p:nvPr/>
              </p:nvSpPr>
              <p:spPr>
                <a:xfrm>
                  <a:off x="3250929" y="3332630"/>
                  <a:ext cx="238712" cy="234372"/>
                </a:xfrm>
                <a:custGeom>
                  <a:avLst/>
                  <a:gdLst/>
                  <a:ahLst/>
                  <a:cxnLst/>
                  <a:rect l="l" t="t" r="r" b="b"/>
                  <a:pathLst>
                    <a:path w="480" h="471" extrusionOk="0">
                      <a:moveTo>
                        <a:pt x="239" y="0"/>
                      </a:moveTo>
                      <a:lnTo>
                        <a:pt x="239" y="0"/>
                      </a:lnTo>
                      <a:cubicBezTo>
                        <a:pt x="107" y="0"/>
                        <a:pt x="0" y="107"/>
                        <a:pt x="0" y="231"/>
                      </a:cubicBezTo>
                      <a:cubicBezTo>
                        <a:pt x="0" y="363"/>
                        <a:pt x="107" y="470"/>
                        <a:pt x="239" y="470"/>
                      </a:cubicBezTo>
                      <a:cubicBezTo>
                        <a:pt x="372" y="470"/>
                        <a:pt x="479" y="363"/>
                        <a:pt x="479" y="231"/>
                      </a:cubicBezTo>
                      <a:cubicBezTo>
                        <a:pt x="479" y="107"/>
                        <a:pt x="372" y="0"/>
                        <a:pt x="239" y="0"/>
                      </a:cubicBezTo>
                      <a:close/>
                      <a:moveTo>
                        <a:pt x="337" y="195"/>
                      </a:moveTo>
                      <a:lnTo>
                        <a:pt x="337" y="195"/>
                      </a:lnTo>
                      <a:cubicBezTo>
                        <a:pt x="337" y="257"/>
                        <a:pt x="292" y="328"/>
                        <a:pt x="204" y="328"/>
                      </a:cubicBezTo>
                      <a:cubicBezTo>
                        <a:pt x="178" y="328"/>
                        <a:pt x="151" y="319"/>
                        <a:pt x="133" y="310"/>
                      </a:cubicBezTo>
                      <a:lnTo>
                        <a:pt x="142" y="310"/>
                      </a:lnTo>
                      <a:cubicBezTo>
                        <a:pt x="160" y="310"/>
                        <a:pt x="186" y="301"/>
                        <a:pt x="204" y="293"/>
                      </a:cubicBezTo>
                      <a:cubicBezTo>
                        <a:pt x="178" y="293"/>
                        <a:pt x="160" y="275"/>
                        <a:pt x="160" y="257"/>
                      </a:cubicBezTo>
                      <a:cubicBezTo>
                        <a:pt x="160" y="257"/>
                        <a:pt x="160" y="257"/>
                        <a:pt x="169" y="257"/>
                      </a:cubicBezTo>
                      <a:lnTo>
                        <a:pt x="178" y="257"/>
                      </a:lnTo>
                      <a:cubicBezTo>
                        <a:pt x="160" y="248"/>
                        <a:pt x="142" y="231"/>
                        <a:pt x="142" y="213"/>
                      </a:cubicBezTo>
                      <a:cubicBezTo>
                        <a:pt x="142" y="213"/>
                        <a:pt x="151" y="213"/>
                        <a:pt x="160" y="213"/>
                      </a:cubicBezTo>
                      <a:cubicBezTo>
                        <a:pt x="151" y="204"/>
                        <a:pt x="142" y="195"/>
                        <a:pt x="142" y="178"/>
                      </a:cubicBezTo>
                      <a:cubicBezTo>
                        <a:pt x="142" y="169"/>
                        <a:pt x="142" y="160"/>
                        <a:pt x="151" y="151"/>
                      </a:cubicBezTo>
                      <a:cubicBezTo>
                        <a:pt x="169" y="178"/>
                        <a:pt x="204" y="204"/>
                        <a:pt x="239" y="204"/>
                      </a:cubicBezTo>
                      <a:cubicBezTo>
                        <a:pt x="239" y="195"/>
                        <a:pt x="239" y="195"/>
                        <a:pt x="239" y="195"/>
                      </a:cubicBezTo>
                      <a:cubicBezTo>
                        <a:pt x="239" y="169"/>
                        <a:pt x="266" y="142"/>
                        <a:pt x="292" y="142"/>
                      </a:cubicBezTo>
                      <a:cubicBezTo>
                        <a:pt x="301" y="142"/>
                        <a:pt x="319" y="151"/>
                        <a:pt x="319" y="160"/>
                      </a:cubicBezTo>
                      <a:cubicBezTo>
                        <a:pt x="337" y="160"/>
                        <a:pt x="346" y="151"/>
                        <a:pt x="355" y="151"/>
                      </a:cubicBezTo>
                      <a:cubicBezTo>
                        <a:pt x="346" y="160"/>
                        <a:pt x="346" y="169"/>
                        <a:pt x="337" y="178"/>
                      </a:cubicBezTo>
                      <a:cubicBezTo>
                        <a:pt x="346" y="178"/>
                        <a:pt x="355" y="169"/>
                        <a:pt x="364" y="169"/>
                      </a:cubicBezTo>
                      <a:cubicBezTo>
                        <a:pt x="355" y="178"/>
                        <a:pt x="346" y="187"/>
                        <a:pt x="337" y="195"/>
                      </a:cubicBezTo>
                      <a:close/>
                    </a:path>
                  </a:pathLst>
                </a:custGeom>
                <a:solidFill>
                  <a:schemeClr val="accent2"/>
                </a:solidFill>
                <a:ln>
                  <a:noFill/>
                </a:ln>
              </p:spPr>
              <p:txBody>
                <a:bodyPr spcFirstLastPara="1" wrap="square" lIns="25700" tIns="12850" rIns="25700" bIns="12850" anchor="ctr" anchorCtr="0">
                  <a:noAutofit/>
                </a:bodyPr>
                <a:lstStyle/>
                <a:p>
                  <a:pPr marL="0" marR="0" lvl="0" indent="0" algn="l" rtl="0">
                    <a:spcBef>
                      <a:spcPts val="0"/>
                    </a:spcBef>
                    <a:spcAft>
                      <a:spcPts val="0"/>
                    </a:spcAft>
                    <a:buNone/>
                  </a:pPr>
                  <a:endParaRPr sz="1400">
                    <a:solidFill>
                      <a:srgbClr val="7F7F7F"/>
                    </a:solidFill>
                    <a:latin typeface="Quicksand"/>
                    <a:ea typeface="Quicksand"/>
                    <a:cs typeface="Quicksand"/>
                    <a:sym typeface="Quicksand"/>
                  </a:endParaRPr>
                </a:p>
              </p:txBody>
            </p:sp>
          </p:grpSp>
          <p:sp>
            <p:nvSpPr>
              <p:cNvPr id="551" name="Google Shape;551;p53"/>
              <p:cNvSpPr txBox="1"/>
              <p:nvPr/>
            </p:nvSpPr>
            <p:spPr>
              <a:xfrm>
                <a:off x="3664463" y="5175402"/>
                <a:ext cx="1855821" cy="338554"/>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id" sz="1200" b="1">
                    <a:solidFill>
                      <a:schemeClr val="dk1"/>
                    </a:solidFill>
                    <a:latin typeface="Quicksand"/>
                    <a:ea typeface="Quicksand"/>
                    <a:cs typeface="Quicksand"/>
                    <a:sym typeface="Quicksand"/>
                  </a:rPr>
                  <a:t>Dimitri Johnson</a:t>
                </a:r>
                <a:endParaRPr sz="1100"/>
              </a:p>
            </p:txBody>
          </p:sp>
          <p:sp>
            <p:nvSpPr>
              <p:cNvPr id="552" name="Google Shape;552;p53"/>
              <p:cNvSpPr txBox="1"/>
              <p:nvPr/>
            </p:nvSpPr>
            <p:spPr>
              <a:xfrm>
                <a:off x="3682752" y="5460481"/>
                <a:ext cx="1240593" cy="30777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100">
                    <a:solidFill>
                      <a:schemeClr val="accent2"/>
                    </a:solidFill>
                    <a:latin typeface="Quicksand"/>
                    <a:ea typeface="Quicksand"/>
                    <a:cs typeface="Quicksand"/>
                    <a:sym typeface="Quicksand"/>
                  </a:rPr>
                  <a:t>Teacher</a:t>
                </a:r>
                <a:endParaRPr sz="1100"/>
              </a:p>
            </p:txBody>
          </p:sp>
        </p:grpSp>
        <p:grpSp>
          <p:nvGrpSpPr>
            <p:cNvPr id="553" name="Google Shape;553;p53"/>
            <p:cNvGrpSpPr/>
            <p:nvPr/>
          </p:nvGrpSpPr>
          <p:grpSpPr>
            <a:xfrm>
              <a:off x="8760647" y="5175402"/>
              <a:ext cx="2282444" cy="632077"/>
              <a:chOff x="3682751" y="5175402"/>
              <a:chExt cx="2282444" cy="632077"/>
            </a:xfrm>
          </p:grpSpPr>
          <p:grpSp>
            <p:nvGrpSpPr>
              <p:cNvPr id="554" name="Google Shape;554;p53"/>
              <p:cNvGrpSpPr/>
              <p:nvPr/>
            </p:nvGrpSpPr>
            <p:grpSpPr>
              <a:xfrm>
                <a:off x="5195217" y="5612189"/>
                <a:ext cx="769978" cy="195290"/>
                <a:chOff x="2917303" y="3332630"/>
                <a:chExt cx="905965" cy="234372"/>
              </a:xfrm>
            </p:grpSpPr>
            <p:sp>
              <p:nvSpPr>
                <p:cNvPr id="555" name="Google Shape;555;p53"/>
                <p:cNvSpPr/>
                <p:nvPr/>
              </p:nvSpPr>
              <p:spPr>
                <a:xfrm>
                  <a:off x="3586002" y="3332630"/>
                  <a:ext cx="237266" cy="234372"/>
                </a:xfrm>
                <a:custGeom>
                  <a:avLst/>
                  <a:gdLst/>
                  <a:ahLst/>
                  <a:cxnLst/>
                  <a:rect l="l" t="t" r="r" b="b"/>
                  <a:pathLst>
                    <a:path w="479" h="471" extrusionOk="0">
                      <a:moveTo>
                        <a:pt x="212" y="169"/>
                      </a:moveTo>
                      <a:lnTo>
                        <a:pt x="212" y="169"/>
                      </a:lnTo>
                      <a:cubicBezTo>
                        <a:pt x="212" y="142"/>
                        <a:pt x="203" y="142"/>
                        <a:pt x="185" y="142"/>
                      </a:cubicBezTo>
                      <a:cubicBezTo>
                        <a:pt x="185" y="142"/>
                        <a:pt x="185" y="142"/>
                        <a:pt x="177" y="142"/>
                      </a:cubicBezTo>
                      <a:cubicBezTo>
                        <a:pt x="177" y="142"/>
                        <a:pt x="168" y="151"/>
                        <a:pt x="168" y="160"/>
                      </a:cubicBezTo>
                      <a:cubicBezTo>
                        <a:pt x="159" y="160"/>
                        <a:pt x="159" y="169"/>
                        <a:pt x="168" y="187"/>
                      </a:cubicBezTo>
                      <a:cubicBezTo>
                        <a:pt x="168" y="195"/>
                        <a:pt x="185" y="213"/>
                        <a:pt x="194" y="213"/>
                      </a:cubicBezTo>
                      <a:cubicBezTo>
                        <a:pt x="194" y="213"/>
                        <a:pt x="194" y="213"/>
                        <a:pt x="203" y="213"/>
                      </a:cubicBezTo>
                      <a:cubicBezTo>
                        <a:pt x="212" y="204"/>
                        <a:pt x="221" y="187"/>
                        <a:pt x="212" y="169"/>
                      </a:cubicBezTo>
                      <a:close/>
                      <a:moveTo>
                        <a:pt x="238" y="0"/>
                      </a:moveTo>
                      <a:lnTo>
                        <a:pt x="238" y="0"/>
                      </a:lnTo>
                      <a:cubicBezTo>
                        <a:pt x="106" y="0"/>
                        <a:pt x="0" y="107"/>
                        <a:pt x="0" y="231"/>
                      </a:cubicBezTo>
                      <a:cubicBezTo>
                        <a:pt x="0" y="363"/>
                        <a:pt x="106" y="470"/>
                        <a:pt x="238" y="470"/>
                      </a:cubicBezTo>
                      <a:cubicBezTo>
                        <a:pt x="372" y="470"/>
                        <a:pt x="478" y="363"/>
                        <a:pt x="478" y="231"/>
                      </a:cubicBezTo>
                      <a:cubicBezTo>
                        <a:pt x="478" y="107"/>
                        <a:pt x="372" y="0"/>
                        <a:pt x="238" y="0"/>
                      </a:cubicBezTo>
                      <a:close/>
                      <a:moveTo>
                        <a:pt x="221" y="338"/>
                      </a:moveTo>
                      <a:lnTo>
                        <a:pt x="221" y="338"/>
                      </a:lnTo>
                      <a:cubicBezTo>
                        <a:pt x="212" y="346"/>
                        <a:pt x="194" y="346"/>
                        <a:pt x="185" y="346"/>
                      </a:cubicBezTo>
                      <a:cubicBezTo>
                        <a:pt x="177" y="346"/>
                        <a:pt x="124" y="346"/>
                        <a:pt x="124" y="301"/>
                      </a:cubicBezTo>
                      <a:cubicBezTo>
                        <a:pt x="124" y="257"/>
                        <a:pt x="177" y="248"/>
                        <a:pt x="194" y="248"/>
                      </a:cubicBezTo>
                      <a:cubicBezTo>
                        <a:pt x="185" y="240"/>
                        <a:pt x="185" y="231"/>
                        <a:pt x="185" y="231"/>
                      </a:cubicBezTo>
                      <a:cubicBezTo>
                        <a:pt x="177" y="231"/>
                        <a:pt x="168" y="222"/>
                        <a:pt x="159" y="222"/>
                      </a:cubicBezTo>
                      <a:cubicBezTo>
                        <a:pt x="141" y="213"/>
                        <a:pt x="141" y="195"/>
                        <a:pt x="141" y="178"/>
                      </a:cubicBezTo>
                      <a:cubicBezTo>
                        <a:pt x="141" y="125"/>
                        <a:pt x="194" y="125"/>
                        <a:pt x="194" y="125"/>
                      </a:cubicBezTo>
                      <a:cubicBezTo>
                        <a:pt x="256" y="125"/>
                        <a:pt x="256" y="125"/>
                        <a:pt x="256" y="125"/>
                      </a:cubicBezTo>
                      <a:cubicBezTo>
                        <a:pt x="256" y="134"/>
                        <a:pt x="238" y="134"/>
                        <a:pt x="238" y="134"/>
                      </a:cubicBezTo>
                      <a:cubicBezTo>
                        <a:pt x="230" y="134"/>
                        <a:pt x="230" y="134"/>
                        <a:pt x="221" y="134"/>
                      </a:cubicBezTo>
                      <a:cubicBezTo>
                        <a:pt x="238" y="142"/>
                        <a:pt x="238" y="160"/>
                        <a:pt x="238" y="178"/>
                      </a:cubicBezTo>
                      <a:cubicBezTo>
                        <a:pt x="238" y="195"/>
                        <a:pt x="230" y="204"/>
                        <a:pt x="230" y="213"/>
                      </a:cubicBezTo>
                      <a:cubicBezTo>
                        <a:pt x="221" y="222"/>
                        <a:pt x="212" y="222"/>
                        <a:pt x="212" y="231"/>
                      </a:cubicBezTo>
                      <a:cubicBezTo>
                        <a:pt x="212" y="231"/>
                        <a:pt x="221" y="240"/>
                        <a:pt x="230" y="240"/>
                      </a:cubicBezTo>
                      <a:cubicBezTo>
                        <a:pt x="238" y="248"/>
                        <a:pt x="256" y="266"/>
                        <a:pt x="256" y="284"/>
                      </a:cubicBezTo>
                      <a:cubicBezTo>
                        <a:pt x="256" y="310"/>
                        <a:pt x="247" y="328"/>
                        <a:pt x="221" y="338"/>
                      </a:cubicBezTo>
                      <a:close/>
                      <a:moveTo>
                        <a:pt x="354" y="231"/>
                      </a:moveTo>
                      <a:lnTo>
                        <a:pt x="354" y="231"/>
                      </a:lnTo>
                      <a:cubicBezTo>
                        <a:pt x="310" y="231"/>
                        <a:pt x="310" y="231"/>
                        <a:pt x="310" y="231"/>
                      </a:cubicBezTo>
                      <a:cubicBezTo>
                        <a:pt x="310" y="275"/>
                        <a:pt x="310" y="275"/>
                        <a:pt x="310" y="275"/>
                      </a:cubicBezTo>
                      <a:cubicBezTo>
                        <a:pt x="291" y="275"/>
                        <a:pt x="291" y="275"/>
                        <a:pt x="291" y="275"/>
                      </a:cubicBezTo>
                      <a:cubicBezTo>
                        <a:pt x="291" y="231"/>
                        <a:pt x="291" y="231"/>
                        <a:pt x="291" y="231"/>
                      </a:cubicBezTo>
                      <a:cubicBezTo>
                        <a:pt x="256" y="231"/>
                        <a:pt x="256" y="231"/>
                        <a:pt x="256" y="231"/>
                      </a:cubicBezTo>
                      <a:cubicBezTo>
                        <a:pt x="256" y="213"/>
                        <a:pt x="256" y="213"/>
                        <a:pt x="256" y="213"/>
                      </a:cubicBezTo>
                      <a:cubicBezTo>
                        <a:pt x="291" y="213"/>
                        <a:pt x="291" y="213"/>
                        <a:pt x="291" y="213"/>
                      </a:cubicBezTo>
                      <a:cubicBezTo>
                        <a:pt x="291" y="169"/>
                        <a:pt x="291" y="169"/>
                        <a:pt x="291" y="169"/>
                      </a:cubicBezTo>
                      <a:cubicBezTo>
                        <a:pt x="310" y="169"/>
                        <a:pt x="310" y="169"/>
                        <a:pt x="310" y="169"/>
                      </a:cubicBezTo>
                      <a:cubicBezTo>
                        <a:pt x="310" y="213"/>
                        <a:pt x="310" y="213"/>
                        <a:pt x="310" y="213"/>
                      </a:cubicBezTo>
                      <a:cubicBezTo>
                        <a:pt x="354" y="213"/>
                        <a:pt x="354" y="213"/>
                        <a:pt x="354" y="213"/>
                      </a:cubicBezTo>
                      <a:lnTo>
                        <a:pt x="354" y="231"/>
                      </a:lnTo>
                      <a:close/>
                      <a:moveTo>
                        <a:pt x="194" y="266"/>
                      </a:moveTo>
                      <a:lnTo>
                        <a:pt x="194" y="266"/>
                      </a:lnTo>
                      <a:cubicBezTo>
                        <a:pt x="177" y="266"/>
                        <a:pt x="168" y="266"/>
                        <a:pt x="159" y="275"/>
                      </a:cubicBezTo>
                      <a:cubicBezTo>
                        <a:pt x="159" y="284"/>
                        <a:pt x="150" y="293"/>
                        <a:pt x="150" y="301"/>
                      </a:cubicBezTo>
                      <a:cubicBezTo>
                        <a:pt x="150" y="319"/>
                        <a:pt x="168" y="328"/>
                        <a:pt x="194" y="328"/>
                      </a:cubicBezTo>
                      <a:cubicBezTo>
                        <a:pt x="221" y="319"/>
                        <a:pt x="230" y="310"/>
                        <a:pt x="230" y="293"/>
                      </a:cubicBezTo>
                      <a:cubicBezTo>
                        <a:pt x="230" y="275"/>
                        <a:pt x="212" y="266"/>
                        <a:pt x="194" y="266"/>
                      </a:cubicBezTo>
                      <a:close/>
                    </a:path>
                  </a:pathLst>
                </a:custGeom>
                <a:solidFill>
                  <a:schemeClr val="accent3"/>
                </a:solidFill>
                <a:ln>
                  <a:noFill/>
                </a:ln>
              </p:spPr>
              <p:txBody>
                <a:bodyPr spcFirstLastPara="1" wrap="square" lIns="25700" tIns="12850" rIns="25700" bIns="12850" anchor="ctr" anchorCtr="0">
                  <a:noAutofit/>
                </a:bodyPr>
                <a:lstStyle/>
                <a:p>
                  <a:pPr marL="0" marR="0" lvl="0" indent="0" algn="l" rtl="0">
                    <a:spcBef>
                      <a:spcPts val="0"/>
                    </a:spcBef>
                    <a:spcAft>
                      <a:spcPts val="0"/>
                    </a:spcAft>
                    <a:buNone/>
                  </a:pPr>
                  <a:endParaRPr sz="1400">
                    <a:solidFill>
                      <a:srgbClr val="7F7F7F"/>
                    </a:solidFill>
                    <a:latin typeface="Quicksand"/>
                    <a:ea typeface="Quicksand"/>
                    <a:cs typeface="Quicksand"/>
                    <a:sym typeface="Quicksand"/>
                  </a:endParaRPr>
                </a:p>
              </p:txBody>
            </p:sp>
            <p:sp>
              <p:nvSpPr>
                <p:cNvPr id="556" name="Google Shape;556;p53"/>
                <p:cNvSpPr/>
                <p:nvPr/>
              </p:nvSpPr>
              <p:spPr>
                <a:xfrm>
                  <a:off x="2917303" y="3332630"/>
                  <a:ext cx="237266" cy="234372"/>
                </a:xfrm>
                <a:custGeom>
                  <a:avLst/>
                  <a:gdLst/>
                  <a:ahLst/>
                  <a:cxnLst/>
                  <a:rect l="l" t="t" r="r" b="b"/>
                  <a:pathLst>
                    <a:path w="479" h="471" extrusionOk="0">
                      <a:moveTo>
                        <a:pt x="240" y="0"/>
                      </a:moveTo>
                      <a:lnTo>
                        <a:pt x="240" y="0"/>
                      </a:lnTo>
                      <a:cubicBezTo>
                        <a:pt x="106" y="0"/>
                        <a:pt x="0" y="107"/>
                        <a:pt x="0" y="231"/>
                      </a:cubicBezTo>
                      <a:cubicBezTo>
                        <a:pt x="0" y="363"/>
                        <a:pt x="106" y="470"/>
                        <a:pt x="240" y="470"/>
                      </a:cubicBezTo>
                      <a:cubicBezTo>
                        <a:pt x="372" y="470"/>
                        <a:pt x="478" y="363"/>
                        <a:pt x="478" y="231"/>
                      </a:cubicBezTo>
                      <a:cubicBezTo>
                        <a:pt x="478" y="107"/>
                        <a:pt x="372" y="0"/>
                        <a:pt x="240" y="0"/>
                      </a:cubicBezTo>
                      <a:close/>
                      <a:moveTo>
                        <a:pt x="293" y="160"/>
                      </a:moveTo>
                      <a:lnTo>
                        <a:pt x="293" y="160"/>
                      </a:lnTo>
                      <a:cubicBezTo>
                        <a:pt x="257" y="160"/>
                        <a:pt x="257" y="160"/>
                        <a:pt x="257" y="160"/>
                      </a:cubicBezTo>
                      <a:cubicBezTo>
                        <a:pt x="257" y="160"/>
                        <a:pt x="249" y="169"/>
                        <a:pt x="249" y="178"/>
                      </a:cubicBezTo>
                      <a:cubicBezTo>
                        <a:pt x="249" y="195"/>
                        <a:pt x="249" y="195"/>
                        <a:pt x="249" y="195"/>
                      </a:cubicBezTo>
                      <a:cubicBezTo>
                        <a:pt x="293" y="195"/>
                        <a:pt x="293" y="195"/>
                        <a:pt x="293" y="195"/>
                      </a:cubicBezTo>
                      <a:cubicBezTo>
                        <a:pt x="293" y="240"/>
                        <a:pt x="293" y="240"/>
                        <a:pt x="293" y="240"/>
                      </a:cubicBezTo>
                      <a:cubicBezTo>
                        <a:pt x="249" y="240"/>
                        <a:pt x="249" y="240"/>
                        <a:pt x="249" y="240"/>
                      </a:cubicBezTo>
                      <a:cubicBezTo>
                        <a:pt x="249" y="346"/>
                        <a:pt x="249" y="346"/>
                        <a:pt x="249" y="346"/>
                      </a:cubicBezTo>
                      <a:cubicBezTo>
                        <a:pt x="213" y="346"/>
                        <a:pt x="213" y="346"/>
                        <a:pt x="213" y="346"/>
                      </a:cubicBezTo>
                      <a:cubicBezTo>
                        <a:pt x="213" y="240"/>
                        <a:pt x="213" y="240"/>
                        <a:pt x="213" y="240"/>
                      </a:cubicBezTo>
                      <a:cubicBezTo>
                        <a:pt x="169" y="240"/>
                        <a:pt x="169" y="240"/>
                        <a:pt x="169" y="240"/>
                      </a:cubicBezTo>
                      <a:cubicBezTo>
                        <a:pt x="169" y="195"/>
                        <a:pt x="169" y="195"/>
                        <a:pt x="169" y="195"/>
                      </a:cubicBezTo>
                      <a:cubicBezTo>
                        <a:pt x="213" y="195"/>
                        <a:pt x="213" y="195"/>
                        <a:pt x="213" y="195"/>
                      </a:cubicBezTo>
                      <a:cubicBezTo>
                        <a:pt x="213" y="178"/>
                        <a:pt x="213" y="178"/>
                        <a:pt x="213" y="178"/>
                      </a:cubicBezTo>
                      <a:cubicBezTo>
                        <a:pt x="213" y="151"/>
                        <a:pt x="230" y="125"/>
                        <a:pt x="257" y="125"/>
                      </a:cubicBezTo>
                      <a:cubicBezTo>
                        <a:pt x="293" y="125"/>
                        <a:pt x="293" y="125"/>
                        <a:pt x="293" y="125"/>
                      </a:cubicBezTo>
                      <a:lnTo>
                        <a:pt x="293" y="160"/>
                      </a:lnTo>
                      <a:close/>
                    </a:path>
                  </a:pathLst>
                </a:custGeom>
                <a:solidFill>
                  <a:schemeClr val="accent1"/>
                </a:solidFill>
                <a:ln>
                  <a:noFill/>
                </a:ln>
              </p:spPr>
              <p:txBody>
                <a:bodyPr spcFirstLastPara="1" wrap="square" lIns="25700" tIns="12850" rIns="25700" bIns="12850" anchor="ctr" anchorCtr="0">
                  <a:noAutofit/>
                </a:bodyPr>
                <a:lstStyle/>
                <a:p>
                  <a:pPr marL="0" marR="0" lvl="0" indent="0" algn="l" rtl="0">
                    <a:spcBef>
                      <a:spcPts val="0"/>
                    </a:spcBef>
                    <a:spcAft>
                      <a:spcPts val="0"/>
                    </a:spcAft>
                    <a:buNone/>
                  </a:pPr>
                  <a:endParaRPr sz="1400">
                    <a:solidFill>
                      <a:srgbClr val="7F7F7F"/>
                    </a:solidFill>
                    <a:latin typeface="Quicksand"/>
                    <a:ea typeface="Quicksand"/>
                    <a:cs typeface="Quicksand"/>
                    <a:sym typeface="Quicksand"/>
                  </a:endParaRPr>
                </a:p>
              </p:txBody>
            </p:sp>
            <p:sp>
              <p:nvSpPr>
                <p:cNvPr id="557" name="Google Shape;557;p53"/>
                <p:cNvSpPr/>
                <p:nvPr/>
              </p:nvSpPr>
              <p:spPr>
                <a:xfrm>
                  <a:off x="3250929" y="3332630"/>
                  <a:ext cx="238712" cy="234372"/>
                </a:xfrm>
                <a:custGeom>
                  <a:avLst/>
                  <a:gdLst/>
                  <a:ahLst/>
                  <a:cxnLst/>
                  <a:rect l="l" t="t" r="r" b="b"/>
                  <a:pathLst>
                    <a:path w="480" h="471" extrusionOk="0">
                      <a:moveTo>
                        <a:pt x="239" y="0"/>
                      </a:moveTo>
                      <a:lnTo>
                        <a:pt x="239" y="0"/>
                      </a:lnTo>
                      <a:cubicBezTo>
                        <a:pt x="107" y="0"/>
                        <a:pt x="0" y="107"/>
                        <a:pt x="0" y="231"/>
                      </a:cubicBezTo>
                      <a:cubicBezTo>
                        <a:pt x="0" y="363"/>
                        <a:pt x="107" y="470"/>
                        <a:pt x="239" y="470"/>
                      </a:cubicBezTo>
                      <a:cubicBezTo>
                        <a:pt x="372" y="470"/>
                        <a:pt x="479" y="363"/>
                        <a:pt x="479" y="231"/>
                      </a:cubicBezTo>
                      <a:cubicBezTo>
                        <a:pt x="479" y="107"/>
                        <a:pt x="372" y="0"/>
                        <a:pt x="239" y="0"/>
                      </a:cubicBezTo>
                      <a:close/>
                      <a:moveTo>
                        <a:pt x="337" y="195"/>
                      </a:moveTo>
                      <a:lnTo>
                        <a:pt x="337" y="195"/>
                      </a:lnTo>
                      <a:cubicBezTo>
                        <a:pt x="337" y="257"/>
                        <a:pt x="292" y="328"/>
                        <a:pt x="204" y="328"/>
                      </a:cubicBezTo>
                      <a:cubicBezTo>
                        <a:pt x="178" y="328"/>
                        <a:pt x="151" y="319"/>
                        <a:pt x="133" y="310"/>
                      </a:cubicBezTo>
                      <a:lnTo>
                        <a:pt x="142" y="310"/>
                      </a:lnTo>
                      <a:cubicBezTo>
                        <a:pt x="160" y="310"/>
                        <a:pt x="186" y="301"/>
                        <a:pt x="204" y="293"/>
                      </a:cubicBezTo>
                      <a:cubicBezTo>
                        <a:pt x="178" y="293"/>
                        <a:pt x="160" y="275"/>
                        <a:pt x="160" y="257"/>
                      </a:cubicBezTo>
                      <a:cubicBezTo>
                        <a:pt x="160" y="257"/>
                        <a:pt x="160" y="257"/>
                        <a:pt x="169" y="257"/>
                      </a:cubicBezTo>
                      <a:lnTo>
                        <a:pt x="178" y="257"/>
                      </a:lnTo>
                      <a:cubicBezTo>
                        <a:pt x="160" y="248"/>
                        <a:pt x="142" y="231"/>
                        <a:pt x="142" y="213"/>
                      </a:cubicBezTo>
                      <a:cubicBezTo>
                        <a:pt x="142" y="213"/>
                        <a:pt x="151" y="213"/>
                        <a:pt x="160" y="213"/>
                      </a:cubicBezTo>
                      <a:cubicBezTo>
                        <a:pt x="151" y="204"/>
                        <a:pt x="142" y="195"/>
                        <a:pt x="142" y="178"/>
                      </a:cubicBezTo>
                      <a:cubicBezTo>
                        <a:pt x="142" y="169"/>
                        <a:pt x="142" y="160"/>
                        <a:pt x="151" y="151"/>
                      </a:cubicBezTo>
                      <a:cubicBezTo>
                        <a:pt x="169" y="178"/>
                        <a:pt x="204" y="204"/>
                        <a:pt x="239" y="204"/>
                      </a:cubicBezTo>
                      <a:cubicBezTo>
                        <a:pt x="239" y="195"/>
                        <a:pt x="239" y="195"/>
                        <a:pt x="239" y="195"/>
                      </a:cubicBezTo>
                      <a:cubicBezTo>
                        <a:pt x="239" y="169"/>
                        <a:pt x="266" y="142"/>
                        <a:pt x="292" y="142"/>
                      </a:cubicBezTo>
                      <a:cubicBezTo>
                        <a:pt x="301" y="142"/>
                        <a:pt x="319" y="151"/>
                        <a:pt x="319" y="160"/>
                      </a:cubicBezTo>
                      <a:cubicBezTo>
                        <a:pt x="337" y="160"/>
                        <a:pt x="346" y="151"/>
                        <a:pt x="355" y="151"/>
                      </a:cubicBezTo>
                      <a:cubicBezTo>
                        <a:pt x="346" y="160"/>
                        <a:pt x="346" y="169"/>
                        <a:pt x="337" y="178"/>
                      </a:cubicBezTo>
                      <a:cubicBezTo>
                        <a:pt x="346" y="178"/>
                        <a:pt x="355" y="169"/>
                        <a:pt x="364" y="169"/>
                      </a:cubicBezTo>
                      <a:cubicBezTo>
                        <a:pt x="355" y="178"/>
                        <a:pt x="346" y="187"/>
                        <a:pt x="337" y="195"/>
                      </a:cubicBezTo>
                      <a:close/>
                    </a:path>
                  </a:pathLst>
                </a:custGeom>
                <a:solidFill>
                  <a:schemeClr val="accent2"/>
                </a:solidFill>
                <a:ln>
                  <a:noFill/>
                </a:ln>
              </p:spPr>
              <p:txBody>
                <a:bodyPr spcFirstLastPara="1" wrap="square" lIns="25700" tIns="12850" rIns="25700" bIns="12850" anchor="ctr" anchorCtr="0">
                  <a:noAutofit/>
                </a:bodyPr>
                <a:lstStyle/>
                <a:p>
                  <a:pPr marL="0" marR="0" lvl="0" indent="0" algn="l" rtl="0">
                    <a:spcBef>
                      <a:spcPts val="0"/>
                    </a:spcBef>
                    <a:spcAft>
                      <a:spcPts val="0"/>
                    </a:spcAft>
                    <a:buNone/>
                  </a:pPr>
                  <a:endParaRPr sz="1400">
                    <a:solidFill>
                      <a:srgbClr val="7F7F7F"/>
                    </a:solidFill>
                    <a:latin typeface="Quicksand"/>
                    <a:ea typeface="Quicksand"/>
                    <a:cs typeface="Quicksand"/>
                    <a:sym typeface="Quicksand"/>
                  </a:endParaRPr>
                </a:p>
              </p:txBody>
            </p:sp>
          </p:grpSp>
          <p:sp>
            <p:nvSpPr>
              <p:cNvPr id="558" name="Google Shape;558;p53"/>
              <p:cNvSpPr txBox="1"/>
              <p:nvPr/>
            </p:nvSpPr>
            <p:spPr>
              <a:xfrm>
                <a:off x="3682751" y="5175402"/>
                <a:ext cx="1855821"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dk1"/>
                    </a:solidFill>
                    <a:latin typeface="Quicksand"/>
                    <a:ea typeface="Quicksand"/>
                    <a:cs typeface="Quicksand"/>
                    <a:sym typeface="Quicksand"/>
                  </a:rPr>
                  <a:t>Dimi Johnson</a:t>
                </a:r>
                <a:endParaRPr sz="1100"/>
              </a:p>
            </p:txBody>
          </p:sp>
          <p:sp>
            <p:nvSpPr>
              <p:cNvPr id="559" name="Google Shape;559;p53"/>
              <p:cNvSpPr txBox="1"/>
              <p:nvPr/>
            </p:nvSpPr>
            <p:spPr>
              <a:xfrm>
                <a:off x="3682752" y="5460481"/>
                <a:ext cx="1240593" cy="30777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100">
                    <a:solidFill>
                      <a:schemeClr val="accent2"/>
                    </a:solidFill>
                    <a:latin typeface="Quicksand"/>
                    <a:ea typeface="Quicksand"/>
                    <a:cs typeface="Quicksand"/>
                    <a:sym typeface="Quicksand"/>
                  </a:rPr>
                  <a:t>Teacher</a:t>
                </a:r>
                <a:endParaRPr sz="1100"/>
              </a:p>
            </p:txBody>
          </p:sp>
        </p:grpSp>
      </p:grpSp>
      <p:sp>
        <p:nvSpPr>
          <p:cNvPr id="560" name="Google Shape;560;p53"/>
          <p:cNvSpPr txBox="1"/>
          <p:nvPr/>
        </p:nvSpPr>
        <p:spPr>
          <a:xfrm>
            <a:off x="701107" y="2698413"/>
            <a:ext cx="1931808" cy="596701"/>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b="0" i="0">
                <a:solidFill>
                  <a:schemeClr val="dk1"/>
                </a:solidFill>
                <a:latin typeface="Quicksand"/>
                <a:ea typeface="Quicksand"/>
                <a:cs typeface="Quicksand"/>
                <a:sym typeface="Quicksand"/>
              </a:rPr>
              <a:t>Lorem ipsum dolor sit amet, consectetur adipiscing elit, sed eiusmod tempor</a:t>
            </a:r>
            <a:endParaRPr sz="900" b="0" i="0">
              <a:solidFill>
                <a:schemeClr val="dk1"/>
              </a:solidFill>
              <a:latin typeface="Quicksand"/>
              <a:ea typeface="Quicksand"/>
              <a:cs typeface="Quicksand"/>
              <a:sym typeface="Quicksand"/>
            </a:endParaRPr>
          </a:p>
        </p:txBody>
      </p:sp>
      <p:sp>
        <p:nvSpPr>
          <p:cNvPr id="561" name="Google Shape;561;p53"/>
          <p:cNvSpPr/>
          <p:nvPr/>
        </p:nvSpPr>
        <p:spPr>
          <a:xfrm rot="-1721402">
            <a:off x="8292959" y="2694534"/>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562" name="Google Shape;562;p53"/>
          <p:cNvSpPr/>
          <p:nvPr/>
        </p:nvSpPr>
        <p:spPr>
          <a:xfrm rot="-4211805">
            <a:off x="6085514" y="221693"/>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563" name="Google Shape;563;p53"/>
          <p:cNvSpPr/>
          <p:nvPr/>
        </p:nvSpPr>
        <p:spPr>
          <a:xfrm>
            <a:off x="1088819" y="3898644"/>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pic>
        <p:nvPicPr>
          <p:cNvPr id="564" name="Google Shape;564;p53"/>
          <p:cNvPicPr preferRelativeResize="0"/>
          <p:nvPr/>
        </p:nvPicPr>
        <p:blipFill rotWithShape="1">
          <a:blip r:embed="rId4">
            <a:alphaModFix/>
          </a:blip>
          <a:srcRect/>
          <a:stretch/>
        </p:blipFill>
        <p:spPr>
          <a:xfrm>
            <a:off x="1667011" y="1108238"/>
            <a:ext cx="1071726" cy="896660"/>
          </a:xfrm>
          <a:prstGeom prst="rect">
            <a:avLst/>
          </a:prstGeom>
          <a:noFill/>
          <a:ln>
            <a:noFill/>
          </a:ln>
        </p:spPr>
      </p:pic>
      <p:grpSp>
        <p:nvGrpSpPr>
          <p:cNvPr id="565" name="Google Shape;565;p53"/>
          <p:cNvGrpSpPr/>
          <p:nvPr/>
        </p:nvGrpSpPr>
        <p:grpSpPr>
          <a:xfrm>
            <a:off x="5399482" y="817307"/>
            <a:ext cx="540000" cy="540000"/>
            <a:chOff x="5983077" y="3231180"/>
            <a:chExt cx="720000" cy="720000"/>
          </a:xfrm>
        </p:grpSpPr>
        <p:sp>
          <p:nvSpPr>
            <p:cNvPr id="566" name="Google Shape;566;p53"/>
            <p:cNvSpPr/>
            <p:nvPr/>
          </p:nvSpPr>
          <p:spPr>
            <a:xfrm>
              <a:off x="5983077" y="3231180"/>
              <a:ext cx="720000" cy="720000"/>
            </a:xfrm>
            <a:prstGeom prst="ellipse">
              <a:avLst/>
            </a:prstGeom>
            <a:solidFill>
              <a:schemeClr val="accent2"/>
            </a:solidFill>
            <a:ln>
              <a:noFill/>
            </a:ln>
            <a:effectLst>
              <a:outerShdw blurRad="571500" dist="127000" dir="5400000" algn="ctr" rotWithShape="0">
                <a:srgbClr val="000000">
                  <a:alpha val="11764"/>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900">
                <a:solidFill>
                  <a:schemeClr val="lt1"/>
                </a:solidFill>
                <a:latin typeface="Quicksand"/>
                <a:ea typeface="Quicksand"/>
                <a:cs typeface="Quicksand"/>
                <a:sym typeface="Quicksand"/>
              </a:endParaRPr>
            </a:p>
          </p:txBody>
        </p:sp>
        <p:sp>
          <p:nvSpPr>
            <p:cNvPr id="567" name="Google Shape;567;p53"/>
            <p:cNvSpPr/>
            <p:nvPr/>
          </p:nvSpPr>
          <p:spPr>
            <a:xfrm>
              <a:off x="6214685" y="3406140"/>
              <a:ext cx="259398" cy="359562"/>
            </a:xfrm>
            <a:custGeom>
              <a:avLst/>
              <a:gdLst/>
              <a:ahLst/>
              <a:cxnLst/>
              <a:rect l="l" t="t" r="r" b="b"/>
              <a:pathLst>
                <a:path w="356" h="497" extrusionOk="0">
                  <a:moveTo>
                    <a:pt x="318" y="54"/>
                  </a:moveTo>
                  <a:lnTo>
                    <a:pt x="318" y="54"/>
                  </a:lnTo>
                  <a:cubicBezTo>
                    <a:pt x="283" y="124"/>
                    <a:pt x="283" y="124"/>
                    <a:pt x="283" y="124"/>
                  </a:cubicBezTo>
                  <a:cubicBezTo>
                    <a:pt x="71" y="124"/>
                    <a:pt x="71" y="124"/>
                    <a:pt x="71" y="124"/>
                  </a:cubicBezTo>
                  <a:cubicBezTo>
                    <a:pt x="36" y="54"/>
                    <a:pt x="36" y="54"/>
                    <a:pt x="36" y="54"/>
                  </a:cubicBezTo>
                  <a:cubicBezTo>
                    <a:pt x="17" y="54"/>
                    <a:pt x="0" y="71"/>
                    <a:pt x="0" y="89"/>
                  </a:cubicBezTo>
                  <a:cubicBezTo>
                    <a:pt x="0" y="461"/>
                    <a:pt x="0" y="461"/>
                    <a:pt x="0" y="461"/>
                  </a:cubicBezTo>
                  <a:cubicBezTo>
                    <a:pt x="0" y="487"/>
                    <a:pt x="17" y="496"/>
                    <a:pt x="36" y="496"/>
                  </a:cubicBezTo>
                  <a:cubicBezTo>
                    <a:pt x="318" y="496"/>
                    <a:pt x="318" y="496"/>
                    <a:pt x="318" y="496"/>
                  </a:cubicBezTo>
                  <a:cubicBezTo>
                    <a:pt x="336" y="496"/>
                    <a:pt x="355" y="487"/>
                    <a:pt x="355" y="461"/>
                  </a:cubicBezTo>
                  <a:cubicBezTo>
                    <a:pt x="355" y="89"/>
                    <a:pt x="355" y="89"/>
                    <a:pt x="355" y="89"/>
                  </a:cubicBezTo>
                  <a:cubicBezTo>
                    <a:pt x="355" y="71"/>
                    <a:pt x="336" y="54"/>
                    <a:pt x="318" y="54"/>
                  </a:cubicBezTo>
                  <a:close/>
                  <a:moveTo>
                    <a:pt x="265" y="98"/>
                  </a:moveTo>
                  <a:lnTo>
                    <a:pt x="265" y="98"/>
                  </a:lnTo>
                  <a:cubicBezTo>
                    <a:pt x="292" y="54"/>
                    <a:pt x="292" y="54"/>
                    <a:pt x="292" y="54"/>
                  </a:cubicBezTo>
                  <a:cubicBezTo>
                    <a:pt x="230" y="54"/>
                    <a:pt x="230" y="54"/>
                    <a:pt x="230" y="54"/>
                  </a:cubicBezTo>
                  <a:cubicBezTo>
                    <a:pt x="212" y="0"/>
                    <a:pt x="212" y="0"/>
                    <a:pt x="212" y="0"/>
                  </a:cubicBezTo>
                  <a:cubicBezTo>
                    <a:pt x="133" y="0"/>
                    <a:pt x="133" y="0"/>
                    <a:pt x="133" y="0"/>
                  </a:cubicBezTo>
                  <a:cubicBezTo>
                    <a:pt x="115" y="54"/>
                    <a:pt x="115" y="54"/>
                    <a:pt x="115" y="54"/>
                  </a:cubicBezTo>
                  <a:cubicBezTo>
                    <a:pt x="61" y="54"/>
                    <a:pt x="61" y="54"/>
                    <a:pt x="61" y="54"/>
                  </a:cubicBezTo>
                  <a:cubicBezTo>
                    <a:pt x="89" y="98"/>
                    <a:pt x="89" y="98"/>
                    <a:pt x="89" y="98"/>
                  </a:cubicBezTo>
                  <a:lnTo>
                    <a:pt x="265" y="98"/>
                  </a:lnTo>
                  <a:close/>
                </a:path>
              </a:pathLst>
            </a:custGeom>
            <a:solidFill>
              <a:schemeClr val="lt1"/>
            </a:solidFill>
            <a:ln>
              <a:noFill/>
            </a:ln>
            <a:effectLst>
              <a:outerShdw blurRad="508000" dist="165100" dir="5400000" algn="ctr" rotWithShape="0">
                <a:srgbClr val="000000">
                  <a:alpha val="1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grpSp>
        <p:nvGrpSpPr>
          <p:cNvPr id="568" name="Google Shape;568;p53"/>
          <p:cNvGrpSpPr/>
          <p:nvPr/>
        </p:nvGrpSpPr>
        <p:grpSpPr>
          <a:xfrm>
            <a:off x="7340060" y="861162"/>
            <a:ext cx="540000" cy="540000"/>
            <a:chOff x="5983077" y="3231180"/>
            <a:chExt cx="720000" cy="720000"/>
          </a:xfrm>
        </p:grpSpPr>
        <p:sp>
          <p:nvSpPr>
            <p:cNvPr id="569" name="Google Shape;569;p53"/>
            <p:cNvSpPr/>
            <p:nvPr/>
          </p:nvSpPr>
          <p:spPr>
            <a:xfrm>
              <a:off x="5983077" y="3231180"/>
              <a:ext cx="720000" cy="720000"/>
            </a:xfrm>
            <a:prstGeom prst="ellipse">
              <a:avLst/>
            </a:prstGeom>
            <a:solidFill>
              <a:schemeClr val="accent3"/>
            </a:solidFill>
            <a:ln>
              <a:noFill/>
            </a:ln>
            <a:effectLst>
              <a:outerShdw blurRad="571500" dist="127000" dir="5400000" algn="ctr" rotWithShape="0">
                <a:srgbClr val="000000">
                  <a:alpha val="11764"/>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900">
                <a:solidFill>
                  <a:schemeClr val="lt1"/>
                </a:solidFill>
                <a:latin typeface="Quicksand"/>
                <a:ea typeface="Quicksand"/>
                <a:cs typeface="Quicksand"/>
                <a:sym typeface="Quicksand"/>
              </a:endParaRPr>
            </a:p>
          </p:txBody>
        </p:sp>
        <p:sp>
          <p:nvSpPr>
            <p:cNvPr id="570" name="Google Shape;570;p53"/>
            <p:cNvSpPr/>
            <p:nvPr/>
          </p:nvSpPr>
          <p:spPr>
            <a:xfrm>
              <a:off x="6214685" y="3406140"/>
              <a:ext cx="259398" cy="359562"/>
            </a:xfrm>
            <a:custGeom>
              <a:avLst/>
              <a:gdLst/>
              <a:ahLst/>
              <a:cxnLst/>
              <a:rect l="l" t="t" r="r" b="b"/>
              <a:pathLst>
                <a:path w="356" h="497" extrusionOk="0">
                  <a:moveTo>
                    <a:pt x="318" y="54"/>
                  </a:moveTo>
                  <a:lnTo>
                    <a:pt x="318" y="54"/>
                  </a:lnTo>
                  <a:cubicBezTo>
                    <a:pt x="283" y="124"/>
                    <a:pt x="283" y="124"/>
                    <a:pt x="283" y="124"/>
                  </a:cubicBezTo>
                  <a:cubicBezTo>
                    <a:pt x="71" y="124"/>
                    <a:pt x="71" y="124"/>
                    <a:pt x="71" y="124"/>
                  </a:cubicBezTo>
                  <a:cubicBezTo>
                    <a:pt x="36" y="54"/>
                    <a:pt x="36" y="54"/>
                    <a:pt x="36" y="54"/>
                  </a:cubicBezTo>
                  <a:cubicBezTo>
                    <a:pt x="17" y="54"/>
                    <a:pt x="0" y="71"/>
                    <a:pt x="0" y="89"/>
                  </a:cubicBezTo>
                  <a:cubicBezTo>
                    <a:pt x="0" y="461"/>
                    <a:pt x="0" y="461"/>
                    <a:pt x="0" y="461"/>
                  </a:cubicBezTo>
                  <a:cubicBezTo>
                    <a:pt x="0" y="487"/>
                    <a:pt x="17" y="496"/>
                    <a:pt x="36" y="496"/>
                  </a:cubicBezTo>
                  <a:cubicBezTo>
                    <a:pt x="318" y="496"/>
                    <a:pt x="318" y="496"/>
                    <a:pt x="318" y="496"/>
                  </a:cubicBezTo>
                  <a:cubicBezTo>
                    <a:pt x="336" y="496"/>
                    <a:pt x="355" y="487"/>
                    <a:pt x="355" y="461"/>
                  </a:cubicBezTo>
                  <a:cubicBezTo>
                    <a:pt x="355" y="89"/>
                    <a:pt x="355" y="89"/>
                    <a:pt x="355" y="89"/>
                  </a:cubicBezTo>
                  <a:cubicBezTo>
                    <a:pt x="355" y="71"/>
                    <a:pt x="336" y="54"/>
                    <a:pt x="318" y="54"/>
                  </a:cubicBezTo>
                  <a:close/>
                  <a:moveTo>
                    <a:pt x="265" y="98"/>
                  </a:moveTo>
                  <a:lnTo>
                    <a:pt x="265" y="98"/>
                  </a:lnTo>
                  <a:cubicBezTo>
                    <a:pt x="292" y="54"/>
                    <a:pt x="292" y="54"/>
                    <a:pt x="292" y="54"/>
                  </a:cubicBezTo>
                  <a:cubicBezTo>
                    <a:pt x="230" y="54"/>
                    <a:pt x="230" y="54"/>
                    <a:pt x="230" y="54"/>
                  </a:cubicBezTo>
                  <a:cubicBezTo>
                    <a:pt x="212" y="0"/>
                    <a:pt x="212" y="0"/>
                    <a:pt x="212" y="0"/>
                  </a:cubicBezTo>
                  <a:cubicBezTo>
                    <a:pt x="133" y="0"/>
                    <a:pt x="133" y="0"/>
                    <a:pt x="133" y="0"/>
                  </a:cubicBezTo>
                  <a:cubicBezTo>
                    <a:pt x="115" y="54"/>
                    <a:pt x="115" y="54"/>
                    <a:pt x="115" y="54"/>
                  </a:cubicBezTo>
                  <a:cubicBezTo>
                    <a:pt x="61" y="54"/>
                    <a:pt x="61" y="54"/>
                    <a:pt x="61" y="54"/>
                  </a:cubicBezTo>
                  <a:cubicBezTo>
                    <a:pt x="89" y="98"/>
                    <a:pt x="89" y="98"/>
                    <a:pt x="89" y="98"/>
                  </a:cubicBezTo>
                  <a:lnTo>
                    <a:pt x="265" y="98"/>
                  </a:lnTo>
                  <a:close/>
                </a:path>
              </a:pathLst>
            </a:custGeom>
            <a:solidFill>
              <a:schemeClr val="lt1"/>
            </a:solidFill>
            <a:ln>
              <a:noFill/>
            </a:ln>
            <a:effectLst>
              <a:outerShdw blurRad="508000" dist="165100" dir="5400000" algn="ctr" rotWithShape="0">
                <a:srgbClr val="000000">
                  <a:alpha val="1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grpSp>
        <p:nvGrpSpPr>
          <p:cNvPr id="571" name="Google Shape;571;p53"/>
          <p:cNvGrpSpPr/>
          <p:nvPr/>
        </p:nvGrpSpPr>
        <p:grpSpPr>
          <a:xfrm>
            <a:off x="3438961" y="817307"/>
            <a:ext cx="540000" cy="540000"/>
            <a:chOff x="5983077" y="3231180"/>
            <a:chExt cx="720000" cy="720000"/>
          </a:xfrm>
        </p:grpSpPr>
        <p:sp>
          <p:nvSpPr>
            <p:cNvPr id="572" name="Google Shape;572;p53"/>
            <p:cNvSpPr/>
            <p:nvPr/>
          </p:nvSpPr>
          <p:spPr>
            <a:xfrm>
              <a:off x="5983077" y="3231180"/>
              <a:ext cx="720000" cy="720000"/>
            </a:xfrm>
            <a:prstGeom prst="ellipse">
              <a:avLst/>
            </a:prstGeom>
            <a:solidFill>
              <a:schemeClr val="accent1"/>
            </a:solidFill>
            <a:ln>
              <a:noFill/>
            </a:ln>
            <a:effectLst>
              <a:outerShdw blurRad="571500" dist="127000" dir="5400000" algn="ctr" rotWithShape="0">
                <a:srgbClr val="000000">
                  <a:alpha val="11764"/>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900">
                <a:solidFill>
                  <a:schemeClr val="lt1"/>
                </a:solidFill>
                <a:latin typeface="Quicksand"/>
                <a:ea typeface="Quicksand"/>
                <a:cs typeface="Quicksand"/>
                <a:sym typeface="Quicksand"/>
              </a:endParaRPr>
            </a:p>
          </p:txBody>
        </p:sp>
        <p:sp>
          <p:nvSpPr>
            <p:cNvPr id="573" name="Google Shape;573;p53"/>
            <p:cNvSpPr/>
            <p:nvPr/>
          </p:nvSpPr>
          <p:spPr>
            <a:xfrm>
              <a:off x="6214685" y="3406140"/>
              <a:ext cx="259398" cy="359562"/>
            </a:xfrm>
            <a:custGeom>
              <a:avLst/>
              <a:gdLst/>
              <a:ahLst/>
              <a:cxnLst/>
              <a:rect l="l" t="t" r="r" b="b"/>
              <a:pathLst>
                <a:path w="356" h="497" extrusionOk="0">
                  <a:moveTo>
                    <a:pt x="318" y="54"/>
                  </a:moveTo>
                  <a:lnTo>
                    <a:pt x="318" y="54"/>
                  </a:lnTo>
                  <a:cubicBezTo>
                    <a:pt x="283" y="124"/>
                    <a:pt x="283" y="124"/>
                    <a:pt x="283" y="124"/>
                  </a:cubicBezTo>
                  <a:cubicBezTo>
                    <a:pt x="71" y="124"/>
                    <a:pt x="71" y="124"/>
                    <a:pt x="71" y="124"/>
                  </a:cubicBezTo>
                  <a:cubicBezTo>
                    <a:pt x="36" y="54"/>
                    <a:pt x="36" y="54"/>
                    <a:pt x="36" y="54"/>
                  </a:cubicBezTo>
                  <a:cubicBezTo>
                    <a:pt x="17" y="54"/>
                    <a:pt x="0" y="71"/>
                    <a:pt x="0" y="89"/>
                  </a:cubicBezTo>
                  <a:cubicBezTo>
                    <a:pt x="0" y="461"/>
                    <a:pt x="0" y="461"/>
                    <a:pt x="0" y="461"/>
                  </a:cubicBezTo>
                  <a:cubicBezTo>
                    <a:pt x="0" y="487"/>
                    <a:pt x="17" y="496"/>
                    <a:pt x="36" y="496"/>
                  </a:cubicBezTo>
                  <a:cubicBezTo>
                    <a:pt x="318" y="496"/>
                    <a:pt x="318" y="496"/>
                    <a:pt x="318" y="496"/>
                  </a:cubicBezTo>
                  <a:cubicBezTo>
                    <a:pt x="336" y="496"/>
                    <a:pt x="355" y="487"/>
                    <a:pt x="355" y="461"/>
                  </a:cubicBezTo>
                  <a:cubicBezTo>
                    <a:pt x="355" y="89"/>
                    <a:pt x="355" y="89"/>
                    <a:pt x="355" y="89"/>
                  </a:cubicBezTo>
                  <a:cubicBezTo>
                    <a:pt x="355" y="71"/>
                    <a:pt x="336" y="54"/>
                    <a:pt x="318" y="54"/>
                  </a:cubicBezTo>
                  <a:close/>
                  <a:moveTo>
                    <a:pt x="265" y="98"/>
                  </a:moveTo>
                  <a:lnTo>
                    <a:pt x="265" y="98"/>
                  </a:lnTo>
                  <a:cubicBezTo>
                    <a:pt x="292" y="54"/>
                    <a:pt x="292" y="54"/>
                    <a:pt x="292" y="54"/>
                  </a:cubicBezTo>
                  <a:cubicBezTo>
                    <a:pt x="230" y="54"/>
                    <a:pt x="230" y="54"/>
                    <a:pt x="230" y="54"/>
                  </a:cubicBezTo>
                  <a:cubicBezTo>
                    <a:pt x="212" y="0"/>
                    <a:pt x="212" y="0"/>
                    <a:pt x="212" y="0"/>
                  </a:cubicBezTo>
                  <a:cubicBezTo>
                    <a:pt x="133" y="0"/>
                    <a:pt x="133" y="0"/>
                    <a:pt x="133" y="0"/>
                  </a:cubicBezTo>
                  <a:cubicBezTo>
                    <a:pt x="115" y="54"/>
                    <a:pt x="115" y="54"/>
                    <a:pt x="115" y="54"/>
                  </a:cubicBezTo>
                  <a:cubicBezTo>
                    <a:pt x="61" y="54"/>
                    <a:pt x="61" y="54"/>
                    <a:pt x="61" y="54"/>
                  </a:cubicBezTo>
                  <a:cubicBezTo>
                    <a:pt x="89" y="98"/>
                    <a:pt x="89" y="98"/>
                    <a:pt x="89" y="98"/>
                  </a:cubicBezTo>
                  <a:lnTo>
                    <a:pt x="265" y="98"/>
                  </a:lnTo>
                  <a:close/>
                </a:path>
              </a:pathLst>
            </a:custGeom>
            <a:solidFill>
              <a:schemeClr val="lt1"/>
            </a:solidFill>
            <a:ln>
              <a:noFill/>
            </a:ln>
            <a:effectLst>
              <a:outerShdw blurRad="508000" dist="165100" dir="5400000" algn="ctr" rotWithShape="0">
                <a:srgbClr val="000000">
                  <a:alpha val="1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pic>
        <p:nvPicPr>
          <p:cNvPr id="578" name="Google Shape;578;p54"/>
          <p:cNvPicPr preferRelativeResize="0"/>
          <p:nvPr/>
        </p:nvPicPr>
        <p:blipFill rotWithShape="1">
          <a:blip r:embed="rId3">
            <a:alphaModFix/>
          </a:blip>
          <a:srcRect/>
          <a:stretch/>
        </p:blipFill>
        <p:spPr>
          <a:xfrm rot="1827194">
            <a:off x="7804457" y="2685362"/>
            <a:ext cx="1071726" cy="896660"/>
          </a:xfrm>
          <a:prstGeom prst="rect">
            <a:avLst/>
          </a:prstGeom>
          <a:noFill/>
          <a:ln>
            <a:noFill/>
          </a:ln>
        </p:spPr>
      </p:pic>
      <p:pic>
        <p:nvPicPr>
          <p:cNvPr id="579" name="Google Shape;579;p54"/>
          <p:cNvPicPr preferRelativeResize="0"/>
          <p:nvPr/>
        </p:nvPicPr>
        <p:blipFill rotWithShape="1">
          <a:blip r:embed="rId3">
            <a:alphaModFix/>
          </a:blip>
          <a:srcRect/>
          <a:stretch/>
        </p:blipFill>
        <p:spPr>
          <a:xfrm rot="-719032">
            <a:off x="3640595" y="3634007"/>
            <a:ext cx="1071726" cy="896660"/>
          </a:xfrm>
          <a:prstGeom prst="rect">
            <a:avLst/>
          </a:prstGeom>
          <a:noFill/>
          <a:ln>
            <a:noFill/>
          </a:ln>
        </p:spPr>
      </p:pic>
      <p:pic>
        <p:nvPicPr>
          <p:cNvPr id="580" name="Google Shape;580;p54"/>
          <p:cNvPicPr preferRelativeResize="0"/>
          <p:nvPr/>
        </p:nvPicPr>
        <p:blipFill rotWithShape="1">
          <a:blip r:embed="rId4">
            <a:alphaModFix/>
          </a:blip>
          <a:srcRect l="36610" r="36610"/>
          <a:stretch/>
        </p:blipFill>
        <p:spPr>
          <a:xfrm rot="900000">
            <a:off x="4417219" y="2302669"/>
            <a:ext cx="1670447" cy="3508772"/>
          </a:xfrm>
          <a:custGeom>
            <a:avLst/>
            <a:gdLst/>
            <a:ahLst/>
            <a:cxnLst/>
            <a:rect l="l" t="t" r="r" b="b"/>
            <a:pathLst>
              <a:path w="2034073" h="4301446" extrusionOk="0">
                <a:moveTo>
                  <a:pt x="236380" y="33"/>
                </a:moveTo>
                <a:lnTo>
                  <a:pt x="542105" y="33"/>
                </a:lnTo>
                <a:cubicBezTo>
                  <a:pt x="602601" y="-759"/>
                  <a:pt x="606530" y="12693"/>
                  <a:pt x="603387" y="49884"/>
                </a:cubicBezTo>
                <a:cubicBezTo>
                  <a:pt x="607315" y="68874"/>
                  <a:pt x="582958" y="149586"/>
                  <a:pt x="725948" y="168577"/>
                </a:cubicBezTo>
                <a:lnTo>
                  <a:pt x="1322265" y="168576"/>
                </a:lnTo>
                <a:cubicBezTo>
                  <a:pt x="1383545" y="167785"/>
                  <a:pt x="1430689" y="119517"/>
                  <a:pt x="1433044" y="66501"/>
                </a:cubicBezTo>
                <a:cubicBezTo>
                  <a:pt x="1435401" y="23770"/>
                  <a:pt x="1421259" y="2407"/>
                  <a:pt x="1480183" y="33"/>
                </a:cubicBezTo>
                <a:lnTo>
                  <a:pt x="1797693" y="33"/>
                </a:lnTo>
                <a:cubicBezTo>
                  <a:pt x="1928242" y="33"/>
                  <a:pt x="2034073" y="105864"/>
                  <a:pt x="2034073" y="236413"/>
                </a:cubicBezTo>
                <a:lnTo>
                  <a:pt x="2034073" y="4065066"/>
                </a:lnTo>
                <a:cubicBezTo>
                  <a:pt x="2034073" y="4195615"/>
                  <a:pt x="1928242" y="4301446"/>
                  <a:pt x="1797693" y="4301446"/>
                </a:cubicBezTo>
                <a:lnTo>
                  <a:pt x="236380" y="4301446"/>
                </a:lnTo>
                <a:cubicBezTo>
                  <a:pt x="105831" y="4301446"/>
                  <a:pt x="0" y="4195615"/>
                  <a:pt x="0" y="4065066"/>
                </a:cubicBezTo>
                <a:lnTo>
                  <a:pt x="0" y="236413"/>
                </a:lnTo>
                <a:cubicBezTo>
                  <a:pt x="0" y="105864"/>
                  <a:pt x="105831" y="33"/>
                  <a:pt x="236380" y="33"/>
                </a:cubicBezTo>
                <a:close/>
              </a:path>
            </a:pathLst>
          </a:custGeom>
          <a:noFill/>
          <a:ln>
            <a:noFill/>
          </a:ln>
        </p:spPr>
      </p:pic>
      <p:pic>
        <p:nvPicPr>
          <p:cNvPr id="581" name="Google Shape;581;p54"/>
          <p:cNvPicPr preferRelativeResize="0"/>
          <p:nvPr/>
        </p:nvPicPr>
        <p:blipFill rotWithShape="1">
          <a:blip r:embed="rId4">
            <a:alphaModFix/>
          </a:blip>
          <a:srcRect l="36601" r="36600"/>
          <a:stretch/>
        </p:blipFill>
        <p:spPr>
          <a:xfrm rot="900000">
            <a:off x="6716316" y="1190625"/>
            <a:ext cx="1671638" cy="3508772"/>
          </a:xfrm>
          <a:custGeom>
            <a:avLst/>
            <a:gdLst/>
            <a:ahLst/>
            <a:cxnLst/>
            <a:rect l="l" t="t" r="r" b="b"/>
            <a:pathLst>
              <a:path w="2228317" h="4678691" extrusionOk="0">
                <a:moveTo>
                  <a:pt x="158157" y="20206"/>
                </a:moveTo>
                <a:cubicBezTo>
                  <a:pt x="189137" y="7195"/>
                  <a:pt x="223198" y="0"/>
                  <a:pt x="258953" y="0"/>
                </a:cubicBezTo>
                <a:lnTo>
                  <a:pt x="593873" y="0"/>
                </a:lnTo>
                <a:lnTo>
                  <a:pt x="630245" y="2261"/>
                </a:lnTo>
                <a:lnTo>
                  <a:pt x="635767" y="18242"/>
                </a:lnTo>
                <a:cubicBezTo>
                  <a:pt x="640011" y="26801"/>
                  <a:pt x="645759" y="35358"/>
                  <a:pt x="653537" y="43585"/>
                </a:cubicBezTo>
                <a:lnTo>
                  <a:pt x="661060" y="49450"/>
                </a:lnTo>
                <a:lnTo>
                  <a:pt x="661007" y="54224"/>
                </a:lnTo>
                <a:cubicBezTo>
                  <a:pt x="665310" y="74879"/>
                  <a:pt x="638627" y="162671"/>
                  <a:pt x="795272" y="183328"/>
                </a:cubicBezTo>
                <a:lnTo>
                  <a:pt x="1448535" y="183326"/>
                </a:lnTo>
                <a:cubicBezTo>
                  <a:pt x="1498884" y="182681"/>
                  <a:pt x="1540521" y="152988"/>
                  <a:pt x="1559282" y="113853"/>
                </a:cubicBezTo>
                <a:lnTo>
                  <a:pt x="1562884" y="99746"/>
                </a:lnTo>
                <a:lnTo>
                  <a:pt x="1617473" y="99745"/>
                </a:lnTo>
                <a:cubicBezTo>
                  <a:pt x="1681044" y="98931"/>
                  <a:pt x="1733617" y="61439"/>
                  <a:pt x="1757304" y="12028"/>
                </a:cubicBezTo>
                <a:lnTo>
                  <a:pt x="1760375" y="0"/>
                </a:lnTo>
                <a:lnTo>
                  <a:pt x="1969364" y="0"/>
                </a:lnTo>
                <a:cubicBezTo>
                  <a:pt x="2112380" y="0"/>
                  <a:pt x="2228317" y="115114"/>
                  <a:pt x="2228317" y="257113"/>
                </a:cubicBezTo>
                <a:lnTo>
                  <a:pt x="2228317" y="4421578"/>
                </a:lnTo>
                <a:cubicBezTo>
                  <a:pt x="2228317" y="4563578"/>
                  <a:pt x="2112379" y="4678692"/>
                  <a:pt x="1969364" y="4678691"/>
                </a:cubicBezTo>
                <a:lnTo>
                  <a:pt x="258953" y="4678691"/>
                </a:lnTo>
                <a:cubicBezTo>
                  <a:pt x="115937" y="4678691"/>
                  <a:pt x="0" y="4563578"/>
                  <a:pt x="0" y="4421578"/>
                </a:cubicBezTo>
                <a:lnTo>
                  <a:pt x="0" y="257113"/>
                </a:lnTo>
                <a:cubicBezTo>
                  <a:pt x="0" y="150614"/>
                  <a:pt x="65214" y="59238"/>
                  <a:pt x="158157" y="20206"/>
                </a:cubicBezTo>
                <a:close/>
              </a:path>
            </a:pathLst>
          </a:custGeom>
          <a:noFill/>
          <a:ln>
            <a:noFill/>
          </a:ln>
        </p:spPr>
      </p:pic>
      <p:pic>
        <p:nvPicPr>
          <p:cNvPr id="582" name="Google Shape;582;p54"/>
          <p:cNvPicPr preferRelativeResize="0"/>
          <p:nvPr/>
        </p:nvPicPr>
        <p:blipFill rotWithShape="1">
          <a:blip r:embed="rId5">
            <a:alphaModFix/>
          </a:blip>
          <a:srcRect/>
          <a:stretch/>
        </p:blipFill>
        <p:spPr>
          <a:xfrm rot="900000">
            <a:off x="4264063" y="2141989"/>
            <a:ext cx="1943830" cy="3887820"/>
          </a:xfrm>
          <a:prstGeom prst="rect">
            <a:avLst/>
          </a:prstGeom>
          <a:noFill/>
          <a:ln>
            <a:noFill/>
          </a:ln>
        </p:spPr>
      </p:pic>
      <p:sp>
        <p:nvSpPr>
          <p:cNvPr id="583" name="Google Shape;583;p54"/>
          <p:cNvSpPr txBox="1"/>
          <p:nvPr/>
        </p:nvSpPr>
        <p:spPr>
          <a:xfrm>
            <a:off x="604625" y="719570"/>
            <a:ext cx="3156192" cy="117724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3600" b="1">
                <a:solidFill>
                  <a:schemeClr val="accent1"/>
                </a:solidFill>
                <a:latin typeface="Quicksand"/>
                <a:ea typeface="Quicksand"/>
                <a:cs typeface="Quicksand"/>
                <a:sym typeface="Quicksand"/>
              </a:rPr>
              <a:t>Academic Phone</a:t>
            </a:r>
            <a:endParaRPr sz="3600" b="1">
              <a:solidFill>
                <a:schemeClr val="accent1"/>
              </a:solidFill>
              <a:latin typeface="Quicksand"/>
              <a:ea typeface="Quicksand"/>
              <a:cs typeface="Quicksand"/>
              <a:sym typeface="Quicksand"/>
            </a:endParaRPr>
          </a:p>
        </p:txBody>
      </p:sp>
      <p:grpSp>
        <p:nvGrpSpPr>
          <p:cNvPr id="584" name="Google Shape;584;p54"/>
          <p:cNvGrpSpPr/>
          <p:nvPr/>
        </p:nvGrpSpPr>
        <p:grpSpPr>
          <a:xfrm>
            <a:off x="4702444" y="724504"/>
            <a:ext cx="2094905" cy="1173485"/>
            <a:chOff x="742855" y="1787276"/>
            <a:chExt cx="2793206" cy="1564646"/>
          </a:xfrm>
        </p:grpSpPr>
        <p:sp>
          <p:nvSpPr>
            <p:cNvPr id="585" name="Google Shape;585;p54"/>
            <p:cNvSpPr/>
            <p:nvPr/>
          </p:nvSpPr>
          <p:spPr>
            <a:xfrm>
              <a:off x="742855" y="1787276"/>
              <a:ext cx="2793206" cy="1564646"/>
            </a:xfrm>
            <a:prstGeom prst="roundRect">
              <a:avLst>
                <a:gd name="adj" fmla="val 9362"/>
              </a:avLst>
            </a:prstGeom>
            <a:solidFill>
              <a:schemeClr val="accent2"/>
            </a:solidFill>
            <a:ln>
              <a:noFill/>
            </a:ln>
            <a:effectLst>
              <a:outerShdw blurRad="571500" dist="127000" dir="5400000" algn="ctr" rotWithShape="0">
                <a:srgbClr val="000000">
                  <a:alpha val="11764"/>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900">
                <a:solidFill>
                  <a:schemeClr val="lt1"/>
                </a:solidFill>
                <a:latin typeface="Quicksand"/>
                <a:ea typeface="Quicksand"/>
                <a:cs typeface="Quicksand"/>
                <a:sym typeface="Quicksand"/>
              </a:endParaRPr>
            </a:p>
          </p:txBody>
        </p:sp>
        <p:sp>
          <p:nvSpPr>
            <p:cNvPr id="586" name="Google Shape;586;p54"/>
            <p:cNvSpPr txBox="1"/>
            <p:nvPr/>
          </p:nvSpPr>
          <p:spPr>
            <a:xfrm>
              <a:off x="1002160" y="2076847"/>
              <a:ext cx="1674437" cy="451406"/>
            </a:xfrm>
            <a:prstGeom prst="rect">
              <a:avLst/>
            </a:prstGeom>
            <a:noFill/>
            <a:ln>
              <a:noFill/>
            </a:ln>
          </p:spPr>
          <p:txBody>
            <a:bodyPr spcFirstLastPara="1" wrap="square" lIns="68575" tIns="34275" rIns="68575" bIns="34275" anchor="t" anchorCtr="0">
              <a:spAutoFit/>
            </a:bodyPr>
            <a:lstStyle/>
            <a:p>
              <a:pPr marL="0" marR="0" lvl="0" indent="0" algn="l" rtl="0">
                <a:lnSpc>
                  <a:spcPct val="80000"/>
                </a:lnSpc>
                <a:spcBef>
                  <a:spcPts val="0"/>
                </a:spcBef>
                <a:spcAft>
                  <a:spcPts val="0"/>
                </a:spcAft>
                <a:buNone/>
              </a:pPr>
              <a:r>
                <a:rPr lang="id" sz="2100" b="1">
                  <a:solidFill>
                    <a:schemeClr val="lt1"/>
                  </a:solidFill>
                  <a:latin typeface="Quicksand"/>
                  <a:ea typeface="Quicksand"/>
                  <a:cs typeface="Quicksand"/>
                  <a:sym typeface="Quicksand"/>
                </a:rPr>
                <a:t>$900</a:t>
              </a:r>
              <a:endParaRPr sz="2100" b="1">
                <a:solidFill>
                  <a:schemeClr val="lt1"/>
                </a:solidFill>
                <a:latin typeface="Quicksand"/>
                <a:ea typeface="Quicksand"/>
                <a:cs typeface="Quicksand"/>
                <a:sym typeface="Quicksand"/>
              </a:endParaRPr>
            </a:p>
          </p:txBody>
        </p:sp>
        <p:sp>
          <p:nvSpPr>
            <p:cNvPr id="587" name="Google Shape;587;p54"/>
            <p:cNvSpPr txBox="1"/>
            <p:nvPr/>
          </p:nvSpPr>
          <p:spPr>
            <a:xfrm>
              <a:off x="1002161" y="2512009"/>
              <a:ext cx="2410806" cy="555537"/>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lt1"/>
                  </a:solidFill>
                  <a:latin typeface="Quicksand"/>
                  <a:ea typeface="Quicksand"/>
                  <a:cs typeface="Quicksand"/>
                  <a:sym typeface="Quicksand"/>
                </a:rPr>
                <a:t>Lorem ipsum dolor sit amet, consectetur adipiscing elit,</a:t>
              </a:r>
              <a:endParaRPr sz="900">
                <a:solidFill>
                  <a:schemeClr val="lt1"/>
                </a:solidFill>
                <a:latin typeface="Quicksand"/>
                <a:ea typeface="Quicksand"/>
                <a:cs typeface="Quicksand"/>
                <a:sym typeface="Quicksand"/>
              </a:endParaRPr>
            </a:p>
          </p:txBody>
        </p:sp>
      </p:grpSp>
      <p:pic>
        <p:nvPicPr>
          <p:cNvPr id="588" name="Google Shape;588;p54"/>
          <p:cNvPicPr preferRelativeResize="0"/>
          <p:nvPr/>
        </p:nvPicPr>
        <p:blipFill rotWithShape="1">
          <a:blip r:embed="rId5">
            <a:alphaModFix/>
          </a:blip>
          <a:srcRect/>
          <a:stretch/>
        </p:blipFill>
        <p:spPr>
          <a:xfrm rot="900000">
            <a:off x="6556384" y="1029850"/>
            <a:ext cx="1943830" cy="3887820"/>
          </a:xfrm>
          <a:prstGeom prst="rect">
            <a:avLst/>
          </a:prstGeom>
          <a:noFill/>
          <a:ln>
            <a:noFill/>
          </a:ln>
        </p:spPr>
      </p:pic>
      <p:grpSp>
        <p:nvGrpSpPr>
          <p:cNvPr id="589" name="Google Shape;589;p54"/>
          <p:cNvGrpSpPr/>
          <p:nvPr/>
        </p:nvGrpSpPr>
        <p:grpSpPr>
          <a:xfrm>
            <a:off x="6400898" y="4206866"/>
            <a:ext cx="540000" cy="540000"/>
            <a:chOff x="728638" y="3419997"/>
            <a:chExt cx="720000" cy="720000"/>
          </a:xfrm>
        </p:grpSpPr>
        <p:sp>
          <p:nvSpPr>
            <p:cNvPr id="590" name="Google Shape;590;p54"/>
            <p:cNvSpPr/>
            <p:nvPr/>
          </p:nvSpPr>
          <p:spPr>
            <a:xfrm>
              <a:off x="728638" y="3419997"/>
              <a:ext cx="720000" cy="720000"/>
            </a:xfrm>
            <a:prstGeom prst="ellipse">
              <a:avLst/>
            </a:prstGeom>
            <a:solidFill>
              <a:schemeClr val="accent3"/>
            </a:solidFill>
            <a:ln>
              <a:noFill/>
            </a:ln>
            <a:effectLst>
              <a:outerShdw blurRad="571500" dist="127000" dir="5400000" algn="ctr" rotWithShape="0">
                <a:srgbClr val="000000">
                  <a:alpha val="11764"/>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900">
                <a:solidFill>
                  <a:schemeClr val="lt1"/>
                </a:solidFill>
                <a:latin typeface="Quicksand"/>
                <a:ea typeface="Quicksand"/>
                <a:cs typeface="Quicksand"/>
                <a:sym typeface="Quicksand"/>
              </a:endParaRPr>
            </a:p>
          </p:txBody>
        </p:sp>
        <p:sp>
          <p:nvSpPr>
            <p:cNvPr id="591" name="Google Shape;591;p54"/>
            <p:cNvSpPr/>
            <p:nvPr/>
          </p:nvSpPr>
          <p:spPr>
            <a:xfrm>
              <a:off x="963299" y="3640399"/>
              <a:ext cx="293940" cy="318436"/>
            </a:xfrm>
            <a:custGeom>
              <a:avLst/>
              <a:gdLst/>
              <a:ahLst/>
              <a:cxnLst/>
              <a:rect l="l" t="t" r="r" b="b"/>
              <a:pathLst>
                <a:path w="200" h="216" extrusionOk="0">
                  <a:moveTo>
                    <a:pt x="197" y="104"/>
                  </a:moveTo>
                  <a:cubicBezTo>
                    <a:pt x="197" y="104"/>
                    <a:pt x="197" y="104"/>
                    <a:pt x="197" y="104"/>
                  </a:cubicBezTo>
                  <a:cubicBezTo>
                    <a:pt x="196" y="105"/>
                    <a:pt x="196" y="105"/>
                    <a:pt x="196" y="105"/>
                  </a:cubicBezTo>
                  <a:cubicBezTo>
                    <a:pt x="100" y="12"/>
                    <a:pt x="100" y="12"/>
                    <a:pt x="100" y="12"/>
                  </a:cubicBezTo>
                  <a:cubicBezTo>
                    <a:pt x="28" y="12"/>
                    <a:pt x="28" y="12"/>
                    <a:pt x="28" y="12"/>
                  </a:cubicBezTo>
                  <a:cubicBezTo>
                    <a:pt x="12" y="12"/>
                    <a:pt x="12" y="12"/>
                    <a:pt x="12" y="12"/>
                  </a:cubicBezTo>
                  <a:cubicBezTo>
                    <a:pt x="12" y="5"/>
                    <a:pt x="17" y="0"/>
                    <a:pt x="24" y="0"/>
                  </a:cubicBezTo>
                  <a:cubicBezTo>
                    <a:pt x="24" y="0"/>
                    <a:pt x="24" y="0"/>
                    <a:pt x="24" y="0"/>
                  </a:cubicBezTo>
                  <a:cubicBezTo>
                    <a:pt x="100" y="0"/>
                    <a:pt x="100" y="0"/>
                    <a:pt x="100" y="0"/>
                  </a:cubicBezTo>
                  <a:cubicBezTo>
                    <a:pt x="100" y="0"/>
                    <a:pt x="100" y="0"/>
                    <a:pt x="100" y="0"/>
                  </a:cubicBezTo>
                  <a:cubicBezTo>
                    <a:pt x="100" y="0"/>
                    <a:pt x="100" y="0"/>
                    <a:pt x="100" y="0"/>
                  </a:cubicBezTo>
                  <a:cubicBezTo>
                    <a:pt x="103" y="0"/>
                    <a:pt x="106" y="1"/>
                    <a:pt x="109" y="4"/>
                  </a:cubicBezTo>
                  <a:cubicBezTo>
                    <a:pt x="176" y="68"/>
                    <a:pt x="176" y="68"/>
                    <a:pt x="176" y="68"/>
                  </a:cubicBezTo>
                  <a:cubicBezTo>
                    <a:pt x="176" y="68"/>
                    <a:pt x="176" y="68"/>
                    <a:pt x="176" y="68"/>
                  </a:cubicBezTo>
                  <a:cubicBezTo>
                    <a:pt x="196" y="87"/>
                    <a:pt x="196" y="87"/>
                    <a:pt x="196" y="87"/>
                  </a:cubicBezTo>
                  <a:cubicBezTo>
                    <a:pt x="199" y="90"/>
                    <a:pt x="200" y="93"/>
                    <a:pt x="200" y="96"/>
                  </a:cubicBezTo>
                  <a:cubicBezTo>
                    <a:pt x="200" y="99"/>
                    <a:pt x="199" y="102"/>
                    <a:pt x="197" y="104"/>
                  </a:cubicBezTo>
                  <a:moveTo>
                    <a:pt x="88" y="24"/>
                  </a:moveTo>
                  <a:cubicBezTo>
                    <a:pt x="88" y="24"/>
                    <a:pt x="88" y="24"/>
                    <a:pt x="88" y="24"/>
                  </a:cubicBezTo>
                  <a:cubicBezTo>
                    <a:pt x="88" y="24"/>
                    <a:pt x="88" y="24"/>
                    <a:pt x="88" y="24"/>
                  </a:cubicBezTo>
                  <a:cubicBezTo>
                    <a:pt x="91" y="24"/>
                    <a:pt x="94" y="25"/>
                    <a:pt x="97" y="28"/>
                  </a:cubicBezTo>
                  <a:cubicBezTo>
                    <a:pt x="188" y="115"/>
                    <a:pt x="188" y="115"/>
                    <a:pt x="188" y="115"/>
                  </a:cubicBezTo>
                  <a:cubicBezTo>
                    <a:pt x="190" y="117"/>
                    <a:pt x="191" y="119"/>
                    <a:pt x="192" y="122"/>
                  </a:cubicBezTo>
                  <a:cubicBezTo>
                    <a:pt x="192" y="122"/>
                    <a:pt x="192" y="122"/>
                    <a:pt x="192" y="122"/>
                  </a:cubicBezTo>
                  <a:cubicBezTo>
                    <a:pt x="192" y="122"/>
                    <a:pt x="192" y="122"/>
                    <a:pt x="192" y="123"/>
                  </a:cubicBezTo>
                  <a:cubicBezTo>
                    <a:pt x="192" y="123"/>
                    <a:pt x="192" y="123"/>
                    <a:pt x="192" y="123"/>
                  </a:cubicBezTo>
                  <a:cubicBezTo>
                    <a:pt x="192" y="123"/>
                    <a:pt x="192" y="123"/>
                    <a:pt x="192" y="124"/>
                  </a:cubicBezTo>
                  <a:cubicBezTo>
                    <a:pt x="192" y="124"/>
                    <a:pt x="192" y="124"/>
                    <a:pt x="192" y="124"/>
                  </a:cubicBezTo>
                  <a:cubicBezTo>
                    <a:pt x="192" y="127"/>
                    <a:pt x="191" y="130"/>
                    <a:pt x="189" y="132"/>
                  </a:cubicBezTo>
                  <a:cubicBezTo>
                    <a:pt x="189" y="132"/>
                    <a:pt x="189" y="132"/>
                    <a:pt x="189" y="132"/>
                  </a:cubicBezTo>
                  <a:cubicBezTo>
                    <a:pt x="121" y="212"/>
                    <a:pt x="121" y="212"/>
                    <a:pt x="121" y="212"/>
                  </a:cubicBezTo>
                  <a:cubicBezTo>
                    <a:pt x="121" y="212"/>
                    <a:pt x="121" y="212"/>
                    <a:pt x="121" y="212"/>
                  </a:cubicBezTo>
                  <a:cubicBezTo>
                    <a:pt x="119" y="214"/>
                    <a:pt x="116" y="216"/>
                    <a:pt x="112" y="216"/>
                  </a:cubicBezTo>
                  <a:cubicBezTo>
                    <a:pt x="112" y="216"/>
                    <a:pt x="111" y="216"/>
                    <a:pt x="111" y="216"/>
                  </a:cubicBezTo>
                  <a:cubicBezTo>
                    <a:pt x="111" y="216"/>
                    <a:pt x="110" y="216"/>
                    <a:pt x="110" y="216"/>
                  </a:cubicBezTo>
                  <a:cubicBezTo>
                    <a:pt x="110" y="216"/>
                    <a:pt x="110" y="216"/>
                    <a:pt x="110" y="216"/>
                  </a:cubicBezTo>
                  <a:cubicBezTo>
                    <a:pt x="108" y="215"/>
                    <a:pt x="106" y="214"/>
                    <a:pt x="104" y="213"/>
                  </a:cubicBezTo>
                  <a:cubicBezTo>
                    <a:pt x="104" y="213"/>
                    <a:pt x="104" y="213"/>
                    <a:pt x="104" y="213"/>
                  </a:cubicBezTo>
                  <a:cubicBezTo>
                    <a:pt x="4" y="121"/>
                    <a:pt x="4" y="121"/>
                    <a:pt x="4" y="121"/>
                  </a:cubicBezTo>
                  <a:cubicBezTo>
                    <a:pt x="4" y="121"/>
                    <a:pt x="4" y="121"/>
                    <a:pt x="4" y="121"/>
                  </a:cubicBezTo>
                  <a:cubicBezTo>
                    <a:pt x="2" y="119"/>
                    <a:pt x="0" y="116"/>
                    <a:pt x="0" y="112"/>
                  </a:cubicBezTo>
                  <a:cubicBezTo>
                    <a:pt x="0" y="112"/>
                    <a:pt x="0" y="112"/>
                    <a:pt x="0" y="112"/>
                  </a:cubicBezTo>
                  <a:cubicBezTo>
                    <a:pt x="0" y="48"/>
                    <a:pt x="0" y="48"/>
                    <a:pt x="0" y="48"/>
                  </a:cubicBezTo>
                  <a:cubicBezTo>
                    <a:pt x="0" y="36"/>
                    <a:pt x="0" y="36"/>
                    <a:pt x="0" y="36"/>
                  </a:cubicBezTo>
                  <a:cubicBezTo>
                    <a:pt x="0" y="36"/>
                    <a:pt x="0" y="36"/>
                    <a:pt x="0" y="36"/>
                  </a:cubicBezTo>
                  <a:cubicBezTo>
                    <a:pt x="0" y="36"/>
                    <a:pt x="0" y="36"/>
                    <a:pt x="0" y="36"/>
                  </a:cubicBezTo>
                  <a:cubicBezTo>
                    <a:pt x="0" y="29"/>
                    <a:pt x="5" y="24"/>
                    <a:pt x="12" y="24"/>
                  </a:cubicBezTo>
                  <a:cubicBezTo>
                    <a:pt x="12" y="24"/>
                    <a:pt x="12" y="24"/>
                    <a:pt x="12" y="24"/>
                  </a:cubicBezTo>
                  <a:lnTo>
                    <a:pt x="88" y="24"/>
                  </a:lnTo>
                  <a:close/>
                  <a:moveTo>
                    <a:pt x="32" y="72"/>
                  </a:moveTo>
                  <a:cubicBezTo>
                    <a:pt x="41" y="72"/>
                    <a:pt x="48" y="65"/>
                    <a:pt x="48" y="56"/>
                  </a:cubicBezTo>
                  <a:cubicBezTo>
                    <a:pt x="48" y="47"/>
                    <a:pt x="41" y="40"/>
                    <a:pt x="32" y="40"/>
                  </a:cubicBezTo>
                  <a:cubicBezTo>
                    <a:pt x="23" y="40"/>
                    <a:pt x="16" y="47"/>
                    <a:pt x="16" y="56"/>
                  </a:cubicBezTo>
                  <a:cubicBezTo>
                    <a:pt x="16" y="65"/>
                    <a:pt x="23" y="72"/>
                    <a:pt x="32" y="72"/>
                  </a:cubicBezTo>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grpSp>
      <p:sp>
        <p:nvSpPr>
          <p:cNvPr id="592" name="Google Shape;592;p54"/>
          <p:cNvSpPr/>
          <p:nvPr/>
        </p:nvSpPr>
        <p:spPr>
          <a:xfrm rot="-1721402">
            <a:off x="8380192" y="4056592"/>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593" name="Google Shape;593;p54"/>
          <p:cNvSpPr/>
          <p:nvPr/>
        </p:nvSpPr>
        <p:spPr>
          <a:xfrm rot="-4211805">
            <a:off x="1440001" y="4247738"/>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594" name="Google Shape;594;p54"/>
          <p:cNvSpPr/>
          <p:nvPr/>
        </p:nvSpPr>
        <p:spPr>
          <a:xfrm>
            <a:off x="3476311" y="629603"/>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595" name="Google Shape;595;p54"/>
          <p:cNvSpPr txBox="1"/>
          <p:nvPr/>
        </p:nvSpPr>
        <p:spPr>
          <a:xfrm>
            <a:off x="604625" y="1896898"/>
            <a:ext cx="3156192" cy="594201"/>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 adipiscing elit, sed do eiusmod tempor incididunt ut labore et dolore magna aliqua. Ut enim ad minim </a:t>
            </a:r>
            <a:endParaRPr sz="1100"/>
          </a:p>
        </p:txBody>
      </p:sp>
      <p:grpSp>
        <p:nvGrpSpPr>
          <p:cNvPr id="596" name="Google Shape;596;p54"/>
          <p:cNvGrpSpPr/>
          <p:nvPr/>
        </p:nvGrpSpPr>
        <p:grpSpPr>
          <a:xfrm>
            <a:off x="604625" y="2630222"/>
            <a:ext cx="2692274" cy="1427110"/>
            <a:chOff x="806166" y="3506962"/>
            <a:chExt cx="3589698" cy="1902813"/>
          </a:xfrm>
        </p:grpSpPr>
        <p:grpSp>
          <p:nvGrpSpPr>
            <p:cNvPr id="597" name="Google Shape;597;p54"/>
            <p:cNvGrpSpPr/>
            <p:nvPr/>
          </p:nvGrpSpPr>
          <p:grpSpPr>
            <a:xfrm>
              <a:off x="806166" y="3506962"/>
              <a:ext cx="3589698" cy="947396"/>
              <a:chOff x="9257344" y="1116125"/>
              <a:chExt cx="3589698" cy="947396"/>
            </a:xfrm>
          </p:grpSpPr>
          <p:sp>
            <p:nvSpPr>
              <p:cNvPr id="598" name="Google Shape;598;p54"/>
              <p:cNvSpPr txBox="1"/>
              <p:nvPr/>
            </p:nvSpPr>
            <p:spPr>
              <a:xfrm>
                <a:off x="9257344" y="1511319"/>
                <a:ext cx="3589698" cy="552202"/>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consectetuer adipiscing consectetur adipiscing elit</a:t>
                </a:r>
                <a:endParaRPr sz="900">
                  <a:solidFill>
                    <a:schemeClr val="dk1"/>
                  </a:solidFill>
                  <a:latin typeface="Quicksand"/>
                  <a:ea typeface="Quicksand"/>
                  <a:cs typeface="Quicksand"/>
                  <a:sym typeface="Quicksand"/>
                </a:endParaRPr>
              </a:p>
            </p:txBody>
          </p:sp>
          <p:sp>
            <p:nvSpPr>
              <p:cNvPr id="599" name="Google Shape;599;p54"/>
              <p:cNvSpPr txBox="1"/>
              <p:nvPr/>
            </p:nvSpPr>
            <p:spPr>
              <a:xfrm>
                <a:off x="9257345" y="1116125"/>
                <a:ext cx="2859199" cy="406265"/>
              </a:xfrm>
              <a:prstGeom prst="rect">
                <a:avLst/>
              </a:prstGeom>
              <a:noFill/>
              <a:ln>
                <a:noFill/>
              </a:ln>
            </p:spPr>
            <p:txBody>
              <a:bodyPr spcFirstLastPara="1" wrap="square" lIns="68575" tIns="34275" rIns="68575" bIns="34275" anchor="t" anchorCtr="0">
                <a:spAutoFit/>
              </a:bodyPr>
              <a:lstStyle/>
              <a:p>
                <a:pPr marL="0" marR="0" lvl="0" indent="0" algn="l" rtl="0">
                  <a:lnSpc>
                    <a:spcPct val="120000"/>
                  </a:lnSpc>
                  <a:spcBef>
                    <a:spcPts val="0"/>
                  </a:spcBef>
                  <a:spcAft>
                    <a:spcPts val="0"/>
                  </a:spcAft>
                  <a:buNone/>
                </a:pPr>
                <a:r>
                  <a:rPr lang="id" sz="1400" b="1">
                    <a:solidFill>
                      <a:schemeClr val="accent2"/>
                    </a:solidFill>
                    <a:latin typeface="Quicksand"/>
                    <a:ea typeface="Quicksand"/>
                    <a:cs typeface="Quicksand"/>
                    <a:sym typeface="Quicksand"/>
                  </a:rPr>
                  <a:t>Customer Data 01</a:t>
                </a:r>
                <a:endParaRPr sz="1100"/>
              </a:p>
            </p:txBody>
          </p:sp>
        </p:grpSp>
        <p:grpSp>
          <p:nvGrpSpPr>
            <p:cNvPr id="600" name="Google Shape;600;p54"/>
            <p:cNvGrpSpPr/>
            <p:nvPr/>
          </p:nvGrpSpPr>
          <p:grpSpPr>
            <a:xfrm>
              <a:off x="806166" y="4462379"/>
              <a:ext cx="3589698" cy="947396"/>
              <a:chOff x="9257344" y="1116125"/>
              <a:chExt cx="3589698" cy="947396"/>
            </a:xfrm>
          </p:grpSpPr>
          <p:sp>
            <p:nvSpPr>
              <p:cNvPr id="601" name="Google Shape;601;p54"/>
              <p:cNvSpPr txBox="1"/>
              <p:nvPr/>
            </p:nvSpPr>
            <p:spPr>
              <a:xfrm>
                <a:off x="9257344" y="1511319"/>
                <a:ext cx="3589698" cy="552202"/>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consectetuer adipiscing consectetur adipiscing elit</a:t>
                </a:r>
                <a:endParaRPr sz="900">
                  <a:solidFill>
                    <a:schemeClr val="dk1"/>
                  </a:solidFill>
                  <a:latin typeface="Quicksand"/>
                  <a:ea typeface="Quicksand"/>
                  <a:cs typeface="Quicksand"/>
                  <a:sym typeface="Quicksand"/>
                </a:endParaRPr>
              </a:p>
            </p:txBody>
          </p:sp>
          <p:sp>
            <p:nvSpPr>
              <p:cNvPr id="602" name="Google Shape;602;p54"/>
              <p:cNvSpPr txBox="1"/>
              <p:nvPr/>
            </p:nvSpPr>
            <p:spPr>
              <a:xfrm>
                <a:off x="9257345" y="1116125"/>
                <a:ext cx="2859199" cy="406265"/>
              </a:xfrm>
              <a:prstGeom prst="rect">
                <a:avLst/>
              </a:prstGeom>
              <a:noFill/>
              <a:ln>
                <a:noFill/>
              </a:ln>
            </p:spPr>
            <p:txBody>
              <a:bodyPr spcFirstLastPara="1" wrap="square" lIns="68575" tIns="34275" rIns="68575" bIns="34275" anchor="t" anchorCtr="0">
                <a:spAutoFit/>
              </a:bodyPr>
              <a:lstStyle/>
              <a:p>
                <a:pPr marL="0" marR="0" lvl="0" indent="0" algn="l" rtl="0">
                  <a:lnSpc>
                    <a:spcPct val="120000"/>
                  </a:lnSpc>
                  <a:spcBef>
                    <a:spcPts val="0"/>
                  </a:spcBef>
                  <a:spcAft>
                    <a:spcPts val="0"/>
                  </a:spcAft>
                  <a:buNone/>
                </a:pPr>
                <a:r>
                  <a:rPr lang="id" sz="1400" b="1">
                    <a:solidFill>
                      <a:schemeClr val="accent3"/>
                    </a:solidFill>
                    <a:latin typeface="Quicksand"/>
                    <a:ea typeface="Quicksand"/>
                    <a:cs typeface="Quicksand"/>
                    <a:sym typeface="Quicksand"/>
                  </a:rPr>
                  <a:t>Customer Data 02</a:t>
                </a:r>
                <a:endParaRPr sz="1400" b="1">
                  <a:solidFill>
                    <a:schemeClr val="accent3"/>
                  </a:solidFill>
                  <a:latin typeface="Quicksand"/>
                  <a:ea typeface="Quicksand"/>
                  <a:cs typeface="Quicksand"/>
                  <a:sym typeface="Quicksand"/>
                </a:endParaRPr>
              </a:p>
            </p:txBody>
          </p:sp>
        </p:grpSp>
      </p:grpSp>
      <p:grpSp>
        <p:nvGrpSpPr>
          <p:cNvPr id="603" name="Google Shape;603;p54"/>
          <p:cNvGrpSpPr/>
          <p:nvPr/>
        </p:nvGrpSpPr>
        <p:grpSpPr>
          <a:xfrm>
            <a:off x="258122" y="4725659"/>
            <a:ext cx="8868245" cy="253915"/>
            <a:chOff x="344163" y="6300878"/>
            <a:chExt cx="11824327" cy="338554"/>
          </a:xfrm>
        </p:grpSpPr>
        <p:sp>
          <p:nvSpPr>
            <p:cNvPr id="604" name="Google Shape;604;p54"/>
            <p:cNvSpPr txBox="1"/>
            <p:nvPr/>
          </p:nvSpPr>
          <p:spPr>
            <a:xfrm>
              <a:off x="344163" y="6300878"/>
              <a:ext cx="704821"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accent1"/>
                  </a:solidFill>
                  <a:latin typeface="Quicksand"/>
                  <a:ea typeface="Quicksand"/>
                  <a:cs typeface="Quicksand"/>
                  <a:sym typeface="Quicksand"/>
                </a:rPr>
                <a:t>01</a:t>
              </a:r>
              <a:endParaRPr sz="1200" b="1">
                <a:solidFill>
                  <a:schemeClr val="accent1"/>
                </a:solidFill>
                <a:latin typeface="Quicksand"/>
                <a:ea typeface="Quicksand"/>
                <a:cs typeface="Quicksand"/>
                <a:sym typeface="Quicksand"/>
              </a:endParaRPr>
            </a:p>
          </p:txBody>
        </p:sp>
        <p:sp>
          <p:nvSpPr>
            <p:cNvPr id="605" name="Google Shape;605;p54"/>
            <p:cNvSpPr txBox="1"/>
            <p:nvPr/>
          </p:nvSpPr>
          <p:spPr>
            <a:xfrm>
              <a:off x="11463669" y="6300878"/>
              <a:ext cx="704821"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accent1"/>
                  </a:solidFill>
                  <a:latin typeface="Quicksand"/>
                  <a:ea typeface="Quicksand"/>
                  <a:cs typeface="Quicksand"/>
                  <a:sym typeface="Quicksand"/>
                </a:rPr>
                <a:t>20</a:t>
              </a:r>
              <a:endParaRPr sz="1200" b="1">
                <a:solidFill>
                  <a:schemeClr val="accent1"/>
                </a:solidFill>
                <a:latin typeface="Quicksand"/>
                <a:ea typeface="Quicksand"/>
                <a:cs typeface="Quicksand"/>
                <a:sym typeface="Quicksand"/>
              </a:endParaRPr>
            </a:p>
          </p:txBody>
        </p:sp>
      </p:grpSp>
      <p:grpSp>
        <p:nvGrpSpPr>
          <p:cNvPr id="606" name="Google Shape;606;p54"/>
          <p:cNvGrpSpPr/>
          <p:nvPr/>
        </p:nvGrpSpPr>
        <p:grpSpPr>
          <a:xfrm>
            <a:off x="4487308" y="2423385"/>
            <a:ext cx="540000" cy="540000"/>
            <a:chOff x="5983077" y="3231180"/>
            <a:chExt cx="720000" cy="720000"/>
          </a:xfrm>
        </p:grpSpPr>
        <p:sp>
          <p:nvSpPr>
            <p:cNvPr id="607" name="Google Shape;607;p54"/>
            <p:cNvSpPr/>
            <p:nvPr/>
          </p:nvSpPr>
          <p:spPr>
            <a:xfrm>
              <a:off x="5983077" y="3231180"/>
              <a:ext cx="720000" cy="720000"/>
            </a:xfrm>
            <a:prstGeom prst="ellipse">
              <a:avLst/>
            </a:prstGeom>
            <a:solidFill>
              <a:schemeClr val="accent4"/>
            </a:solidFill>
            <a:ln>
              <a:noFill/>
            </a:ln>
            <a:effectLst>
              <a:outerShdw blurRad="571500" dist="127000" dir="5400000" algn="ctr" rotWithShape="0">
                <a:srgbClr val="000000">
                  <a:alpha val="11764"/>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900">
                <a:solidFill>
                  <a:schemeClr val="lt1"/>
                </a:solidFill>
                <a:latin typeface="Quicksand"/>
                <a:ea typeface="Quicksand"/>
                <a:cs typeface="Quicksand"/>
                <a:sym typeface="Quicksand"/>
              </a:endParaRPr>
            </a:p>
          </p:txBody>
        </p:sp>
        <p:sp>
          <p:nvSpPr>
            <p:cNvPr id="608" name="Google Shape;608;p54"/>
            <p:cNvSpPr/>
            <p:nvPr/>
          </p:nvSpPr>
          <p:spPr>
            <a:xfrm>
              <a:off x="6214685" y="3406140"/>
              <a:ext cx="259398" cy="359562"/>
            </a:xfrm>
            <a:custGeom>
              <a:avLst/>
              <a:gdLst/>
              <a:ahLst/>
              <a:cxnLst/>
              <a:rect l="l" t="t" r="r" b="b"/>
              <a:pathLst>
                <a:path w="356" h="497" extrusionOk="0">
                  <a:moveTo>
                    <a:pt x="318" y="54"/>
                  </a:moveTo>
                  <a:lnTo>
                    <a:pt x="318" y="54"/>
                  </a:lnTo>
                  <a:cubicBezTo>
                    <a:pt x="283" y="124"/>
                    <a:pt x="283" y="124"/>
                    <a:pt x="283" y="124"/>
                  </a:cubicBezTo>
                  <a:cubicBezTo>
                    <a:pt x="71" y="124"/>
                    <a:pt x="71" y="124"/>
                    <a:pt x="71" y="124"/>
                  </a:cubicBezTo>
                  <a:cubicBezTo>
                    <a:pt x="36" y="54"/>
                    <a:pt x="36" y="54"/>
                    <a:pt x="36" y="54"/>
                  </a:cubicBezTo>
                  <a:cubicBezTo>
                    <a:pt x="17" y="54"/>
                    <a:pt x="0" y="71"/>
                    <a:pt x="0" y="89"/>
                  </a:cubicBezTo>
                  <a:cubicBezTo>
                    <a:pt x="0" y="461"/>
                    <a:pt x="0" y="461"/>
                    <a:pt x="0" y="461"/>
                  </a:cubicBezTo>
                  <a:cubicBezTo>
                    <a:pt x="0" y="487"/>
                    <a:pt x="17" y="496"/>
                    <a:pt x="36" y="496"/>
                  </a:cubicBezTo>
                  <a:cubicBezTo>
                    <a:pt x="318" y="496"/>
                    <a:pt x="318" y="496"/>
                    <a:pt x="318" y="496"/>
                  </a:cubicBezTo>
                  <a:cubicBezTo>
                    <a:pt x="336" y="496"/>
                    <a:pt x="355" y="487"/>
                    <a:pt x="355" y="461"/>
                  </a:cubicBezTo>
                  <a:cubicBezTo>
                    <a:pt x="355" y="89"/>
                    <a:pt x="355" y="89"/>
                    <a:pt x="355" y="89"/>
                  </a:cubicBezTo>
                  <a:cubicBezTo>
                    <a:pt x="355" y="71"/>
                    <a:pt x="336" y="54"/>
                    <a:pt x="318" y="54"/>
                  </a:cubicBezTo>
                  <a:close/>
                  <a:moveTo>
                    <a:pt x="265" y="98"/>
                  </a:moveTo>
                  <a:lnTo>
                    <a:pt x="265" y="98"/>
                  </a:lnTo>
                  <a:cubicBezTo>
                    <a:pt x="292" y="54"/>
                    <a:pt x="292" y="54"/>
                    <a:pt x="292" y="54"/>
                  </a:cubicBezTo>
                  <a:cubicBezTo>
                    <a:pt x="230" y="54"/>
                    <a:pt x="230" y="54"/>
                    <a:pt x="230" y="54"/>
                  </a:cubicBezTo>
                  <a:cubicBezTo>
                    <a:pt x="212" y="0"/>
                    <a:pt x="212" y="0"/>
                    <a:pt x="212" y="0"/>
                  </a:cubicBezTo>
                  <a:cubicBezTo>
                    <a:pt x="133" y="0"/>
                    <a:pt x="133" y="0"/>
                    <a:pt x="133" y="0"/>
                  </a:cubicBezTo>
                  <a:cubicBezTo>
                    <a:pt x="115" y="54"/>
                    <a:pt x="115" y="54"/>
                    <a:pt x="115" y="54"/>
                  </a:cubicBezTo>
                  <a:cubicBezTo>
                    <a:pt x="61" y="54"/>
                    <a:pt x="61" y="54"/>
                    <a:pt x="61" y="54"/>
                  </a:cubicBezTo>
                  <a:cubicBezTo>
                    <a:pt x="89" y="98"/>
                    <a:pt x="89" y="98"/>
                    <a:pt x="89" y="98"/>
                  </a:cubicBezTo>
                  <a:lnTo>
                    <a:pt x="265" y="98"/>
                  </a:lnTo>
                  <a:close/>
                </a:path>
              </a:pathLst>
            </a:custGeom>
            <a:solidFill>
              <a:schemeClr val="lt1"/>
            </a:solidFill>
            <a:ln>
              <a:noFill/>
            </a:ln>
            <a:effectLst>
              <a:outerShdw blurRad="508000" dist="165100" dir="5400000" algn="ctr" rotWithShape="0">
                <a:srgbClr val="000000">
                  <a:alpha val="1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grpSp>
        <p:nvGrpSpPr>
          <p:cNvPr id="609" name="Google Shape;609;p54"/>
          <p:cNvGrpSpPr/>
          <p:nvPr/>
        </p:nvGrpSpPr>
        <p:grpSpPr>
          <a:xfrm>
            <a:off x="8246847" y="1207933"/>
            <a:ext cx="540000" cy="540000"/>
            <a:chOff x="10995796" y="1610577"/>
            <a:chExt cx="720000" cy="720000"/>
          </a:xfrm>
        </p:grpSpPr>
        <p:sp>
          <p:nvSpPr>
            <p:cNvPr id="610" name="Google Shape;610;p54"/>
            <p:cNvSpPr/>
            <p:nvPr/>
          </p:nvSpPr>
          <p:spPr>
            <a:xfrm>
              <a:off x="10995796" y="1610577"/>
              <a:ext cx="720000" cy="720000"/>
            </a:xfrm>
            <a:prstGeom prst="ellipse">
              <a:avLst/>
            </a:prstGeom>
            <a:solidFill>
              <a:schemeClr val="accent1"/>
            </a:solidFill>
            <a:ln>
              <a:noFill/>
            </a:ln>
            <a:effectLst>
              <a:outerShdw blurRad="571500" dist="127000" dir="5400000" algn="ctr" rotWithShape="0">
                <a:srgbClr val="000000">
                  <a:alpha val="11764"/>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900">
                <a:solidFill>
                  <a:schemeClr val="lt1"/>
                </a:solidFill>
                <a:latin typeface="Quicksand"/>
                <a:ea typeface="Quicksand"/>
                <a:cs typeface="Quicksand"/>
                <a:sym typeface="Quicksand"/>
              </a:endParaRPr>
            </a:p>
          </p:txBody>
        </p:sp>
        <p:sp>
          <p:nvSpPr>
            <p:cNvPr id="611" name="Google Shape;611;p54"/>
            <p:cNvSpPr/>
            <p:nvPr/>
          </p:nvSpPr>
          <p:spPr>
            <a:xfrm>
              <a:off x="11190568" y="1793627"/>
              <a:ext cx="341448" cy="305124"/>
            </a:xfrm>
            <a:custGeom>
              <a:avLst/>
              <a:gdLst/>
              <a:ahLst/>
              <a:cxnLst/>
              <a:rect l="l" t="t" r="r" b="b"/>
              <a:pathLst>
                <a:path w="497" h="444" extrusionOk="0">
                  <a:moveTo>
                    <a:pt x="443" y="70"/>
                  </a:moveTo>
                  <a:lnTo>
                    <a:pt x="443" y="70"/>
                  </a:lnTo>
                  <a:cubicBezTo>
                    <a:pt x="426" y="70"/>
                    <a:pt x="426" y="70"/>
                    <a:pt x="426" y="70"/>
                  </a:cubicBezTo>
                  <a:cubicBezTo>
                    <a:pt x="426" y="443"/>
                    <a:pt x="426" y="443"/>
                    <a:pt x="426" y="443"/>
                  </a:cubicBezTo>
                  <a:cubicBezTo>
                    <a:pt x="443" y="443"/>
                    <a:pt x="443" y="443"/>
                    <a:pt x="443" y="443"/>
                  </a:cubicBezTo>
                  <a:cubicBezTo>
                    <a:pt x="479" y="443"/>
                    <a:pt x="496" y="425"/>
                    <a:pt x="496" y="398"/>
                  </a:cubicBezTo>
                  <a:cubicBezTo>
                    <a:pt x="496" y="124"/>
                    <a:pt x="496" y="124"/>
                    <a:pt x="496" y="124"/>
                  </a:cubicBezTo>
                  <a:cubicBezTo>
                    <a:pt x="496" y="97"/>
                    <a:pt x="479" y="70"/>
                    <a:pt x="443" y="70"/>
                  </a:cubicBezTo>
                  <a:close/>
                  <a:moveTo>
                    <a:pt x="0" y="124"/>
                  </a:moveTo>
                  <a:lnTo>
                    <a:pt x="0" y="124"/>
                  </a:lnTo>
                  <a:cubicBezTo>
                    <a:pt x="0" y="398"/>
                    <a:pt x="0" y="398"/>
                    <a:pt x="0" y="398"/>
                  </a:cubicBezTo>
                  <a:cubicBezTo>
                    <a:pt x="0" y="425"/>
                    <a:pt x="26" y="443"/>
                    <a:pt x="53" y="443"/>
                  </a:cubicBezTo>
                  <a:cubicBezTo>
                    <a:pt x="71" y="443"/>
                    <a:pt x="71" y="443"/>
                    <a:pt x="71" y="443"/>
                  </a:cubicBezTo>
                  <a:cubicBezTo>
                    <a:pt x="71" y="70"/>
                    <a:pt x="71" y="70"/>
                    <a:pt x="71" y="70"/>
                  </a:cubicBezTo>
                  <a:cubicBezTo>
                    <a:pt x="53" y="70"/>
                    <a:pt x="53" y="70"/>
                    <a:pt x="53" y="70"/>
                  </a:cubicBezTo>
                  <a:cubicBezTo>
                    <a:pt x="26" y="70"/>
                    <a:pt x="0" y="97"/>
                    <a:pt x="0" y="124"/>
                  </a:cubicBezTo>
                  <a:close/>
                  <a:moveTo>
                    <a:pt x="337" y="26"/>
                  </a:moveTo>
                  <a:lnTo>
                    <a:pt x="337" y="26"/>
                  </a:lnTo>
                  <a:cubicBezTo>
                    <a:pt x="319" y="17"/>
                    <a:pt x="292" y="0"/>
                    <a:pt x="248" y="0"/>
                  </a:cubicBezTo>
                  <a:cubicBezTo>
                    <a:pt x="204" y="0"/>
                    <a:pt x="177" y="17"/>
                    <a:pt x="160" y="26"/>
                  </a:cubicBezTo>
                  <a:cubicBezTo>
                    <a:pt x="160" y="70"/>
                    <a:pt x="160" y="70"/>
                    <a:pt x="160" y="70"/>
                  </a:cubicBezTo>
                  <a:cubicBezTo>
                    <a:pt x="107" y="70"/>
                    <a:pt x="107" y="70"/>
                    <a:pt x="107" y="70"/>
                  </a:cubicBezTo>
                  <a:cubicBezTo>
                    <a:pt x="107" y="443"/>
                    <a:pt x="107" y="443"/>
                    <a:pt x="107" y="443"/>
                  </a:cubicBezTo>
                  <a:cubicBezTo>
                    <a:pt x="390" y="443"/>
                    <a:pt x="390" y="443"/>
                    <a:pt x="390" y="443"/>
                  </a:cubicBezTo>
                  <a:cubicBezTo>
                    <a:pt x="390" y="70"/>
                    <a:pt x="390" y="70"/>
                    <a:pt x="390" y="70"/>
                  </a:cubicBezTo>
                  <a:cubicBezTo>
                    <a:pt x="337" y="70"/>
                    <a:pt x="337" y="70"/>
                    <a:pt x="337" y="70"/>
                  </a:cubicBezTo>
                  <a:lnTo>
                    <a:pt x="337" y="26"/>
                  </a:lnTo>
                  <a:close/>
                  <a:moveTo>
                    <a:pt x="301" y="70"/>
                  </a:moveTo>
                  <a:lnTo>
                    <a:pt x="301" y="70"/>
                  </a:lnTo>
                  <a:cubicBezTo>
                    <a:pt x="195" y="70"/>
                    <a:pt x="195" y="70"/>
                    <a:pt x="195" y="70"/>
                  </a:cubicBezTo>
                  <a:cubicBezTo>
                    <a:pt x="195" y="44"/>
                    <a:pt x="195" y="44"/>
                    <a:pt x="195" y="44"/>
                  </a:cubicBezTo>
                  <a:cubicBezTo>
                    <a:pt x="204" y="35"/>
                    <a:pt x="222" y="26"/>
                    <a:pt x="248" y="26"/>
                  </a:cubicBezTo>
                  <a:cubicBezTo>
                    <a:pt x="275" y="26"/>
                    <a:pt x="292" y="35"/>
                    <a:pt x="301" y="44"/>
                  </a:cubicBezTo>
                  <a:lnTo>
                    <a:pt x="301" y="70"/>
                  </a:lnTo>
                  <a:close/>
                </a:path>
              </a:pathLst>
            </a:custGeom>
            <a:solidFill>
              <a:schemeClr val="lt1"/>
            </a:solidFill>
            <a:ln>
              <a:noFill/>
            </a:ln>
            <a:effectLst>
              <a:outerShdw blurRad="508000" dist="165100" dir="5400000" algn="ctr" rotWithShape="0">
                <a:srgbClr val="000000">
                  <a:alpha val="1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pic>
        <p:nvPicPr>
          <p:cNvPr id="616" name="Google Shape;616;p55"/>
          <p:cNvPicPr preferRelativeResize="0"/>
          <p:nvPr/>
        </p:nvPicPr>
        <p:blipFill rotWithShape="1">
          <a:blip r:embed="rId3">
            <a:alphaModFix/>
          </a:blip>
          <a:srcRect/>
          <a:stretch/>
        </p:blipFill>
        <p:spPr>
          <a:xfrm rot="-161630">
            <a:off x="1928944" y="3967361"/>
            <a:ext cx="1071726" cy="896660"/>
          </a:xfrm>
          <a:prstGeom prst="rect">
            <a:avLst/>
          </a:prstGeom>
          <a:noFill/>
          <a:ln>
            <a:noFill/>
          </a:ln>
        </p:spPr>
      </p:pic>
      <p:pic>
        <p:nvPicPr>
          <p:cNvPr id="617" name="Google Shape;617;p55"/>
          <p:cNvPicPr preferRelativeResize="0"/>
          <p:nvPr/>
        </p:nvPicPr>
        <p:blipFill rotWithShape="1">
          <a:blip r:embed="rId4">
            <a:alphaModFix/>
          </a:blip>
          <a:srcRect/>
          <a:stretch/>
        </p:blipFill>
        <p:spPr>
          <a:xfrm>
            <a:off x="2146093" y="1740922"/>
            <a:ext cx="4863914" cy="2752083"/>
          </a:xfrm>
          <a:prstGeom prst="rect">
            <a:avLst/>
          </a:prstGeom>
          <a:noFill/>
          <a:ln>
            <a:noFill/>
          </a:ln>
          <a:effectLst>
            <a:outerShdw blurRad="520700" dist="127000" dir="5400000" algn="ctr" rotWithShape="0">
              <a:srgbClr val="000000">
                <a:alpha val="14901"/>
              </a:srgbClr>
            </a:outerShdw>
          </a:effectLst>
        </p:spPr>
      </p:pic>
      <p:pic>
        <p:nvPicPr>
          <p:cNvPr id="618" name="Google Shape;618;p55"/>
          <p:cNvPicPr preferRelativeResize="0"/>
          <p:nvPr/>
        </p:nvPicPr>
        <p:blipFill rotWithShape="1">
          <a:blip r:embed="rId5">
            <a:alphaModFix/>
          </a:blip>
          <a:srcRect l="4582" r="4582"/>
          <a:stretch/>
        </p:blipFill>
        <p:spPr>
          <a:xfrm>
            <a:off x="2745581" y="1919288"/>
            <a:ext cx="3699272" cy="2290763"/>
          </a:xfrm>
          <a:custGeom>
            <a:avLst/>
            <a:gdLst/>
            <a:ahLst/>
            <a:cxnLst/>
            <a:rect l="l" t="t" r="r" b="b"/>
            <a:pathLst>
              <a:path w="4932876" h="3054501" extrusionOk="0">
                <a:moveTo>
                  <a:pt x="0" y="0"/>
                </a:moveTo>
                <a:lnTo>
                  <a:pt x="4932876" y="0"/>
                </a:lnTo>
                <a:lnTo>
                  <a:pt x="4932876" y="3054501"/>
                </a:lnTo>
                <a:lnTo>
                  <a:pt x="0" y="3054501"/>
                </a:lnTo>
                <a:close/>
              </a:path>
            </a:pathLst>
          </a:custGeom>
          <a:noFill/>
          <a:ln>
            <a:noFill/>
          </a:ln>
        </p:spPr>
      </p:pic>
      <p:sp>
        <p:nvSpPr>
          <p:cNvPr id="619" name="Google Shape;619;p55"/>
          <p:cNvSpPr txBox="1"/>
          <p:nvPr/>
        </p:nvSpPr>
        <p:spPr>
          <a:xfrm>
            <a:off x="1055286" y="482185"/>
            <a:ext cx="7033428" cy="623248"/>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id" sz="3600" b="1">
                <a:solidFill>
                  <a:schemeClr val="accent2"/>
                </a:solidFill>
                <a:latin typeface="Quicksand"/>
                <a:ea typeface="Quicksand"/>
                <a:cs typeface="Quicksand"/>
                <a:sym typeface="Quicksand"/>
              </a:rPr>
              <a:t>Academic Laptop</a:t>
            </a:r>
            <a:endParaRPr sz="3600" b="1">
              <a:solidFill>
                <a:schemeClr val="accent2"/>
              </a:solidFill>
              <a:latin typeface="Quicksand"/>
              <a:ea typeface="Quicksand"/>
              <a:cs typeface="Quicksand"/>
              <a:sym typeface="Quicksand"/>
            </a:endParaRPr>
          </a:p>
        </p:txBody>
      </p:sp>
      <p:grpSp>
        <p:nvGrpSpPr>
          <p:cNvPr id="620" name="Google Shape;620;p55"/>
          <p:cNvGrpSpPr/>
          <p:nvPr/>
        </p:nvGrpSpPr>
        <p:grpSpPr>
          <a:xfrm>
            <a:off x="6463960" y="4094356"/>
            <a:ext cx="482782" cy="186432"/>
            <a:chOff x="8618613" y="5583429"/>
            <a:chExt cx="643709" cy="248576"/>
          </a:xfrm>
        </p:grpSpPr>
        <p:sp>
          <p:nvSpPr>
            <p:cNvPr id="621" name="Google Shape;621;p55"/>
            <p:cNvSpPr/>
            <p:nvPr/>
          </p:nvSpPr>
          <p:spPr>
            <a:xfrm>
              <a:off x="8618613" y="5583429"/>
              <a:ext cx="248575" cy="248576"/>
            </a:xfrm>
            <a:custGeom>
              <a:avLst/>
              <a:gdLst/>
              <a:ahLst/>
              <a:cxnLst/>
              <a:rect l="l" t="t" r="r" b="b"/>
              <a:pathLst>
                <a:path w="327843" h="327844" extrusionOk="0">
                  <a:moveTo>
                    <a:pt x="189323" y="88390"/>
                  </a:moveTo>
                  <a:cubicBezTo>
                    <a:pt x="194702" y="88390"/>
                    <a:pt x="200465" y="93750"/>
                    <a:pt x="200465" y="99110"/>
                  </a:cubicBezTo>
                  <a:cubicBezTo>
                    <a:pt x="200465" y="104470"/>
                    <a:pt x="197776" y="107150"/>
                    <a:pt x="194702" y="107150"/>
                  </a:cubicBezTo>
                  <a:cubicBezTo>
                    <a:pt x="137842" y="163811"/>
                    <a:pt x="137842" y="163811"/>
                    <a:pt x="137842" y="163811"/>
                  </a:cubicBezTo>
                  <a:cubicBezTo>
                    <a:pt x="197776" y="223536"/>
                    <a:pt x="197776" y="223536"/>
                    <a:pt x="197776" y="223536"/>
                  </a:cubicBezTo>
                  <a:cubicBezTo>
                    <a:pt x="197776" y="223536"/>
                    <a:pt x="200465" y="226216"/>
                    <a:pt x="200465" y="228896"/>
                  </a:cubicBezTo>
                  <a:cubicBezTo>
                    <a:pt x="200465" y="236935"/>
                    <a:pt x="194702" y="239615"/>
                    <a:pt x="189323" y="239615"/>
                  </a:cubicBezTo>
                  <a:cubicBezTo>
                    <a:pt x="186634" y="239615"/>
                    <a:pt x="183945" y="239615"/>
                    <a:pt x="181255" y="236935"/>
                  </a:cubicBezTo>
                  <a:cubicBezTo>
                    <a:pt x="115943" y="172234"/>
                    <a:pt x="115943" y="172234"/>
                    <a:pt x="115943" y="172234"/>
                  </a:cubicBezTo>
                  <a:cubicBezTo>
                    <a:pt x="113253" y="169554"/>
                    <a:pt x="113253" y="166874"/>
                    <a:pt x="113253" y="163811"/>
                  </a:cubicBezTo>
                  <a:cubicBezTo>
                    <a:pt x="113253" y="161131"/>
                    <a:pt x="113253" y="158452"/>
                    <a:pt x="115943" y="155772"/>
                  </a:cubicBezTo>
                  <a:cubicBezTo>
                    <a:pt x="181255" y="91070"/>
                    <a:pt x="181255" y="91070"/>
                    <a:pt x="181255" y="91070"/>
                  </a:cubicBezTo>
                  <a:cubicBezTo>
                    <a:pt x="183945" y="91070"/>
                    <a:pt x="186634" y="88390"/>
                    <a:pt x="189323" y="88390"/>
                  </a:cubicBezTo>
                  <a:close/>
                  <a:moveTo>
                    <a:pt x="162012" y="31094"/>
                  </a:moveTo>
                  <a:cubicBezTo>
                    <a:pt x="88916" y="31094"/>
                    <a:pt x="31093" y="88916"/>
                    <a:pt x="31093" y="162013"/>
                  </a:cubicBezTo>
                  <a:cubicBezTo>
                    <a:pt x="31093" y="235109"/>
                    <a:pt x="88916" y="296750"/>
                    <a:pt x="162012" y="296750"/>
                  </a:cubicBezTo>
                  <a:cubicBezTo>
                    <a:pt x="235109" y="296750"/>
                    <a:pt x="296750" y="235109"/>
                    <a:pt x="296750" y="162013"/>
                  </a:cubicBezTo>
                  <a:cubicBezTo>
                    <a:pt x="296750" y="88916"/>
                    <a:pt x="235109" y="31094"/>
                    <a:pt x="162012" y="31094"/>
                  </a:cubicBezTo>
                  <a:close/>
                  <a:moveTo>
                    <a:pt x="162012" y="0"/>
                  </a:moveTo>
                  <a:cubicBezTo>
                    <a:pt x="254201" y="0"/>
                    <a:pt x="327843" y="73642"/>
                    <a:pt x="327843" y="162013"/>
                  </a:cubicBezTo>
                  <a:cubicBezTo>
                    <a:pt x="327843" y="254747"/>
                    <a:pt x="254201" y="327844"/>
                    <a:pt x="162012" y="327844"/>
                  </a:cubicBezTo>
                  <a:cubicBezTo>
                    <a:pt x="73097" y="327844"/>
                    <a:pt x="0" y="254747"/>
                    <a:pt x="0" y="162013"/>
                  </a:cubicBezTo>
                  <a:cubicBezTo>
                    <a:pt x="0" y="73642"/>
                    <a:pt x="73097" y="0"/>
                    <a:pt x="162012" y="0"/>
                  </a:cubicBezTo>
                  <a:close/>
                </a:path>
              </a:pathLst>
            </a:custGeom>
            <a:solidFill>
              <a:srgbClr val="D8D8D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622" name="Google Shape;622;p55"/>
            <p:cNvSpPr/>
            <p:nvPr/>
          </p:nvSpPr>
          <p:spPr>
            <a:xfrm>
              <a:off x="9013747" y="5583429"/>
              <a:ext cx="248575" cy="248576"/>
            </a:xfrm>
            <a:custGeom>
              <a:avLst/>
              <a:gdLst/>
              <a:ahLst/>
              <a:cxnLst/>
              <a:rect l="l" t="t" r="r" b="b"/>
              <a:pathLst>
                <a:path w="327843" h="327844" extrusionOk="0">
                  <a:moveTo>
                    <a:pt x="138681" y="88390"/>
                  </a:moveTo>
                  <a:cubicBezTo>
                    <a:pt x="141370" y="88390"/>
                    <a:pt x="144060" y="91070"/>
                    <a:pt x="146749" y="91070"/>
                  </a:cubicBezTo>
                  <a:cubicBezTo>
                    <a:pt x="146749" y="91070"/>
                    <a:pt x="146749" y="91070"/>
                    <a:pt x="212062" y="155772"/>
                  </a:cubicBezTo>
                  <a:cubicBezTo>
                    <a:pt x="214751" y="158452"/>
                    <a:pt x="214751" y="161131"/>
                    <a:pt x="214751" y="163811"/>
                  </a:cubicBezTo>
                  <a:cubicBezTo>
                    <a:pt x="214751" y="166874"/>
                    <a:pt x="214751" y="169554"/>
                    <a:pt x="212062" y="172234"/>
                  </a:cubicBezTo>
                  <a:cubicBezTo>
                    <a:pt x="212062" y="172234"/>
                    <a:pt x="212062" y="172234"/>
                    <a:pt x="146749" y="236935"/>
                  </a:cubicBezTo>
                  <a:cubicBezTo>
                    <a:pt x="144060" y="239615"/>
                    <a:pt x="141370" y="239615"/>
                    <a:pt x="138681" y="239615"/>
                  </a:cubicBezTo>
                  <a:cubicBezTo>
                    <a:pt x="133302" y="239615"/>
                    <a:pt x="127539" y="236935"/>
                    <a:pt x="127539" y="228896"/>
                  </a:cubicBezTo>
                  <a:cubicBezTo>
                    <a:pt x="127539" y="226216"/>
                    <a:pt x="127539" y="223536"/>
                    <a:pt x="130229" y="223536"/>
                  </a:cubicBezTo>
                  <a:cubicBezTo>
                    <a:pt x="130229" y="223536"/>
                    <a:pt x="130229" y="223536"/>
                    <a:pt x="187473" y="163811"/>
                  </a:cubicBezTo>
                  <a:cubicBezTo>
                    <a:pt x="187473" y="163811"/>
                    <a:pt x="187473" y="163811"/>
                    <a:pt x="130229" y="107150"/>
                  </a:cubicBezTo>
                  <a:cubicBezTo>
                    <a:pt x="130229" y="107150"/>
                    <a:pt x="127539" y="104470"/>
                    <a:pt x="127539" y="99110"/>
                  </a:cubicBezTo>
                  <a:cubicBezTo>
                    <a:pt x="127539" y="93750"/>
                    <a:pt x="133302" y="88390"/>
                    <a:pt x="138681" y="88390"/>
                  </a:cubicBezTo>
                  <a:close/>
                  <a:moveTo>
                    <a:pt x="162012" y="31094"/>
                  </a:moveTo>
                  <a:cubicBezTo>
                    <a:pt x="88916" y="31094"/>
                    <a:pt x="31093" y="88916"/>
                    <a:pt x="31093" y="162013"/>
                  </a:cubicBezTo>
                  <a:cubicBezTo>
                    <a:pt x="31093" y="235109"/>
                    <a:pt x="88916" y="296750"/>
                    <a:pt x="162012" y="296750"/>
                  </a:cubicBezTo>
                  <a:cubicBezTo>
                    <a:pt x="235109" y="296750"/>
                    <a:pt x="296750" y="235109"/>
                    <a:pt x="296750" y="162013"/>
                  </a:cubicBezTo>
                  <a:cubicBezTo>
                    <a:pt x="296750" y="88916"/>
                    <a:pt x="235109" y="31094"/>
                    <a:pt x="162012" y="31094"/>
                  </a:cubicBezTo>
                  <a:close/>
                  <a:moveTo>
                    <a:pt x="162012" y="0"/>
                  </a:moveTo>
                  <a:cubicBezTo>
                    <a:pt x="254201" y="0"/>
                    <a:pt x="327843" y="73642"/>
                    <a:pt x="327843" y="162013"/>
                  </a:cubicBezTo>
                  <a:cubicBezTo>
                    <a:pt x="327843" y="254747"/>
                    <a:pt x="254201" y="327844"/>
                    <a:pt x="162012" y="327844"/>
                  </a:cubicBezTo>
                  <a:cubicBezTo>
                    <a:pt x="73097" y="327844"/>
                    <a:pt x="0" y="254747"/>
                    <a:pt x="0" y="162013"/>
                  </a:cubicBezTo>
                  <a:cubicBezTo>
                    <a:pt x="0" y="73642"/>
                    <a:pt x="73097" y="0"/>
                    <a:pt x="162012" y="0"/>
                  </a:cubicBezTo>
                  <a:close/>
                </a:path>
              </a:pathLst>
            </a:custGeom>
            <a:solidFill>
              <a:srgbClr val="D8D8D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sp>
        <p:nvSpPr>
          <p:cNvPr id="623" name="Google Shape;623;p55"/>
          <p:cNvSpPr txBox="1"/>
          <p:nvPr/>
        </p:nvSpPr>
        <p:spPr>
          <a:xfrm>
            <a:off x="2226861" y="1088762"/>
            <a:ext cx="4690277" cy="416653"/>
          </a:xfrm>
          <a:prstGeom prst="rect">
            <a:avLst/>
          </a:prstGeom>
          <a:noFill/>
          <a:ln>
            <a:noFill/>
          </a:ln>
        </p:spPr>
        <p:txBody>
          <a:bodyPr spcFirstLastPara="1" wrap="square" lIns="68575" tIns="34275" rIns="68575" bIns="34275" anchor="t" anchorCtr="0">
            <a:spAutoFit/>
          </a:bodyPr>
          <a:lstStyle/>
          <a:p>
            <a:pPr marL="0" marR="0" lvl="0" indent="0" algn="ctr"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 adipiscing elit, sed do eiusmod tempor incididunt ut labore et dolore magna aliqua. Ut enim ad minim </a:t>
            </a:r>
            <a:endParaRPr sz="1100"/>
          </a:p>
        </p:txBody>
      </p:sp>
      <p:grpSp>
        <p:nvGrpSpPr>
          <p:cNvPr id="624" name="Google Shape;624;p55"/>
          <p:cNvGrpSpPr/>
          <p:nvPr/>
        </p:nvGrpSpPr>
        <p:grpSpPr>
          <a:xfrm>
            <a:off x="609381" y="2690894"/>
            <a:ext cx="1688134" cy="870362"/>
            <a:chOff x="1185407" y="3743617"/>
            <a:chExt cx="2250845" cy="1160483"/>
          </a:xfrm>
        </p:grpSpPr>
        <p:grpSp>
          <p:nvGrpSpPr>
            <p:cNvPr id="625" name="Google Shape;625;p55"/>
            <p:cNvGrpSpPr/>
            <p:nvPr/>
          </p:nvGrpSpPr>
          <p:grpSpPr>
            <a:xfrm>
              <a:off x="1266487" y="4162517"/>
              <a:ext cx="2169765" cy="76529"/>
              <a:chOff x="6252876" y="4419271"/>
              <a:chExt cx="2169765" cy="76529"/>
            </a:xfrm>
          </p:grpSpPr>
          <p:sp>
            <p:nvSpPr>
              <p:cNvPr id="626" name="Google Shape;626;p55"/>
              <p:cNvSpPr/>
              <p:nvPr/>
            </p:nvSpPr>
            <p:spPr>
              <a:xfrm>
                <a:off x="6553200" y="4419271"/>
                <a:ext cx="1869441" cy="76529"/>
              </a:xfrm>
              <a:prstGeom prst="roundRect">
                <a:avLst>
                  <a:gd name="adj" fmla="val 50000"/>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chemeClr val="dk1"/>
                  </a:solidFill>
                  <a:latin typeface="Arial"/>
                  <a:ea typeface="Arial"/>
                  <a:cs typeface="Arial"/>
                  <a:sym typeface="Arial"/>
                </a:endParaRPr>
              </a:p>
            </p:txBody>
          </p:sp>
          <p:sp>
            <p:nvSpPr>
              <p:cNvPr id="627" name="Google Shape;627;p55"/>
              <p:cNvSpPr/>
              <p:nvPr/>
            </p:nvSpPr>
            <p:spPr>
              <a:xfrm>
                <a:off x="6252876" y="4419271"/>
                <a:ext cx="1522434" cy="76529"/>
              </a:xfrm>
              <a:prstGeom prst="roundRect">
                <a:avLst>
                  <a:gd name="adj" fmla="val 50000"/>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chemeClr val="dk1"/>
                  </a:solidFill>
                  <a:latin typeface="Arial"/>
                  <a:ea typeface="Arial"/>
                  <a:cs typeface="Arial"/>
                  <a:sym typeface="Arial"/>
                </a:endParaRPr>
              </a:p>
            </p:txBody>
          </p:sp>
        </p:grpSp>
        <p:grpSp>
          <p:nvGrpSpPr>
            <p:cNvPr id="628" name="Google Shape;628;p55"/>
            <p:cNvGrpSpPr/>
            <p:nvPr/>
          </p:nvGrpSpPr>
          <p:grpSpPr>
            <a:xfrm>
              <a:off x="1185407" y="3743617"/>
              <a:ext cx="2215989" cy="429319"/>
              <a:chOff x="6171796" y="4000371"/>
              <a:chExt cx="2215989" cy="429319"/>
            </a:xfrm>
          </p:grpSpPr>
          <p:sp>
            <p:nvSpPr>
              <p:cNvPr id="629" name="Google Shape;629;p55"/>
              <p:cNvSpPr txBox="1"/>
              <p:nvPr/>
            </p:nvSpPr>
            <p:spPr>
              <a:xfrm>
                <a:off x="6171796" y="4014232"/>
                <a:ext cx="1559408" cy="415458"/>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chemeClr val="dk1"/>
                  </a:buClr>
                  <a:buSzPts val="1100"/>
                  <a:buFont typeface="Quicksand"/>
                  <a:buNone/>
                </a:pPr>
                <a:r>
                  <a:rPr lang="id" sz="1100">
                    <a:solidFill>
                      <a:schemeClr val="dk1"/>
                    </a:solidFill>
                    <a:latin typeface="Quicksand"/>
                    <a:ea typeface="Quicksand"/>
                    <a:cs typeface="Quicksand"/>
                    <a:sym typeface="Quicksand"/>
                  </a:rPr>
                  <a:t>Parameter 1</a:t>
                </a:r>
                <a:endParaRPr sz="1400">
                  <a:solidFill>
                    <a:schemeClr val="dk1"/>
                  </a:solidFill>
                  <a:latin typeface="Quicksand"/>
                  <a:ea typeface="Quicksand"/>
                  <a:cs typeface="Quicksand"/>
                  <a:sym typeface="Quicksand"/>
                </a:endParaRPr>
              </a:p>
            </p:txBody>
          </p:sp>
          <p:sp>
            <p:nvSpPr>
              <p:cNvPr id="630" name="Google Shape;630;p55"/>
              <p:cNvSpPr txBox="1"/>
              <p:nvPr/>
            </p:nvSpPr>
            <p:spPr>
              <a:xfrm>
                <a:off x="7485467" y="4000371"/>
                <a:ext cx="902318" cy="415458"/>
              </a:xfrm>
              <a:prstGeom prst="rect">
                <a:avLst/>
              </a:prstGeom>
              <a:noFill/>
              <a:ln>
                <a:noFill/>
              </a:ln>
            </p:spPr>
            <p:txBody>
              <a:bodyPr spcFirstLastPara="1" wrap="square" lIns="68575" tIns="34275" rIns="68575" bIns="34275" anchor="t" anchorCtr="0">
                <a:spAutoFit/>
              </a:bodyPr>
              <a:lstStyle/>
              <a:p>
                <a:pPr marL="0" marR="0" lvl="0" indent="0" algn="r" rtl="0">
                  <a:lnSpc>
                    <a:spcPct val="150000"/>
                  </a:lnSpc>
                  <a:spcBef>
                    <a:spcPts val="0"/>
                  </a:spcBef>
                  <a:spcAft>
                    <a:spcPts val="0"/>
                  </a:spcAft>
                  <a:buClr>
                    <a:schemeClr val="accent1"/>
                  </a:buClr>
                  <a:buSzPts val="1100"/>
                  <a:buFont typeface="Quicksand"/>
                  <a:buNone/>
                </a:pPr>
                <a:r>
                  <a:rPr lang="id" sz="1100" b="1">
                    <a:solidFill>
                      <a:schemeClr val="accent1"/>
                    </a:solidFill>
                    <a:latin typeface="Quicksand"/>
                    <a:ea typeface="Quicksand"/>
                    <a:cs typeface="Quicksand"/>
                    <a:sym typeface="Quicksand"/>
                  </a:rPr>
                  <a:t>80%</a:t>
                </a:r>
                <a:endParaRPr sz="1400">
                  <a:solidFill>
                    <a:schemeClr val="accent1"/>
                  </a:solidFill>
                  <a:latin typeface="Quicksand"/>
                  <a:ea typeface="Quicksand"/>
                  <a:cs typeface="Quicksand"/>
                  <a:sym typeface="Quicksand"/>
                </a:endParaRPr>
              </a:p>
            </p:txBody>
          </p:sp>
        </p:grpSp>
        <p:grpSp>
          <p:nvGrpSpPr>
            <p:cNvPr id="631" name="Google Shape;631;p55"/>
            <p:cNvGrpSpPr/>
            <p:nvPr/>
          </p:nvGrpSpPr>
          <p:grpSpPr>
            <a:xfrm>
              <a:off x="1267411" y="4827571"/>
              <a:ext cx="2168841" cy="76529"/>
              <a:chOff x="6253800" y="5084325"/>
              <a:chExt cx="2168841" cy="76529"/>
            </a:xfrm>
          </p:grpSpPr>
          <p:sp>
            <p:nvSpPr>
              <p:cNvPr id="632" name="Google Shape;632;p55"/>
              <p:cNvSpPr/>
              <p:nvPr/>
            </p:nvSpPr>
            <p:spPr>
              <a:xfrm>
                <a:off x="6554125" y="5084325"/>
                <a:ext cx="1868516" cy="76529"/>
              </a:xfrm>
              <a:prstGeom prst="roundRect">
                <a:avLst>
                  <a:gd name="adj" fmla="val 50000"/>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chemeClr val="dk1"/>
                  </a:solidFill>
                  <a:latin typeface="Arial"/>
                  <a:ea typeface="Arial"/>
                  <a:cs typeface="Arial"/>
                  <a:sym typeface="Arial"/>
                </a:endParaRPr>
              </a:p>
            </p:txBody>
          </p:sp>
          <p:sp>
            <p:nvSpPr>
              <p:cNvPr id="633" name="Google Shape;633;p55"/>
              <p:cNvSpPr/>
              <p:nvPr/>
            </p:nvSpPr>
            <p:spPr>
              <a:xfrm>
                <a:off x="6253800" y="5084325"/>
                <a:ext cx="1477404" cy="76529"/>
              </a:xfrm>
              <a:prstGeom prst="roundRect">
                <a:avLst>
                  <a:gd name="adj" fmla="val 50000"/>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chemeClr val="dk1"/>
                  </a:solidFill>
                  <a:latin typeface="Arial"/>
                  <a:ea typeface="Arial"/>
                  <a:cs typeface="Arial"/>
                  <a:sym typeface="Arial"/>
                </a:endParaRPr>
              </a:p>
            </p:txBody>
          </p:sp>
        </p:grpSp>
        <p:grpSp>
          <p:nvGrpSpPr>
            <p:cNvPr id="634" name="Google Shape;634;p55"/>
            <p:cNvGrpSpPr/>
            <p:nvPr/>
          </p:nvGrpSpPr>
          <p:grpSpPr>
            <a:xfrm>
              <a:off x="1186332" y="4408671"/>
              <a:ext cx="2215064" cy="429319"/>
              <a:chOff x="6172721" y="4665425"/>
              <a:chExt cx="2215064" cy="429319"/>
            </a:xfrm>
          </p:grpSpPr>
          <p:sp>
            <p:nvSpPr>
              <p:cNvPr id="635" name="Google Shape;635;p55"/>
              <p:cNvSpPr txBox="1"/>
              <p:nvPr/>
            </p:nvSpPr>
            <p:spPr>
              <a:xfrm>
                <a:off x="6172721" y="4679286"/>
                <a:ext cx="1559408" cy="415458"/>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chemeClr val="dk1"/>
                  </a:buClr>
                  <a:buSzPts val="1100"/>
                  <a:buFont typeface="Quicksand"/>
                  <a:buNone/>
                </a:pPr>
                <a:r>
                  <a:rPr lang="id" sz="1100">
                    <a:solidFill>
                      <a:schemeClr val="dk1"/>
                    </a:solidFill>
                    <a:latin typeface="Quicksand"/>
                    <a:ea typeface="Quicksand"/>
                    <a:cs typeface="Quicksand"/>
                    <a:sym typeface="Quicksand"/>
                  </a:rPr>
                  <a:t>Parameter 2</a:t>
                </a:r>
                <a:endParaRPr sz="1400">
                  <a:solidFill>
                    <a:schemeClr val="dk1"/>
                  </a:solidFill>
                  <a:latin typeface="Quicksand"/>
                  <a:ea typeface="Quicksand"/>
                  <a:cs typeface="Quicksand"/>
                  <a:sym typeface="Quicksand"/>
                </a:endParaRPr>
              </a:p>
            </p:txBody>
          </p:sp>
          <p:sp>
            <p:nvSpPr>
              <p:cNvPr id="636" name="Google Shape;636;p55"/>
              <p:cNvSpPr txBox="1"/>
              <p:nvPr/>
            </p:nvSpPr>
            <p:spPr>
              <a:xfrm>
                <a:off x="7485467" y="4665425"/>
                <a:ext cx="902318" cy="415458"/>
              </a:xfrm>
              <a:prstGeom prst="rect">
                <a:avLst/>
              </a:prstGeom>
              <a:noFill/>
              <a:ln>
                <a:noFill/>
              </a:ln>
            </p:spPr>
            <p:txBody>
              <a:bodyPr spcFirstLastPara="1" wrap="square" lIns="68575" tIns="34275" rIns="68575" bIns="34275" anchor="t" anchorCtr="0">
                <a:spAutoFit/>
              </a:bodyPr>
              <a:lstStyle/>
              <a:p>
                <a:pPr marL="0" marR="0" lvl="0" indent="0" algn="r" rtl="0">
                  <a:lnSpc>
                    <a:spcPct val="150000"/>
                  </a:lnSpc>
                  <a:spcBef>
                    <a:spcPts val="0"/>
                  </a:spcBef>
                  <a:spcAft>
                    <a:spcPts val="0"/>
                  </a:spcAft>
                  <a:buClr>
                    <a:schemeClr val="accent4"/>
                  </a:buClr>
                  <a:buSzPts val="1100"/>
                  <a:buFont typeface="Quicksand"/>
                  <a:buNone/>
                </a:pPr>
                <a:r>
                  <a:rPr lang="id" sz="1100" b="1">
                    <a:solidFill>
                      <a:schemeClr val="accent4"/>
                    </a:solidFill>
                    <a:latin typeface="Quicksand"/>
                    <a:ea typeface="Quicksand"/>
                    <a:cs typeface="Quicksand"/>
                    <a:sym typeface="Quicksand"/>
                  </a:rPr>
                  <a:t>40%</a:t>
                </a:r>
                <a:endParaRPr sz="1400">
                  <a:solidFill>
                    <a:schemeClr val="accent4"/>
                  </a:solidFill>
                  <a:latin typeface="Quicksand"/>
                  <a:ea typeface="Quicksand"/>
                  <a:cs typeface="Quicksand"/>
                  <a:sym typeface="Quicksand"/>
                </a:endParaRPr>
              </a:p>
            </p:txBody>
          </p:sp>
        </p:grpSp>
      </p:grpSp>
      <p:grpSp>
        <p:nvGrpSpPr>
          <p:cNvPr id="637" name="Google Shape;637;p55"/>
          <p:cNvGrpSpPr/>
          <p:nvPr/>
        </p:nvGrpSpPr>
        <p:grpSpPr>
          <a:xfrm>
            <a:off x="6917138" y="2221370"/>
            <a:ext cx="1662287" cy="1325728"/>
            <a:chOff x="6549053" y="781219"/>
            <a:chExt cx="2216383" cy="1767638"/>
          </a:xfrm>
        </p:grpSpPr>
        <p:sp>
          <p:nvSpPr>
            <p:cNvPr id="638" name="Google Shape;638;p55"/>
            <p:cNvSpPr/>
            <p:nvPr/>
          </p:nvSpPr>
          <p:spPr>
            <a:xfrm>
              <a:off x="6549053" y="781219"/>
              <a:ext cx="2216383" cy="1767638"/>
            </a:xfrm>
            <a:prstGeom prst="roundRect">
              <a:avLst>
                <a:gd name="adj" fmla="val 3805"/>
              </a:avLst>
            </a:prstGeom>
            <a:solidFill>
              <a:schemeClr val="accent2"/>
            </a:solidFill>
            <a:ln>
              <a:noFill/>
            </a:ln>
            <a:effectLst>
              <a:outerShdw blurRad="1016000" dist="381000" dir="2100000" sx="90000" sy="90000" algn="tl" rotWithShape="0">
                <a:srgbClr val="000000">
                  <a:alpha val="941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rgbClr val="7F7F7F"/>
                </a:solidFill>
                <a:latin typeface="Arial"/>
                <a:ea typeface="Arial"/>
                <a:cs typeface="Arial"/>
                <a:sym typeface="Arial"/>
              </a:endParaRPr>
            </a:p>
          </p:txBody>
        </p:sp>
        <p:sp>
          <p:nvSpPr>
            <p:cNvPr id="639" name="Google Shape;639;p55"/>
            <p:cNvSpPr/>
            <p:nvPr/>
          </p:nvSpPr>
          <p:spPr>
            <a:xfrm>
              <a:off x="7149127" y="1934900"/>
              <a:ext cx="1016234" cy="346698"/>
            </a:xfrm>
            <a:prstGeom prst="roundRect">
              <a:avLst>
                <a:gd name="adj" fmla="val 11459"/>
              </a:avLst>
            </a:prstGeom>
            <a:solidFill>
              <a:srgbClr val="F8C971"/>
            </a:solidFill>
            <a:ln>
              <a:noFill/>
            </a:ln>
            <a:effectLst>
              <a:outerShdw blurRad="1016000" dist="381000" dir="2100000" sx="90000" sy="90000" algn="tl" rotWithShape="0">
                <a:srgbClr val="000000">
                  <a:alpha val="941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Clr>
                  <a:schemeClr val="lt1"/>
                </a:buClr>
                <a:buSzPts val="900"/>
                <a:buFont typeface="Quicksand"/>
                <a:buNone/>
              </a:pPr>
              <a:r>
                <a:rPr lang="id" sz="900" b="1">
                  <a:solidFill>
                    <a:schemeClr val="lt1"/>
                  </a:solidFill>
                  <a:latin typeface="Quicksand"/>
                  <a:ea typeface="Quicksand"/>
                  <a:cs typeface="Quicksand"/>
                  <a:sym typeface="Quicksand"/>
                </a:rPr>
                <a:t>▲  40%</a:t>
              </a:r>
              <a:endParaRPr sz="900" b="1">
                <a:solidFill>
                  <a:schemeClr val="lt1"/>
                </a:solidFill>
                <a:latin typeface="Quicksand"/>
                <a:ea typeface="Quicksand"/>
                <a:cs typeface="Quicksand"/>
                <a:sym typeface="Quicksand"/>
              </a:endParaRPr>
            </a:p>
          </p:txBody>
        </p:sp>
        <p:sp>
          <p:nvSpPr>
            <p:cNvPr id="640" name="Google Shape;640;p55"/>
            <p:cNvSpPr txBox="1"/>
            <p:nvPr/>
          </p:nvSpPr>
          <p:spPr>
            <a:xfrm>
              <a:off x="6872904" y="855732"/>
              <a:ext cx="1568682" cy="732468"/>
            </a:xfrm>
            <a:prstGeom prst="rect">
              <a:avLst/>
            </a:prstGeom>
            <a:noFill/>
            <a:ln>
              <a:noFill/>
            </a:ln>
          </p:spPr>
          <p:txBody>
            <a:bodyPr spcFirstLastPara="1" wrap="square" lIns="68575" tIns="34275" rIns="68575" bIns="34275" anchor="b" anchorCtr="0">
              <a:spAutoFit/>
            </a:bodyPr>
            <a:lstStyle/>
            <a:p>
              <a:pPr marL="0" marR="0" lvl="0" indent="0" algn="ctr" rtl="0">
                <a:lnSpc>
                  <a:spcPct val="130000"/>
                </a:lnSpc>
                <a:spcBef>
                  <a:spcPts val="0"/>
                </a:spcBef>
                <a:spcAft>
                  <a:spcPts val="0"/>
                </a:spcAft>
                <a:buClr>
                  <a:schemeClr val="lt1"/>
                </a:buClr>
                <a:buSzPts val="2400"/>
                <a:buFont typeface="Quicksand"/>
                <a:buNone/>
              </a:pPr>
              <a:r>
                <a:rPr lang="id" sz="2400" b="1">
                  <a:solidFill>
                    <a:schemeClr val="lt1"/>
                  </a:solidFill>
                  <a:latin typeface="Quicksand"/>
                  <a:ea typeface="Quicksand"/>
                  <a:cs typeface="Quicksand"/>
                  <a:sym typeface="Quicksand"/>
                </a:rPr>
                <a:t>750M</a:t>
              </a:r>
              <a:endParaRPr sz="1400">
                <a:solidFill>
                  <a:schemeClr val="lt1"/>
                </a:solidFill>
                <a:latin typeface="Quicksand"/>
                <a:ea typeface="Quicksand"/>
                <a:cs typeface="Quicksand"/>
                <a:sym typeface="Quicksand"/>
              </a:endParaRPr>
            </a:p>
          </p:txBody>
        </p:sp>
        <p:sp>
          <p:nvSpPr>
            <p:cNvPr id="641" name="Google Shape;641;p55"/>
            <p:cNvSpPr txBox="1"/>
            <p:nvPr/>
          </p:nvSpPr>
          <p:spPr>
            <a:xfrm>
              <a:off x="6796703" y="1485776"/>
              <a:ext cx="1721084" cy="332358"/>
            </a:xfrm>
            <a:prstGeom prst="rect">
              <a:avLst/>
            </a:prstGeom>
            <a:noFill/>
            <a:ln>
              <a:noFill/>
            </a:ln>
          </p:spPr>
          <p:txBody>
            <a:bodyPr spcFirstLastPara="1" wrap="square" lIns="68575" tIns="34275" rIns="68575" bIns="34275" anchor="t" anchorCtr="0">
              <a:spAutoFit/>
            </a:bodyPr>
            <a:lstStyle/>
            <a:p>
              <a:pPr marL="0" marR="0" lvl="0" indent="0" algn="ctr" rtl="0">
                <a:lnSpc>
                  <a:spcPct val="130000"/>
                </a:lnSpc>
                <a:spcBef>
                  <a:spcPts val="0"/>
                </a:spcBef>
                <a:spcAft>
                  <a:spcPts val="0"/>
                </a:spcAft>
                <a:buClr>
                  <a:schemeClr val="lt1"/>
                </a:buClr>
                <a:buSzPts val="900"/>
                <a:buFont typeface="Quicksand"/>
                <a:buNone/>
              </a:pPr>
              <a:r>
                <a:rPr lang="id" sz="900">
                  <a:solidFill>
                    <a:schemeClr val="lt1"/>
                  </a:solidFill>
                  <a:latin typeface="Quicksand"/>
                  <a:ea typeface="Quicksand"/>
                  <a:cs typeface="Quicksand"/>
                  <a:sym typeface="Quicksand"/>
                </a:rPr>
                <a:t>Data Income</a:t>
              </a:r>
              <a:endParaRPr sz="1400">
                <a:solidFill>
                  <a:schemeClr val="lt1"/>
                </a:solidFill>
                <a:latin typeface="Quicksand"/>
                <a:ea typeface="Quicksand"/>
                <a:cs typeface="Quicksand"/>
                <a:sym typeface="Quicksand"/>
              </a:endParaRPr>
            </a:p>
          </p:txBody>
        </p:sp>
      </p:grpSp>
      <p:sp>
        <p:nvSpPr>
          <p:cNvPr id="642" name="Google Shape;642;p55"/>
          <p:cNvSpPr/>
          <p:nvPr/>
        </p:nvSpPr>
        <p:spPr>
          <a:xfrm rot="-1721402">
            <a:off x="7891442" y="4171927"/>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643" name="Google Shape;643;p55"/>
          <p:cNvSpPr/>
          <p:nvPr/>
        </p:nvSpPr>
        <p:spPr>
          <a:xfrm rot="-4211805">
            <a:off x="1297743" y="1165370"/>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644" name="Google Shape;644;p55"/>
          <p:cNvSpPr/>
          <p:nvPr/>
        </p:nvSpPr>
        <p:spPr>
          <a:xfrm>
            <a:off x="7266104" y="952073"/>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nvGrpSpPr>
          <p:cNvPr id="645" name="Google Shape;645;p55"/>
          <p:cNvGrpSpPr/>
          <p:nvPr/>
        </p:nvGrpSpPr>
        <p:grpSpPr>
          <a:xfrm>
            <a:off x="258122" y="4725659"/>
            <a:ext cx="8868245" cy="253915"/>
            <a:chOff x="344163" y="6300878"/>
            <a:chExt cx="11824327" cy="338554"/>
          </a:xfrm>
        </p:grpSpPr>
        <p:sp>
          <p:nvSpPr>
            <p:cNvPr id="646" name="Google Shape;646;p55"/>
            <p:cNvSpPr txBox="1"/>
            <p:nvPr/>
          </p:nvSpPr>
          <p:spPr>
            <a:xfrm>
              <a:off x="344163" y="6300878"/>
              <a:ext cx="704821"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accent2"/>
                  </a:solidFill>
                  <a:latin typeface="Quicksand"/>
                  <a:ea typeface="Quicksand"/>
                  <a:cs typeface="Quicksand"/>
                  <a:sym typeface="Quicksand"/>
                </a:rPr>
                <a:t>01</a:t>
              </a:r>
              <a:endParaRPr sz="1200" b="1">
                <a:solidFill>
                  <a:schemeClr val="accent2"/>
                </a:solidFill>
                <a:latin typeface="Quicksand"/>
                <a:ea typeface="Quicksand"/>
                <a:cs typeface="Quicksand"/>
                <a:sym typeface="Quicksand"/>
              </a:endParaRPr>
            </a:p>
          </p:txBody>
        </p:sp>
        <p:sp>
          <p:nvSpPr>
            <p:cNvPr id="647" name="Google Shape;647;p55"/>
            <p:cNvSpPr txBox="1"/>
            <p:nvPr/>
          </p:nvSpPr>
          <p:spPr>
            <a:xfrm>
              <a:off x="11463669" y="6300878"/>
              <a:ext cx="704821"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accent2"/>
                  </a:solidFill>
                  <a:latin typeface="Quicksand"/>
                  <a:ea typeface="Quicksand"/>
                  <a:cs typeface="Quicksand"/>
                  <a:sym typeface="Quicksand"/>
                </a:rPr>
                <a:t>20</a:t>
              </a:r>
              <a:endParaRPr sz="1200" b="1">
                <a:solidFill>
                  <a:schemeClr val="accent2"/>
                </a:solidFill>
                <a:latin typeface="Quicksand"/>
                <a:ea typeface="Quicksand"/>
                <a:cs typeface="Quicksand"/>
                <a:sym typeface="Quicksand"/>
              </a:endParaRPr>
            </a:p>
          </p:txBody>
        </p:sp>
      </p:grpSp>
      <p:grpSp>
        <p:nvGrpSpPr>
          <p:cNvPr id="648" name="Google Shape;648;p55"/>
          <p:cNvGrpSpPr/>
          <p:nvPr/>
        </p:nvGrpSpPr>
        <p:grpSpPr>
          <a:xfrm>
            <a:off x="2404307" y="1728035"/>
            <a:ext cx="551296" cy="551296"/>
            <a:chOff x="7304047" y="1853817"/>
            <a:chExt cx="735062" cy="735061"/>
          </a:xfrm>
        </p:grpSpPr>
        <p:sp>
          <p:nvSpPr>
            <p:cNvPr id="649" name="Google Shape;649;p55"/>
            <p:cNvSpPr/>
            <p:nvPr/>
          </p:nvSpPr>
          <p:spPr>
            <a:xfrm>
              <a:off x="7304047" y="1853817"/>
              <a:ext cx="735062" cy="735061"/>
            </a:xfrm>
            <a:prstGeom prst="ellipse">
              <a:avLst/>
            </a:prstGeom>
            <a:solidFill>
              <a:schemeClr val="accent1"/>
            </a:solidFill>
            <a:ln>
              <a:noFill/>
            </a:ln>
            <a:effectLst>
              <a:outerShdw blurRad="508000" dist="165100" dir="5400000" algn="tr" rotWithShape="0">
                <a:srgbClr val="000000">
                  <a:alpha val="1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800">
                <a:solidFill>
                  <a:srgbClr val="595959"/>
                </a:solidFill>
                <a:latin typeface="Quicksand"/>
                <a:ea typeface="Quicksand"/>
                <a:cs typeface="Quicksand"/>
                <a:sym typeface="Quicksand"/>
              </a:endParaRPr>
            </a:p>
          </p:txBody>
        </p:sp>
        <p:pic>
          <p:nvPicPr>
            <p:cNvPr id="650" name="Google Shape;650;p55"/>
            <p:cNvPicPr preferRelativeResize="0"/>
            <p:nvPr/>
          </p:nvPicPr>
          <p:blipFill rotWithShape="1">
            <a:blip r:embed="rId6">
              <a:alphaModFix/>
            </a:blip>
            <a:srcRect/>
            <a:stretch/>
          </p:blipFill>
          <p:spPr>
            <a:xfrm>
              <a:off x="7337520" y="1872226"/>
              <a:ext cx="668115" cy="668115"/>
            </a:xfrm>
            <a:prstGeom prst="rect">
              <a:avLst/>
            </a:prstGeom>
            <a:noFill/>
            <a:ln>
              <a:noFill/>
            </a:ln>
          </p:spPr>
        </p:pic>
      </p:grpSp>
      <p:grpSp>
        <p:nvGrpSpPr>
          <p:cNvPr id="651" name="Google Shape;651;p55"/>
          <p:cNvGrpSpPr/>
          <p:nvPr/>
        </p:nvGrpSpPr>
        <p:grpSpPr>
          <a:xfrm>
            <a:off x="6308877" y="3661052"/>
            <a:ext cx="540000" cy="540000"/>
            <a:chOff x="10995796" y="1610577"/>
            <a:chExt cx="720000" cy="720000"/>
          </a:xfrm>
        </p:grpSpPr>
        <p:sp>
          <p:nvSpPr>
            <p:cNvPr id="652" name="Google Shape;652;p55"/>
            <p:cNvSpPr/>
            <p:nvPr/>
          </p:nvSpPr>
          <p:spPr>
            <a:xfrm>
              <a:off x="10995796" y="1610577"/>
              <a:ext cx="720000" cy="720000"/>
            </a:xfrm>
            <a:prstGeom prst="ellipse">
              <a:avLst/>
            </a:prstGeom>
            <a:solidFill>
              <a:schemeClr val="accent4"/>
            </a:solidFill>
            <a:ln>
              <a:noFill/>
            </a:ln>
            <a:effectLst>
              <a:outerShdw blurRad="571500" dist="127000" dir="5400000" algn="ctr" rotWithShape="0">
                <a:srgbClr val="000000">
                  <a:alpha val="11764"/>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900">
                <a:solidFill>
                  <a:schemeClr val="lt1"/>
                </a:solidFill>
                <a:latin typeface="Quicksand"/>
                <a:ea typeface="Quicksand"/>
                <a:cs typeface="Quicksand"/>
                <a:sym typeface="Quicksand"/>
              </a:endParaRPr>
            </a:p>
          </p:txBody>
        </p:sp>
        <p:sp>
          <p:nvSpPr>
            <p:cNvPr id="653" name="Google Shape;653;p55"/>
            <p:cNvSpPr/>
            <p:nvPr/>
          </p:nvSpPr>
          <p:spPr>
            <a:xfrm>
              <a:off x="11190568" y="1793627"/>
              <a:ext cx="341448" cy="305124"/>
            </a:xfrm>
            <a:custGeom>
              <a:avLst/>
              <a:gdLst/>
              <a:ahLst/>
              <a:cxnLst/>
              <a:rect l="l" t="t" r="r" b="b"/>
              <a:pathLst>
                <a:path w="497" h="444" extrusionOk="0">
                  <a:moveTo>
                    <a:pt x="443" y="70"/>
                  </a:moveTo>
                  <a:lnTo>
                    <a:pt x="443" y="70"/>
                  </a:lnTo>
                  <a:cubicBezTo>
                    <a:pt x="426" y="70"/>
                    <a:pt x="426" y="70"/>
                    <a:pt x="426" y="70"/>
                  </a:cubicBezTo>
                  <a:cubicBezTo>
                    <a:pt x="426" y="443"/>
                    <a:pt x="426" y="443"/>
                    <a:pt x="426" y="443"/>
                  </a:cubicBezTo>
                  <a:cubicBezTo>
                    <a:pt x="443" y="443"/>
                    <a:pt x="443" y="443"/>
                    <a:pt x="443" y="443"/>
                  </a:cubicBezTo>
                  <a:cubicBezTo>
                    <a:pt x="479" y="443"/>
                    <a:pt x="496" y="425"/>
                    <a:pt x="496" y="398"/>
                  </a:cubicBezTo>
                  <a:cubicBezTo>
                    <a:pt x="496" y="124"/>
                    <a:pt x="496" y="124"/>
                    <a:pt x="496" y="124"/>
                  </a:cubicBezTo>
                  <a:cubicBezTo>
                    <a:pt x="496" y="97"/>
                    <a:pt x="479" y="70"/>
                    <a:pt x="443" y="70"/>
                  </a:cubicBezTo>
                  <a:close/>
                  <a:moveTo>
                    <a:pt x="0" y="124"/>
                  </a:moveTo>
                  <a:lnTo>
                    <a:pt x="0" y="124"/>
                  </a:lnTo>
                  <a:cubicBezTo>
                    <a:pt x="0" y="398"/>
                    <a:pt x="0" y="398"/>
                    <a:pt x="0" y="398"/>
                  </a:cubicBezTo>
                  <a:cubicBezTo>
                    <a:pt x="0" y="425"/>
                    <a:pt x="26" y="443"/>
                    <a:pt x="53" y="443"/>
                  </a:cubicBezTo>
                  <a:cubicBezTo>
                    <a:pt x="71" y="443"/>
                    <a:pt x="71" y="443"/>
                    <a:pt x="71" y="443"/>
                  </a:cubicBezTo>
                  <a:cubicBezTo>
                    <a:pt x="71" y="70"/>
                    <a:pt x="71" y="70"/>
                    <a:pt x="71" y="70"/>
                  </a:cubicBezTo>
                  <a:cubicBezTo>
                    <a:pt x="53" y="70"/>
                    <a:pt x="53" y="70"/>
                    <a:pt x="53" y="70"/>
                  </a:cubicBezTo>
                  <a:cubicBezTo>
                    <a:pt x="26" y="70"/>
                    <a:pt x="0" y="97"/>
                    <a:pt x="0" y="124"/>
                  </a:cubicBezTo>
                  <a:close/>
                  <a:moveTo>
                    <a:pt x="337" y="26"/>
                  </a:moveTo>
                  <a:lnTo>
                    <a:pt x="337" y="26"/>
                  </a:lnTo>
                  <a:cubicBezTo>
                    <a:pt x="319" y="17"/>
                    <a:pt x="292" y="0"/>
                    <a:pt x="248" y="0"/>
                  </a:cubicBezTo>
                  <a:cubicBezTo>
                    <a:pt x="204" y="0"/>
                    <a:pt x="177" y="17"/>
                    <a:pt x="160" y="26"/>
                  </a:cubicBezTo>
                  <a:cubicBezTo>
                    <a:pt x="160" y="70"/>
                    <a:pt x="160" y="70"/>
                    <a:pt x="160" y="70"/>
                  </a:cubicBezTo>
                  <a:cubicBezTo>
                    <a:pt x="107" y="70"/>
                    <a:pt x="107" y="70"/>
                    <a:pt x="107" y="70"/>
                  </a:cubicBezTo>
                  <a:cubicBezTo>
                    <a:pt x="107" y="443"/>
                    <a:pt x="107" y="443"/>
                    <a:pt x="107" y="443"/>
                  </a:cubicBezTo>
                  <a:cubicBezTo>
                    <a:pt x="390" y="443"/>
                    <a:pt x="390" y="443"/>
                    <a:pt x="390" y="443"/>
                  </a:cubicBezTo>
                  <a:cubicBezTo>
                    <a:pt x="390" y="70"/>
                    <a:pt x="390" y="70"/>
                    <a:pt x="390" y="70"/>
                  </a:cubicBezTo>
                  <a:cubicBezTo>
                    <a:pt x="337" y="70"/>
                    <a:pt x="337" y="70"/>
                    <a:pt x="337" y="70"/>
                  </a:cubicBezTo>
                  <a:lnTo>
                    <a:pt x="337" y="26"/>
                  </a:lnTo>
                  <a:close/>
                  <a:moveTo>
                    <a:pt x="301" y="70"/>
                  </a:moveTo>
                  <a:lnTo>
                    <a:pt x="301" y="70"/>
                  </a:lnTo>
                  <a:cubicBezTo>
                    <a:pt x="195" y="70"/>
                    <a:pt x="195" y="70"/>
                    <a:pt x="195" y="70"/>
                  </a:cubicBezTo>
                  <a:cubicBezTo>
                    <a:pt x="195" y="44"/>
                    <a:pt x="195" y="44"/>
                    <a:pt x="195" y="44"/>
                  </a:cubicBezTo>
                  <a:cubicBezTo>
                    <a:pt x="204" y="35"/>
                    <a:pt x="222" y="26"/>
                    <a:pt x="248" y="26"/>
                  </a:cubicBezTo>
                  <a:cubicBezTo>
                    <a:pt x="275" y="26"/>
                    <a:pt x="292" y="35"/>
                    <a:pt x="301" y="44"/>
                  </a:cubicBezTo>
                  <a:lnTo>
                    <a:pt x="301" y="70"/>
                  </a:lnTo>
                  <a:close/>
                </a:path>
              </a:pathLst>
            </a:custGeom>
            <a:solidFill>
              <a:schemeClr val="lt1"/>
            </a:solidFill>
            <a:ln>
              <a:noFill/>
            </a:ln>
            <a:effectLst>
              <a:outerShdw blurRad="508000" dist="165100" dir="5400000" algn="ctr" rotWithShape="0">
                <a:srgbClr val="000000">
                  <a:alpha val="1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pic>
        <p:nvPicPr>
          <p:cNvPr id="658" name="Google Shape;658;p56"/>
          <p:cNvPicPr preferRelativeResize="0"/>
          <p:nvPr/>
        </p:nvPicPr>
        <p:blipFill rotWithShape="1">
          <a:blip r:embed="rId3">
            <a:alphaModFix/>
          </a:blip>
          <a:srcRect/>
          <a:stretch/>
        </p:blipFill>
        <p:spPr>
          <a:xfrm rot="1652813">
            <a:off x="4921681" y="3283645"/>
            <a:ext cx="1071726" cy="896660"/>
          </a:xfrm>
          <a:prstGeom prst="rect">
            <a:avLst/>
          </a:prstGeom>
          <a:noFill/>
          <a:ln>
            <a:noFill/>
          </a:ln>
        </p:spPr>
      </p:pic>
      <p:grpSp>
        <p:nvGrpSpPr>
          <p:cNvPr id="659" name="Google Shape;659;p56"/>
          <p:cNvGrpSpPr/>
          <p:nvPr/>
        </p:nvGrpSpPr>
        <p:grpSpPr>
          <a:xfrm>
            <a:off x="5412266" y="1127760"/>
            <a:ext cx="4145324" cy="3456563"/>
            <a:chOff x="888568" y="1829562"/>
            <a:chExt cx="4835471" cy="4032039"/>
          </a:xfrm>
        </p:grpSpPr>
        <p:pic>
          <p:nvPicPr>
            <p:cNvPr id="660" name="Google Shape;660;p56"/>
            <p:cNvPicPr preferRelativeResize="0"/>
            <p:nvPr/>
          </p:nvPicPr>
          <p:blipFill rotWithShape="1">
            <a:blip r:embed="rId4">
              <a:alphaModFix/>
            </a:blip>
            <a:srcRect/>
            <a:stretch/>
          </p:blipFill>
          <p:spPr>
            <a:xfrm>
              <a:off x="888568" y="1829562"/>
              <a:ext cx="4835471" cy="4032039"/>
            </a:xfrm>
            <a:prstGeom prst="rect">
              <a:avLst/>
            </a:prstGeom>
            <a:noFill/>
            <a:ln>
              <a:noFill/>
            </a:ln>
            <a:effectLst>
              <a:outerShdw blurRad="520700" dist="127000" dir="5400000" algn="t" rotWithShape="0">
                <a:srgbClr val="000000">
                  <a:alpha val="14901"/>
                </a:srgbClr>
              </a:outerShdw>
            </a:effectLst>
          </p:spPr>
        </p:pic>
        <p:sp>
          <p:nvSpPr>
            <p:cNvPr id="661" name="Google Shape;661;p56"/>
            <p:cNvSpPr/>
            <p:nvPr/>
          </p:nvSpPr>
          <p:spPr>
            <a:xfrm>
              <a:off x="1073150" y="2013713"/>
              <a:ext cx="4466306" cy="2520951"/>
            </a:xfrm>
            <a:prstGeom prst="rect">
              <a:avLst/>
            </a:prstGeom>
            <a:solidFill>
              <a:srgbClr val="F2F2F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sp>
        <p:nvSpPr>
          <p:cNvPr id="662" name="Google Shape;662;p56"/>
          <p:cNvSpPr txBox="1"/>
          <p:nvPr/>
        </p:nvSpPr>
        <p:spPr>
          <a:xfrm>
            <a:off x="605177" y="977852"/>
            <a:ext cx="3732809" cy="117724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3600" b="1">
                <a:solidFill>
                  <a:schemeClr val="accent3"/>
                </a:solidFill>
                <a:latin typeface="Quicksand"/>
                <a:ea typeface="Quicksand"/>
                <a:cs typeface="Quicksand"/>
                <a:sym typeface="Quicksand"/>
              </a:rPr>
              <a:t>Academic Desktop</a:t>
            </a:r>
            <a:endParaRPr sz="1100"/>
          </a:p>
        </p:txBody>
      </p:sp>
      <p:sp>
        <p:nvSpPr>
          <p:cNvPr id="663" name="Google Shape;663;p56"/>
          <p:cNvSpPr txBox="1"/>
          <p:nvPr/>
        </p:nvSpPr>
        <p:spPr>
          <a:xfrm>
            <a:off x="605177" y="2155097"/>
            <a:ext cx="3156192" cy="416653"/>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 adipiscing elit, sed do eiusmod tempor incididunt ut labore et</a:t>
            </a:r>
            <a:endParaRPr sz="1100"/>
          </a:p>
        </p:txBody>
      </p:sp>
      <p:grpSp>
        <p:nvGrpSpPr>
          <p:cNvPr id="664" name="Google Shape;664;p56"/>
          <p:cNvGrpSpPr/>
          <p:nvPr/>
        </p:nvGrpSpPr>
        <p:grpSpPr>
          <a:xfrm>
            <a:off x="258122" y="4725659"/>
            <a:ext cx="8868245" cy="253915"/>
            <a:chOff x="344163" y="6300878"/>
            <a:chExt cx="11824327" cy="338554"/>
          </a:xfrm>
        </p:grpSpPr>
        <p:sp>
          <p:nvSpPr>
            <p:cNvPr id="665" name="Google Shape;665;p56"/>
            <p:cNvSpPr txBox="1"/>
            <p:nvPr/>
          </p:nvSpPr>
          <p:spPr>
            <a:xfrm>
              <a:off x="344163" y="6300878"/>
              <a:ext cx="704821"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accent3"/>
                  </a:solidFill>
                  <a:latin typeface="Quicksand"/>
                  <a:ea typeface="Quicksand"/>
                  <a:cs typeface="Quicksand"/>
                  <a:sym typeface="Quicksand"/>
                </a:rPr>
                <a:t>01</a:t>
              </a:r>
              <a:endParaRPr sz="1200" b="1">
                <a:solidFill>
                  <a:schemeClr val="accent3"/>
                </a:solidFill>
                <a:latin typeface="Quicksand"/>
                <a:ea typeface="Quicksand"/>
                <a:cs typeface="Quicksand"/>
                <a:sym typeface="Quicksand"/>
              </a:endParaRPr>
            </a:p>
          </p:txBody>
        </p:sp>
        <p:sp>
          <p:nvSpPr>
            <p:cNvPr id="666" name="Google Shape;666;p56"/>
            <p:cNvSpPr txBox="1"/>
            <p:nvPr/>
          </p:nvSpPr>
          <p:spPr>
            <a:xfrm>
              <a:off x="11463669" y="6300878"/>
              <a:ext cx="704821"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accent3"/>
                  </a:solidFill>
                  <a:latin typeface="Quicksand"/>
                  <a:ea typeface="Quicksand"/>
                  <a:cs typeface="Quicksand"/>
                  <a:sym typeface="Quicksand"/>
                </a:rPr>
                <a:t>20</a:t>
              </a:r>
              <a:endParaRPr sz="1200" b="1">
                <a:solidFill>
                  <a:schemeClr val="accent3"/>
                </a:solidFill>
                <a:latin typeface="Quicksand"/>
                <a:ea typeface="Quicksand"/>
                <a:cs typeface="Quicksand"/>
                <a:sym typeface="Quicksand"/>
              </a:endParaRPr>
            </a:p>
          </p:txBody>
        </p:sp>
      </p:grpSp>
      <p:grpSp>
        <p:nvGrpSpPr>
          <p:cNvPr id="667" name="Google Shape;667;p56"/>
          <p:cNvGrpSpPr/>
          <p:nvPr/>
        </p:nvGrpSpPr>
        <p:grpSpPr>
          <a:xfrm>
            <a:off x="4174562" y="1072100"/>
            <a:ext cx="1322173" cy="1153666"/>
            <a:chOff x="6669689" y="4062227"/>
            <a:chExt cx="1762897" cy="1538221"/>
          </a:xfrm>
        </p:grpSpPr>
        <p:grpSp>
          <p:nvGrpSpPr>
            <p:cNvPr id="668" name="Google Shape;668;p56"/>
            <p:cNvGrpSpPr/>
            <p:nvPr/>
          </p:nvGrpSpPr>
          <p:grpSpPr>
            <a:xfrm>
              <a:off x="6685267" y="4262556"/>
              <a:ext cx="172085" cy="437700"/>
              <a:chOff x="6672504" y="2403936"/>
              <a:chExt cx="172085" cy="437700"/>
            </a:xfrm>
          </p:grpSpPr>
          <p:sp>
            <p:nvSpPr>
              <p:cNvPr id="669" name="Google Shape;669;p56"/>
              <p:cNvSpPr/>
              <p:nvPr/>
            </p:nvSpPr>
            <p:spPr>
              <a:xfrm>
                <a:off x="6672504" y="2478757"/>
                <a:ext cx="172085" cy="362879"/>
              </a:xfrm>
              <a:custGeom>
                <a:avLst/>
                <a:gdLst/>
                <a:ahLst/>
                <a:cxnLst/>
                <a:rect l="l" t="t" r="r" b="b"/>
                <a:pathLst>
                  <a:path w="78" h="164" extrusionOk="0">
                    <a:moveTo>
                      <a:pt x="59" y="0"/>
                    </a:moveTo>
                    <a:cubicBezTo>
                      <a:pt x="20" y="0"/>
                      <a:pt x="20" y="0"/>
                      <a:pt x="20" y="0"/>
                    </a:cubicBezTo>
                    <a:cubicBezTo>
                      <a:pt x="6" y="0"/>
                      <a:pt x="0" y="12"/>
                      <a:pt x="0" y="16"/>
                    </a:cubicBezTo>
                    <a:cubicBezTo>
                      <a:pt x="0" y="16"/>
                      <a:pt x="0" y="16"/>
                      <a:pt x="0" y="16"/>
                    </a:cubicBezTo>
                    <a:cubicBezTo>
                      <a:pt x="0" y="19"/>
                      <a:pt x="0" y="19"/>
                      <a:pt x="0" y="19"/>
                    </a:cubicBezTo>
                    <a:cubicBezTo>
                      <a:pt x="0" y="74"/>
                      <a:pt x="0" y="74"/>
                      <a:pt x="0" y="74"/>
                    </a:cubicBezTo>
                    <a:cubicBezTo>
                      <a:pt x="0" y="77"/>
                      <a:pt x="3" y="80"/>
                      <a:pt x="7" y="80"/>
                    </a:cubicBezTo>
                    <a:cubicBezTo>
                      <a:pt x="10" y="80"/>
                      <a:pt x="13" y="77"/>
                      <a:pt x="13" y="74"/>
                    </a:cubicBezTo>
                    <a:cubicBezTo>
                      <a:pt x="13" y="26"/>
                      <a:pt x="13" y="26"/>
                      <a:pt x="13" y="26"/>
                    </a:cubicBezTo>
                    <a:cubicBezTo>
                      <a:pt x="19" y="26"/>
                      <a:pt x="19" y="26"/>
                      <a:pt x="19" y="26"/>
                    </a:cubicBezTo>
                    <a:cubicBezTo>
                      <a:pt x="19" y="72"/>
                      <a:pt x="19" y="72"/>
                      <a:pt x="19" y="72"/>
                    </a:cubicBezTo>
                    <a:cubicBezTo>
                      <a:pt x="19" y="72"/>
                      <a:pt x="19" y="73"/>
                      <a:pt x="19" y="73"/>
                    </a:cubicBezTo>
                    <a:cubicBezTo>
                      <a:pt x="19" y="154"/>
                      <a:pt x="19" y="154"/>
                      <a:pt x="19" y="154"/>
                    </a:cubicBezTo>
                    <a:cubicBezTo>
                      <a:pt x="19" y="159"/>
                      <a:pt x="23" y="164"/>
                      <a:pt x="28" y="164"/>
                    </a:cubicBezTo>
                    <a:cubicBezTo>
                      <a:pt x="33" y="164"/>
                      <a:pt x="37" y="159"/>
                      <a:pt x="37" y="154"/>
                    </a:cubicBezTo>
                    <a:cubicBezTo>
                      <a:pt x="37" y="83"/>
                      <a:pt x="37" y="83"/>
                      <a:pt x="37" y="83"/>
                    </a:cubicBezTo>
                    <a:cubicBezTo>
                      <a:pt x="41" y="83"/>
                      <a:pt x="41" y="83"/>
                      <a:pt x="41" y="83"/>
                    </a:cubicBezTo>
                    <a:cubicBezTo>
                      <a:pt x="41" y="154"/>
                      <a:pt x="41" y="154"/>
                      <a:pt x="41" y="154"/>
                    </a:cubicBezTo>
                    <a:cubicBezTo>
                      <a:pt x="41" y="159"/>
                      <a:pt x="45" y="164"/>
                      <a:pt x="50" y="164"/>
                    </a:cubicBezTo>
                    <a:cubicBezTo>
                      <a:pt x="55" y="164"/>
                      <a:pt x="59" y="159"/>
                      <a:pt x="59" y="154"/>
                    </a:cubicBezTo>
                    <a:cubicBezTo>
                      <a:pt x="59" y="72"/>
                      <a:pt x="59" y="72"/>
                      <a:pt x="59" y="72"/>
                    </a:cubicBezTo>
                    <a:cubicBezTo>
                      <a:pt x="59" y="71"/>
                      <a:pt x="59" y="71"/>
                      <a:pt x="59" y="71"/>
                    </a:cubicBezTo>
                    <a:cubicBezTo>
                      <a:pt x="59" y="26"/>
                      <a:pt x="59" y="26"/>
                      <a:pt x="59" y="26"/>
                    </a:cubicBezTo>
                    <a:cubicBezTo>
                      <a:pt x="64" y="26"/>
                      <a:pt x="64" y="26"/>
                      <a:pt x="64" y="26"/>
                    </a:cubicBezTo>
                    <a:cubicBezTo>
                      <a:pt x="64" y="74"/>
                      <a:pt x="64" y="74"/>
                      <a:pt x="64" y="74"/>
                    </a:cubicBezTo>
                    <a:cubicBezTo>
                      <a:pt x="64" y="77"/>
                      <a:pt x="67" y="80"/>
                      <a:pt x="71" y="80"/>
                    </a:cubicBezTo>
                    <a:cubicBezTo>
                      <a:pt x="75" y="80"/>
                      <a:pt x="78" y="77"/>
                      <a:pt x="78" y="74"/>
                    </a:cubicBezTo>
                    <a:cubicBezTo>
                      <a:pt x="78" y="19"/>
                      <a:pt x="78" y="19"/>
                      <a:pt x="78" y="19"/>
                    </a:cubicBezTo>
                    <a:cubicBezTo>
                      <a:pt x="78" y="16"/>
                      <a:pt x="78" y="16"/>
                      <a:pt x="78" y="16"/>
                    </a:cubicBezTo>
                    <a:cubicBezTo>
                      <a:pt x="78" y="15"/>
                      <a:pt x="78" y="15"/>
                      <a:pt x="78" y="15"/>
                    </a:cubicBezTo>
                    <a:cubicBezTo>
                      <a:pt x="78" y="10"/>
                      <a:pt x="72" y="0"/>
                      <a:pt x="59" y="0"/>
                    </a:cubicBezTo>
                    <a:close/>
                  </a:path>
                </a:pathLst>
              </a:cu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2400"/>
                  <a:buFont typeface="Quicksand"/>
                  <a:buNone/>
                </a:pPr>
                <a:endParaRPr sz="2400" b="1">
                  <a:solidFill>
                    <a:schemeClr val="accent4"/>
                  </a:solidFill>
                  <a:latin typeface="Quicksand"/>
                  <a:ea typeface="Quicksand"/>
                  <a:cs typeface="Quicksand"/>
                  <a:sym typeface="Quicksand"/>
                </a:endParaRPr>
              </a:p>
            </p:txBody>
          </p:sp>
          <p:sp>
            <p:nvSpPr>
              <p:cNvPr id="670" name="Google Shape;670;p56"/>
              <p:cNvSpPr/>
              <p:nvPr/>
            </p:nvSpPr>
            <p:spPr>
              <a:xfrm>
                <a:off x="6724879" y="2403936"/>
                <a:ext cx="68273" cy="68273"/>
              </a:xfrm>
              <a:prstGeom prst="ellipse">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2400"/>
                  <a:buFont typeface="Quicksand"/>
                  <a:buNone/>
                </a:pPr>
                <a:endParaRPr sz="2400" b="1">
                  <a:solidFill>
                    <a:schemeClr val="accent4"/>
                  </a:solidFill>
                  <a:latin typeface="Quicksand"/>
                  <a:ea typeface="Quicksand"/>
                  <a:cs typeface="Quicksand"/>
                  <a:sym typeface="Quicksand"/>
                </a:endParaRPr>
              </a:p>
            </p:txBody>
          </p:sp>
        </p:grpSp>
        <p:grpSp>
          <p:nvGrpSpPr>
            <p:cNvPr id="671" name="Google Shape;671;p56"/>
            <p:cNvGrpSpPr/>
            <p:nvPr/>
          </p:nvGrpSpPr>
          <p:grpSpPr>
            <a:xfrm>
              <a:off x="6669689" y="5073595"/>
              <a:ext cx="203241" cy="438321"/>
              <a:chOff x="6656926" y="2962136"/>
              <a:chExt cx="203241" cy="438321"/>
            </a:xfrm>
          </p:grpSpPr>
          <p:sp>
            <p:nvSpPr>
              <p:cNvPr id="672" name="Google Shape;672;p56"/>
              <p:cNvSpPr/>
              <p:nvPr/>
            </p:nvSpPr>
            <p:spPr>
              <a:xfrm>
                <a:off x="6725298" y="2962136"/>
                <a:ext cx="64626" cy="66498"/>
              </a:xfrm>
              <a:prstGeom prst="ellipse">
                <a:avLst/>
              </a:prstGeom>
              <a:solidFill>
                <a:schemeClr val="accent5"/>
              </a:solidFill>
              <a:ln>
                <a:noFill/>
              </a:ln>
            </p:spPr>
            <p:txBody>
              <a:bodyPr spcFirstLastPara="1" wrap="square" lIns="91425" tIns="45725" rIns="91425" bIns="45725" anchor="t" anchorCtr="0">
                <a:noAutofit/>
              </a:bodyPr>
              <a:lstStyle/>
              <a:p>
                <a:pPr marL="0" marR="0" lvl="0" indent="0" algn="l" rtl="0">
                  <a:spcBef>
                    <a:spcPts val="0"/>
                  </a:spcBef>
                  <a:spcAft>
                    <a:spcPts val="0"/>
                  </a:spcAft>
                  <a:buClr>
                    <a:schemeClr val="dk1"/>
                  </a:buClr>
                  <a:buSzPts val="1800"/>
                  <a:buFont typeface="Quicksand"/>
                  <a:buNone/>
                </a:pPr>
                <a:endParaRPr sz="1800">
                  <a:solidFill>
                    <a:schemeClr val="accent4"/>
                  </a:solidFill>
                  <a:latin typeface="Quicksand"/>
                  <a:ea typeface="Quicksand"/>
                  <a:cs typeface="Quicksand"/>
                  <a:sym typeface="Quicksand"/>
                </a:endParaRPr>
              </a:p>
            </p:txBody>
          </p:sp>
          <p:sp>
            <p:nvSpPr>
              <p:cNvPr id="673" name="Google Shape;673;p56"/>
              <p:cNvSpPr/>
              <p:nvPr/>
            </p:nvSpPr>
            <p:spPr>
              <a:xfrm>
                <a:off x="6656926" y="3041745"/>
                <a:ext cx="203241" cy="358712"/>
              </a:xfrm>
              <a:custGeom>
                <a:avLst/>
                <a:gdLst/>
                <a:ahLst/>
                <a:cxnLst/>
                <a:rect l="l" t="t" r="r" b="b"/>
                <a:pathLst>
                  <a:path w="92" h="162" extrusionOk="0">
                    <a:moveTo>
                      <a:pt x="91" y="60"/>
                    </a:moveTo>
                    <a:cubicBezTo>
                      <a:pt x="75" y="10"/>
                      <a:pt x="75" y="10"/>
                      <a:pt x="75" y="10"/>
                    </a:cubicBezTo>
                    <a:cubicBezTo>
                      <a:pt x="74" y="4"/>
                      <a:pt x="70" y="0"/>
                      <a:pt x="64" y="0"/>
                    </a:cubicBezTo>
                    <a:cubicBezTo>
                      <a:pt x="28" y="0"/>
                      <a:pt x="28" y="0"/>
                      <a:pt x="28" y="0"/>
                    </a:cubicBezTo>
                    <a:cubicBezTo>
                      <a:pt x="24" y="0"/>
                      <a:pt x="21" y="2"/>
                      <a:pt x="19" y="5"/>
                    </a:cubicBezTo>
                    <a:cubicBezTo>
                      <a:pt x="18" y="5"/>
                      <a:pt x="18" y="6"/>
                      <a:pt x="18" y="7"/>
                    </a:cubicBezTo>
                    <a:cubicBezTo>
                      <a:pt x="18" y="7"/>
                      <a:pt x="18" y="7"/>
                      <a:pt x="18" y="7"/>
                    </a:cubicBezTo>
                    <a:cubicBezTo>
                      <a:pt x="18" y="7"/>
                      <a:pt x="17" y="8"/>
                      <a:pt x="17" y="8"/>
                    </a:cubicBezTo>
                    <a:cubicBezTo>
                      <a:pt x="1" y="60"/>
                      <a:pt x="1" y="60"/>
                      <a:pt x="1" y="60"/>
                    </a:cubicBezTo>
                    <a:cubicBezTo>
                      <a:pt x="0" y="63"/>
                      <a:pt x="2" y="67"/>
                      <a:pt x="5" y="68"/>
                    </a:cubicBezTo>
                    <a:cubicBezTo>
                      <a:pt x="9" y="69"/>
                      <a:pt x="13" y="67"/>
                      <a:pt x="14" y="64"/>
                    </a:cubicBezTo>
                    <a:cubicBezTo>
                      <a:pt x="26" y="23"/>
                      <a:pt x="26" y="23"/>
                      <a:pt x="26" y="23"/>
                    </a:cubicBezTo>
                    <a:cubicBezTo>
                      <a:pt x="27" y="23"/>
                      <a:pt x="27" y="23"/>
                      <a:pt x="28" y="23"/>
                    </a:cubicBezTo>
                    <a:cubicBezTo>
                      <a:pt x="29" y="23"/>
                      <a:pt x="29" y="23"/>
                      <a:pt x="29" y="23"/>
                    </a:cubicBezTo>
                    <a:cubicBezTo>
                      <a:pt x="9" y="96"/>
                      <a:pt x="9" y="96"/>
                      <a:pt x="9" y="96"/>
                    </a:cubicBezTo>
                    <a:cubicBezTo>
                      <a:pt x="29" y="96"/>
                      <a:pt x="29" y="96"/>
                      <a:pt x="29" y="96"/>
                    </a:cubicBezTo>
                    <a:cubicBezTo>
                      <a:pt x="29" y="154"/>
                      <a:pt x="29" y="154"/>
                      <a:pt x="29" y="154"/>
                    </a:cubicBezTo>
                    <a:cubicBezTo>
                      <a:pt x="29" y="159"/>
                      <a:pt x="33" y="162"/>
                      <a:pt x="37" y="162"/>
                    </a:cubicBezTo>
                    <a:cubicBezTo>
                      <a:pt x="41" y="162"/>
                      <a:pt x="44" y="159"/>
                      <a:pt x="44" y="154"/>
                    </a:cubicBezTo>
                    <a:cubicBezTo>
                      <a:pt x="44" y="96"/>
                      <a:pt x="44" y="96"/>
                      <a:pt x="44" y="96"/>
                    </a:cubicBezTo>
                    <a:cubicBezTo>
                      <a:pt x="49" y="96"/>
                      <a:pt x="49" y="96"/>
                      <a:pt x="49" y="96"/>
                    </a:cubicBezTo>
                    <a:cubicBezTo>
                      <a:pt x="49" y="154"/>
                      <a:pt x="49" y="154"/>
                      <a:pt x="49" y="154"/>
                    </a:cubicBezTo>
                    <a:cubicBezTo>
                      <a:pt x="49" y="159"/>
                      <a:pt x="52" y="162"/>
                      <a:pt x="56" y="162"/>
                    </a:cubicBezTo>
                    <a:cubicBezTo>
                      <a:pt x="60" y="162"/>
                      <a:pt x="64" y="159"/>
                      <a:pt x="64" y="154"/>
                    </a:cubicBezTo>
                    <a:cubicBezTo>
                      <a:pt x="64" y="96"/>
                      <a:pt x="64" y="96"/>
                      <a:pt x="64" y="96"/>
                    </a:cubicBezTo>
                    <a:cubicBezTo>
                      <a:pt x="83" y="96"/>
                      <a:pt x="83" y="96"/>
                      <a:pt x="83" y="96"/>
                    </a:cubicBezTo>
                    <a:cubicBezTo>
                      <a:pt x="63" y="23"/>
                      <a:pt x="63" y="23"/>
                      <a:pt x="63" y="23"/>
                    </a:cubicBezTo>
                    <a:cubicBezTo>
                      <a:pt x="64" y="23"/>
                      <a:pt x="64" y="23"/>
                      <a:pt x="64" y="23"/>
                    </a:cubicBezTo>
                    <a:cubicBezTo>
                      <a:pt x="65" y="23"/>
                      <a:pt x="65" y="23"/>
                      <a:pt x="65" y="23"/>
                    </a:cubicBezTo>
                    <a:cubicBezTo>
                      <a:pt x="79" y="64"/>
                      <a:pt x="79" y="64"/>
                      <a:pt x="79" y="64"/>
                    </a:cubicBezTo>
                    <a:cubicBezTo>
                      <a:pt x="80" y="67"/>
                      <a:pt x="84" y="69"/>
                      <a:pt x="87" y="68"/>
                    </a:cubicBezTo>
                    <a:cubicBezTo>
                      <a:pt x="91" y="67"/>
                      <a:pt x="92" y="63"/>
                      <a:pt x="91" y="60"/>
                    </a:cubicBezTo>
                    <a:close/>
                  </a:path>
                </a:pathLst>
              </a:custGeom>
              <a:solidFill>
                <a:schemeClr val="accent5"/>
              </a:solidFill>
              <a:ln>
                <a:noFill/>
              </a:ln>
            </p:spPr>
            <p:txBody>
              <a:bodyPr spcFirstLastPara="1" wrap="square" lIns="91425" tIns="45725" rIns="91425" bIns="45725" anchor="t" anchorCtr="0">
                <a:noAutofit/>
              </a:bodyPr>
              <a:lstStyle/>
              <a:p>
                <a:pPr marL="0" marR="0" lvl="0" indent="0" algn="l" rtl="0">
                  <a:spcBef>
                    <a:spcPts val="0"/>
                  </a:spcBef>
                  <a:spcAft>
                    <a:spcPts val="0"/>
                  </a:spcAft>
                  <a:buClr>
                    <a:schemeClr val="dk1"/>
                  </a:buClr>
                  <a:buSzPts val="1800"/>
                  <a:buFont typeface="Quicksand"/>
                  <a:buNone/>
                </a:pPr>
                <a:endParaRPr sz="1800">
                  <a:solidFill>
                    <a:schemeClr val="accent4"/>
                  </a:solidFill>
                  <a:latin typeface="Quicksand"/>
                  <a:ea typeface="Quicksand"/>
                  <a:cs typeface="Quicksand"/>
                  <a:sym typeface="Quicksand"/>
                </a:endParaRPr>
              </a:p>
            </p:txBody>
          </p:sp>
        </p:grpSp>
        <p:sp>
          <p:nvSpPr>
            <p:cNvPr id="674" name="Google Shape;674;p56"/>
            <p:cNvSpPr txBox="1"/>
            <p:nvPr/>
          </p:nvSpPr>
          <p:spPr>
            <a:xfrm>
              <a:off x="6916337" y="4062227"/>
              <a:ext cx="1515450" cy="492402"/>
            </a:xfrm>
            <a:prstGeom prst="rect">
              <a:avLst/>
            </a:prstGeom>
            <a:noFill/>
            <a:ln>
              <a:noFill/>
            </a:ln>
          </p:spPr>
          <p:txBody>
            <a:bodyPr spcFirstLastPara="1" wrap="square" lIns="68575" tIns="34275" rIns="68575" bIns="34275" anchor="b" anchorCtr="0">
              <a:spAutoFit/>
            </a:bodyPr>
            <a:lstStyle/>
            <a:p>
              <a:pPr marL="0" marR="0" lvl="0" indent="0" algn="l" rtl="0">
                <a:lnSpc>
                  <a:spcPct val="130000"/>
                </a:lnSpc>
                <a:spcBef>
                  <a:spcPts val="0"/>
                </a:spcBef>
                <a:spcAft>
                  <a:spcPts val="0"/>
                </a:spcAft>
                <a:buClr>
                  <a:schemeClr val="accent4"/>
                </a:buClr>
                <a:buSzPts val="1500"/>
                <a:buFont typeface="Quicksand"/>
                <a:buNone/>
              </a:pPr>
              <a:r>
                <a:rPr lang="id" sz="1500" b="1">
                  <a:solidFill>
                    <a:schemeClr val="accent4"/>
                  </a:solidFill>
                  <a:latin typeface="Quicksand"/>
                  <a:ea typeface="Quicksand"/>
                  <a:cs typeface="Quicksand"/>
                  <a:sym typeface="Quicksand"/>
                </a:rPr>
                <a:t>+70.000</a:t>
              </a:r>
              <a:endParaRPr sz="1400" b="1">
                <a:solidFill>
                  <a:schemeClr val="accent4"/>
                </a:solidFill>
                <a:latin typeface="Quicksand"/>
                <a:ea typeface="Quicksand"/>
                <a:cs typeface="Quicksand"/>
                <a:sym typeface="Quicksand"/>
              </a:endParaRPr>
            </a:p>
          </p:txBody>
        </p:sp>
        <p:sp>
          <p:nvSpPr>
            <p:cNvPr id="675" name="Google Shape;675;p56"/>
            <p:cNvSpPr txBox="1"/>
            <p:nvPr/>
          </p:nvSpPr>
          <p:spPr>
            <a:xfrm>
              <a:off x="6916337" y="4490563"/>
              <a:ext cx="1516249" cy="332358"/>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Clr>
                  <a:schemeClr val="accent4"/>
                </a:buClr>
                <a:buSzPts val="900"/>
                <a:buFont typeface="Quicksand"/>
                <a:buNone/>
              </a:pPr>
              <a:r>
                <a:rPr lang="id" sz="900">
                  <a:solidFill>
                    <a:schemeClr val="accent4"/>
                  </a:solidFill>
                  <a:latin typeface="Quicksand"/>
                  <a:ea typeface="Quicksand"/>
                  <a:cs typeface="Quicksand"/>
                  <a:sym typeface="Quicksand"/>
                </a:rPr>
                <a:t>Total Student</a:t>
              </a:r>
              <a:endParaRPr sz="1400">
                <a:solidFill>
                  <a:schemeClr val="accent4"/>
                </a:solidFill>
                <a:latin typeface="Quicksand"/>
                <a:ea typeface="Quicksand"/>
                <a:cs typeface="Quicksand"/>
                <a:sym typeface="Quicksand"/>
              </a:endParaRPr>
            </a:p>
          </p:txBody>
        </p:sp>
        <p:sp>
          <p:nvSpPr>
            <p:cNvPr id="676" name="Google Shape;676;p56"/>
            <p:cNvSpPr txBox="1"/>
            <p:nvPr/>
          </p:nvSpPr>
          <p:spPr>
            <a:xfrm>
              <a:off x="6916337" y="4839754"/>
              <a:ext cx="1515450" cy="492402"/>
            </a:xfrm>
            <a:prstGeom prst="rect">
              <a:avLst/>
            </a:prstGeom>
            <a:noFill/>
            <a:ln>
              <a:noFill/>
            </a:ln>
          </p:spPr>
          <p:txBody>
            <a:bodyPr spcFirstLastPara="1" wrap="square" lIns="68575" tIns="34275" rIns="68575" bIns="34275" anchor="b" anchorCtr="0">
              <a:spAutoFit/>
            </a:bodyPr>
            <a:lstStyle/>
            <a:p>
              <a:pPr marL="0" marR="0" lvl="0" indent="0" algn="l" rtl="0">
                <a:lnSpc>
                  <a:spcPct val="130000"/>
                </a:lnSpc>
                <a:spcBef>
                  <a:spcPts val="0"/>
                </a:spcBef>
                <a:spcAft>
                  <a:spcPts val="0"/>
                </a:spcAft>
                <a:buClr>
                  <a:schemeClr val="accent5"/>
                </a:buClr>
                <a:buSzPts val="1500"/>
                <a:buFont typeface="Quicksand"/>
                <a:buNone/>
              </a:pPr>
              <a:r>
                <a:rPr lang="id" sz="1500" b="1">
                  <a:solidFill>
                    <a:schemeClr val="accent5"/>
                  </a:solidFill>
                  <a:latin typeface="Quicksand"/>
                  <a:ea typeface="Quicksand"/>
                  <a:cs typeface="Quicksand"/>
                  <a:sym typeface="Quicksand"/>
                </a:rPr>
                <a:t>+50.000</a:t>
              </a:r>
              <a:endParaRPr sz="1400" b="1">
                <a:solidFill>
                  <a:schemeClr val="accent5"/>
                </a:solidFill>
                <a:latin typeface="Quicksand"/>
                <a:ea typeface="Quicksand"/>
                <a:cs typeface="Quicksand"/>
                <a:sym typeface="Quicksand"/>
              </a:endParaRPr>
            </a:p>
          </p:txBody>
        </p:sp>
        <p:sp>
          <p:nvSpPr>
            <p:cNvPr id="677" name="Google Shape;677;p56"/>
            <p:cNvSpPr txBox="1"/>
            <p:nvPr/>
          </p:nvSpPr>
          <p:spPr>
            <a:xfrm>
              <a:off x="6916337" y="5268090"/>
              <a:ext cx="1516249" cy="332358"/>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Clr>
                  <a:schemeClr val="accent5"/>
                </a:buClr>
                <a:buSzPts val="900"/>
                <a:buFont typeface="Quicksand"/>
                <a:buNone/>
              </a:pPr>
              <a:r>
                <a:rPr lang="id" sz="900">
                  <a:solidFill>
                    <a:schemeClr val="accent5"/>
                  </a:solidFill>
                  <a:latin typeface="Quicksand"/>
                  <a:ea typeface="Quicksand"/>
                  <a:cs typeface="Quicksand"/>
                  <a:sym typeface="Quicksand"/>
                </a:rPr>
                <a:t>Total Student</a:t>
              </a:r>
              <a:endParaRPr sz="1400">
                <a:solidFill>
                  <a:schemeClr val="accent5"/>
                </a:solidFill>
                <a:latin typeface="Quicksand"/>
                <a:ea typeface="Quicksand"/>
                <a:cs typeface="Quicksand"/>
                <a:sym typeface="Quicksand"/>
              </a:endParaRPr>
            </a:p>
          </p:txBody>
        </p:sp>
      </p:grpSp>
      <p:grpSp>
        <p:nvGrpSpPr>
          <p:cNvPr id="678" name="Google Shape;678;p56"/>
          <p:cNvGrpSpPr/>
          <p:nvPr/>
        </p:nvGrpSpPr>
        <p:grpSpPr>
          <a:xfrm>
            <a:off x="657517" y="2801428"/>
            <a:ext cx="3350156" cy="1430262"/>
            <a:chOff x="4098315" y="4067064"/>
            <a:chExt cx="3179576" cy="1581651"/>
          </a:xfrm>
        </p:grpSpPr>
        <p:sp>
          <p:nvSpPr>
            <p:cNvPr id="679" name="Google Shape;679;p56"/>
            <p:cNvSpPr/>
            <p:nvPr/>
          </p:nvSpPr>
          <p:spPr>
            <a:xfrm>
              <a:off x="4098315" y="4067064"/>
              <a:ext cx="3179576" cy="1581651"/>
            </a:xfrm>
            <a:prstGeom prst="roundRect">
              <a:avLst>
                <a:gd name="adj" fmla="val 5562"/>
              </a:avLst>
            </a:prstGeom>
            <a:solidFill>
              <a:schemeClr val="accent2"/>
            </a:solidFill>
            <a:ln>
              <a:noFill/>
            </a:ln>
            <a:effectLst>
              <a:outerShdw blurRad="1016000" dist="381000" dir="2100000" sx="90000" sy="90000" algn="tl" rotWithShape="0">
                <a:srgbClr val="000000">
                  <a:alpha val="941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chemeClr val="lt1"/>
                </a:solidFill>
                <a:latin typeface="Quicksand"/>
                <a:ea typeface="Quicksand"/>
                <a:cs typeface="Quicksand"/>
                <a:sym typeface="Quicksand"/>
              </a:endParaRPr>
            </a:p>
          </p:txBody>
        </p:sp>
        <p:sp>
          <p:nvSpPr>
            <p:cNvPr id="680" name="Google Shape;680;p56"/>
            <p:cNvSpPr txBox="1"/>
            <p:nvPr/>
          </p:nvSpPr>
          <p:spPr>
            <a:xfrm>
              <a:off x="4272651" y="4157644"/>
              <a:ext cx="2125039" cy="308837"/>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Clr>
                  <a:schemeClr val="lt1"/>
                </a:buClr>
                <a:buSzPts val="1100"/>
                <a:buFont typeface="Quicksand"/>
                <a:buNone/>
              </a:pPr>
              <a:r>
                <a:rPr lang="id" sz="1100" b="1">
                  <a:solidFill>
                    <a:schemeClr val="lt1"/>
                  </a:solidFill>
                  <a:latin typeface="Quicksand"/>
                  <a:ea typeface="Quicksand"/>
                  <a:cs typeface="Quicksand"/>
                  <a:sym typeface="Quicksand"/>
                </a:rPr>
                <a:t>Data and Progress</a:t>
              </a:r>
              <a:endParaRPr sz="1400">
                <a:solidFill>
                  <a:schemeClr val="lt1"/>
                </a:solidFill>
                <a:latin typeface="Quicksand"/>
                <a:ea typeface="Quicksand"/>
                <a:cs typeface="Quicksand"/>
                <a:sym typeface="Quicksand"/>
              </a:endParaRPr>
            </a:p>
          </p:txBody>
        </p:sp>
        <p:sp>
          <p:nvSpPr>
            <p:cNvPr id="681" name="Google Shape;681;p56"/>
            <p:cNvSpPr txBox="1"/>
            <p:nvPr/>
          </p:nvSpPr>
          <p:spPr>
            <a:xfrm>
              <a:off x="4289003" y="4578345"/>
              <a:ext cx="1661575" cy="275653"/>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Clr>
                  <a:schemeClr val="lt1"/>
                </a:buClr>
                <a:buSzPts val="900"/>
                <a:buFont typeface="Quicksand"/>
                <a:buNone/>
              </a:pPr>
              <a:r>
                <a:rPr lang="id" sz="900">
                  <a:solidFill>
                    <a:schemeClr val="lt1"/>
                  </a:solidFill>
                  <a:latin typeface="Quicksand"/>
                  <a:ea typeface="Quicksand"/>
                  <a:cs typeface="Quicksand"/>
                  <a:sym typeface="Quicksand"/>
                </a:rPr>
                <a:t>Your Data 01</a:t>
              </a:r>
              <a:endParaRPr sz="900">
                <a:solidFill>
                  <a:schemeClr val="lt1"/>
                </a:solidFill>
                <a:latin typeface="Quicksand"/>
                <a:ea typeface="Quicksand"/>
                <a:cs typeface="Quicksand"/>
                <a:sym typeface="Quicksand"/>
              </a:endParaRPr>
            </a:p>
          </p:txBody>
        </p:sp>
        <p:sp>
          <p:nvSpPr>
            <p:cNvPr id="682" name="Google Shape;682;p56"/>
            <p:cNvSpPr txBox="1"/>
            <p:nvPr/>
          </p:nvSpPr>
          <p:spPr>
            <a:xfrm>
              <a:off x="6164827" y="4578345"/>
              <a:ext cx="938727" cy="275653"/>
            </a:xfrm>
            <a:prstGeom prst="rect">
              <a:avLst/>
            </a:prstGeom>
            <a:noFill/>
            <a:ln>
              <a:noFill/>
            </a:ln>
          </p:spPr>
          <p:txBody>
            <a:bodyPr spcFirstLastPara="1" wrap="square" lIns="68575" tIns="34275" rIns="68575" bIns="34275" anchor="t" anchorCtr="0">
              <a:spAutoFit/>
            </a:bodyPr>
            <a:lstStyle/>
            <a:p>
              <a:pPr marL="0" marR="0" lvl="0" indent="0" algn="r" rtl="0">
                <a:lnSpc>
                  <a:spcPct val="130000"/>
                </a:lnSpc>
                <a:spcBef>
                  <a:spcPts val="0"/>
                </a:spcBef>
                <a:spcAft>
                  <a:spcPts val="0"/>
                </a:spcAft>
                <a:buClr>
                  <a:schemeClr val="lt1"/>
                </a:buClr>
                <a:buSzPts val="900"/>
                <a:buFont typeface="Quicksand"/>
                <a:buNone/>
              </a:pPr>
              <a:r>
                <a:rPr lang="id" sz="900" b="1">
                  <a:solidFill>
                    <a:schemeClr val="lt1"/>
                  </a:solidFill>
                  <a:latin typeface="Quicksand"/>
                  <a:ea typeface="Quicksand"/>
                  <a:cs typeface="Quicksand"/>
                  <a:sym typeface="Quicksand"/>
                </a:rPr>
                <a:t>22%</a:t>
              </a:r>
              <a:endParaRPr sz="900" b="1">
                <a:solidFill>
                  <a:schemeClr val="lt1"/>
                </a:solidFill>
                <a:latin typeface="Quicksand"/>
                <a:ea typeface="Quicksand"/>
                <a:cs typeface="Quicksand"/>
                <a:sym typeface="Quicksand"/>
              </a:endParaRPr>
            </a:p>
          </p:txBody>
        </p:sp>
        <p:cxnSp>
          <p:nvCxnSpPr>
            <p:cNvPr id="683" name="Google Shape;683;p56"/>
            <p:cNvCxnSpPr/>
            <p:nvPr/>
          </p:nvCxnSpPr>
          <p:spPr>
            <a:xfrm>
              <a:off x="5458304" y="4744528"/>
              <a:ext cx="1033936" cy="0"/>
            </a:xfrm>
            <a:prstGeom prst="straightConnector1">
              <a:avLst/>
            </a:prstGeom>
            <a:noFill/>
            <a:ln w="19050" cap="flat" cmpd="sng">
              <a:solidFill>
                <a:schemeClr val="lt1">
                  <a:alpha val="49411"/>
                </a:schemeClr>
              </a:solidFill>
              <a:prstDash val="dash"/>
              <a:miter lim="800000"/>
              <a:headEnd type="none" w="sm" len="sm"/>
              <a:tailEnd type="none" w="sm" len="sm"/>
            </a:ln>
          </p:spPr>
        </p:cxnSp>
        <p:sp>
          <p:nvSpPr>
            <p:cNvPr id="684" name="Google Shape;684;p56"/>
            <p:cNvSpPr txBox="1"/>
            <p:nvPr/>
          </p:nvSpPr>
          <p:spPr>
            <a:xfrm>
              <a:off x="4289003" y="4881150"/>
              <a:ext cx="1661575" cy="275653"/>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Clr>
                  <a:schemeClr val="lt1"/>
                </a:buClr>
                <a:buSzPts val="900"/>
                <a:buFont typeface="Quicksand"/>
                <a:buNone/>
              </a:pPr>
              <a:r>
                <a:rPr lang="id" sz="900">
                  <a:solidFill>
                    <a:schemeClr val="lt1"/>
                  </a:solidFill>
                  <a:latin typeface="Quicksand"/>
                  <a:ea typeface="Quicksand"/>
                  <a:cs typeface="Quicksand"/>
                  <a:sym typeface="Quicksand"/>
                </a:rPr>
                <a:t>Your Data 02</a:t>
              </a:r>
              <a:endParaRPr sz="900">
                <a:solidFill>
                  <a:schemeClr val="lt1"/>
                </a:solidFill>
                <a:latin typeface="Quicksand"/>
                <a:ea typeface="Quicksand"/>
                <a:cs typeface="Quicksand"/>
                <a:sym typeface="Quicksand"/>
              </a:endParaRPr>
            </a:p>
          </p:txBody>
        </p:sp>
        <p:sp>
          <p:nvSpPr>
            <p:cNvPr id="685" name="Google Shape;685;p56"/>
            <p:cNvSpPr txBox="1"/>
            <p:nvPr/>
          </p:nvSpPr>
          <p:spPr>
            <a:xfrm>
              <a:off x="6164827" y="4881150"/>
              <a:ext cx="938727" cy="275653"/>
            </a:xfrm>
            <a:prstGeom prst="rect">
              <a:avLst/>
            </a:prstGeom>
            <a:noFill/>
            <a:ln>
              <a:noFill/>
            </a:ln>
          </p:spPr>
          <p:txBody>
            <a:bodyPr spcFirstLastPara="1" wrap="square" lIns="68575" tIns="34275" rIns="68575" bIns="34275" anchor="t" anchorCtr="0">
              <a:spAutoFit/>
            </a:bodyPr>
            <a:lstStyle/>
            <a:p>
              <a:pPr marL="0" marR="0" lvl="0" indent="0" algn="r" rtl="0">
                <a:lnSpc>
                  <a:spcPct val="130000"/>
                </a:lnSpc>
                <a:spcBef>
                  <a:spcPts val="0"/>
                </a:spcBef>
                <a:spcAft>
                  <a:spcPts val="0"/>
                </a:spcAft>
                <a:buClr>
                  <a:schemeClr val="lt1"/>
                </a:buClr>
                <a:buSzPts val="900"/>
                <a:buFont typeface="Quicksand"/>
                <a:buNone/>
              </a:pPr>
              <a:r>
                <a:rPr lang="id" sz="900" b="1">
                  <a:solidFill>
                    <a:schemeClr val="lt1"/>
                  </a:solidFill>
                  <a:latin typeface="Quicksand"/>
                  <a:ea typeface="Quicksand"/>
                  <a:cs typeface="Quicksand"/>
                  <a:sym typeface="Quicksand"/>
                </a:rPr>
                <a:t>44%</a:t>
              </a:r>
              <a:endParaRPr sz="900" b="1">
                <a:solidFill>
                  <a:schemeClr val="lt1"/>
                </a:solidFill>
                <a:latin typeface="Quicksand"/>
                <a:ea typeface="Quicksand"/>
                <a:cs typeface="Quicksand"/>
                <a:sym typeface="Quicksand"/>
              </a:endParaRPr>
            </a:p>
          </p:txBody>
        </p:sp>
        <p:cxnSp>
          <p:nvCxnSpPr>
            <p:cNvPr id="686" name="Google Shape;686;p56"/>
            <p:cNvCxnSpPr/>
            <p:nvPr/>
          </p:nvCxnSpPr>
          <p:spPr>
            <a:xfrm>
              <a:off x="5458304" y="5047333"/>
              <a:ext cx="1033936" cy="0"/>
            </a:xfrm>
            <a:prstGeom prst="straightConnector1">
              <a:avLst/>
            </a:prstGeom>
            <a:noFill/>
            <a:ln w="19050" cap="flat" cmpd="sng">
              <a:solidFill>
                <a:schemeClr val="lt1">
                  <a:alpha val="49411"/>
                </a:schemeClr>
              </a:solidFill>
              <a:prstDash val="dash"/>
              <a:miter lim="800000"/>
              <a:headEnd type="none" w="sm" len="sm"/>
              <a:tailEnd type="none" w="sm" len="sm"/>
            </a:ln>
          </p:spPr>
        </p:cxnSp>
        <p:sp>
          <p:nvSpPr>
            <p:cNvPr id="687" name="Google Shape;687;p56"/>
            <p:cNvSpPr txBox="1"/>
            <p:nvPr/>
          </p:nvSpPr>
          <p:spPr>
            <a:xfrm>
              <a:off x="4289003" y="5183955"/>
              <a:ext cx="1661575" cy="275653"/>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Clr>
                  <a:schemeClr val="lt1"/>
                </a:buClr>
                <a:buSzPts val="900"/>
                <a:buFont typeface="Quicksand"/>
                <a:buNone/>
              </a:pPr>
              <a:r>
                <a:rPr lang="id" sz="900">
                  <a:solidFill>
                    <a:schemeClr val="lt1"/>
                  </a:solidFill>
                  <a:latin typeface="Quicksand"/>
                  <a:ea typeface="Quicksand"/>
                  <a:cs typeface="Quicksand"/>
                  <a:sym typeface="Quicksand"/>
                </a:rPr>
                <a:t>Your Data 03</a:t>
              </a:r>
              <a:endParaRPr sz="900">
                <a:solidFill>
                  <a:schemeClr val="lt1"/>
                </a:solidFill>
                <a:latin typeface="Quicksand"/>
                <a:ea typeface="Quicksand"/>
                <a:cs typeface="Quicksand"/>
                <a:sym typeface="Quicksand"/>
              </a:endParaRPr>
            </a:p>
          </p:txBody>
        </p:sp>
        <p:sp>
          <p:nvSpPr>
            <p:cNvPr id="688" name="Google Shape;688;p56"/>
            <p:cNvSpPr txBox="1"/>
            <p:nvPr/>
          </p:nvSpPr>
          <p:spPr>
            <a:xfrm>
              <a:off x="6164827" y="5183955"/>
              <a:ext cx="938727" cy="275653"/>
            </a:xfrm>
            <a:prstGeom prst="rect">
              <a:avLst/>
            </a:prstGeom>
            <a:noFill/>
            <a:ln>
              <a:noFill/>
            </a:ln>
          </p:spPr>
          <p:txBody>
            <a:bodyPr spcFirstLastPara="1" wrap="square" lIns="68575" tIns="34275" rIns="68575" bIns="34275" anchor="t" anchorCtr="0">
              <a:spAutoFit/>
            </a:bodyPr>
            <a:lstStyle/>
            <a:p>
              <a:pPr marL="0" marR="0" lvl="0" indent="0" algn="r" rtl="0">
                <a:lnSpc>
                  <a:spcPct val="130000"/>
                </a:lnSpc>
                <a:spcBef>
                  <a:spcPts val="0"/>
                </a:spcBef>
                <a:spcAft>
                  <a:spcPts val="0"/>
                </a:spcAft>
                <a:buClr>
                  <a:schemeClr val="lt1"/>
                </a:buClr>
                <a:buSzPts val="900"/>
                <a:buFont typeface="Quicksand"/>
                <a:buNone/>
              </a:pPr>
              <a:r>
                <a:rPr lang="id" sz="900" b="1">
                  <a:solidFill>
                    <a:schemeClr val="lt1"/>
                  </a:solidFill>
                  <a:latin typeface="Quicksand"/>
                  <a:ea typeface="Quicksand"/>
                  <a:cs typeface="Quicksand"/>
                  <a:sym typeface="Quicksand"/>
                </a:rPr>
                <a:t>66%</a:t>
              </a:r>
              <a:endParaRPr sz="900" b="1">
                <a:solidFill>
                  <a:schemeClr val="lt1"/>
                </a:solidFill>
                <a:latin typeface="Quicksand"/>
                <a:ea typeface="Quicksand"/>
                <a:cs typeface="Quicksand"/>
                <a:sym typeface="Quicksand"/>
              </a:endParaRPr>
            </a:p>
          </p:txBody>
        </p:sp>
        <p:cxnSp>
          <p:nvCxnSpPr>
            <p:cNvPr id="689" name="Google Shape;689;p56"/>
            <p:cNvCxnSpPr/>
            <p:nvPr/>
          </p:nvCxnSpPr>
          <p:spPr>
            <a:xfrm>
              <a:off x="5458304" y="5350138"/>
              <a:ext cx="1033936" cy="0"/>
            </a:xfrm>
            <a:prstGeom prst="straightConnector1">
              <a:avLst/>
            </a:prstGeom>
            <a:noFill/>
            <a:ln w="19050" cap="flat" cmpd="sng">
              <a:solidFill>
                <a:schemeClr val="lt1">
                  <a:alpha val="49411"/>
                </a:schemeClr>
              </a:solidFill>
              <a:prstDash val="dash"/>
              <a:miter lim="800000"/>
              <a:headEnd type="none" w="sm" len="sm"/>
              <a:tailEnd type="none" w="sm" len="sm"/>
            </a:ln>
          </p:spPr>
        </p:cxnSp>
      </p:grpSp>
      <p:sp>
        <p:nvSpPr>
          <p:cNvPr id="690" name="Google Shape;690;p56"/>
          <p:cNvSpPr/>
          <p:nvPr/>
        </p:nvSpPr>
        <p:spPr>
          <a:xfrm rot="-1721402">
            <a:off x="6767800" y="466544"/>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691" name="Google Shape;691;p56"/>
          <p:cNvSpPr/>
          <p:nvPr/>
        </p:nvSpPr>
        <p:spPr>
          <a:xfrm rot="-4211805">
            <a:off x="4251826" y="4340480"/>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692" name="Google Shape;692;p56"/>
          <p:cNvSpPr/>
          <p:nvPr/>
        </p:nvSpPr>
        <p:spPr>
          <a:xfrm>
            <a:off x="786738" y="318802"/>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pic>
        <p:nvPicPr>
          <p:cNvPr id="693" name="Google Shape;693;p56"/>
          <p:cNvPicPr preferRelativeResize="0"/>
          <p:nvPr/>
        </p:nvPicPr>
        <p:blipFill rotWithShape="1">
          <a:blip r:embed="rId5">
            <a:alphaModFix/>
          </a:blip>
          <a:srcRect l="193" r="192"/>
          <a:stretch/>
        </p:blipFill>
        <p:spPr>
          <a:xfrm>
            <a:off x="5569744" y="1284685"/>
            <a:ext cx="3829050" cy="21621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pic>
        <p:nvPicPr>
          <p:cNvPr id="698" name="Google Shape;698;p57"/>
          <p:cNvPicPr preferRelativeResize="0"/>
          <p:nvPr/>
        </p:nvPicPr>
        <p:blipFill rotWithShape="1">
          <a:blip r:embed="rId3">
            <a:alphaModFix/>
          </a:blip>
          <a:srcRect/>
          <a:stretch/>
        </p:blipFill>
        <p:spPr>
          <a:xfrm rot="-161630">
            <a:off x="6443769" y="3800058"/>
            <a:ext cx="1071726" cy="896660"/>
          </a:xfrm>
          <a:prstGeom prst="rect">
            <a:avLst/>
          </a:prstGeom>
          <a:noFill/>
          <a:ln>
            <a:noFill/>
          </a:ln>
        </p:spPr>
      </p:pic>
      <p:pic>
        <p:nvPicPr>
          <p:cNvPr id="699" name="Google Shape;699;p57"/>
          <p:cNvPicPr preferRelativeResize="0"/>
          <p:nvPr/>
        </p:nvPicPr>
        <p:blipFill rotWithShape="1">
          <a:blip r:embed="rId4">
            <a:alphaModFix/>
          </a:blip>
          <a:srcRect/>
          <a:stretch/>
        </p:blipFill>
        <p:spPr>
          <a:xfrm rot="-392651">
            <a:off x="4056041" y="2629901"/>
            <a:ext cx="1071726" cy="896660"/>
          </a:xfrm>
          <a:prstGeom prst="rect">
            <a:avLst/>
          </a:prstGeom>
          <a:noFill/>
          <a:ln>
            <a:noFill/>
          </a:ln>
        </p:spPr>
      </p:pic>
      <p:grpSp>
        <p:nvGrpSpPr>
          <p:cNvPr id="700" name="Google Shape;700;p57"/>
          <p:cNvGrpSpPr/>
          <p:nvPr/>
        </p:nvGrpSpPr>
        <p:grpSpPr>
          <a:xfrm>
            <a:off x="992909" y="744797"/>
            <a:ext cx="3122631" cy="4719070"/>
            <a:chOff x="1364747" y="979500"/>
            <a:chExt cx="4163508" cy="6292093"/>
          </a:xfrm>
        </p:grpSpPr>
        <p:grpSp>
          <p:nvGrpSpPr>
            <p:cNvPr id="701" name="Google Shape;701;p57"/>
            <p:cNvGrpSpPr/>
            <p:nvPr/>
          </p:nvGrpSpPr>
          <p:grpSpPr>
            <a:xfrm>
              <a:off x="1364747" y="979500"/>
              <a:ext cx="4163508" cy="6292093"/>
              <a:chOff x="4744386" y="1394619"/>
              <a:chExt cx="2703420" cy="4085539"/>
            </a:xfrm>
          </p:grpSpPr>
          <p:sp>
            <p:nvSpPr>
              <p:cNvPr id="702" name="Google Shape;702;p57"/>
              <p:cNvSpPr/>
              <p:nvPr/>
            </p:nvSpPr>
            <p:spPr>
              <a:xfrm>
                <a:off x="5578008" y="3377289"/>
                <a:ext cx="245650" cy="2102869"/>
              </a:xfrm>
              <a:custGeom>
                <a:avLst/>
                <a:gdLst/>
                <a:ahLst/>
                <a:cxnLst/>
                <a:rect l="l" t="t" r="r" b="b"/>
                <a:pathLst>
                  <a:path w="245650" h="2102869" extrusionOk="0">
                    <a:moveTo>
                      <a:pt x="159467" y="75842"/>
                    </a:moveTo>
                    <a:cubicBezTo>
                      <a:pt x="145677" y="120657"/>
                      <a:pt x="124993" y="186157"/>
                      <a:pt x="104309" y="265446"/>
                    </a:cubicBezTo>
                    <a:cubicBezTo>
                      <a:pt x="73283" y="386103"/>
                      <a:pt x="-9454" y="723943"/>
                      <a:pt x="888" y="1168651"/>
                    </a:cubicBezTo>
                    <a:cubicBezTo>
                      <a:pt x="11230" y="1472018"/>
                      <a:pt x="59493" y="1775385"/>
                      <a:pt x="145677" y="2068410"/>
                    </a:cubicBezTo>
                    <a:cubicBezTo>
                      <a:pt x="145677" y="2068410"/>
                      <a:pt x="145677" y="2068410"/>
                      <a:pt x="145677" y="2068410"/>
                    </a:cubicBezTo>
                    <a:cubicBezTo>
                      <a:pt x="152572" y="2095988"/>
                      <a:pt x="180151" y="2109778"/>
                      <a:pt x="207730" y="2099436"/>
                    </a:cubicBezTo>
                    <a:cubicBezTo>
                      <a:pt x="235309" y="2092541"/>
                      <a:pt x="249098" y="2064962"/>
                      <a:pt x="238756" y="2037383"/>
                    </a:cubicBezTo>
                    <a:lnTo>
                      <a:pt x="238756" y="2037383"/>
                    </a:lnTo>
                    <a:cubicBezTo>
                      <a:pt x="149125" y="1754701"/>
                      <a:pt x="93967" y="1461676"/>
                      <a:pt x="80178" y="1165204"/>
                    </a:cubicBezTo>
                    <a:cubicBezTo>
                      <a:pt x="59493" y="734286"/>
                      <a:pt x="131888" y="403340"/>
                      <a:pt x="162914" y="279235"/>
                    </a:cubicBezTo>
                    <a:cubicBezTo>
                      <a:pt x="190493" y="165473"/>
                      <a:pt x="221519" y="68947"/>
                      <a:pt x="245651" y="0"/>
                    </a:cubicBezTo>
                    <a:cubicBezTo>
                      <a:pt x="214624" y="24131"/>
                      <a:pt x="187046" y="48263"/>
                      <a:pt x="159467" y="75842"/>
                    </a:cubicBezTo>
                    <a:close/>
                  </a:path>
                </a:pathLst>
              </a:custGeom>
              <a:solidFill>
                <a:srgbClr val="C1DE99"/>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703" name="Google Shape;703;p57"/>
              <p:cNvSpPr/>
              <p:nvPr/>
            </p:nvSpPr>
            <p:spPr>
              <a:xfrm>
                <a:off x="5112888" y="1394619"/>
                <a:ext cx="1285225" cy="1358699"/>
              </a:xfrm>
              <a:custGeom>
                <a:avLst/>
                <a:gdLst/>
                <a:ahLst/>
                <a:cxnLst/>
                <a:rect l="l" t="t" r="r" b="b"/>
                <a:pathLst>
                  <a:path w="1285225" h="1358699" extrusionOk="0">
                    <a:moveTo>
                      <a:pt x="1276137" y="565809"/>
                    </a:moveTo>
                    <a:cubicBezTo>
                      <a:pt x="1265795" y="634756"/>
                      <a:pt x="1252005" y="703703"/>
                      <a:pt x="1238216" y="765756"/>
                    </a:cubicBezTo>
                    <a:lnTo>
                      <a:pt x="979664" y="1358700"/>
                    </a:lnTo>
                    <a:lnTo>
                      <a:pt x="390167" y="1100149"/>
                    </a:lnTo>
                    <a:cubicBezTo>
                      <a:pt x="397061" y="1100149"/>
                      <a:pt x="403956" y="1103596"/>
                      <a:pt x="407403" y="1103596"/>
                    </a:cubicBezTo>
                    <a:cubicBezTo>
                      <a:pt x="348798" y="1065675"/>
                      <a:pt x="290193" y="1020860"/>
                      <a:pt x="231588" y="969149"/>
                    </a:cubicBezTo>
                    <a:cubicBezTo>
                      <a:pt x="-333778" y="496862"/>
                      <a:pt x="276404" y="-9898"/>
                      <a:pt x="576324" y="314153"/>
                    </a:cubicBezTo>
                    <a:cubicBezTo>
                      <a:pt x="565982" y="-113318"/>
                      <a:pt x="1379557" y="-171923"/>
                      <a:pt x="1276137" y="565809"/>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704" name="Google Shape;704;p57"/>
              <p:cNvSpPr/>
              <p:nvPr/>
            </p:nvSpPr>
            <p:spPr>
              <a:xfrm>
                <a:off x="6092552" y="1772449"/>
                <a:ext cx="1355254" cy="1286430"/>
              </a:xfrm>
              <a:custGeom>
                <a:avLst/>
                <a:gdLst/>
                <a:ahLst/>
                <a:cxnLst/>
                <a:rect l="l" t="t" r="r" b="b"/>
                <a:pathLst>
                  <a:path w="1355254" h="1286430" extrusionOk="0">
                    <a:moveTo>
                      <a:pt x="789444" y="1277342"/>
                    </a:moveTo>
                    <a:cubicBezTo>
                      <a:pt x="717050" y="1267000"/>
                      <a:pt x="651550" y="1253211"/>
                      <a:pt x="589498" y="1239421"/>
                    </a:cubicBezTo>
                    <a:lnTo>
                      <a:pt x="0" y="980870"/>
                    </a:lnTo>
                    <a:lnTo>
                      <a:pt x="258552" y="387926"/>
                    </a:lnTo>
                    <a:cubicBezTo>
                      <a:pt x="258552" y="394821"/>
                      <a:pt x="255104" y="401715"/>
                      <a:pt x="255104" y="405163"/>
                    </a:cubicBezTo>
                    <a:cubicBezTo>
                      <a:pt x="293025" y="346558"/>
                      <a:pt x="337841" y="287953"/>
                      <a:pt x="386104" y="229348"/>
                    </a:cubicBezTo>
                    <a:cubicBezTo>
                      <a:pt x="858391" y="-332570"/>
                      <a:pt x="1365152" y="277611"/>
                      <a:pt x="1041101" y="577530"/>
                    </a:cubicBezTo>
                    <a:cubicBezTo>
                      <a:pt x="1468573" y="567188"/>
                      <a:pt x="1527178" y="1380762"/>
                      <a:pt x="789444" y="1277342"/>
                    </a:cubicBezTo>
                    <a:close/>
                  </a:path>
                </a:pathLst>
              </a:custGeom>
              <a:solidFill>
                <a:schemeClr val="accent3"/>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705" name="Google Shape;705;p57"/>
              <p:cNvSpPr/>
              <p:nvPr/>
            </p:nvSpPr>
            <p:spPr>
              <a:xfrm>
                <a:off x="5792361" y="2753319"/>
                <a:ext cx="1278828" cy="1354733"/>
              </a:xfrm>
              <a:custGeom>
                <a:avLst/>
                <a:gdLst/>
                <a:ahLst/>
                <a:cxnLst/>
                <a:rect l="l" t="t" r="r" b="b"/>
                <a:pathLst>
                  <a:path w="1278828" h="1354733" extrusionOk="0">
                    <a:moveTo>
                      <a:pt x="700085" y="1041099"/>
                    </a:moveTo>
                    <a:cubicBezTo>
                      <a:pt x="706979" y="1316887"/>
                      <a:pt x="365691" y="1440992"/>
                      <a:pt x="155403" y="1289309"/>
                    </a:cubicBezTo>
                    <a:cubicBezTo>
                      <a:pt x="-13518" y="1168651"/>
                      <a:pt x="272" y="823916"/>
                      <a:pt x="272" y="789443"/>
                    </a:cubicBezTo>
                    <a:cubicBezTo>
                      <a:pt x="3719" y="720496"/>
                      <a:pt x="17508" y="665338"/>
                      <a:pt x="31298" y="627417"/>
                    </a:cubicBezTo>
                    <a:cubicBezTo>
                      <a:pt x="31298" y="634312"/>
                      <a:pt x="20956" y="644654"/>
                      <a:pt x="10614" y="654996"/>
                    </a:cubicBezTo>
                    <a:lnTo>
                      <a:pt x="300192" y="0"/>
                    </a:lnTo>
                    <a:lnTo>
                      <a:pt x="889689" y="258551"/>
                    </a:lnTo>
                    <a:cubicBezTo>
                      <a:pt x="882794" y="258551"/>
                      <a:pt x="879347" y="255104"/>
                      <a:pt x="872452" y="255104"/>
                    </a:cubicBezTo>
                    <a:cubicBezTo>
                      <a:pt x="931057" y="293025"/>
                      <a:pt x="989662" y="337840"/>
                      <a:pt x="1051715" y="386103"/>
                    </a:cubicBezTo>
                    <a:cubicBezTo>
                      <a:pt x="1610186" y="858390"/>
                      <a:pt x="1000004" y="1365150"/>
                      <a:pt x="700085" y="1041099"/>
                    </a:cubicBezTo>
                    <a:close/>
                  </a:path>
                </a:pathLst>
              </a:custGeom>
              <a:solidFill>
                <a:schemeClr val="accent5"/>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706" name="Google Shape;706;p57"/>
              <p:cNvSpPr/>
              <p:nvPr/>
            </p:nvSpPr>
            <p:spPr>
              <a:xfrm>
                <a:off x="4744386" y="2444311"/>
                <a:ext cx="1355254" cy="1286542"/>
              </a:xfrm>
              <a:custGeom>
                <a:avLst/>
                <a:gdLst/>
                <a:ahLst/>
                <a:cxnLst/>
                <a:rect l="l" t="t" r="r" b="b"/>
                <a:pathLst>
                  <a:path w="1355254" h="1286542" extrusionOk="0">
                    <a:moveTo>
                      <a:pt x="1355254" y="309008"/>
                    </a:moveTo>
                    <a:lnTo>
                      <a:pt x="1065677" y="964004"/>
                    </a:lnTo>
                    <a:cubicBezTo>
                      <a:pt x="1038098" y="995030"/>
                      <a:pt x="986388" y="1036398"/>
                      <a:pt x="969151" y="1053635"/>
                    </a:cubicBezTo>
                    <a:cubicBezTo>
                      <a:pt x="924335" y="1101898"/>
                      <a:pt x="879520" y="1143266"/>
                      <a:pt x="827809" y="1181187"/>
                    </a:cubicBezTo>
                    <a:cubicBezTo>
                      <a:pt x="727836" y="1253581"/>
                      <a:pt x="603731" y="1308739"/>
                      <a:pt x="479626" y="1277713"/>
                    </a:cubicBezTo>
                    <a:cubicBezTo>
                      <a:pt x="238312" y="1215660"/>
                      <a:pt x="110760" y="898504"/>
                      <a:pt x="314153" y="708900"/>
                    </a:cubicBezTo>
                    <a:cubicBezTo>
                      <a:pt x="-113319" y="719242"/>
                      <a:pt x="-171924" y="-94332"/>
                      <a:pt x="565810" y="9088"/>
                    </a:cubicBezTo>
                    <a:cubicBezTo>
                      <a:pt x="634757" y="19430"/>
                      <a:pt x="703704" y="33220"/>
                      <a:pt x="765757" y="47009"/>
                    </a:cubicBezTo>
                    <a:lnTo>
                      <a:pt x="1355254" y="309008"/>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grpSp>
        <p:sp>
          <p:nvSpPr>
            <p:cNvPr id="707" name="Google Shape;707;p57"/>
            <p:cNvSpPr/>
            <p:nvPr/>
          </p:nvSpPr>
          <p:spPr>
            <a:xfrm rot="1412544" flipH="1">
              <a:off x="3550665" y="2692919"/>
              <a:ext cx="391696" cy="326413"/>
            </a:xfrm>
            <a:custGeom>
              <a:avLst/>
              <a:gdLst/>
              <a:ahLst/>
              <a:cxnLst/>
              <a:rect l="l" t="t" r="r" b="b"/>
              <a:pathLst>
                <a:path w="348615" h="289560" extrusionOk="0">
                  <a:moveTo>
                    <a:pt x="281940" y="225743"/>
                  </a:moveTo>
                  <a:cubicBezTo>
                    <a:pt x="309562" y="238125"/>
                    <a:pt x="334328" y="262890"/>
                    <a:pt x="348615" y="289560"/>
                  </a:cubicBezTo>
                  <a:lnTo>
                    <a:pt x="348615" y="144780"/>
                  </a:lnTo>
                  <a:lnTo>
                    <a:pt x="348615" y="0"/>
                  </a:lnTo>
                  <a:cubicBezTo>
                    <a:pt x="334328" y="26670"/>
                    <a:pt x="309562" y="51435"/>
                    <a:pt x="281940" y="63818"/>
                  </a:cubicBezTo>
                  <a:cubicBezTo>
                    <a:pt x="242887" y="80963"/>
                    <a:pt x="213360" y="66675"/>
                    <a:pt x="181928" y="51435"/>
                  </a:cubicBezTo>
                  <a:cubicBezTo>
                    <a:pt x="160020" y="40958"/>
                    <a:pt x="138112" y="30480"/>
                    <a:pt x="113347" y="30480"/>
                  </a:cubicBezTo>
                  <a:cubicBezTo>
                    <a:pt x="50482" y="30480"/>
                    <a:pt x="0" y="80963"/>
                    <a:pt x="0" y="143827"/>
                  </a:cubicBezTo>
                  <a:cubicBezTo>
                    <a:pt x="0" y="206693"/>
                    <a:pt x="50482" y="257175"/>
                    <a:pt x="113347" y="257175"/>
                  </a:cubicBezTo>
                  <a:cubicBezTo>
                    <a:pt x="139065" y="257175"/>
                    <a:pt x="160972" y="246698"/>
                    <a:pt x="181928" y="236220"/>
                  </a:cubicBezTo>
                  <a:cubicBezTo>
                    <a:pt x="213360" y="222885"/>
                    <a:pt x="243840" y="208598"/>
                    <a:pt x="281940" y="225743"/>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708" name="Google Shape;708;p57"/>
            <p:cNvSpPr/>
            <p:nvPr/>
          </p:nvSpPr>
          <p:spPr>
            <a:xfrm rot="6985997" flipH="1">
              <a:off x="3436992" y="3200182"/>
              <a:ext cx="391696" cy="326413"/>
            </a:xfrm>
            <a:custGeom>
              <a:avLst/>
              <a:gdLst/>
              <a:ahLst/>
              <a:cxnLst/>
              <a:rect l="l" t="t" r="r" b="b"/>
              <a:pathLst>
                <a:path w="348615" h="289560" extrusionOk="0">
                  <a:moveTo>
                    <a:pt x="281940" y="225743"/>
                  </a:moveTo>
                  <a:cubicBezTo>
                    <a:pt x="309562" y="238125"/>
                    <a:pt x="334328" y="262890"/>
                    <a:pt x="348615" y="289560"/>
                  </a:cubicBezTo>
                  <a:lnTo>
                    <a:pt x="348615" y="144780"/>
                  </a:lnTo>
                  <a:lnTo>
                    <a:pt x="348615" y="0"/>
                  </a:lnTo>
                  <a:cubicBezTo>
                    <a:pt x="334328" y="26670"/>
                    <a:pt x="309562" y="51435"/>
                    <a:pt x="281940" y="63818"/>
                  </a:cubicBezTo>
                  <a:cubicBezTo>
                    <a:pt x="242887" y="80963"/>
                    <a:pt x="213360" y="66675"/>
                    <a:pt x="181928" y="51435"/>
                  </a:cubicBezTo>
                  <a:cubicBezTo>
                    <a:pt x="160020" y="40958"/>
                    <a:pt x="138112" y="30480"/>
                    <a:pt x="113347" y="30480"/>
                  </a:cubicBezTo>
                  <a:cubicBezTo>
                    <a:pt x="50482" y="30480"/>
                    <a:pt x="0" y="80963"/>
                    <a:pt x="0" y="143827"/>
                  </a:cubicBezTo>
                  <a:cubicBezTo>
                    <a:pt x="0" y="206693"/>
                    <a:pt x="50482" y="257175"/>
                    <a:pt x="113347" y="257175"/>
                  </a:cubicBezTo>
                  <a:cubicBezTo>
                    <a:pt x="139065" y="257175"/>
                    <a:pt x="160972" y="246698"/>
                    <a:pt x="181928" y="236220"/>
                  </a:cubicBezTo>
                  <a:cubicBezTo>
                    <a:pt x="213360" y="222885"/>
                    <a:pt x="243840" y="208598"/>
                    <a:pt x="281940" y="225743"/>
                  </a:cubicBezTo>
                  <a:close/>
                </a:path>
              </a:pathLst>
            </a:custGeom>
            <a:solidFill>
              <a:schemeClr val="accent3"/>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709" name="Google Shape;709;p57"/>
            <p:cNvSpPr/>
            <p:nvPr/>
          </p:nvSpPr>
          <p:spPr>
            <a:xfrm rot="-9456295" flipH="1">
              <a:off x="2999434" y="3098257"/>
              <a:ext cx="391696" cy="326413"/>
            </a:xfrm>
            <a:custGeom>
              <a:avLst/>
              <a:gdLst/>
              <a:ahLst/>
              <a:cxnLst/>
              <a:rect l="l" t="t" r="r" b="b"/>
              <a:pathLst>
                <a:path w="348615" h="289560" extrusionOk="0">
                  <a:moveTo>
                    <a:pt x="281940" y="225743"/>
                  </a:moveTo>
                  <a:cubicBezTo>
                    <a:pt x="309562" y="238125"/>
                    <a:pt x="334328" y="262890"/>
                    <a:pt x="348615" y="289560"/>
                  </a:cubicBezTo>
                  <a:lnTo>
                    <a:pt x="348615" y="144780"/>
                  </a:lnTo>
                  <a:lnTo>
                    <a:pt x="348615" y="0"/>
                  </a:lnTo>
                  <a:cubicBezTo>
                    <a:pt x="334328" y="26670"/>
                    <a:pt x="309562" y="51435"/>
                    <a:pt x="281940" y="63818"/>
                  </a:cubicBezTo>
                  <a:cubicBezTo>
                    <a:pt x="242887" y="80963"/>
                    <a:pt x="213360" y="66675"/>
                    <a:pt x="181928" y="51435"/>
                  </a:cubicBezTo>
                  <a:cubicBezTo>
                    <a:pt x="160020" y="40958"/>
                    <a:pt x="138112" y="30480"/>
                    <a:pt x="113347" y="30480"/>
                  </a:cubicBezTo>
                  <a:cubicBezTo>
                    <a:pt x="50482" y="30480"/>
                    <a:pt x="0" y="80963"/>
                    <a:pt x="0" y="143827"/>
                  </a:cubicBezTo>
                  <a:cubicBezTo>
                    <a:pt x="0" y="206693"/>
                    <a:pt x="50482" y="257175"/>
                    <a:pt x="113347" y="257175"/>
                  </a:cubicBezTo>
                  <a:cubicBezTo>
                    <a:pt x="139065" y="257175"/>
                    <a:pt x="160972" y="246698"/>
                    <a:pt x="181928" y="236220"/>
                  </a:cubicBezTo>
                  <a:cubicBezTo>
                    <a:pt x="213360" y="222885"/>
                    <a:pt x="243840" y="208598"/>
                    <a:pt x="281940" y="225743"/>
                  </a:cubicBezTo>
                  <a:close/>
                </a:path>
              </a:pathLst>
            </a:custGeom>
            <a:solidFill>
              <a:schemeClr val="accent5"/>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710" name="Google Shape;710;p57"/>
            <p:cNvSpPr/>
            <p:nvPr/>
          </p:nvSpPr>
          <p:spPr>
            <a:xfrm rot="6813011">
              <a:off x="3078063" y="2615984"/>
              <a:ext cx="391696" cy="326413"/>
            </a:xfrm>
            <a:custGeom>
              <a:avLst/>
              <a:gdLst/>
              <a:ahLst/>
              <a:cxnLst/>
              <a:rect l="l" t="t" r="r" b="b"/>
              <a:pathLst>
                <a:path w="348615" h="289560" extrusionOk="0">
                  <a:moveTo>
                    <a:pt x="281940" y="225743"/>
                  </a:moveTo>
                  <a:cubicBezTo>
                    <a:pt x="309562" y="238125"/>
                    <a:pt x="334328" y="262890"/>
                    <a:pt x="348615" y="289560"/>
                  </a:cubicBezTo>
                  <a:lnTo>
                    <a:pt x="348615" y="144780"/>
                  </a:lnTo>
                  <a:lnTo>
                    <a:pt x="348615" y="0"/>
                  </a:lnTo>
                  <a:cubicBezTo>
                    <a:pt x="334328" y="26670"/>
                    <a:pt x="309562" y="51435"/>
                    <a:pt x="281940" y="63818"/>
                  </a:cubicBezTo>
                  <a:cubicBezTo>
                    <a:pt x="242887" y="80963"/>
                    <a:pt x="213360" y="66675"/>
                    <a:pt x="181928" y="51435"/>
                  </a:cubicBezTo>
                  <a:cubicBezTo>
                    <a:pt x="160020" y="40958"/>
                    <a:pt x="138112" y="30480"/>
                    <a:pt x="113347" y="30480"/>
                  </a:cubicBezTo>
                  <a:cubicBezTo>
                    <a:pt x="50482" y="30480"/>
                    <a:pt x="0" y="80963"/>
                    <a:pt x="0" y="143827"/>
                  </a:cubicBezTo>
                  <a:cubicBezTo>
                    <a:pt x="0" y="206693"/>
                    <a:pt x="50482" y="257175"/>
                    <a:pt x="113347" y="257175"/>
                  </a:cubicBezTo>
                  <a:cubicBezTo>
                    <a:pt x="139065" y="257175"/>
                    <a:pt x="160972" y="246698"/>
                    <a:pt x="181928" y="236220"/>
                  </a:cubicBezTo>
                  <a:cubicBezTo>
                    <a:pt x="213360" y="222885"/>
                    <a:pt x="243840" y="208598"/>
                    <a:pt x="281940" y="225743"/>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grpSp>
      <p:grpSp>
        <p:nvGrpSpPr>
          <p:cNvPr id="711" name="Google Shape;711;p57"/>
          <p:cNvGrpSpPr/>
          <p:nvPr/>
        </p:nvGrpSpPr>
        <p:grpSpPr>
          <a:xfrm>
            <a:off x="4572000" y="3893964"/>
            <a:ext cx="522879" cy="522879"/>
            <a:chOff x="6612975" y="4665527"/>
            <a:chExt cx="697172" cy="697172"/>
          </a:xfrm>
        </p:grpSpPr>
        <p:sp>
          <p:nvSpPr>
            <p:cNvPr id="712" name="Google Shape;712;p57"/>
            <p:cNvSpPr/>
            <p:nvPr/>
          </p:nvSpPr>
          <p:spPr>
            <a:xfrm>
              <a:off x="6612975" y="4665527"/>
              <a:ext cx="697172" cy="697172"/>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solidFill>
                  <a:schemeClr val="lt1"/>
                </a:solidFill>
                <a:latin typeface="Quicksand"/>
                <a:ea typeface="Quicksand"/>
                <a:cs typeface="Quicksand"/>
                <a:sym typeface="Quicksand"/>
              </a:endParaRPr>
            </a:p>
          </p:txBody>
        </p:sp>
        <p:sp>
          <p:nvSpPr>
            <p:cNvPr id="713" name="Google Shape;713;p57"/>
            <p:cNvSpPr/>
            <p:nvPr/>
          </p:nvSpPr>
          <p:spPr>
            <a:xfrm>
              <a:off x="6758967" y="4835492"/>
              <a:ext cx="431690" cy="365926"/>
            </a:xfrm>
            <a:custGeom>
              <a:avLst/>
              <a:gdLst/>
              <a:ahLst/>
              <a:cxnLst/>
              <a:rect l="l" t="t" r="r" b="b"/>
              <a:pathLst>
                <a:path w="16128" h="13670" extrusionOk="0">
                  <a:moveTo>
                    <a:pt x="7951" y="9328"/>
                  </a:moveTo>
                  <a:lnTo>
                    <a:pt x="7990" y="9330"/>
                  </a:lnTo>
                  <a:lnTo>
                    <a:pt x="8072" y="9320"/>
                  </a:lnTo>
                  <a:lnTo>
                    <a:pt x="8193" y="9299"/>
                  </a:lnTo>
                  <a:lnTo>
                    <a:pt x="8349" y="9268"/>
                  </a:lnTo>
                  <a:lnTo>
                    <a:pt x="8540" y="9227"/>
                  </a:lnTo>
                  <a:lnTo>
                    <a:pt x="8761" y="9176"/>
                  </a:lnTo>
                  <a:lnTo>
                    <a:pt x="9008" y="9118"/>
                  </a:lnTo>
                  <a:lnTo>
                    <a:pt x="9283" y="9053"/>
                  </a:lnTo>
                  <a:lnTo>
                    <a:pt x="9579" y="8979"/>
                  </a:lnTo>
                  <a:lnTo>
                    <a:pt x="9895" y="8900"/>
                  </a:lnTo>
                  <a:lnTo>
                    <a:pt x="10226" y="8816"/>
                  </a:lnTo>
                  <a:lnTo>
                    <a:pt x="10573" y="8727"/>
                  </a:lnTo>
                  <a:lnTo>
                    <a:pt x="10931" y="8633"/>
                  </a:lnTo>
                  <a:lnTo>
                    <a:pt x="11296" y="8538"/>
                  </a:lnTo>
                  <a:lnTo>
                    <a:pt x="11668" y="8439"/>
                  </a:lnTo>
                  <a:lnTo>
                    <a:pt x="12042" y="8338"/>
                  </a:lnTo>
                  <a:lnTo>
                    <a:pt x="12416" y="8236"/>
                  </a:lnTo>
                  <a:lnTo>
                    <a:pt x="12786" y="8134"/>
                  </a:lnTo>
                  <a:lnTo>
                    <a:pt x="13151" y="8033"/>
                  </a:lnTo>
                  <a:lnTo>
                    <a:pt x="13509" y="7932"/>
                  </a:lnTo>
                  <a:lnTo>
                    <a:pt x="13855" y="7833"/>
                  </a:lnTo>
                  <a:lnTo>
                    <a:pt x="14187" y="7737"/>
                  </a:lnTo>
                  <a:lnTo>
                    <a:pt x="14502" y="7645"/>
                  </a:lnTo>
                  <a:lnTo>
                    <a:pt x="14797" y="7555"/>
                  </a:lnTo>
                  <a:lnTo>
                    <a:pt x="15071" y="7471"/>
                  </a:lnTo>
                  <a:lnTo>
                    <a:pt x="15319" y="7393"/>
                  </a:lnTo>
                  <a:lnTo>
                    <a:pt x="15538" y="7320"/>
                  </a:lnTo>
                  <a:lnTo>
                    <a:pt x="15727" y="7255"/>
                  </a:lnTo>
                  <a:lnTo>
                    <a:pt x="15883" y="7197"/>
                  </a:lnTo>
                  <a:lnTo>
                    <a:pt x="16002" y="7147"/>
                  </a:lnTo>
                  <a:lnTo>
                    <a:pt x="16083" y="7107"/>
                  </a:lnTo>
                  <a:lnTo>
                    <a:pt x="16120" y="7076"/>
                  </a:lnTo>
                  <a:lnTo>
                    <a:pt x="16128" y="7042"/>
                  </a:lnTo>
                  <a:lnTo>
                    <a:pt x="16119" y="6993"/>
                  </a:lnTo>
                  <a:lnTo>
                    <a:pt x="16095" y="6928"/>
                  </a:lnTo>
                  <a:lnTo>
                    <a:pt x="16056" y="6851"/>
                  </a:lnTo>
                  <a:lnTo>
                    <a:pt x="16005" y="6760"/>
                  </a:lnTo>
                  <a:lnTo>
                    <a:pt x="15942" y="6658"/>
                  </a:lnTo>
                  <a:lnTo>
                    <a:pt x="15867" y="6545"/>
                  </a:lnTo>
                  <a:lnTo>
                    <a:pt x="15781" y="6424"/>
                  </a:lnTo>
                  <a:lnTo>
                    <a:pt x="15688" y="6294"/>
                  </a:lnTo>
                  <a:lnTo>
                    <a:pt x="15586" y="6157"/>
                  </a:lnTo>
                  <a:lnTo>
                    <a:pt x="15477" y="6015"/>
                  </a:lnTo>
                  <a:lnTo>
                    <a:pt x="15363" y="5868"/>
                  </a:lnTo>
                  <a:lnTo>
                    <a:pt x="15243" y="5718"/>
                  </a:lnTo>
                  <a:lnTo>
                    <a:pt x="15120" y="5564"/>
                  </a:lnTo>
                  <a:lnTo>
                    <a:pt x="14995" y="5410"/>
                  </a:lnTo>
                  <a:lnTo>
                    <a:pt x="14868" y="5254"/>
                  </a:lnTo>
                  <a:lnTo>
                    <a:pt x="14740" y="5100"/>
                  </a:lnTo>
                  <a:lnTo>
                    <a:pt x="14613" y="4948"/>
                  </a:lnTo>
                  <a:lnTo>
                    <a:pt x="14487" y="4799"/>
                  </a:lnTo>
                  <a:lnTo>
                    <a:pt x="14364" y="4653"/>
                  </a:lnTo>
                  <a:lnTo>
                    <a:pt x="14131" y="4380"/>
                  </a:lnTo>
                  <a:lnTo>
                    <a:pt x="13920" y="4136"/>
                  </a:lnTo>
                  <a:lnTo>
                    <a:pt x="13743" y="3931"/>
                  </a:lnTo>
                  <a:lnTo>
                    <a:pt x="13605" y="3773"/>
                  </a:lnTo>
                  <a:lnTo>
                    <a:pt x="13516" y="3672"/>
                  </a:lnTo>
                  <a:lnTo>
                    <a:pt x="13485" y="3637"/>
                  </a:lnTo>
                  <a:lnTo>
                    <a:pt x="6465" y="5620"/>
                  </a:lnTo>
                  <a:lnTo>
                    <a:pt x="6480" y="5661"/>
                  </a:lnTo>
                  <a:lnTo>
                    <a:pt x="6522" y="5776"/>
                  </a:lnTo>
                  <a:lnTo>
                    <a:pt x="6586" y="5955"/>
                  </a:lnTo>
                  <a:lnTo>
                    <a:pt x="6671" y="6187"/>
                  </a:lnTo>
                  <a:lnTo>
                    <a:pt x="6773" y="6462"/>
                  </a:lnTo>
                  <a:lnTo>
                    <a:pt x="6886" y="6769"/>
                  </a:lnTo>
                  <a:lnTo>
                    <a:pt x="7010" y="7099"/>
                  </a:lnTo>
                  <a:lnTo>
                    <a:pt x="7139" y="7440"/>
                  </a:lnTo>
                  <a:lnTo>
                    <a:pt x="7203" y="7611"/>
                  </a:lnTo>
                  <a:lnTo>
                    <a:pt x="7269" y="7782"/>
                  </a:lnTo>
                  <a:lnTo>
                    <a:pt x="7334" y="7950"/>
                  </a:lnTo>
                  <a:lnTo>
                    <a:pt x="7399" y="8114"/>
                  </a:lnTo>
                  <a:lnTo>
                    <a:pt x="7462" y="8275"/>
                  </a:lnTo>
                  <a:lnTo>
                    <a:pt x="7524" y="8428"/>
                  </a:lnTo>
                  <a:lnTo>
                    <a:pt x="7583" y="8573"/>
                  </a:lnTo>
                  <a:lnTo>
                    <a:pt x="7640" y="8710"/>
                  </a:lnTo>
                  <a:lnTo>
                    <a:pt x="7694" y="8837"/>
                  </a:lnTo>
                  <a:lnTo>
                    <a:pt x="7744" y="8952"/>
                  </a:lnTo>
                  <a:lnTo>
                    <a:pt x="7791" y="9055"/>
                  </a:lnTo>
                  <a:lnTo>
                    <a:pt x="7834" y="9142"/>
                  </a:lnTo>
                  <a:lnTo>
                    <a:pt x="7871" y="9215"/>
                  </a:lnTo>
                  <a:lnTo>
                    <a:pt x="7904" y="9271"/>
                  </a:lnTo>
                  <a:lnTo>
                    <a:pt x="7931" y="9308"/>
                  </a:lnTo>
                  <a:lnTo>
                    <a:pt x="7951" y="9328"/>
                  </a:lnTo>
                  <a:close/>
                  <a:moveTo>
                    <a:pt x="6318" y="6950"/>
                  </a:moveTo>
                  <a:lnTo>
                    <a:pt x="6301" y="6976"/>
                  </a:lnTo>
                  <a:lnTo>
                    <a:pt x="6251" y="7047"/>
                  </a:lnTo>
                  <a:lnTo>
                    <a:pt x="6171" y="7159"/>
                  </a:lnTo>
                  <a:lnTo>
                    <a:pt x="6068" y="7304"/>
                  </a:lnTo>
                  <a:lnTo>
                    <a:pt x="5944" y="7476"/>
                  </a:lnTo>
                  <a:lnTo>
                    <a:pt x="5805" y="7668"/>
                  </a:lnTo>
                  <a:lnTo>
                    <a:pt x="5730" y="7770"/>
                  </a:lnTo>
                  <a:lnTo>
                    <a:pt x="5653" y="7873"/>
                  </a:lnTo>
                  <a:lnTo>
                    <a:pt x="5574" y="7979"/>
                  </a:lnTo>
                  <a:lnTo>
                    <a:pt x="5494" y="8086"/>
                  </a:lnTo>
                  <a:lnTo>
                    <a:pt x="5413" y="8193"/>
                  </a:lnTo>
                  <a:lnTo>
                    <a:pt x="5330" y="8299"/>
                  </a:lnTo>
                  <a:lnTo>
                    <a:pt x="5249" y="8403"/>
                  </a:lnTo>
                  <a:lnTo>
                    <a:pt x="5168" y="8504"/>
                  </a:lnTo>
                  <a:lnTo>
                    <a:pt x="5087" y="8603"/>
                  </a:lnTo>
                  <a:lnTo>
                    <a:pt x="5009" y="8698"/>
                  </a:lnTo>
                  <a:lnTo>
                    <a:pt x="4933" y="8787"/>
                  </a:lnTo>
                  <a:lnTo>
                    <a:pt x="4860" y="8871"/>
                  </a:lnTo>
                  <a:lnTo>
                    <a:pt x="4789" y="8949"/>
                  </a:lnTo>
                  <a:lnTo>
                    <a:pt x="4722" y="9018"/>
                  </a:lnTo>
                  <a:lnTo>
                    <a:pt x="4660" y="9080"/>
                  </a:lnTo>
                  <a:lnTo>
                    <a:pt x="4603" y="9133"/>
                  </a:lnTo>
                  <a:lnTo>
                    <a:pt x="4550" y="9175"/>
                  </a:lnTo>
                  <a:lnTo>
                    <a:pt x="4503" y="9208"/>
                  </a:lnTo>
                  <a:lnTo>
                    <a:pt x="4462" y="9229"/>
                  </a:lnTo>
                  <a:lnTo>
                    <a:pt x="4429" y="9237"/>
                  </a:lnTo>
                  <a:lnTo>
                    <a:pt x="4394" y="9233"/>
                  </a:lnTo>
                  <a:lnTo>
                    <a:pt x="4349" y="9216"/>
                  </a:lnTo>
                  <a:lnTo>
                    <a:pt x="4293" y="9187"/>
                  </a:lnTo>
                  <a:lnTo>
                    <a:pt x="4230" y="9146"/>
                  </a:lnTo>
                  <a:lnTo>
                    <a:pt x="4158" y="9095"/>
                  </a:lnTo>
                  <a:lnTo>
                    <a:pt x="4079" y="9035"/>
                  </a:lnTo>
                  <a:lnTo>
                    <a:pt x="3994" y="8967"/>
                  </a:lnTo>
                  <a:lnTo>
                    <a:pt x="3902" y="8890"/>
                  </a:lnTo>
                  <a:lnTo>
                    <a:pt x="3806" y="8807"/>
                  </a:lnTo>
                  <a:lnTo>
                    <a:pt x="3705" y="8718"/>
                  </a:lnTo>
                  <a:lnTo>
                    <a:pt x="3602" y="8623"/>
                  </a:lnTo>
                  <a:lnTo>
                    <a:pt x="3495" y="8524"/>
                  </a:lnTo>
                  <a:lnTo>
                    <a:pt x="3387" y="8422"/>
                  </a:lnTo>
                  <a:lnTo>
                    <a:pt x="3276" y="8317"/>
                  </a:lnTo>
                  <a:lnTo>
                    <a:pt x="3166" y="8210"/>
                  </a:lnTo>
                  <a:lnTo>
                    <a:pt x="3055" y="8103"/>
                  </a:lnTo>
                  <a:lnTo>
                    <a:pt x="2946" y="7995"/>
                  </a:lnTo>
                  <a:lnTo>
                    <a:pt x="2839" y="7889"/>
                  </a:lnTo>
                  <a:lnTo>
                    <a:pt x="2733" y="7783"/>
                  </a:lnTo>
                  <a:lnTo>
                    <a:pt x="2631" y="7680"/>
                  </a:lnTo>
                  <a:lnTo>
                    <a:pt x="2439" y="7485"/>
                  </a:lnTo>
                  <a:lnTo>
                    <a:pt x="2269" y="7311"/>
                  </a:lnTo>
                  <a:lnTo>
                    <a:pt x="2126" y="7163"/>
                  </a:lnTo>
                  <a:lnTo>
                    <a:pt x="2017" y="7049"/>
                  </a:lnTo>
                  <a:lnTo>
                    <a:pt x="1946" y="6977"/>
                  </a:lnTo>
                  <a:lnTo>
                    <a:pt x="1922" y="6950"/>
                  </a:lnTo>
                  <a:lnTo>
                    <a:pt x="1921" y="6978"/>
                  </a:lnTo>
                  <a:lnTo>
                    <a:pt x="1920" y="7055"/>
                  </a:lnTo>
                  <a:lnTo>
                    <a:pt x="1917" y="7176"/>
                  </a:lnTo>
                  <a:lnTo>
                    <a:pt x="1914" y="7334"/>
                  </a:lnTo>
                  <a:lnTo>
                    <a:pt x="1910" y="7522"/>
                  </a:lnTo>
                  <a:lnTo>
                    <a:pt x="1906" y="7732"/>
                  </a:lnTo>
                  <a:lnTo>
                    <a:pt x="1903" y="7958"/>
                  </a:lnTo>
                  <a:lnTo>
                    <a:pt x="1899" y="8194"/>
                  </a:lnTo>
                  <a:lnTo>
                    <a:pt x="1897" y="8432"/>
                  </a:lnTo>
                  <a:lnTo>
                    <a:pt x="1895" y="8666"/>
                  </a:lnTo>
                  <a:lnTo>
                    <a:pt x="1895" y="8888"/>
                  </a:lnTo>
                  <a:lnTo>
                    <a:pt x="1896" y="9092"/>
                  </a:lnTo>
                  <a:lnTo>
                    <a:pt x="1898" y="9186"/>
                  </a:lnTo>
                  <a:lnTo>
                    <a:pt x="1899" y="9271"/>
                  </a:lnTo>
                  <a:lnTo>
                    <a:pt x="1902" y="9349"/>
                  </a:lnTo>
                  <a:lnTo>
                    <a:pt x="1905" y="9418"/>
                  </a:lnTo>
                  <a:lnTo>
                    <a:pt x="1908" y="9478"/>
                  </a:lnTo>
                  <a:lnTo>
                    <a:pt x="1912" y="9526"/>
                  </a:lnTo>
                  <a:lnTo>
                    <a:pt x="1917" y="9564"/>
                  </a:lnTo>
                  <a:lnTo>
                    <a:pt x="1922" y="9590"/>
                  </a:lnTo>
                  <a:lnTo>
                    <a:pt x="1939" y="9619"/>
                  </a:lnTo>
                  <a:lnTo>
                    <a:pt x="1978" y="9668"/>
                  </a:lnTo>
                  <a:lnTo>
                    <a:pt x="2036" y="9736"/>
                  </a:lnTo>
                  <a:lnTo>
                    <a:pt x="2114" y="9820"/>
                  </a:lnTo>
                  <a:lnTo>
                    <a:pt x="2209" y="9920"/>
                  </a:lnTo>
                  <a:lnTo>
                    <a:pt x="2319" y="10035"/>
                  </a:lnTo>
                  <a:lnTo>
                    <a:pt x="2445" y="10163"/>
                  </a:lnTo>
                  <a:lnTo>
                    <a:pt x="2585" y="10301"/>
                  </a:lnTo>
                  <a:lnTo>
                    <a:pt x="2736" y="10451"/>
                  </a:lnTo>
                  <a:lnTo>
                    <a:pt x="2898" y="10609"/>
                  </a:lnTo>
                  <a:lnTo>
                    <a:pt x="3069" y="10776"/>
                  </a:lnTo>
                  <a:lnTo>
                    <a:pt x="3249" y="10948"/>
                  </a:lnTo>
                  <a:lnTo>
                    <a:pt x="3434" y="11125"/>
                  </a:lnTo>
                  <a:lnTo>
                    <a:pt x="3626" y="11307"/>
                  </a:lnTo>
                  <a:lnTo>
                    <a:pt x="3821" y="11490"/>
                  </a:lnTo>
                  <a:lnTo>
                    <a:pt x="4020" y="11675"/>
                  </a:lnTo>
                  <a:lnTo>
                    <a:pt x="4219" y="11858"/>
                  </a:lnTo>
                  <a:lnTo>
                    <a:pt x="4419" y="12040"/>
                  </a:lnTo>
                  <a:lnTo>
                    <a:pt x="4618" y="12220"/>
                  </a:lnTo>
                  <a:lnTo>
                    <a:pt x="4813" y="12395"/>
                  </a:lnTo>
                  <a:lnTo>
                    <a:pt x="5005" y="12563"/>
                  </a:lnTo>
                  <a:lnTo>
                    <a:pt x="5191" y="12726"/>
                  </a:lnTo>
                  <a:lnTo>
                    <a:pt x="5371" y="12880"/>
                  </a:lnTo>
                  <a:lnTo>
                    <a:pt x="5543" y="13024"/>
                  </a:lnTo>
                  <a:lnTo>
                    <a:pt x="5705" y="13157"/>
                  </a:lnTo>
                  <a:lnTo>
                    <a:pt x="5856" y="13278"/>
                  </a:lnTo>
                  <a:lnTo>
                    <a:pt x="5996" y="13385"/>
                  </a:lnTo>
                  <a:lnTo>
                    <a:pt x="6122" y="13478"/>
                  </a:lnTo>
                  <a:lnTo>
                    <a:pt x="6233" y="13553"/>
                  </a:lnTo>
                  <a:lnTo>
                    <a:pt x="6328" y="13612"/>
                  </a:lnTo>
                  <a:lnTo>
                    <a:pt x="6406" y="13650"/>
                  </a:lnTo>
                  <a:lnTo>
                    <a:pt x="6465" y="13669"/>
                  </a:lnTo>
                  <a:lnTo>
                    <a:pt x="6532" y="13670"/>
                  </a:lnTo>
                  <a:lnTo>
                    <a:pt x="6634" y="13659"/>
                  </a:lnTo>
                  <a:lnTo>
                    <a:pt x="6767" y="13636"/>
                  </a:lnTo>
                  <a:lnTo>
                    <a:pt x="6929" y="13603"/>
                  </a:lnTo>
                  <a:lnTo>
                    <a:pt x="7117" y="13560"/>
                  </a:lnTo>
                  <a:lnTo>
                    <a:pt x="7332" y="13508"/>
                  </a:lnTo>
                  <a:lnTo>
                    <a:pt x="7568" y="13447"/>
                  </a:lnTo>
                  <a:lnTo>
                    <a:pt x="7824" y="13379"/>
                  </a:lnTo>
                  <a:lnTo>
                    <a:pt x="8098" y="13304"/>
                  </a:lnTo>
                  <a:lnTo>
                    <a:pt x="8388" y="13223"/>
                  </a:lnTo>
                  <a:lnTo>
                    <a:pt x="8689" y="13137"/>
                  </a:lnTo>
                  <a:lnTo>
                    <a:pt x="9001" y="13046"/>
                  </a:lnTo>
                  <a:lnTo>
                    <a:pt x="9323" y="12951"/>
                  </a:lnTo>
                  <a:lnTo>
                    <a:pt x="9650" y="12854"/>
                  </a:lnTo>
                  <a:lnTo>
                    <a:pt x="9979" y="12755"/>
                  </a:lnTo>
                  <a:lnTo>
                    <a:pt x="10311" y="12654"/>
                  </a:lnTo>
                  <a:lnTo>
                    <a:pt x="10640" y="12552"/>
                  </a:lnTo>
                  <a:lnTo>
                    <a:pt x="10967" y="12451"/>
                  </a:lnTo>
                  <a:lnTo>
                    <a:pt x="11288" y="12351"/>
                  </a:lnTo>
                  <a:lnTo>
                    <a:pt x="11600" y="12252"/>
                  </a:lnTo>
                  <a:lnTo>
                    <a:pt x="11902" y="12156"/>
                  </a:lnTo>
                  <a:lnTo>
                    <a:pt x="12191" y="12064"/>
                  </a:lnTo>
                  <a:lnTo>
                    <a:pt x="12464" y="11975"/>
                  </a:lnTo>
                  <a:lnTo>
                    <a:pt x="12720" y="11891"/>
                  </a:lnTo>
                  <a:lnTo>
                    <a:pt x="12956" y="11813"/>
                  </a:lnTo>
                  <a:lnTo>
                    <a:pt x="13170" y="11741"/>
                  </a:lnTo>
                  <a:lnTo>
                    <a:pt x="13358" y="11677"/>
                  </a:lnTo>
                  <a:lnTo>
                    <a:pt x="13519" y="11619"/>
                  </a:lnTo>
                  <a:lnTo>
                    <a:pt x="13652" y="11572"/>
                  </a:lnTo>
                  <a:lnTo>
                    <a:pt x="13752" y="11534"/>
                  </a:lnTo>
                  <a:lnTo>
                    <a:pt x="13819" y="11505"/>
                  </a:lnTo>
                  <a:lnTo>
                    <a:pt x="13848" y="11488"/>
                  </a:lnTo>
                  <a:lnTo>
                    <a:pt x="13860" y="11468"/>
                  </a:lnTo>
                  <a:lnTo>
                    <a:pt x="13872" y="11431"/>
                  </a:lnTo>
                  <a:lnTo>
                    <a:pt x="13885" y="11379"/>
                  </a:lnTo>
                  <a:lnTo>
                    <a:pt x="13898" y="11313"/>
                  </a:lnTo>
                  <a:lnTo>
                    <a:pt x="13912" y="11232"/>
                  </a:lnTo>
                  <a:lnTo>
                    <a:pt x="13928" y="11141"/>
                  </a:lnTo>
                  <a:lnTo>
                    <a:pt x="13943" y="11038"/>
                  </a:lnTo>
                  <a:lnTo>
                    <a:pt x="13959" y="10925"/>
                  </a:lnTo>
                  <a:lnTo>
                    <a:pt x="13975" y="10803"/>
                  </a:lnTo>
                  <a:lnTo>
                    <a:pt x="13991" y="10674"/>
                  </a:lnTo>
                  <a:lnTo>
                    <a:pt x="14007" y="10539"/>
                  </a:lnTo>
                  <a:lnTo>
                    <a:pt x="14023" y="10398"/>
                  </a:lnTo>
                  <a:lnTo>
                    <a:pt x="14057" y="10105"/>
                  </a:lnTo>
                  <a:lnTo>
                    <a:pt x="14089" y="9803"/>
                  </a:lnTo>
                  <a:lnTo>
                    <a:pt x="14119" y="9504"/>
                  </a:lnTo>
                  <a:lnTo>
                    <a:pt x="14148" y="9215"/>
                  </a:lnTo>
                  <a:lnTo>
                    <a:pt x="14174" y="8946"/>
                  </a:lnTo>
                  <a:lnTo>
                    <a:pt x="14197" y="8705"/>
                  </a:lnTo>
                  <a:lnTo>
                    <a:pt x="14216" y="8501"/>
                  </a:lnTo>
                  <a:lnTo>
                    <a:pt x="14230" y="8345"/>
                  </a:lnTo>
                  <a:lnTo>
                    <a:pt x="14239" y="8245"/>
                  </a:lnTo>
                  <a:lnTo>
                    <a:pt x="14242" y="8209"/>
                  </a:lnTo>
                  <a:lnTo>
                    <a:pt x="14170" y="8230"/>
                  </a:lnTo>
                  <a:lnTo>
                    <a:pt x="13967" y="8290"/>
                  </a:lnTo>
                  <a:lnTo>
                    <a:pt x="13649" y="8382"/>
                  </a:lnTo>
                  <a:lnTo>
                    <a:pt x="13237" y="8502"/>
                  </a:lnTo>
                  <a:lnTo>
                    <a:pt x="12749" y="8644"/>
                  </a:lnTo>
                  <a:lnTo>
                    <a:pt x="12203" y="8802"/>
                  </a:lnTo>
                  <a:lnTo>
                    <a:pt x="11617" y="8969"/>
                  </a:lnTo>
                  <a:lnTo>
                    <a:pt x="11011" y="9141"/>
                  </a:lnTo>
                  <a:lnTo>
                    <a:pt x="10403" y="9314"/>
                  </a:lnTo>
                  <a:lnTo>
                    <a:pt x="9809" y="9479"/>
                  </a:lnTo>
                  <a:lnTo>
                    <a:pt x="9525" y="9556"/>
                  </a:lnTo>
                  <a:lnTo>
                    <a:pt x="9251" y="9632"/>
                  </a:lnTo>
                  <a:lnTo>
                    <a:pt x="8990" y="9702"/>
                  </a:lnTo>
                  <a:lnTo>
                    <a:pt x="8745" y="9767"/>
                  </a:lnTo>
                  <a:lnTo>
                    <a:pt x="8519" y="9826"/>
                  </a:lnTo>
                  <a:lnTo>
                    <a:pt x="8312" y="9879"/>
                  </a:lnTo>
                  <a:lnTo>
                    <a:pt x="8128" y="9924"/>
                  </a:lnTo>
                  <a:lnTo>
                    <a:pt x="7967" y="9962"/>
                  </a:lnTo>
                  <a:lnTo>
                    <a:pt x="7835" y="9991"/>
                  </a:lnTo>
                  <a:lnTo>
                    <a:pt x="7732" y="10010"/>
                  </a:lnTo>
                  <a:lnTo>
                    <a:pt x="7661" y="10019"/>
                  </a:lnTo>
                  <a:lnTo>
                    <a:pt x="7624" y="10018"/>
                  </a:lnTo>
                  <a:lnTo>
                    <a:pt x="7601" y="10002"/>
                  </a:lnTo>
                  <a:lnTo>
                    <a:pt x="7574" y="9970"/>
                  </a:lnTo>
                  <a:lnTo>
                    <a:pt x="7543" y="9923"/>
                  </a:lnTo>
                  <a:lnTo>
                    <a:pt x="7508" y="9863"/>
                  </a:lnTo>
                  <a:lnTo>
                    <a:pt x="7468" y="9789"/>
                  </a:lnTo>
                  <a:lnTo>
                    <a:pt x="7426" y="9705"/>
                  </a:lnTo>
                  <a:lnTo>
                    <a:pt x="7380" y="9609"/>
                  </a:lnTo>
                  <a:lnTo>
                    <a:pt x="7331" y="9504"/>
                  </a:lnTo>
                  <a:lnTo>
                    <a:pt x="7281" y="9391"/>
                  </a:lnTo>
                  <a:lnTo>
                    <a:pt x="7228" y="9270"/>
                  </a:lnTo>
                  <a:lnTo>
                    <a:pt x="7174" y="9143"/>
                  </a:lnTo>
                  <a:lnTo>
                    <a:pt x="7118" y="9011"/>
                  </a:lnTo>
                  <a:lnTo>
                    <a:pt x="7063" y="8875"/>
                  </a:lnTo>
                  <a:lnTo>
                    <a:pt x="7006" y="8736"/>
                  </a:lnTo>
                  <a:lnTo>
                    <a:pt x="6949" y="8595"/>
                  </a:lnTo>
                  <a:lnTo>
                    <a:pt x="6893" y="8454"/>
                  </a:lnTo>
                  <a:lnTo>
                    <a:pt x="6782" y="8172"/>
                  </a:lnTo>
                  <a:lnTo>
                    <a:pt x="6676" y="7900"/>
                  </a:lnTo>
                  <a:lnTo>
                    <a:pt x="6579" y="7646"/>
                  </a:lnTo>
                  <a:lnTo>
                    <a:pt x="6493" y="7418"/>
                  </a:lnTo>
                  <a:lnTo>
                    <a:pt x="6421" y="7227"/>
                  </a:lnTo>
                  <a:lnTo>
                    <a:pt x="6366" y="7078"/>
                  </a:lnTo>
                  <a:lnTo>
                    <a:pt x="6330" y="6984"/>
                  </a:lnTo>
                  <a:lnTo>
                    <a:pt x="6318" y="6950"/>
                  </a:lnTo>
                  <a:close/>
                  <a:moveTo>
                    <a:pt x="9742" y="156"/>
                  </a:moveTo>
                  <a:lnTo>
                    <a:pt x="9130" y="3375"/>
                  </a:lnTo>
                  <a:lnTo>
                    <a:pt x="8713" y="0"/>
                  </a:lnTo>
                  <a:lnTo>
                    <a:pt x="8645" y="17"/>
                  </a:lnTo>
                  <a:lnTo>
                    <a:pt x="8453" y="67"/>
                  </a:lnTo>
                  <a:lnTo>
                    <a:pt x="8155" y="144"/>
                  </a:lnTo>
                  <a:lnTo>
                    <a:pt x="7769" y="244"/>
                  </a:lnTo>
                  <a:lnTo>
                    <a:pt x="7311" y="364"/>
                  </a:lnTo>
                  <a:lnTo>
                    <a:pt x="6800" y="499"/>
                  </a:lnTo>
                  <a:lnTo>
                    <a:pt x="6255" y="644"/>
                  </a:lnTo>
                  <a:lnTo>
                    <a:pt x="5690" y="796"/>
                  </a:lnTo>
                  <a:lnTo>
                    <a:pt x="5408" y="873"/>
                  </a:lnTo>
                  <a:lnTo>
                    <a:pt x="5127" y="950"/>
                  </a:lnTo>
                  <a:lnTo>
                    <a:pt x="4850" y="1027"/>
                  </a:lnTo>
                  <a:lnTo>
                    <a:pt x="4580" y="1102"/>
                  </a:lnTo>
                  <a:lnTo>
                    <a:pt x="4319" y="1177"/>
                  </a:lnTo>
                  <a:lnTo>
                    <a:pt x="4069" y="1250"/>
                  </a:lnTo>
                  <a:lnTo>
                    <a:pt x="3833" y="1319"/>
                  </a:lnTo>
                  <a:lnTo>
                    <a:pt x="3612" y="1386"/>
                  </a:lnTo>
                  <a:lnTo>
                    <a:pt x="3408" y="1448"/>
                  </a:lnTo>
                  <a:lnTo>
                    <a:pt x="3225" y="1508"/>
                  </a:lnTo>
                  <a:lnTo>
                    <a:pt x="3063" y="1562"/>
                  </a:lnTo>
                  <a:lnTo>
                    <a:pt x="2926" y="1610"/>
                  </a:lnTo>
                  <a:lnTo>
                    <a:pt x="2815" y="1654"/>
                  </a:lnTo>
                  <a:lnTo>
                    <a:pt x="2734" y="1690"/>
                  </a:lnTo>
                  <a:lnTo>
                    <a:pt x="2682" y="1720"/>
                  </a:lnTo>
                  <a:lnTo>
                    <a:pt x="2665" y="1743"/>
                  </a:lnTo>
                  <a:lnTo>
                    <a:pt x="2675" y="1770"/>
                  </a:lnTo>
                  <a:lnTo>
                    <a:pt x="2705" y="1812"/>
                  </a:lnTo>
                  <a:lnTo>
                    <a:pt x="2754" y="1868"/>
                  </a:lnTo>
                  <a:lnTo>
                    <a:pt x="2820" y="1937"/>
                  </a:lnTo>
                  <a:lnTo>
                    <a:pt x="2904" y="2019"/>
                  </a:lnTo>
                  <a:lnTo>
                    <a:pt x="3002" y="2111"/>
                  </a:lnTo>
                  <a:lnTo>
                    <a:pt x="3114" y="2213"/>
                  </a:lnTo>
                  <a:lnTo>
                    <a:pt x="3238" y="2325"/>
                  </a:lnTo>
                  <a:lnTo>
                    <a:pt x="3373" y="2444"/>
                  </a:lnTo>
                  <a:lnTo>
                    <a:pt x="3518" y="2570"/>
                  </a:lnTo>
                  <a:lnTo>
                    <a:pt x="3672" y="2702"/>
                  </a:lnTo>
                  <a:lnTo>
                    <a:pt x="3833" y="2838"/>
                  </a:lnTo>
                  <a:lnTo>
                    <a:pt x="4001" y="2978"/>
                  </a:lnTo>
                  <a:lnTo>
                    <a:pt x="4172" y="3121"/>
                  </a:lnTo>
                  <a:lnTo>
                    <a:pt x="4349" y="3265"/>
                  </a:lnTo>
                  <a:lnTo>
                    <a:pt x="4526" y="3410"/>
                  </a:lnTo>
                  <a:lnTo>
                    <a:pt x="4705" y="3555"/>
                  </a:lnTo>
                  <a:lnTo>
                    <a:pt x="4884" y="3698"/>
                  </a:lnTo>
                  <a:lnTo>
                    <a:pt x="5061" y="3839"/>
                  </a:lnTo>
                  <a:lnTo>
                    <a:pt x="5235" y="3977"/>
                  </a:lnTo>
                  <a:lnTo>
                    <a:pt x="5405" y="4109"/>
                  </a:lnTo>
                  <a:lnTo>
                    <a:pt x="5570" y="4236"/>
                  </a:lnTo>
                  <a:lnTo>
                    <a:pt x="5727" y="4355"/>
                  </a:lnTo>
                  <a:lnTo>
                    <a:pt x="5878" y="4467"/>
                  </a:lnTo>
                  <a:lnTo>
                    <a:pt x="6019" y="4571"/>
                  </a:lnTo>
                  <a:lnTo>
                    <a:pt x="6150" y="4665"/>
                  </a:lnTo>
                  <a:lnTo>
                    <a:pt x="6268" y="4747"/>
                  </a:lnTo>
                  <a:lnTo>
                    <a:pt x="6374" y="4818"/>
                  </a:lnTo>
                  <a:lnTo>
                    <a:pt x="6465" y="4875"/>
                  </a:lnTo>
                  <a:lnTo>
                    <a:pt x="6541" y="4920"/>
                  </a:lnTo>
                  <a:lnTo>
                    <a:pt x="6600" y="4948"/>
                  </a:lnTo>
                  <a:lnTo>
                    <a:pt x="6641" y="4961"/>
                  </a:lnTo>
                  <a:lnTo>
                    <a:pt x="6688" y="4961"/>
                  </a:lnTo>
                  <a:lnTo>
                    <a:pt x="6767" y="4951"/>
                  </a:lnTo>
                  <a:lnTo>
                    <a:pt x="6874" y="4932"/>
                  </a:lnTo>
                  <a:lnTo>
                    <a:pt x="7007" y="4905"/>
                  </a:lnTo>
                  <a:lnTo>
                    <a:pt x="7165" y="4869"/>
                  </a:lnTo>
                  <a:lnTo>
                    <a:pt x="7345" y="4826"/>
                  </a:lnTo>
                  <a:lnTo>
                    <a:pt x="7546" y="4777"/>
                  </a:lnTo>
                  <a:lnTo>
                    <a:pt x="7766" y="4721"/>
                  </a:lnTo>
                  <a:lnTo>
                    <a:pt x="8000" y="4661"/>
                  </a:lnTo>
                  <a:lnTo>
                    <a:pt x="8249" y="4595"/>
                  </a:lnTo>
                  <a:lnTo>
                    <a:pt x="8511" y="4525"/>
                  </a:lnTo>
                  <a:lnTo>
                    <a:pt x="8782" y="4451"/>
                  </a:lnTo>
                  <a:lnTo>
                    <a:pt x="9060" y="4374"/>
                  </a:lnTo>
                  <a:lnTo>
                    <a:pt x="9344" y="4294"/>
                  </a:lnTo>
                  <a:lnTo>
                    <a:pt x="9631" y="4213"/>
                  </a:lnTo>
                  <a:lnTo>
                    <a:pt x="9921" y="4130"/>
                  </a:lnTo>
                  <a:lnTo>
                    <a:pt x="10209" y="4046"/>
                  </a:lnTo>
                  <a:lnTo>
                    <a:pt x="10494" y="3962"/>
                  </a:lnTo>
                  <a:lnTo>
                    <a:pt x="10775" y="3880"/>
                  </a:lnTo>
                  <a:lnTo>
                    <a:pt x="11048" y="3797"/>
                  </a:lnTo>
                  <a:lnTo>
                    <a:pt x="11313" y="3717"/>
                  </a:lnTo>
                  <a:lnTo>
                    <a:pt x="11566" y="3638"/>
                  </a:lnTo>
                  <a:lnTo>
                    <a:pt x="11805" y="3561"/>
                  </a:lnTo>
                  <a:lnTo>
                    <a:pt x="12029" y="3490"/>
                  </a:lnTo>
                  <a:lnTo>
                    <a:pt x="12236" y="3421"/>
                  </a:lnTo>
                  <a:lnTo>
                    <a:pt x="12423" y="3357"/>
                  </a:lnTo>
                  <a:lnTo>
                    <a:pt x="12588" y="3298"/>
                  </a:lnTo>
                  <a:lnTo>
                    <a:pt x="12729" y="3245"/>
                  </a:lnTo>
                  <a:lnTo>
                    <a:pt x="12845" y="3199"/>
                  </a:lnTo>
                  <a:lnTo>
                    <a:pt x="12932" y="3159"/>
                  </a:lnTo>
                  <a:lnTo>
                    <a:pt x="12989" y="3127"/>
                  </a:lnTo>
                  <a:lnTo>
                    <a:pt x="13013" y="3103"/>
                  </a:lnTo>
                  <a:lnTo>
                    <a:pt x="13011" y="3076"/>
                  </a:lnTo>
                  <a:lnTo>
                    <a:pt x="12991" y="3034"/>
                  </a:lnTo>
                  <a:lnTo>
                    <a:pt x="12952" y="2980"/>
                  </a:lnTo>
                  <a:lnTo>
                    <a:pt x="12897" y="2914"/>
                  </a:lnTo>
                  <a:lnTo>
                    <a:pt x="12827" y="2837"/>
                  </a:lnTo>
                  <a:lnTo>
                    <a:pt x="12743" y="2750"/>
                  </a:lnTo>
                  <a:lnTo>
                    <a:pt x="12646" y="2654"/>
                  </a:lnTo>
                  <a:lnTo>
                    <a:pt x="12538" y="2551"/>
                  </a:lnTo>
                  <a:lnTo>
                    <a:pt x="12420" y="2441"/>
                  </a:lnTo>
                  <a:lnTo>
                    <a:pt x="12292" y="2324"/>
                  </a:lnTo>
                  <a:lnTo>
                    <a:pt x="12156" y="2202"/>
                  </a:lnTo>
                  <a:lnTo>
                    <a:pt x="12015" y="2075"/>
                  </a:lnTo>
                  <a:lnTo>
                    <a:pt x="11868" y="1946"/>
                  </a:lnTo>
                  <a:lnTo>
                    <a:pt x="11718" y="1815"/>
                  </a:lnTo>
                  <a:lnTo>
                    <a:pt x="11565" y="1682"/>
                  </a:lnTo>
                  <a:lnTo>
                    <a:pt x="11410" y="1548"/>
                  </a:lnTo>
                  <a:lnTo>
                    <a:pt x="11100" y="1285"/>
                  </a:lnTo>
                  <a:lnTo>
                    <a:pt x="10800" y="1032"/>
                  </a:lnTo>
                  <a:lnTo>
                    <a:pt x="10517" y="796"/>
                  </a:lnTo>
                  <a:lnTo>
                    <a:pt x="10264" y="587"/>
                  </a:lnTo>
                  <a:lnTo>
                    <a:pt x="10051" y="410"/>
                  </a:lnTo>
                  <a:lnTo>
                    <a:pt x="9885" y="274"/>
                  </a:lnTo>
                  <a:lnTo>
                    <a:pt x="9780" y="187"/>
                  </a:lnTo>
                  <a:lnTo>
                    <a:pt x="9742" y="156"/>
                  </a:lnTo>
                  <a:close/>
                  <a:moveTo>
                    <a:pt x="0" y="4296"/>
                  </a:moveTo>
                  <a:lnTo>
                    <a:pt x="12" y="4325"/>
                  </a:lnTo>
                  <a:lnTo>
                    <a:pt x="45" y="4375"/>
                  </a:lnTo>
                  <a:lnTo>
                    <a:pt x="100" y="4443"/>
                  </a:lnTo>
                  <a:lnTo>
                    <a:pt x="173" y="4529"/>
                  </a:lnTo>
                  <a:lnTo>
                    <a:pt x="264" y="4632"/>
                  </a:lnTo>
                  <a:lnTo>
                    <a:pt x="372" y="4748"/>
                  </a:lnTo>
                  <a:lnTo>
                    <a:pt x="495" y="4878"/>
                  </a:lnTo>
                  <a:lnTo>
                    <a:pt x="631" y="5022"/>
                  </a:lnTo>
                  <a:lnTo>
                    <a:pt x="780" y="5174"/>
                  </a:lnTo>
                  <a:lnTo>
                    <a:pt x="939" y="5336"/>
                  </a:lnTo>
                  <a:lnTo>
                    <a:pt x="1108" y="5506"/>
                  </a:lnTo>
                  <a:lnTo>
                    <a:pt x="1284" y="5683"/>
                  </a:lnTo>
                  <a:lnTo>
                    <a:pt x="1467" y="5864"/>
                  </a:lnTo>
                  <a:lnTo>
                    <a:pt x="1655" y="6048"/>
                  </a:lnTo>
                  <a:lnTo>
                    <a:pt x="1847" y="6236"/>
                  </a:lnTo>
                  <a:lnTo>
                    <a:pt x="2040" y="6424"/>
                  </a:lnTo>
                  <a:lnTo>
                    <a:pt x="2235" y="6612"/>
                  </a:lnTo>
                  <a:lnTo>
                    <a:pt x="2429" y="6797"/>
                  </a:lnTo>
                  <a:lnTo>
                    <a:pt x="2621" y="6979"/>
                  </a:lnTo>
                  <a:lnTo>
                    <a:pt x="2809" y="7156"/>
                  </a:lnTo>
                  <a:lnTo>
                    <a:pt x="2993" y="7327"/>
                  </a:lnTo>
                  <a:lnTo>
                    <a:pt x="3170" y="7491"/>
                  </a:lnTo>
                  <a:lnTo>
                    <a:pt x="3340" y="7645"/>
                  </a:lnTo>
                  <a:lnTo>
                    <a:pt x="3500" y="7789"/>
                  </a:lnTo>
                  <a:lnTo>
                    <a:pt x="3649" y="7922"/>
                  </a:lnTo>
                  <a:lnTo>
                    <a:pt x="3787" y="8041"/>
                  </a:lnTo>
                  <a:lnTo>
                    <a:pt x="3911" y="8146"/>
                  </a:lnTo>
                  <a:lnTo>
                    <a:pt x="4021" y="8234"/>
                  </a:lnTo>
                  <a:lnTo>
                    <a:pt x="4114" y="8305"/>
                  </a:lnTo>
                  <a:lnTo>
                    <a:pt x="4189" y="8357"/>
                  </a:lnTo>
                  <a:lnTo>
                    <a:pt x="4246" y="8390"/>
                  </a:lnTo>
                  <a:lnTo>
                    <a:pt x="4282" y="8401"/>
                  </a:lnTo>
                  <a:lnTo>
                    <a:pt x="4311" y="8392"/>
                  </a:lnTo>
                  <a:lnTo>
                    <a:pt x="4351" y="8368"/>
                  </a:lnTo>
                  <a:lnTo>
                    <a:pt x="4398" y="8331"/>
                  </a:lnTo>
                  <a:lnTo>
                    <a:pt x="4452" y="8280"/>
                  </a:lnTo>
                  <a:lnTo>
                    <a:pt x="4514" y="8217"/>
                  </a:lnTo>
                  <a:lnTo>
                    <a:pt x="4582" y="8143"/>
                  </a:lnTo>
                  <a:lnTo>
                    <a:pt x="4657" y="8058"/>
                  </a:lnTo>
                  <a:lnTo>
                    <a:pt x="4736" y="7964"/>
                  </a:lnTo>
                  <a:lnTo>
                    <a:pt x="4819" y="7862"/>
                  </a:lnTo>
                  <a:lnTo>
                    <a:pt x="4907" y="7754"/>
                  </a:lnTo>
                  <a:lnTo>
                    <a:pt x="4998" y="7639"/>
                  </a:lnTo>
                  <a:lnTo>
                    <a:pt x="5090" y="7519"/>
                  </a:lnTo>
                  <a:lnTo>
                    <a:pt x="5185" y="7395"/>
                  </a:lnTo>
                  <a:lnTo>
                    <a:pt x="5281" y="7268"/>
                  </a:lnTo>
                  <a:lnTo>
                    <a:pt x="5378" y="7139"/>
                  </a:lnTo>
                  <a:lnTo>
                    <a:pt x="5474" y="7009"/>
                  </a:lnTo>
                  <a:lnTo>
                    <a:pt x="5664" y="6750"/>
                  </a:lnTo>
                  <a:lnTo>
                    <a:pt x="5845" y="6499"/>
                  </a:lnTo>
                  <a:lnTo>
                    <a:pt x="6013" y="6264"/>
                  </a:lnTo>
                  <a:lnTo>
                    <a:pt x="6162" y="6055"/>
                  </a:lnTo>
                  <a:lnTo>
                    <a:pt x="6287" y="5877"/>
                  </a:lnTo>
                  <a:lnTo>
                    <a:pt x="6383" y="5740"/>
                  </a:lnTo>
                  <a:lnTo>
                    <a:pt x="6444" y="5652"/>
                  </a:lnTo>
                  <a:lnTo>
                    <a:pt x="6465" y="5621"/>
                  </a:lnTo>
                  <a:lnTo>
                    <a:pt x="2140" y="2050"/>
                  </a:lnTo>
                  <a:lnTo>
                    <a:pt x="2116" y="2073"/>
                  </a:lnTo>
                  <a:lnTo>
                    <a:pt x="2048" y="2138"/>
                  </a:lnTo>
                  <a:lnTo>
                    <a:pt x="1942" y="2241"/>
                  </a:lnTo>
                  <a:lnTo>
                    <a:pt x="1805" y="2374"/>
                  </a:lnTo>
                  <a:lnTo>
                    <a:pt x="1644" y="2532"/>
                  </a:lnTo>
                  <a:lnTo>
                    <a:pt x="1463" y="2710"/>
                  </a:lnTo>
                  <a:lnTo>
                    <a:pt x="1270" y="2901"/>
                  </a:lnTo>
                  <a:lnTo>
                    <a:pt x="1070" y="3101"/>
                  </a:lnTo>
                  <a:lnTo>
                    <a:pt x="970" y="3203"/>
                  </a:lnTo>
                  <a:lnTo>
                    <a:pt x="871" y="3303"/>
                  </a:lnTo>
                  <a:lnTo>
                    <a:pt x="773" y="3403"/>
                  </a:lnTo>
                  <a:lnTo>
                    <a:pt x="677" y="3502"/>
                  </a:lnTo>
                  <a:lnTo>
                    <a:pt x="585" y="3598"/>
                  </a:lnTo>
                  <a:lnTo>
                    <a:pt x="496" y="3690"/>
                  </a:lnTo>
                  <a:lnTo>
                    <a:pt x="412" y="3780"/>
                  </a:lnTo>
                  <a:lnTo>
                    <a:pt x="335" y="3865"/>
                  </a:lnTo>
                  <a:lnTo>
                    <a:pt x="262" y="3944"/>
                  </a:lnTo>
                  <a:lnTo>
                    <a:pt x="198" y="4018"/>
                  </a:lnTo>
                  <a:lnTo>
                    <a:pt x="140" y="4085"/>
                  </a:lnTo>
                  <a:lnTo>
                    <a:pt x="92" y="4145"/>
                  </a:lnTo>
                  <a:lnTo>
                    <a:pt x="53" y="4196"/>
                  </a:lnTo>
                  <a:lnTo>
                    <a:pt x="24" y="4240"/>
                  </a:lnTo>
                  <a:lnTo>
                    <a:pt x="6" y="4273"/>
                  </a:lnTo>
                  <a:lnTo>
                    <a:pt x="0" y="4296"/>
                  </a:lnTo>
                  <a:close/>
                </a:path>
              </a:pathLst>
            </a:custGeom>
            <a:solidFill>
              <a:schemeClr val="accent3"/>
            </a:solidFill>
            <a:ln>
              <a:noFill/>
            </a:ln>
            <a:effectLst>
              <a:outerShdw blurRad="381000" dist="444500" dir="8100000" sx="90000" sy="90000" algn="tr" rotWithShape="0">
                <a:schemeClr val="accent2">
                  <a:alpha val="9803"/>
                </a:schemeClr>
              </a:outerShdw>
            </a:effectLst>
          </p:spPr>
          <p:txBody>
            <a:bodyPr spcFirstLastPara="1" wrap="square" lIns="67500" tIns="35100" rIns="67500" bIns="35100" anchor="ctr" anchorCtr="0">
              <a:noAutofit/>
            </a:bodyPr>
            <a:lstStyle/>
            <a:p>
              <a:pPr marL="0" marR="0" lvl="0" indent="0" algn="l" rtl="0">
                <a:spcBef>
                  <a:spcPts val="0"/>
                </a:spcBef>
                <a:spcAft>
                  <a:spcPts val="0"/>
                </a:spcAft>
                <a:buNone/>
              </a:pPr>
              <a:endParaRPr sz="900" b="1">
                <a:solidFill>
                  <a:schemeClr val="lt1"/>
                </a:solidFill>
                <a:latin typeface="Montserrat"/>
                <a:ea typeface="Montserrat"/>
                <a:cs typeface="Montserrat"/>
                <a:sym typeface="Montserrat"/>
              </a:endParaRPr>
            </a:p>
          </p:txBody>
        </p:sp>
      </p:grpSp>
      <p:grpSp>
        <p:nvGrpSpPr>
          <p:cNvPr id="714" name="Google Shape;714;p57"/>
          <p:cNvGrpSpPr/>
          <p:nvPr/>
        </p:nvGrpSpPr>
        <p:grpSpPr>
          <a:xfrm>
            <a:off x="6704345" y="3867271"/>
            <a:ext cx="522879" cy="522879"/>
            <a:chOff x="7250639" y="3231795"/>
            <a:chExt cx="697172" cy="697172"/>
          </a:xfrm>
        </p:grpSpPr>
        <p:sp>
          <p:nvSpPr>
            <p:cNvPr id="715" name="Google Shape;715;p57"/>
            <p:cNvSpPr/>
            <p:nvPr/>
          </p:nvSpPr>
          <p:spPr>
            <a:xfrm>
              <a:off x="7250639" y="3231795"/>
              <a:ext cx="697172" cy="697172"/>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solidFill>
                  <a:schemeClr val="lt1"/>
                </a:solidFill>
                <a:latin typeface="Quicksand"/>
                <a:ea typeface="Quicksand"/>
                <a:cs typeface="Quicksand"/>
                <a:sym typeface="Quicksand"/>
              </a:endParaRPr>
            </a:p>
          </p:txBody>
        </p:sp>
        <p:sp>
          <p:nvSpPr>
            <p:cNvPr id="716" name="Google Shape;716;p57"/>
            <p:cNvSpPr/>
            <p:nvPr/>
          </p:nvSpPr>
          <p:spPr>
            <a:xfrm>
              <a:off x="7418424" y="3420811"/>
              <a:ext cx="356769" cy="319140"/>
            </a:xfrm>
            <a:custGeom>
              <a:avLst/>
              <a:gdLst/>
              <a:ahLst/>
              <a:cxnLst/>
              <a:rect l="l" t="t" r="r" b="b"/>
              <a:pathLst>
                <a:path w="16128" h="14427" extrusionOk="0">
                  <a:moveTo>
                    <a:pt x="6730" y="14059"/>
                  </a:moveTo>
                  <a:lnTo>
                    <a:pt x="6729" y="14050"/>
                  </a:lnTo>
                  <a:lnTo>
                    <a:pt x="6727" y="14026"/>
                  </a:lnTo>
                  <a:lnTo>
                    <a:pt x="6724" y="13989"/>
                  </a:lnTo>
                  <a:lnTo>
                    <a:pt x="6722" y="13938"/>
                  </a:lnTo>
                  <a:lnTo>
                    <a:pt x="6720" y="13876"/>
                  </a:lnTo>
                  <a:lnTo>
                    <a:pt x="6721" y="13805"/>
                  </a:lnTo>
                  <a:lnTo>
                    <a:pt x="6722" y="13766"/>
                  </a:lnTo>
                  <a:lnTo>
                    <a:pt x="6724" y="13725"/>
                  </a:lnTo>
                  <a:lnTo>
                    <a:pt x="6726" y="13682"/>
                  </a:lnTo>
                  <a:lnTo>
                    <a:pt x="6730" y="13639"/>
                  </a:lnTo>
                  <a:lnTo>
                    <a:pt x="6735" y="13593"/>
                  </a:lnTo>
                  <a:lnTo>
                    <a:pt x="6740" y="13547"/>
                  </a:lnTo>
                  <a:lnTo>
                    <a:pt x="6748" y="13500"/>
                  </a:lnTo>
                  <a:lnTo>
                    <a:pt x="6757" y="13452"/>
                  </a:lnTo>
                  <a:lnTo>
                    <a:pt x="6766" y="13403"/>
                  </a:lnTo>
                  <a:lnTo>
                    <a:pt x="6778" y="13355"/>
                  </a:lnTo>
                  <a:lnTo>
                    <a:pt x="6791" y="13306"/>
                  </a:lnTo>
                  <a:lnTo>
                    <a:pt x="6805" y="13256"/>
                  </a:lnTo>
                  <a:lnTo>
                    <a:pt x="6822" y="13207"/>
                  </a:lnTo>
                  <a:lnTo>
                    <a:pt x="6840" y="13159"/>
                  </a:lnTo>
                  <a:lnTo>
                    <a:pt x="6860" y="13111"/>
                  </a:lnTo>
                  <a:lnTo>
                    <a:pt x="6884" y="13064"/>
                  </a:lnTo>
                  <a:lnTo>
                    <a:pt x="6908" y="13018"/>
                  </a:lnTo>
                  <a:lnTo>
                    <a:pt x="6935" y="12972"/>
                  </a:lnTo>
                  <a:lnTo>
                    <a:pt x="6965" y="12928"/>
                  </a:lnTo>
                  <a:lnTo>
                    <a:pt x="6997" y="12886"/>
                  </a:lnTo>
                  <a:lnTo>
                    <a:pt x="15546" y="8492"/>
                  </a:lnTo>
                  <a:lnTo>
                    <a:pt x="15560" y="8486"/>
                  </a:lnTo>
                  <a:lnTo>
                    <a:pt x="15600" y="8470"/>
                  </a:lnTo>
                  <a:lnTo>
                    <a:pt x="15627" y="8457"/>
                  </a:lnTo>
                  <a:lnTo>
                    <a:pt x="15658" y="8442"/>
                  </a:lnTo>
                  <a:lnTo>
                    <a:pt x="15693" y="8424"/>
                  </a:lnTo>
                  <a:lnTo>
                    <a:pt x="15730" y="8402"/>
                  </a:lnTo>
                  <a:lnTo>
                    <a:pt x="15769" y="8377"/>
                  </a:lnTo>
                  <a:lnTo>
                    <a:pt x="15809" y="8349"/>
                  </a:lnTo>
                  <a:lnTo>
                    <a:pt x="15851" y="8316"/>
                  </a:lnTo>
                  <a:lnTo>
                    <a:pt x="15891" y="8281"/>
                  </a:lnTo>
                  <a:lnTo>
                    <a:pt x="15931" y="8243"/>
                  </a:lnTo>
                  <a:lnTo>
                    <a:pt x="15969" y="8201"/>
                  </a:lnTo>
                  <a:lnTo>
                    <a:pt x="16005" y="8154"/>
                  </a:lnTo>
                  <a:lnTo>
                    <a:pt x="16037" y="8104"/>
                  </a:lnTo>
                  <a:lnTo>
                    <a:pt x="16066" y="8051"/>
                  </a:lnTo>
                  <a:lnTo>
                    <a:pt x="16090" y="7992"/>
                  </a:lnTo>
                  <a:lnTo>
                    <a:pt x="16109" y="7931"/>
                  </a:lnTo>
                  <a:lnTo>
                    <a:pt x="16121" y="7864"/>
                  </a:lnTo>
                  <a:lnTo>
                    <a:pt x="16128" y="7794"/>
                  </a:lnTo>
                  <a:lnTo>
                    <a:pt x="16126" y="7719"/>
                  </a:lnTo>
                  <a:lnTo>
                    <a:pt x="16117" y="7641"/>
                  </a:lnTo>
                  <a:lnTo>
                    <a:pt x="16099" y="7557"/>
                  </a:lnTo>
                  <a:lnTo>
                    <a:pt x="16071" y="7470"/>
                  </a:lnTo>
                  <a:lnTo>
                    <a:pt x="16032" y="7377"/>
                  </a:lnTo>
                  <a:lnTo>
                    <a:pt x="15983" y="7279"/>
                  </a:lnTo>
                  <a:lnTo>
                    <a:pt x="15921" y="7178"/>
                  </a:lnTo>
                  <a:lnTo>
                    <a:pt x="15849" y="7071"/>
                  </a:lnTo>
                  <a:lnTo>
                    <a:pt x="15762" y="6958"/>
                  </a:lnTo>
                  <a:lnTo>
                    <a:pt x="15661" y="6842"/>
                  </a:lnTo>
                  <a:lnTo>
                    <a:pt x="15545" y="6720"/>
                  </a:lnTo>
                  <a:lnTo>
                    <a:pt x="15412" y="6585"/>
                  </a:lnTo>
                  <a:lnTo>
                    <a:pt x="15261" y="6429"/>
                  </a:lnTo>
                  <a:lnTo>
                    <a:pt x="15091" y="6254"/>
                  </a:lnTo>
                  <a:lnTo>
                    <a:pt x="14904" y="6061"/>
                  </a:lnTo>
                  <a:lnTo>
                    <a:pt x="14490" y="5630"/>
                  </a:lnTo>
                  <a:lnTo>
                    <a:pt x="14028" y="5151"/>
                  </a:lnTo>
                  <a:lnTo>
                    <a:pt x="13533" y="4634"/>
                  </a:lnTo>
                  <a:lnTo>
                    <a:pt x="13016" y="4094"/>
                  </a:lnTo>
                  <a:lnTo>
                    <a:pt x="12491" y="3544"/>
                  </a:lnTo>
                  <a:lnTo>
                    <a:pt x="11968" y="2995"/>
                  </a:lnTo>
                  <a:lnTo>
                    <a:pt x="11460" y="2462"/>
                  </a:lnTo>
                  <a:lnTo>
                    <a:pt x="10980" y="1958"/>
                  </a:lnTo>
                  <a:lnTo>
                    <a:pt x="10541" y="1496"/>
                  </a:lnTo>
                  <a:lnTo>
                    <a:pt x="10153" y="1088"/>
                  </a:lnTo>
                  <a:lnTo>
                    <a:pt x="9830" y="748"/>
                  </a:lnTo>
                  <a:lnTo>
                    <a:pt x="9584" y="489"/>
                  </a:lnTo>
                  <a:lnTo>
                    <a:pt x="9427" y="325"/>
                  </a:lnTo>
                  <a:lnTo>
                    <a:pt x="9372" y="267"/>
                  </a:lnTo>
                  <a:lnTo>
                    <a:pt x="9368" y="261"/>
                  </a:lnTo>
                  <a:lnTo>
                    <a:pt x="9356" y="244"/>
                  </a:lnTo>
                  <a:lnTo>
                    <a:pt x="9346" y="233"/>
                  </a:lnTo>
                  <a:lnTo>
                    <a:pt x="9334" y="218"/>
                  </a:lnTo>
                  <a:lnTo>
                    <a:pt x="9319" y="204"/>
                  </a:lnTo>
                  <a:lnTo>
                    <a:pt x="9302" y="188"/>
                  </a:lnTo>
                  <a:lnTo>
                    <a:pt x="9282" y="171"/>
                  </a:lnTo>
                  <a:lnTo>
                    <a:pt x="9258" y="153"/>
                  </a:lnTo>
                  <a:lnTo>
                    <a:pt x="9232" y="135"/>
                  </a:lnTo>
                  <a:lnTo>
                    <a:pt x="9203" y="118"/>
                  </a:lnTo>
                  <a:lnTo>
                    <a:pt x="9171" y="100"/>
                  </a:lnTo>
                  <a:lnTo>
                    <a:pt x="9136" y="83"/>
                  </a:lnTo>
                  <a:lnTo>
                    <a:pt x="9096" y="66"/>
                  </a:lnTo>
                  <a:lnTo>
                    <a:pt x="9054" y="51"/>
                  </a:lnTo>
                  <a:lnTo>
                    <a:pt x="9007" y="37"/>
                  </a:lnTo>
                  <a:lnTo>
                    <a:pt x="8957" y="25"/>
                  </a:lnTo>
                  <a:lnTo>
                    <a:pt x="8903" y="15"/>
                  </a:lnTo>
                  <a:lnTo>
                    <a:pt x="8845" y="7"/>
                  </a:lnTo>
                  <a:lnTo>
                    <a:pt x="8783" y="2"/>
                  </a:lnTo>
                  <a:lnTo>
                    <a:pt x="8717" y="0"/>
                  </a:lnTo>
                  <a:lnTo>
                    <a:pt x="8647" y="1"/>
                  </a:lnTo>
                  <a:lnTo>
                    <a:pt x="8571" y="6"/>
                  </a:lnTo>
                  <a:lnTo>
                    <a:pt x="8491" y="14"/>
                  </a:lnTo>
                  <a:lnTo>
                    <a:pt x="8408" y="26"/>
                  </a:lnTo>
                  <a:lnTo>
                    <a:pt x="8319" y="42"/>
                  </a:lnTo>
                  <a:lnTo>
                    <a:pt x="8225" y="63"/>
                  </a:lnTo>
                  <a:lnTo>
                    <a:pt x="8126" y="91"/>
                  </a:lnTo>
                  <a:lnTo>
                    <a:pt x="8023" y="122"/>
                  </a:lnTo>
                  <a:lnTo>
                    <a:pt x="7914" y="158"/>
                  </a:lnTo>
                  <a:lnTo>
                    <a:pt x="7799" y="201"/>
                  </a:lnTo>
                  <a:lnTo>
                    <a:pt x="7510" y="315"/>
                  </a:lnTo>
                  <a:lnTo>
                    <a:pt x="7120" y="467"/>
                  </a:lnTo>
                  <a:lnTo>
                    <a:pt x="6646" y="652"/>
                  </a:lnTo>
                  <a:lnTo>
                    <a:pt x="6103" y="864"/>
                  </a:lnTo>
                  <a:lnTo>
                    <a:pt x="5511" y="1096"/>
                  </a:lnTo>
                  <a:lnTo>
                    <a:pt x="4883" y="1341"/>
                  </a:lnTo>
                  <a:lnTo>
                    <a:pt x="4237" y="1594"/>
                  </a:lnTo>
                  <a:lnTo>
                    <a:pt x="3588" y="1846"/>
                  </a:lnTo>
                  <a:lnTo>
                    <a:pt x="2955" y="2094"/>
                  </a:lnTo>
                  <a:lnTo>
                    <a:pt x="2353" y="2330"/>
                  </a:lnTo>
                  <a:lnTo>
                    <a:pt x="1798" y="2546"/>
                  </a:lnTo>
                  <a:lnTo>
                    <a:pt x="1307" y="2737"/>
                  </a:lnTo>
                  <a:lnTo>
                    <a:pt x="897" y="2898"/>
                  </a:lnTo>
                  <a:lnTo>
                    <a:pt x="584" y="3020"/>
                  </a:lnTo>
                  <a:lnTo>
                    <a:pt x="383" y="3099"/>
                  </a:lnTo>
                  <a:lnTo>
                    <a:pt x="312" y="3126"/>
                  </a:lnTo>
                  <a:lnTo>
                    <a:pt x="307" y="3131"/>
                  </a:lnTo>
                  <a:lnTo>
                    <a:pt x="292" y="3145"/>
                  </a:lnTo>
                  <a:lnTo>
                    <a:pt x="281" y="3156"/>
                  </a:lnTo>
                  <a:lnTo>
                    <a:pt x="269" y="3169"/>
                  </a:lnTo>
                  <a:lnTo>
                    <a:pt x="255" y="3186"/>
                  </a:lnTo>
                  <a:lnTo>
                    <a:pt x="240" y="3205"/>
                  </a:lnTo>
                  <a:lnTo>
                    <a:pt x="224" y="3228"/>
                  </a:lnTo>
                  <a:lnTo>
                    <a:pt x="207" y="3254"/>
                  </a:lnTo>
                  <a:lnTo>
                    <a:pt x="190" y="3283"/>
                  </a:lnTo>
                  <a:lnTo>
                    <a:pt x="171" y="3315"/>
                  </a:lnTo>
                  <a:lnTo>
                    <a:pt x="153" y="3351"/>
                  </a:lnTo>
                  <a:lnTo>
                    <a:pt x="135" y="3391"/>
                  </a:lnTo>
                  <a:lnTo>
                    <a:pt x="117" y="3434"/>
                  </a:lnTo>
                  <a:lnTo>
                    <a:pt x="99" y="3481"/>
                  </a:lnTo>
                  <a:lnTo>
                    <a:pt x="83" y="3531"/>
                  </a:lnTo>
                  <a:lnTo>
                    <a:pt x="67" y="3586"/>
                  </a:lnTo>
                  <a:lnTo>
                    <a:pt x="51" y="3645"/>
                  </a:lnTo>
                  <a:lnTo>
                    <a:pt x="38" y="3709"/>
                  </a:lnTo>
                  <a:lnTo>
                    <a:pt x="27" y="3776"/>
                  </a:lnTo>
                  <a:lnTo>
                    <a:pt x="17" y="3848"/>
                  </a:lnTo>
                  <a:lnTo>
                    <a:pt x="9" y="3924"/>
                  </a:lnTo>
                  <a:lnTo>
                    <a:pt x="4" y="4005"/>
                  </a:lnTo>
                  <a:lnTo>
                    <a:pt x="1" y="4091"/>
                  </a:lnTo>
                  <a:lnTo>
                    <a:pt x="0" y="4182"/>
                  </a:lnTo>
                  <a:lnTo>
                    <a:pt x="3" y="4276"/>
                  </a:lnTo>
                  <a:lnTo>
                    <a:pt x="9" y="4377"/>
                  </a:lnTo>
                  <a:lnTo>
                    <a:pt x="18" y="4483"/>
                  </a:lnTo>
                  <a:lnTo>
                    <a:pt x="31" y="4595"/>
                  </a:lnTo>
                  <a:lnTo>
                    <a:pt x="47" y="4710"/>
                  </a:lnTo>
                  <a:lnTo>
                    <a:pt x="69" y="4832"/>
                  </a:lnTo>
                  <a:lnTo>
                    <a:pt x="108" y="4976"/>
                  </a:lnTo>
                  <a:lnTo>
                    <a:pt x="179" y="5157"/>
                  </a:lnTo>
                  <a:lnTo>
                    <a:pt x="281" y="5372"/>
                  </a:lnTo>
                  <a:lnTo>
                    <a:pt x="409" y="5616"/>
                  </a:lnTo>
                  <a:lnTo>
                    <a:pt x="563" y="5890"/>
                  </a:lnTo>
                  <a:lnTo>
                    <a:pt x="741" y="6189"/>
                  </a:lnTo>
                  <a:lnTo>
                    <a:pt x="939" y="6511"/>
                  </a:lnTo>
                  <a:lnTo>
                    <a:pt x="1157" y="6854"/>
                  </a:lnTo>
                  <a:lnTo>
                    <a:pt x="1391" y="7214"/>
                  </a:lnTo>
                  <a:lnTo>
                    <a:pt x="1639" y="7590"/>
                  </a:lnTo>
                  <a:lnTo>
                    <a:pt x="1900" y="7976"/>
                  </a:lnTo>
                  <a:lnTo>
                    <a:pt x="2171" y="8373"/>
                  </a:lnTo>
                  <a:lnTo>
                    <a:pt x="2450" y="8776"/>
                  </a:lnTo>
                  <a:lnTo>
                    <a:pt x="2735" y="9184"/>
                  </a:lnTo>
                  <a:lnTo>
                    <a:pt x="3023" y="9593"/>
                  </a:lnTo>
                  <a:lnTo>
                    <a:pt x="3313" y="10002"/>
                  </a:lnTo>
                  <a:lnTo>
                    <a:pt x="3603" y="10405"/>
                  </a:lnTo>
                  <a:lnTo>
                    <a:pt x="3889" y="10803"/>
                  </a:lnTo>
                  <a:lnTo>
                    <a:pt x="4170" y="11190"/>
                  </a:lnTo>
                  <a:lnTo>
                    <a:pt x="4444" y="11567"/>
                  </a:lnTo>
                  <a:lnTo>
                    <a:pt x="4708" y="11928"/>
                  </a:lnTo>
                  <a:lnTo>
                    <a:pt x="4961" y="12273"/>
                  </a:lnTo>
                  <a:lnTo>
                    <a:pt x="5200" y="12597"/>
                  </a:lnTo>
                  <a:lnTo>
                    <a:pt x="5424" y="12898"/>
                  </a:lnTo>
                  <a:lnTo>
                    <a:pt x="5814" y="13422"/>
                  </a:lnTo>
                  <a:lnTo>
                    <a:pt x="6114" y="13823"/>
                  </a:lnTo>
                  <a:lnTo>
                    <a:pt x="6307" y="14080"/>
                  </a:lnTo>
                  <a:lnTo>
                    <a:pt x="6375" y="14169"/>
                  </a:lnTo>
                  <a:lnTo>
                    <a:pt x="6378" y="14176"/>
                  </a:lnTo>
                  <a:lnTo>
                    <a:pt x="6389" y="14193"/>
                  </a:lnTo>
                  <a:lnTo>
                    <a:pt x="6396" y="14206"/>
                  </a:lnTo>
                  <a:lnTo>
                    <a:pt x="6406" y="14220"/>
                  </a:lnTo>
                  <a:lnTo>
                    <a:pt x="6419" y="14235"/>
                  </a:lnTo>
                  <a:lnTo>
                    <a:pt x="6433" y="14251"/>
                  </a:lnTo>
                  <a:lnTo>
                    <a:pt x="6450" y="14269"/>
                  </a:lnTo>
                  <a:lnTo>
                    <a:pt x="6469" y="14286"/>
                  </a:lnTo>
                  <a:lnTo>
                    <a:pt x="6492" y="14304"/>
                  </a:lnTo>
                  <a:lnTo>
                    <a:pt x="6516" y="14322"/>
                  </a:lnTo>
                  <a:lnTo>
                    <a:pt x="6544" y="14339"/>
                  </a:lnTo>
                  <a:lnTo>
                    <a:pt x="6574" y="14357"/>
                  </a:lnTo>
                  <a:lnTo>
                    <a:pt x="6607" y="14373"/>
                  </a:lnTo>
                  <a:lnTo>
                    <a:pt x="6645" y="14387"/>
                  </a:lnTo>
                  <a:lnTo>
                    <a:pt x="6685" y="14400"/>
                  </a:lnTo>
                  <a:lnTo>
                    <a:pt x="6728" y="14410"/>
                  </a:lnTo>
                  <a:lnTo>
                    <a:pt x="6775" y="14418"/>
                  </a:lnTo>
                  <a:lnTo>
                    <a:pt x="6825" y="14424"/>
                  </a:lnTo>
                  <a:lnTo>
                    <a:pt x="6880" y="14427"/>
                  </a:lnTo>
                  <a:lnTo>
                    <a:pt x="6938" y="14426"/>
                  </a:lnTo>
                  <a:lnTo>
                    <a:pt x="7000" y="14422"/>
                  </a:lnTo>
                  <a:lnTo>
                    <a:pt x="7066" y="14414"/>
                  </a:lnTo>
                  <a:lnTo>
                    <a:pt x="7136" y="14402"/>
                  </a:lnTo>
                  <a:lnTo>
                    <a:pt x="7210" y="14385"/>
                  </a:lnTo>
                  <a:lnTo>
                    <a:pt x="7289" y="14363"/>
                  </a:lnTo>
                  <a:lnTo>
                    <a:pt x="7373" y="14336"/>
                  </a:lnTo>
                  <a:lnTo>
                    <a:pt x="7460" y="14303"/>
                  </a:lnTo>
                  <a:lnTo>
                    <a:pt x="7552" y="14265"/>
                  </a:lnTo>
                  <a:lnTo>
                    <a:pt x="7650" y="14221"/>
                  </a:lnTo>
                  <a:lnTo>
                    <a:pt x="7752" y="14169"/>
                  </a:lnTo>
                  <a:lnTo>
                    <a:pt x="8057" y="14012"/>
                  </a:lnTo>
                  <a:lnTo>
                    <a:pt x="8457" y="13805"/>
                  </a:lnTo>
                  <a:lnTo>
                    <a:pt x="8936" y="13556"/>
                  </a:lnTo>
                  <a:lnTo>
                    <a:pt x="9476" y="13274"/>
                  </a:lnTo>
                  <a:lnTo>
                    <a:pt x="10065" y="12967"/>
                  </a:lnTo>
                  <a:lnTo>
                    <a:pt x="10685" y="12644"/>
                  </a:lnTo>
                  <a:lnTo>
                    <a:pt x="11320" y="12313"/>
                  </a:lnTo>
                  <a:lnTo>
                    <a:pt x="11956" y="11982"/>
                  </a:lnTo>
                  <a:lnTo>
                    <a:pt x="12575" y="11658"/>
                  </a:lnTo>
                  <a:lnTo>
                    <a:pt x="13162" y="11351"/>
                  </a:lnTo>
                  <a:lnTo>
                    <a:pt x="13704" y="11069"/>
                  </a:lnTo>
                  <a:lnTo>
                    <a:pt x="14181" y="10819"/>
                  </a:lnTo>
                  <a:lnTo>
                    <a:pt x="14580" y="10611"/>
                  </a:lnTo>
                  <a:lnTo>
                    <a:pt x="14884" y="10452"/>
                  </a:lnTo>
                  <a:lnTo>
                    <a:pt x="15079" y="10350"/>
                  </a:lnTo>
                  <a:lnTo>
                    <a:pt x="15146" y="10314"/>
                  </a:lnTo>
                  <a:lnTo>
                    <a:pt x="15155" y="10309"/>
                  </a:lnTo>
                  <a:lnTo>
                    <a:pt x="15179" y="10291"/>
                  </a:lnTo>
                  <a:lnTo>
                    <a:pt x="15197" y="10279"/>
                  </a:lnTo>
                  <a:lnTo>
                    <a:pt x="15216" y="10264"/>
                  </a:lnTo>
                  <a:lnTo>
                    <a:pt x="15238" y="10247"/>
                  </a:lnTo>
                  <a:lnTo>
                    <a:pt x="15261" y="10226"/>
                  </a:lnTo>
                  <a:lnTo>
                    <a:pt x="15286" y="10203"/>
                  </a:lnTo>
                  <a:lnTo>
                    <a:pt x="15313" y="10178"/>
                  </a:lnTo>
                  <a:lnTo>
                    <a:pt x="15339" y="10149"/>
                  </a:lnTo>
                  <a:lnTo>
                    <a:pt x="15366" y="10117"/>
                  </a:lnTo>
                  <a:lnTo>
                    <a:pt x="15392" y="10084"/>
                  </a:lnTo>
                  <a:lnTo>
                    <a:pt x="15418" y="10047"/>
                  </a:lnTo>
                  <a:lnTo>
                    <a:pt x="15443" y="10008"/>
                  </a:lnTo>
                  <a:lnTo>
                    <a:pt x="15466" y="9966"/>
                  </a:lnTo>
                  <a:lnTo>
                    <a:pt x="15487" y="9921"/>
                  </a:lnTo>
                  <a:lnTo>
                    <a:pt x="15506" y="9874"/>
                  </a:lnTo>
                  <a:lnTo>
                    <a:pt x="15522" y="9824"/>
                  </a:lnTo>
                  <a:lnTo>
                    <a:pt x="15536" y="9771"/>
                  </a:lnTo>
                  <a:lnTo>
                    <a:pt x="15545" y="9717"/>
                  </a:lnTo>
                  <a:lnTo>
                    <a:pt x="15551" y="9658"/>
                  </a:lnTo>
                  <a:lnTo>
                    <a:pt x="15552" y="9598"/>
                  </a:lnTo>
                  <a:lnTo>
                    <a:pt x="15549" y="9534"/>
                  </a:lnTo>
                  <a:lnTo>
                    <a:pt x="15540" y="9469"/>
                  </a:lnTo>
                  <a:lnTo>
                    <a:pt x="15526" y="9401"/>
                  </a:lnTo>
                  <a:lnTo>
                    <a:pt x="15507" y="9329"/>
                  </a:lnTo>
                  <a:lnTo>
                    <a:pt x="15480" y="9256"/>
                  </a:lnTo>
                  <a:lnTo>
                    <a:pt x="15447" y="9179"/>
                  </a:lnTo>
                  <a:lnTo>
                    <a:pt x="15406" y="9101"/>
                  </a:lnTo>
                  <a:lnTo>
                    <a:pt x="15358" y="9019"/>
                  </a:lnTo>
                  <a:lnTo>
                    <a:pt x="15301" y="8934"/>
                  </a:lnTo>
                  <a:lnTo>
                    <a:pt x="15147" y="9760"/>
                  </a:lnTo>
                  <a:lnTo>
                    <a:pt x="6730" y="14059"/>
                  </a:lnTo>
                  <a:close/>
                </a:path>
              </a:pathLst>
            </a:custGeom>
            <a:solidFill>
              <a:schemeClr val="accent5"/>
            </a:solidFill>
            <a:ln>
              <a:noFill/>
            </a:ln>
            <a:effectLst>
              <a:outerShdw blurRad="381000" dist="444500" dir="8100000" sx="90000" sy="90000" algn="tr" rotWithShape="0">
                <a:schemeClr val="accent6">
                  <a:alpha val="9803"/>
                </a:schemeClr>
              </a:outerShdw>
            </a:effectLst>
          </p:spPr>
          <p:txBody>
            <a:bodyPr spcFirstLastPara="1" wrap="square" lIns="67500" tIns="35100" rIns="67500" bIns="35100" anchor="ctr" anchorCtr="0">
              <a:noAutofit/>
            </a:bodyPr>
            <a:lstStyle/>
            <a:p>
              <a:pPr marL="0" marR="0" lvl="0" indent="0" algn="l" rtl="0">
                <a:spcBef>
                  <a:spcPts val="0"/>
                </a:spcBef>
                <a:spcAft>
                  <a:spcPts val="0"/>
                </a:spcAft>
                <a:buNone/>
              </a:pPr>
              <a:endParaRPr sz="900" b="1">
                <a:solidFill>
                  <a:schemeClr val="lt1"/>
                </a:solidFill>
                <a:latin typeface="Montserrat"/>
                <a:ea typeface="Montserrat"/>
                <a:cs typeface="Montserrat"/>
                <a:sym typeface="Montserrat"/>
              </a:endParaRPr>
            </a:p>
          </p:txBody>
        </p:sp>
      </p:grpSp>
      <p:grpSp>
        <p:nvGrpSpPr>
          <p:cNvPr id="717" name="Google Shape;717;p57"/>
          <p:cNvGrpSpPr/>
          <p:nvPr/>
        </p:nvGrpSpPr>
        <p:grpSpPr>
          <a:xfrm>
            <a:off x="6718193" y="2771699"/>
            <a:ext cx="522879" cy="522879"/>
            <a:chOff x="4712563" y="2436304"/>
            <a:chExt cx="697172" cy="697172"/>
          </a:xfrm>
        </p:grpSpPr>
        <p:sp>
          <p:nvSpPr>
            <p:cNvPr id="718" name="Google Shape;718;p57"/>
            <p:cNvSpPr/>
            <p:nvPr/>
          </p:nvSpPr>
          <p:spPr>
            <a:xfrm>
              <a:off x="4712563" y="2436304"/>
              <a:ext cx="697172" cy="697172"/>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solidFill>
                  <a:schemeClr val="lt1"/>
                </a:solidFill>
                <a:latin typeface="Quicksand"/>
                <a:ea typeface="Quicksand"/>
                <a:cs typeface="Quicksand"/>
                <a:sym typeface="Quicksand"/>
              </a:endParaRPr>
            </a:p>
          </p:txBody>
        </p:sp>
        <p:sp>
          <p:nvSpPr>
            <p:cNvPr id="719" name="Google Shape;719;p57"/>
            <p:cNvSpPr/>
            <p:nvPr/>
          </p:nvSpPr>
          <p:spPr>
            <a:xfrm>
              <a:off x="4880582" y="2588667"/>
              <a:ext cx="367918" cy="392446"/>
            </a:xfrm>
            <a:custGeom>
              <a:avLst/>
              <a:gdLst/>
              <a:ahLst/>
              <a:cxnLst/>
              <a:rect l="l" t="t" r="r" b="b"/>
              <a:pathLst>
                <a:path w="15120" h="16128" extrusionOk="0">
                  <a:moveTo>
                    <a:pt x="6523" y="12459"/>
                  </a:moveTo>
                  <a:lnTo>
                    <a:pt x="2452" y="4974"/>
                  </a:lnTo>
                  <a:lnTo>
                    <a:pt x="7109" y="2656"/>
                  </a:lnTo>
                  <a:lnTo>
                    <a:pt x="11946" y="9551"/>
                  </a:lnTo>
                  <a:lnTo>
                    <a:pt x="6523" y="12459"/>
                  </a:lnTo>
                  <a:close/>
                  <a:moveTo>
                    <a:pt x="2936" y="5126"/>
                  </a:moveTo>
                  <a:lnTo>
                    <a:pt x="6610" y="11864"/>
                  </a:lnTo>
                  <a:lnTo>
                    <a:pt x="11377" y="9319"/>
                  </a:lnTo>
                  <a:lnTo>
                    <a:pt x="7017" y="3095"/>
                  </a:lnTo>
                  <a:lnTo>
                    <a:pt x="2936" y="5126"/>
                  </a:lnTo>
                  <a:close/>
                  <a:moveTo>
                    <a:pt x="6552" y="0"/>
                  </a:moveTo>
                  <a:lnTo>
                    <a:pt x="4532" y="1018"/>
                  </a:lnTo>
                  <a:lnTo>
                    <a:pt x="4559" y="1078"/>
                  </a:lnTo>
                  <a:lnTo>
                    <a:pt x="4583" y="1137"/>
                  </a:lnTo>
                  <a:lnTo>
                    <a:pt x="4603" y="1198"/>
                  </a:lnTo>
                  <a:lnTo>
                    <a:pt x="4619" y="1259"/>
                  </a:lnTo>
                  <a:lnTo>
                    <a:pt x="4632" y="1320"/>
                  </a:lnTo>
                  <a:lnTo>
                    <a:pt x="4642" y="1383"/>
                  </a:lnTo>
                  <a:lnTo>
                    <a:pt x="4648" y="1444"/>
                  </a:lnTo>
                  <a:lnTo>
                    <a:pt x="4651" y="1507"/>
                  </a:lnTo>
                  <a:lnTo>
                    <a:pt x="4651" y="1569"/>
                  </a:lnTo>
                  <a:lnTo>
                    <a:pt x="4648" y="1632"/>
                  </a:lnTo>
                  <a:lnTo>
                    <a:pt x="4641" y="1694"/>
                  </a:lnTo>
                  <a:lnTo>
                    <a:pt x="4632" y="1756"/>
                  </a:lnTo>
                  <a:lnTo>
                    <a:pt x="4620" y="1817"/>
                  </a:lnTo>
                  <a:lnTo>
                    <a:pt x="4604" y="1879"/>
                  </a:lnTo>
                  <a:lnTo>
                    <a:pt x="4585" y="1939"/>
                  </a:lnTo>
                  <a:lnTo>
                    <a:pt x="4564" y="1999"/>
                  </a:lnTo>
                  <a:lnTo>
                    <a:pt x="4539" y="2058"/>
                  </a:lnTo>
                  <a:lnTo>
                    <a:pt x="4512" y="2116"/>
                  </a:lnTo>
                  <a:lnTo>
                    <a:pt x="4482" y="2173"/>
                  </a:lnTo>
                  <a:lnTo>
                    <a:pt x="4449" y="2230"/>
                  </a:lnTo>
                  <a:lnTo>
                    <a:pt x="4413" y="2284"/>
                  </a:lnTo>
                  <a:lnTo>
                    <a:pt x="4375" y="2338"/>
                  </a:lnTo>
                  <a:lnTo>
                    <a:pt x="4334" y="2389"/>
                  </a:lnTo>
                  <a:lnTo>
                    <a:pt x="4290" y="2439"/>
                  </a:lnTo>
                  <a:lnTo>
                    <a:pt x="4244" y="2488"/>
                  </a:lnTo>
                  <a:lnTo>
                    <a:pt x="4195" y="2535"/>
                  </a:lnTo>
                  <a:lnTo>
                    <a:pt x="4144" y="2579"/>
                  </a:lnTo>
                  <a:lnTo>
                    <a:pt x="4090" y="2623"/>
                  </a:lnTo>
                  <a:lnTo>
                    <a:pt x="4034" y="2663"/>
                  </a:lnTo>
                  <a:lnTo>
                    <a:pt x="3976" y="2702"/>
                  </a:lnTo>
                  <a:lnTo>
                    <a:pt x="3914" y="2739"/>
                  </a:lnTo>
                  <a:lnTo>
                    <a:pt x="3852" y="2772"/>
                  </a:lnTo>
                  <a:lnTo>
                    <a:pt x="3786" y="2803"/>
                  </a:lnTo>
                  <a:lnTo>
                    <a:pt x="3721" y="2830"/>
                  </a:lnTo>
                  <a:lnTo>
                    <a:pt x="3655" y="2856"/>
                  </a:lnTo>
                  <a:lnTo>
                    <a:pt x="3589" y="2876"/>
                  </a:lnTo>
                  <a:lnTo>
                    <a:pt x="3522" y="2894"/>
                  </a:lnTo>
                  <a:lnTo>
                    <a:pt x="3456" y="2909"/>
                  </a:lnTo>
                  <a:lnTo>
                    <a:pt x="3389" y="2920"/>
                  </a:lnTo>
                  <a:lnTo>
                    <a:pt x="3322" y="2929"/>
                  </a:lnTo>
                  <a:lnTo>
                    <a:pt x="3255" y="2934"/>
                  </a:lnTo>
                  <a:lnTo>
                    <a:pt x="3190" y="2936"/>
                  </a:lnTo>
                  <a:lnTo>
                    <a:pt x="3123" y="2936"/>
                  </a:lnTo>
                  <a:lnTo>
                    <a:pt x="3058" y="2932"/>
                  </a:lnTo>
                  <a:lnTo>
                    <a:pt x="2993" y="2925"/>
                  </a:lnTo>
                  <a:lnTo>
                    <a:pt x="2929" y="2916"/>
                  </a:lnTo>
                  <a:lnTo>
                    <a:pt x="2866" y="2903"/>
                  </a:lnTo>
                  <a:lnTo>
                    <a:pt x="2804" y="2888"/>
                  </a:lnTo>
                  <a:lnTo>
                    <a:pt x="2743" y="2870"/>
                  </a:lnTo>
                  <a:lnTo>
                    <a:pt x="2682" y="2849"/>
                  </a:lnTo>
                  <a:lnTo>
                    <a:pt x="2624" y="2825"/>
                  </a:lnTo>
                  <a:lnTo>
                    <a:pt x="2568" y="2799"/>
                  </a:lnTo>
                  <a:lnTo>
                    <a:pt x="2512" y="2770"/>
                  </a:lnTo>
                  <a:lnTo>
                    <a:pt x="2458" y="2738"/>
                  </a:lnTo>
                  <a:lnTo>
                    <a:pt x="2405" y="2703"/>
                  </a:lnTo>
                  <a:lnTo>
                    <a:pt x="2355" y="2666"/>
                  </a:lnTo>
                  <a:lnTo>
                    <a:pt x="2306" y="2626"/>
                  </a:lnTo>
                  <a:lnTo>
                    <a:pt x="2260" y="2585"/>
                  </a:lnTo>
                  <a:lnTo>
                    <a:pt x="2217" y="2539"/>
                  </a:lnTo>
                  <a:lnTo>
                    <a:pt x="2174" y="2492"/>
                  </a:lnTo>
                  <a:lnTo>
                    <a:pt x="2135" y="2442"/>
                  </a:lnTo>
                  <a:lnTo>
                    <a:pt x="2099" y="2390"/>
                  </a:lnTo>
                  <a:lnTo>
                    <a:pt x="2065" y="2336"/>
                  </a:lnTo>
                  <a:lnTo>
                    <a:pt x="2033" y="2278"/>
                  </a:lnTo>
                  <a:lnTo>
                    <a:pt x="0" y="3306"/>
                  </a:lnTo>
                  <a:lnTo>
                    <a:pt x="6413" y="16128"/>
                  </a:lnTo>
                  <a:lnTo>
                    <a:pt x="9442" y="14500"/>
                  </a:lnTo>
                  <a:lnTo>
                    <a:pt x="9437" y="14495"/>
                  </a:lnTo>
                  <a:lnTo>
                    <a:pt x="9401" y="14426"/>
                  </a:lnTo>
                  <a:lnTo>
                    <a:pt x="9370" y="14357"/>
                  </a:lnTo>
                  <a:lnTo>
                    <a:pt x="9343" y="14285"/>
                  </a:lnTo>
                  <a:lnTo>
                    <a:pt x="9321" y="14214"/>
                  </a:lnTo>
                  <a:lnTo>
                    <a:pt x="9301" y="14141"/>
                  </a:lnTo>
                  <a:lnTo>
                    <a:pt x="9286" y="14069"/>
                  </a:lnTo>
                  <a:lnTo>
                    <a:pt x="9276" y="13995"/>
                  </a:lnTo>
                  <a:lnTo>
                    <a:pt x="9269" y="13920"/>
                  </a:lnTo>
                  <a:lnTo>
                    <a:pt x="9266" y="13846"/>
                  </a:lnTo>
                  <a:lnTo>
                    <a:pt x="9267" y="13772"/>
                  </a:lnTo>
                  <a:lnTo>
                    <a:pt x="9272" y="13698"/>
                  </a:lnTo>
                  <a:lnTo>
                    <a:pt x="9280" y="13623"/>
                  </a:lnTo>
                  <a:lnTo>
                    <a:pt x="9292" y="13550"/>
                  </a:lnTo>
                  <a:lnTo>
                    <a:pt x="9308" y="13476"/>
                  </a:lnTo>
                  <a:lnTo>
                    <a:pt x="9328" y="13403"/>
                  </a:lnTo>
                  <a:lnTo>
                    <a:pt x="9351" y="13331"/>
                  </a:lnTo>
                  <a:lnTo>
                    <a:pt x="9378" y="13259"/>
                  </a:lnTo>
                  <a:lnTo>
                    <a:pt x="9408" y="13189"/>
                  </a:lnTo>
                  <a:lnTo>
                    <a:pt x="9442" y="13120"/>
                  </a:lnTo>
                  <a:lnTo>
                    <a:pt x="9478" y="13052"/>
                  </a:lnTo>
                  <a:lnTo>
                    <a:pt x="9518" y="12985"/>
                  </a:lnTo>
                  <a:lnTo>
                    <a:pt x="9562" y="12920"/>
                  </a:lnTo>
                  <a:lnTo>
                    <a:pt x="9609" y="12856"/>
                  </a:lnTo>
                  <a:lnTo>
                    <a:pt x="9658" y="12795"/>
                  </a:lnTo>
                  <a:lnTo>
                    <a:pt x="9712" y="12734"/>
                  </a:lnTo>
                  <a:lnTo>
                    <a:pt x="9768" y="12677"/>
                  </a:lnTo>
                  <a:lnTo>
                    <a:pt x="9828" y="12620"/>
                  </a:lnTo>
                  <a:lnTo>
                    <a:pt x="9889" y="12567"/>
                  </a:lnTo>
                  <a:lnTo>
                    <a:pt x="9955" y="12516"/>
                  </a:lnTo>
                  <a:lnTo>
                    <a:pt x="10023" y="12467"/>
                  </a:lnTo>
                  <a:lnTo>
                    <a:pt x="10094" y="12422"/>
                  </a:lnTo>
                  <a:lnTo>
                    <a:pt x="10168" y="12378"/>
                  </a:lnTo>
                  <a:lnTo>
                    <a:pt x="10244" y="12339"/>
                  </a:lnTo>
                  <a:lnTo>
                    <a:pt x="10321" y="12304"/>
                  </a:lnTo>
                  <a:lnTo>
                    <a:pt x="10397" y="12272"/>
                  </a:lnTo>
                  <a:lnTo>
                    <a:pt x="10476" y="12245"/>
                  </a:lnTo>
                  <a:lnTo>
                    <a:pt x="10554" y="12221"/>
                  </a:lnTo>
                  <a:lnTo>
                    <a:pt x="10633" y="12201"/>
                  </a:lnTo>
                  <a:lnTo>
                    <a:pt x="10712" y="12185"/>
                  </a:lnTo>
                  <a:lnTo>
                    <a:pt x="10790" y="12173"/>
                  </a:lnTo>
                  <a:lnTo>
                    <a:pt x="10870" y="12164"/>
                  </a:lnTo>
                  <a:lnTo>
                    <a:pt x="10949" y="12158"/>
                  </a:lnTo>
                  <a:lnTo>
                    <a:pt x="11026" y="12156"/>
                  </a:lnTo>
                  <a:lnTo>
                    <a:pt x="11104" y="12158"/>
                  </a:lnTo>
                  <a:lnTo>
                    <a:pt x="11181" y="12165"/>
                  </a:lnTo>
                  <a:lnTo>
                    <a:pt x="11258" y="12173"/>
                  </a:lnTo>
                  <a:lnTo>
                    <a:pt x="11334" y="12186"/>
                  </a:lnTo>
                  <a:lnTo>
                    <a:pt x="11408" y="12202"/>
                  </a:lnTo>
                  <a:lnTo>
                    <a:pt x="11481" y="12221"/>
                  </a:lnTo>
                  <a:lnTo>
                    <a:pt x="11553" y="12243"/>
                  </a:lnTo>
                  <a:lnTo>
                    <a:pt x="11623" y="12269"/>
                  </a:lnTo>
                  <a:lnTo>
                    <a:pt x="11693" y="12299"/>
                  </a:lnTo>
                  <a:lnTo>
                    <a:pt x="11759" y="12332"/>
                  </a:lnTo>
                  <a:lnTo>
                    <a:pt x="11825" y="12367"/>
                  </a:lnTo>
                  <a:lnTo>
                    <a:pt x="11888" y="12406"/>
                  </a:lnTo>
                  <a:lnTo>
                    <a:pt x="11950" y="12449"/>
                  </a:lnTo>
                  <a:lnTo>
                    <a:pt x="12008" y="12494"/>
                  </a:lnTo>
                  <a:lnTo>
                    <a:pt x="12065" y="12543"/>
                  </a:lnTo>
                  <a:lnTo>
                    <a:pt x="12118" y="12594"/>
                  </a:lnTo>
                  <a:lnTo>
                    <a:pt x="12169" y="12649"/>
                  </a:lnTo>
                  <a:lnTo>
                    <a:pt x="12218" y="12707"/>
                  </a:lnTo>
                  <a:lnTo>
                    <a:pt x="12263" y="12767"/>
                  </a:lnTo>
                  <a:lnTo>
                    <a:pt x="12305" y="12831"/>
                  </a:lnTo>
                  <a:lnTo>
                    <a:pt x="12345" y="12897"/>
                  </a:lnTo>
                  <a:lnTo>
                    <a:pt x="12359" y="12933"/>
                  </a:lnTo>
                  <a:lnTo>
                    <a:pt x="15120" y="11446"/>
                  </a:lnTo>
                  <a:lnTo>
                    <a:pt x="6552" y="0"/>
                  </a:lnTo>
                  <a:close/>
                </a:path>
              </a:pathLst>
            </a:custGeom>
            <a:solidFill>
              <a:schemeClr val="accent2"/>
            </a:solidFill>
            <a:ln>
              <a:noFill/>
            </a:ln>
            <a:effectLst>
              <a:outerShdw blurRad="381000" dist="444500" dir="8100000" sx="90000" sy="90000" algn="tr" rotWithShape="0">
                <a:schemeClr val="accent1">
                  <a:alpha val="9803"/>
                </a:schemeClr>
              </a:outerShdw>
            </a:effectLst>
          </p:spPr>
          <p:txBody>
            <a:bodyPr spcFirstLastPara="1" wrap="square" lIns="67500" tIns="35100" rIns="67500" bIns="35100" anchor="ctr" anchorCtr="0">
              <a:noAutofit/>
            </a:bodyPr>
            <a:lstStyle/>
            <a:p>
              <a:pPr marL="0" marR="0" lvl="0" indent="0" algn="l" rtl="0">
                <a:spcBef>
                  <a:spcPts val="0"/>
                </a:spcBef>
                <a:spcAft>
                  <a:spcPts val="0"/>
                </a:spcAft>
                <a:buNone/>
              </a:pPr>
              <a:endParaRPr sz="900" b="1">
                <a:solidFill>
                  <a:schemeClr val="lt1"/>
                </a:solidFill>
                <a:latin typeface="Montserrat"/>
                <a:ea typeface="Montserrat"/>
                <a:cs typeface="Montserrat"/>
                <a:sym typeface="Montserrat"/>
              </a:endParaRPr>
            </a:p>
          </p:txBody>
        </p:sp>
      </p:grpSp>
      <p:grpSp>
        <p:nvGrpSpPr>
          <p:cNvPr id="720" name="Google Shape;720;p57"/>
          <p:cNvGrpSpPr/>
          <p:nvPr/>
        </p:nvGrpSpPr>
        <p:grpSpPr>
          <a:xfrm>
            <a:off x="4589294" y="2777873"/>
            <a:ext cx="522879" cy="522879"/>
            <a:chOff x="4227651" y="3799082"/>
            <a:chExt cx="697172" cy="697172"/>
          </a:xfrm>
        </p:grpSpPr>
        <p:sp>
          <p:nvSpPr>
            <p:cNvPr id="721" name="Google Shape;721;p57"/>
            <p:cNvSpPr/>
            <p:nvPr/>
          </p:nvSpPr>
          <p:spPr>
            <a:xfrm>
              <a:off x="4227651" y="3799082"/>
              <a:ext cx="697172" cy="697172"/>
            </a:xfrm>
            <a:prstGeom prst="ellipse">
              <a:avLst/>
            </a:prstGeom>
            <a:solidFill>
              <a:schemeClr val="l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1">
                <a:solidFill>
                  <a:schemeClr val="lt1"/>
                </a:solidFill>
                <a:latin typeface="Quicksand"/>
                <a:ea typeface="Quicksand"/>
                <a:cs typeface="Quicksand"/>
                <a:sym typeface="Quicksand"/>
              </a:endParaRPr>
            </a:p>
          </p:txBody>
        </p:sp>
        <p:sp>
          <p:nvSpPr>
            <p:cNvPr id="722" name="Google Shape;722;p57"/>
            <p:cNvSpPr/>
            <p:nvPr/>
          </p:nvSpPr>
          <p:spPr>
            <a:xfrm>
              <a:off x="4405006" y="3950806"/>
              <a:ext cx="338652" cy="356769"/>
            </a:xfrm>
            <a:custGeom>
              <a:avLst/>
              <a:gdLst/>
              <a:ahLst/>
              <a:cxnLst/>
              <a:rect l="l" t="t" r="r" b="b"/>
              <a:pathLst>
                <a:path w="15309" h="16128" extrusionOk="0">
                  <a:moveTo>
                    <a:pt x="8905" y="8588"/>
                  </a:moveTo>
                  <a:lnTo>
                    <a:pt x="8893" y="8686"/>
                  </a:lnTo>
                  <a:lnTo>
                    <a:pt x="8878" y="8782"/>
                  </a:lnTo>
                  <a:lnTo>
                    <a:pt x="8859" y="8875"/>
                  </a:lnTo>
                  <a:lnTo>
                    <a:pt x="8839" y="8968"/>
                  </a:lnTo>
                  <a:lnTo>
                    <a:pt x="8816" y="9059"/>
                  </a:lnTo>
                  <a:lnTo>
                    <a:pt x="8790" y="9147"/>
                  </a:lnTo>
                  <a:lnTo>
                    <a:pt x="8762" y="9233"/>
                  </a:lnTo>
                  <a:lnTo>
                    <a:pt x="8730" y="9317"/>
                  </a:lnTo>
                  <a:lnTo>
                    <a:pt x="8698" y="9399"/>
                  </a:lnTo>
                  <a:lnTo>
                    <a:pt x="8663" y="9477"/>
                  </a:lnTo>
                  <a:lnTo>
                    <a:pt x="8626" y="9554"/>
                  </a:lnTo>
                  <a:lnTo>
                    <a:pt x="8586" y="9627"/>
                  </a:lnTo>
                  <a:lnTo>
                    <a:pt x="8545" y="9698"/>
                  </a:lnTo>
                  <a:lnTo>
                    <a:pt x="8502" y="9766"/>
                  </a:lnTo>
                  <a:lnTo>
                    <a:pt x="8457" y="9831"/>
                  </a:lnTo>
                  <a:lnTo>
                    <a:pt x="8411" y="9893"/>
                  </a:lnTo>
                  <a:lnTo>
                    <a:pt x="8362" y="9951"/>
                  </a:lnTo>
                  <a:lnTo>
                    <a:pt x="8313" y="10005"/>
                  </a:lnTo>
                  <a:lnTo>
                    <a:pt x="8262" y="10057"/>
                  </a:lnTo>
                  <a:lnTo>
                    <a:pt x="8209" y="10105"/>
                  </a:lnTo>
                  <a:lnTo>
                    <a:pt x="8156" y="10150"/>
                  </a:lnTo>
                  <a:lnTo>
                    <a:pt x="8101" y="10189"/>
                  </a:lnTo>
                  <a:lnTo>
                    <a:pt x="8045" y="10225"/>
                  </a:lnTo>
                  <a:lnTo>
                    <a:pt x="7988" y="10258"/>
                  </a:lnTo>
                  <a:lnTo>
                    <a:pt x="7931" y="10286"/>
                  </a:lnTo>
                  <a:lnTo>
                    <a:pt x="7872" y="10310"/>
                  </a:lnTo>
                  <a:lnTo>
                    <a:pt x="7813" y="10330"/>
                  </a:lnTo>
                  <a:lnTo>
                    <a:pt x="7753" y="10344"/>
                  </a:lnTo>
                  <a:lnTo>
                    <a:pt x="7693" y="10355"/>
                  </a:lnTo>
                  <a:lnTo>
                    <a:pt x="7632" y="10360"/>
                  </a:lnTo>
                  <a:lnTo>
                    <a:pt x="7571" y="10361"/>
                  </a:lnTo>
                  <a:lnTo>
                    <a:pt x="7509" y="10357"/>
                  </a:lnTo>
                  <a:lnTo>
                    <a:pt x="7449" y="10348"/>
                  </a:lnTo>
                  <a:lnTo>
                    <a:pt x="7388" y="10334"/>
                  </a:lnTo>
                  <a:lnTo>
                    <a:pt x="7331" y="10316"/>
                  </a:lnTo>
                  <a:lnTo>
                    <a:pt x="7273" y="10293"/>
                  </a:lnTo>
                  <a:lnTo>
                    <a:pt x="7218" y="10265"/>
                  </a:lnTo>
                  <a:lnTo>
                    <a:pt x="7164" y="10234"/>
                  </a:lnTo>
                  <a:lnTo>
                    <a:pt x="7113" y="10198"/>
                  </a:lnTo>
                  <a:lnTo>
                    <a:pt x="7063" y="10159"/>
                  </a:lnTo>
                  <a:lnTo>
                    <a:pt x="7014" y="10114"/>
                  </a:lnTo>
                  <a:lnTo>
                    <a:pt x="6967" y="10067"/>
                  </a:lnTo>
                  <a:lnTo>
                    <a:pt x="6922" y="10016"/>
                  </a:lnTo>
                  <a:lnTo>
                    <a:pt x="6879" y="9961"/>
                  </a:lnTo>
                  <a:lnTo>
                    <a:pt x="6839" y="9904"/>
                  </a:lnTo>
                  <a:lnTo>
                    <a:pt x="6799" y="9842"/>
                  </a:lnTo>
                  <a:lnTo>
                    <a:pt x="6763" y="9778"/>
                  </a:lnTo>
                  <a:lnTo>
                    <a:pt x="6729" y="9711"/>
                  </a:lnTo>
                  <a:lnTo>
                    <a:pt x="6697" y="9641"/>
                  </a:lnTo>
                  <a:lnTo>
                    <a:pt x="6666" y="9568"/>
                  </a:lnTo>
                  <a:lnTo>
                    <a:pt x="6639" y="9492"/>
                  </a:lnTo>
                  <a:lnTo>
                    <a:pt x="6614" y="9415"/>
                  </a:lnTo>
                  <a:lnTo>
                    <a:pt x="6592" y="9334"/>
                  </a:lnTo>
                  <a:lnTo>
                    <a:pt x="6572" y="9251"/>
                  </a:lnTo>
                  <a:lnTo>
                    <a:pt x="6554" y="9167"/>
                  </a:lnTo>
                  <a:lnTo>
                    <a:pt x="6539" y="9080"/>
                  </a:lnTo>
                  <a:lnTo>
                    <a:pt x="6527" y="8991"/>
                  </a:lnTo>
                  <a:lnTo>
                    <a:pt x="6519" y="8902"/>
                  </a:lnTo>
                  <a:lnTo>
                    <a:pt x="6512" y="8810"/>
                  </a:lnTo>
                  <a:lnTo>
                    <a:pt x="6509" y="8716"/>
                  </a:lnTo>
                  <a:lnTo>
                    <a:pt x="6509" y="8621"/>
                  </a:lnTo>
                  <a:lnTo>
                    <a:pt x="6512" y="8526"/>
                  </a:lnTo>
                  <a:lnTo>
                    <a:pt x="6518" y="8429"/>
                  </a:lnTo>
                  <a:lnTo>
                    <a:pt x="6527" y="8331"/>
                  </a:lnTo>
                  <a:lnTo>
                    <a:pt x="6539" y="8233"/>
                  </a:lnTo>
                  <a:lnTo>
                    <a:pt x="6554" y="8138"/>
                  </a:lnTo>
                  <a:lnTo>
                    <a:pt x="6573" y="8044"/>
                  </a:lnTo>
                  <a:lnTo>
                    <a:pt x="6593" y="7951"/>
                  </a:lnTo>
                  <a:lnTo>
                    <a:pt x="6616" y="7860"/>
                  </a:lnTo>
                  <a:lnTo>
                    <a:pt x="6642" y="7773"/>
                  </a:lnTo>
                  <a:lnTo>
                    <a:pt x="6670" y="7686"/>
                  </a:lnTo>
                  <a:lnTo>
                    <a:pt x="6702" y="7602"/>
                  </a:lnTo>
                  <a:lnTo>
                    <a:pt x="6734" y="7521"/>
                  </a:lnTo>
                  <a:lnTo>
                    <a:pt x="6769" y="7442"/>
                  </a:lnTo>
                  <a:lnTo>
                    <a:pt x="6806" y="7365"/>
                  </a:lnTo>
                  <a:lnTo>
                    <a:pt x="6846" y="7292"/>
                  </a:lnTo>
                  <a:lnTo>
                    <a:pt x="6887" y="7221"/>
                  </a:lnTo>
                  <a:lnTo>
                    <a:pt x="6930" y="7154"/>
                  </a:lnTo>
                  <a:lnTo>
                    <a:pt x="6976" y="7089"/>
                  </a:lnTo>
                  <a:lnTo>
                    <a:pt x="7022" y="7028"/>
                  </a:lnTo>
                  <a:lnTo>
                    <a:pt x="7071" y="6969"/>
                  </a:lnTo>
                  <a:lnTo>
                    <a:pt x="7120" y="6915"/>
                  </a:lnTo>
                  <a:lnTo>
                    <a:pt x="7170" y="6863"/>
                  </a:lnTo>
                  <a:lnTo>
                    <a:pt x="7223" y="6815"/>
                  </a:lnTo>
                  <a:lnTo>
                    <a:pt x="7277" y="6772"/>
                  </a:lnTo>
                  <a:lnTo>
                    <a:pt x="7332" y="6731"/>
                  </a:lnTo>
                  <a:lnTo>
                    <a:pt x="7387" y="6695"/>
                  </a:lnTo>
                  <a:lnTo>
                    <a:pt x="7445" y="6664"/>
                  </a:lnTo>
                  <a:lnTo>
                    <a:pt x="7502" y="6636"/>
                  </a:lnTo>
                  <a:lnTo>
                    <a:pt x="7561" y="6612"/>
                  </a:lnTo>
                  <a:lnTo>
                    <a:pt x="7620" y="6593"/>
                  </a:lnTo>
                  <a:lnTo>
                    <a:pt x="7680" y="6578"/>
                  </a:lnTo>
                  <a:lnTo>
                    <a:pt x="7740" y="6568"/>
                  </a:lnTo>
                  <a:lnTo>
                    <a:pt x="7801" y="6563"/>
                  </a:lnTo>
                  <a:lnTo>
                    <a:pt x="7862" y="6562"/>
                  </a:lnTo>
                  <a:lnTo>
                    <a:pt x="7924" y="6567"/>
                  </a:lnTo>
                  <a:lnTo>
                    <a:pt x="7984" y="6576"/>
                  </a:lnTo>
                  <a:lnTo>
                    <a:pt x="8044" y="6590"/>
                  </a:lnTo>
                  <a:lnTo>
                    <a:pt x="8102" y="6608"/>
                  </a:lnTo>
                  <a:lnTo>
                    <a:pt x="8159" y="6632"/>
                  </a:lnTo>
                  <a:lnTo>
                    <a:pt x="8214" y="6659"/>
                  </a:lnTo>
                  <a:lnTo>
                    <a:pt x="8268" y="6690"/>
                  </a:lnTo>
                  <a:lnTo>
                    <a:pt x="8320" y="6726"/>
                  </a:lnTo>
                  <a:lnTo>
                    <a:pt x="8370" y="6766"/>
                  </a:lnTo>
                  <a:lnTo>
                    <a:pt x="8419" y="6810"/>
                  </a:lnTo>
                  <a:lnTo>
                    <a:pt x="8465" y="6857"/>
                  </a:lnTo>
                  <a:lnTo>
                    <a:pt x="8510" y="6908"/>
                  </a:lnTo>
                  <a:lnTo>
                    <a:pt x="8553" y="6962"/>
                  </a:lnTo>
                  <a:lnTo>
                    <a:pt x="8593" y="7021"/>
                  </a:lnTo>
                  <a:lnTo>
                    <a:pt x="8633" y="7081"/>
                  </a:lnTo>
                  <a:lnTo>
                    <a:pt x="8669" y="7146"/>
                  </a:lnTo>
                  <a:lnTo>
                    <a:pt x="8703" y="7213"/>
                  </a:lnTo>
                  <a:lnTo>
                    <a:pt x="8735" y="7283"/>
                  </a:lnTo>
                  <a:lnTo>
                    <a:pt x="8766" y="7355"/>
                  </a:lnTo>
                  <a:lnTo>
                    <a:pt x="8793" y="7431"/>
                  </a:lnTo>
                  <a:lnTo>
                    <a:pt x="8818" y="7509"/>
                  </a:lnTo>
                  <a:lnTo>
                    <a:pt x="8840" y="7589"/>
                  </a:lnTo>
                  <a:lnTo>
                    <a:pt x="8861" y="7671"/>
                  </a:lnTo>
                  <a:lnTo>
                    <a:pt x="8878" y="7756"/>
                  </a:lnTo>
                  <a:lnTo>
                    <a:pt x="8893" y="7842"/>
                  </a:lnTo>
                  <a:lnTo>
                    <a:pt x="8904" y="7931"/>
                  </a:lnTo>
                  <a:lnTo>
                    <a:pt x="8913" y="8021"/>
                  </a:lnTo>
                  <a:lnTo>
                    <a:pt x="8919" y="8111"/>
                  </a:lnTo>
                  <a:lnTo>
                    <a:pt x="8923" y="8205"/>
                  </a:lnTo>
                  <a:lnTo>
                    <a:pt x="8923" y="8299"/>
                  </a:lnTo>
                  <a:lnTo>
                    <a:pt x="8920" y="8395"/>
                  </a:lnTo>
                  <a:lnTo>
                    <a:pt x="8914" y="8490"/>
                  </a:lnTo>
                  <a:lnTo>
                    <a:pt x="8905" y="8588"/>
                  </a:lnTo>
                  <a:close/>
                  <a:moveTo>
                    <a:pt x="15309" y="12383"/>
                  </a:moveTo>
                  <a:lnTo>
                    <a:pt x="11202" y="9470"/>
                  </a:lnTo>
                  <a:lnTo>
                    <a:pt x="11149" y="9256"/>
                  </a:lnTo>
                  <a:lnTo>
                    <a:pt x="11095" y="9043"/>
                  </a:lnTo>
                  <a:lnTo>
                    <a:pt x="11040" y="8830"/>
                  </a:lnTo>
                  <a:lnTo>
                    <a:pt x="10982" y="8619"/>
                  </a:lnTo>
                  <a:lnTo>
                    <a:pt x="10924" y="8410"/>
                  </a:lnTo>
                  <a:lnTo>
                    <a:pt x="10863" y="8202"/>
                  </a:lnTo>
                  <a:lnTo>
                    <a:pt x="10833" y="8099"/>
                  </a:lnTo>
                  <a:lnTo>
                    <a:pt x="10802" y="7996"/>
                  </a:lnTo>
                  <a:lnTo>
                    <a:pt x="10770" y="7895"/>
                  </a:lnTo>
                  <a:lnTo>
                    <a:pt x="10739" y="7793"/>
                  </a:lnTo>
                  <a:lnTo>
                    <a:pt x="10707" y="7692"/>
                  </a:lnTo>
                  <a:lnTo>
                    <a:pt x="10675" y="7592"/>
                  </a:lnTo>
                  <a:lnTo>
                    <a:pt x="10641" y="7492"/>
                  </a:lnTo>
                  <a:lnTo>
                    <a:pt x="10608" y="7394"/>
                  </a:lnTo>
                  <a:lnTo>
                    <a:pt x="10575" y="7296"/>
                  </a:lnTo>
                  <a:lnTo>
                    <a:pt x="10540" y="7199"/>
                  </a:lnTo>
                  <a:lnTo>
                    <a:pt x="10506" y="7102"/>
                  </a:lnTo>
                  <a:lnTo>
                    <a:pt x="10472" y="7007"/>
                  </a:lnTo>
                  <a:lnTo>
                    <a:pt x="10437" y="6912"/>
                  </a:lnTo>
                  <a:lnTo>
                    <a:pt x="10400" y="6818"/>
                  </a:lnTo>
                  <a:lnTo>
                    <a:pt x="10365" y="6725"/>
                  </a:lnTo>
                  <a:lnTo>
                    <a:pt x="10329" y="6633"/>
                  </a:lnTo>
                  <a:lnTo>
                    <a:pt x="10291" y="6542"/>
                  </a:lnTo>
                  <a:lnTo>
                    <a:pt x="10255" y="6452"/>
                  </a:lnTo>
                  <a:lnTo>
                    <a:pt x="10217" y="6362"/>
                  </a:lnTo>
                  <a:lnTo>
                    <a:pt x="10179" y="6275"/>
                  </a:lnTo>
                  <a:lnTo>
                    <a:pt x="15220" y="2394"/>
                  </a:lnTo>
                  <a:lnTo>
                    <a:pt x="12872" y="0"/>
                  </a:lnTo>
                  <a:lnTo>
                    <a:pt x="9484" y="4985"/>
                  </a:lnTo>
                  <a:lnTo>
                    <a:pt x="9436" y="4917"/>
                  </a:lnTo>
                  <a:lnTo>
                    <a:pt x="9388" y="4852"/>
                  </a:lnTo>
                  <a:lnTo>
                    <a:pt x="9339" y="4787"/>
                  </a:lnTo>
                  <a:lnTo>
                    <a:pt x="9290" y="4724"/>
                  </a:lnTo>
                  <a:lnTo>
                    <a:pt x="9241" y="4665"/>
                  </a:lnTo>
                  <a:lnTo>
                    <a:pt x="9190" y="4607"/>
                  </a:lnTo>
                  <a:lnTo>
                    <a:pt x="9140" y="4550"/>
                  </a:lnTo>
                  <a:lnTo>
                    <a:pt x="9089" y="4495"/>
                  </a:lnTo>
                  <a:lnTo>
                    <a:pt x="9038" y="4442"/>
                  </a:lnTo>
                  <a:lnTo>
                    <a:pt x="8986" y="4393"/>
                  </a:lnTo>
                  <a:lnTo>
                    <a:pt x="8933" y="4344"/>
                  </a:lnTo>
                  <a:lnTo>
                    <a:pt x="8880" y="4298"/>
                  </a:lnTo>
                  <a:lnTo>
                    <a:pt x="8827" y="4254"/>
                  </a:lnTo>
                  <a:lnTo>
                    <a:pt x="8773" y="4212"/>
                  </a:lnTo>
                  <a:lnTo>
                    <a:pt x="8718" y="4173"/>
                  </a:lnTo>
                  <a:lnTo>
                    <a:pt x="8664" y="4136"/>
                  </a:lnTo>
                  <a:lnTo>
                    <a:pt x="8608" y="4101"/>
                  </a:lnTo>
                  <a:lnTo>
                    <a:pt x="8552" y="4067"/>
                  </a:lnTo>
                  <a:lnTo>
                    <a:pt x="8495" y="4037"/>
                  </a:lnTo>
                  <a:lnTo>
                    <a:pt x="8439" y="4010"/>
                  </a:lnTo>
                  <a:lnTo>
                    <a:pt x="8382" y="3984"/>
                  </a:lnTo>
                  <a:lnTo>
                    <a:pt x="8324" y="3961"/>
                  </a:lnTo>
                  <a:lnTo>
                    <a:pt x="8266" y="3941"/>
                  </a:lnTo>
                  <a:lnTo>
                    <a:pt x="8206" y="3923"/>
                  </a:lnTo>
                  <a:lnTo>
                    <a:pt x="8147" y="3908"/>
                  </a:lnTo>
                  <a:lnTo>
                    <a:pt x="8087" y="3895"/>
                  </a:lnTo>
                  <a:lnTo>
                    <a:pt x="8027" y="3885"/>
                  </a:lnTo>
                  <a:lnTo>
                    <a:pt x="7966" y="3878"/>
                  </a:lnTo>
                  <a:lnTo>
                    <a:pt x="7905" y="3873"/>
                  </a:lnTo>
                  <a:lnTo>
                    <a:pt x="7842" y="3871"/>
                  </a:lnTo>
                  <a:lnTo>
                    <a:pt x="7780" y="3872"/>
                  </a:lnTo>
                  <a:lnTo>
                    <a:pt x="7717" y="3876"/>
                  </a:lnTo>
                  <a:lnTo>
                    <a:pt x="7664" y="3881"/>
                  </a:lnTo>
                  <a:lnTo>
                    <a:pt x="7612" y="3888"/>
                  </a:lnTo>
                  <a:lnTo>
                    <a:pt x="7560" y="3897"/>
                  </a:lnTo>
                  <a:lnTo>
                    <a:pt x="7508" y="3907"/>
                  </a:lnTo>
                  <a:lnTo>
                    <a:pt x="7457" y="3919"/>
                  </a:lnTo>
                  <a:lnTo>
                    <a:pt x="7406" y="3933"/>
                  </a:lnTo>
                  <a:lnTo>
                    <a:pt x="7356" y="3949"/>
                  </a:lnTo>
                  <a:lnTo>
                    <a:pt x="7306" y="3966"/>
                  </a:lnTo>
                  <a:lnTo>
                    <a:pt x="7255" y="3986"/>
                  </a:lnTo>
                  <a:lnTo>
                    <a:pt x="7207" y="4007"/>
                  </a:lnTo>
                  <a:lnTo>
                    <a:pt x="7157" y="4029"/>
                  </a:lnTo>
                  <a:lnTo>
                    <a:pt x="7109" y="4053"/>
                  </a:lnTo>
                  <a:lnTo>
                    <a:pt x="7061" y="4078"/>
                  </a:lnTo>
                  <a:lnTo>
                    <a:pt x="7012" y="4106"/>
                  </a:lnTo>
                  <a:lnTo>
                    <a:pt x="6965" y="4135"/>
                  </a:lnTo>
                  <a:lnTo>
                    <a:pt x="6917" y="4165"/>
                  </a:lnTo>
                  <a:lnTo>
                    <a:pt x="6871" y="4197"/>
                  </a:lnTo>
                  <a:lnTo>
                    <a:pt x="6824" y="4231"/>
                  </a:lnTo>
                  <a:lnTo>
                    <a:pt x="6778" y="4265"/>
                  </a:lnTo>
                  <a:lnTo>
                    <a:pt x="6732" y="4301"/>
                  </a:lnTo>
                  <a:lnTo>
                    <a:pt x="6686" y="4339"/>
                  </a:lnTo>
                  <a:lnTo>
                    <a:pt x="6641" y="4378"/>
                  </a:lnTo>
                  <a:lnTo>
                    <a:pt x="6597" y="4418"/>
                  </a:lnTo>
                  <a:lnTo>
                    <a:pt x="6552" y="4460"/>
                  </a:lnTo>
                  <a:lnTo>
                    <a:pt x="6508" y="4504"/>
                  </a:lnTo>
                  <a:lnTo>
                    <a:pt x="6465" y="4548"/>
                  </a:lnTo>
                  <a:lnTo>
                    <a:pt x="6420" y="4594"/>
                  </a:lnTo>
                  <a:lnTo>
                    <a:pt x="6378" y="4642"/>
                  </a:lnTo>
                  <a:lnTo>
                    <a:pt x="6335" y="4690"/>
                  </a:lnTo>
                  <a:lnTo>
                    <a:pt x="6292" y="4741"/>
                  </a:lnTo>
                  <a:lnTo>
                    <a:pt x="6251" y="4791"/>
                  </a:lnTo>
                  <a:lnTo>
                    <a:pt x="6209" y="4843"/>
                  </a:lnTo>
                  <a:lnTo>
                    <a:pt x="2600" y="277"/>
                  </a:lnTo>
                  <a:lnTo>
                    <a:pt x="430" y="2838"/>
                  </a:lnTo>
                  <a:lnTo>
                    <a:pt x="5429" y="6139"/>
                  </a:lnTo>
                  <a:lnTo>
                    <a:pt x="5389" y="6223"/>
                  </a:lnTo>
                  <a:lnTo>
                    <a:pt x="5349" y="6310"/>
                  </a:lnTo>
                  <a:lnTo>
                    <a:pt x="5310" y="6397"/>
                  </a:lnTo>
                  <a:lnTo>
                    <a:pt x="5272" y="6485"/>
                  </a:lnTo>
                  <a:lnTo>
                    <a:pt x="5233" y="6574"/>
                  </a:lnTo>
                  <a:lnTo>
                    <a:pt x="5195" y="6664"/>
                  </a:lnTo>
                  <a:lnTo>
                    <a:pt x="5158" y="6756"/>
                  </a:lnTo>
                  <a:lnTo>
                    <a:pt x="5120" y="6847"/>
                  </a:lnTo>
                  <a:lnTo>
                    <a:pt x="5083" y="6940"/>
                  </a:lnTo>
                  <a:lnTo>
                    <a:pt x="5047" y="7033"/>
                  </a:lnTo>
                  <a:lnTo>
                    <a:pt x="5012" y="7128"/>
                  </a:lnTo>
                  <a:lnTo>
                    <a:pt x="4975" y="7222"/>
                  </a:lnTo>
                  <a:lnTo>
                    <a:pt x="4940" y="7318"/>
                  </a:lnTo>
                  <a:lnTo>
                    <a:pt x="4906" y="7415"/>
                  </a:lnTo>
                  <a:lnTo>
                    <a:pt x="4871" y="7512"/>
                  </a:lnTo>
                  <a:lnTo>
                    <a:pt x="4837" y="7609"/>
                  </a:lnTo>
                  <a:lnTo>
                    <a:pt x="4804" y="7708"/>
                  </a:lnTo>
                  <a:lnTo>
                    <a:pt x="4771" y="7807"/>
                  </a:lnTo>
                  <a:lnTo>
                    <a:pt x="4737" y="7907"/>
                  </a:lnTo>
                  <a:lnTo>
                    <a:pt x="4705" y="8008"/>
                  </a:lnTo>
                  <a:lnTo>
                    <a:pt x="4673" y="8108"/>
                  </a:lnTo>
                  <a:lnTo>
                    <a:pt x="4642" y="8209"/>
                  </a:lnTo>
                  <a:lnTo>
                    <a:pt x="4610" y="8311"/>
                  </a:lnTo>
                  <a:lnTo>
                    <a:pt x="4579" y="8413"/>
                  </a:lnTo>
                  <a:lnTo>
                    <a:pt x="4518" y="8618"/>
                  </a:lnTo>
                  <a:lnTo>
                    <a:pt x="4459" y="8826"/>
                  </a:lnTo>
                  <a:lnTo>
                    <a:pt x="4402" y="9034"/>
                  </a:lnTo>
                  <a:lnTo>
                    <a:pt x="4345" y="9243"/>
                  </a:lnTo>
                  <a:lnTo>
                    <a:pt x="0" y="12293"/>
                  </a:lnTo>
                  <a:lnTo>
                    <a:pt x="2241" y="14792"/>
                  </a:lnTo>
                  <a:lnTo>
                    <a:pt x="3555" y="13028"/>
                  </a:lnTo>
                  <a:lnTo>
                    <a:pt x="3503" y="13356"/>
                  </a:lnTo>
                  <a:lnTo>
                    <a:pt x="3455" y="13670"/>
                  </a:lnTo>
                  <a:lnTo>
                    <a:pt x="3409" y="13973"/>
                  </a:lnTo>
                  <a:lnTo>
                    <a:pt x="3368" y="14261"/>
                  </a:lnTo>
                  <a:lnTo>
                    <a:pt x="3331" y="14533"/>
                  </a:lnTo>
                  <a:lnTo>
                    <a:pt x="3296" y="14788"/>
                  </a:lnTo>
                  <a:lnTo>
                    <a:pt x="3266" y="15026"/>
                  </a:lnTo>
                  <a:lnTo>
                    <a:pt x="3239" y="15244"/>
                  </a:lnTo>
                  <a:lnTo>
                    <a:pt x="3216" y="15441"/>
                  </a:lnTo>
                  <a:lnTo>
                    <a:pt x="3196" y="15615"/>
                  </a:lnTo>
                  <a:lnTo>
                    <a:pt x="3178" y="15766"/>
                  </a:lnTo>
                  <a:lnTo>
                    <a:pt x="3164" y="15893"/>
                  </a:lnTo>
                  <a:lnTo>
                    <a:pt x="3154" y="15994"/>
                  </a:lnTo>
                  <a:lnTo>
                    <a:pt x="3146" y="16068"/>
                  </a:lnTo>
                  <a:lnTo>
                    <a:pt x="3142" y="16113"/>
                  </a:lnTo>
                  <a:lnTo>
                    <a:pt x="3140" y="16128"/>
                  </a:lnTo>
                  <a:lnTo>
                    <a:pt x="6103" y="16128"/>
                  </a:lnTo>
                  <a:lnTo>
                    <a:pt x="6110" y="16040"/>
                  </a:lnTo>
                  <a:lnTo>
                    <a:pt x="6118" y="15941"/>
                  </a:lnTo>
                  <a:lnTo>
                    <a:pt x="6128" y="15831"/>
                  </a:lnTo>
                  <a:lnTo>
                    <a:pt x="6139" y="15711"/>
                  </a:lnTo>
                  <a:lnTo>
                    <a:pt x="6153" y="15582"/>
                  </a:lnTo>
                  <a:lnTo>
                    <a:pt x="6168" y="15446"/>
                  </a:lnTo>
                  <a:lnTo>
                    <a:pt x="6186" y="15301"/>
                  </a:lnTo>
                  <a:lnTo>
                    <a:pt x="6206" y="15152"/>
                  </a:lnTo>
                  <a:lnTo>
                    <a:pt x="6229" y="14998"/>
                  </a:lnTo>
                  <a:lnTo>
                    <a:pt x="6254" y="14839"/>
                  </a:lnTo>
                  <a:lnTo>
                    <a:pt x="6282" y="14677"/>
                  </a:lnTo>
                  <a:lnTo>
                    <a:pt x="6312" y="14514"/>
                  </a:lnTo>
                  <a:lnTo>
                    <a:pt x="6347" y="14349"/>
                  </a:lnTo>
                  <a:lnTo>
                    <a:pt x="6383" y="14184"/>
                  </a:lnTo>
                  <a:lnTo>
                    <a:pt x="6423" y="14018"/>
                  </a:lnTo>
                  <a:lnTo>
                    <a:pt x="6467" y="13856"/>
                  </a:lnTo>
                  <a:lnTo>
                    <a:pt x="6513" y="13695"/>
                  </a:lnTo>
                  <a:lnTo>
                    <a:pt x="6563" y="13538"/>
                  </a:lnTo>
                  <a:lnTo>
                    <a:pt x="6617" y="13385"/>
                  </a:lnTo>
                  <a:lnTo>
                    <a:pt x="6675" y="13238"/>
                  </a:lnTo>
                  <a:lnTo>
                    <a:pt x="6737" y="13098"/>
                  </a:lnTo>
                  <a:lnTo>
                    <a:pt x="6803" y="12964"/>
                  </a:lnTo>
                  <a:lnTo>
                    <a:pt x="6873" y="12839"/>
                  </a:lnTo>
                  <a:lnTo>
                    <a:pt x="6948" y="12723"/>
                  </a:lnTo>
                  <a:lnTo>
                    <a:pt x="7026" y="12616"/>
                  </a:lnTo>
                  <a:lnTo>
                    <a:pt x="7110" y="12521"/>
                  </a:lnTo>
                  <a:lnTo>
                    <a:pt x="7199" y="12439"/>
                  </a:lnTo>
                  <a:lnTo>
                    <a:pt x="7291" y="12368"/>
                  </a:lnTo>
                  <a:lnTo>
                    <a:pt x="7390" y="12313"/>
                  </a:lnTo>
                  <a:lnTo>
                    <a:pt x="7493" y="12271"/>
                  </a:lnTo>
                  <a:lnTo>
                    <a:pt x="7602" y="12246"/>
                  </a:lnTo>
                  <a:lnTo>
                    <a:pt x="7716" y="12237"/>
                  </a:lnTo>
                  <a:lnTo>
                    <a:pt x="7843" y="12246"/>
                  </a:lnTo>
                  <a:lnTo>
                    <a:pt x="7963" y="12271"/>
                  </a:lnTo>
                  <a:lnTo>
                    <a:pt x="8077" y="12313"/>
                  </a:lnTo>
                  <a:lnTo>
                    <a:pt x="8185" y="12368"/>
                  </a:lnTo>
                  <a:lnTo>
                    <a:pt x="8286" y="12439"/>
                  </a:lnTo>
                  <a:lnTo>
                    <a:pt x="8381" y="12521"/>
                  </a:lnTo>
                  <a:lnTo>
                    <a:pt x="8470" y="12616"/>
                  </a:lnTo>
                  <a:lnTo>
                    <a:pt x="8553" y="12723"/>
                  </a:lnTo>
                  <a:lnTo>
                    <a:pt x="8632" y="12839"/>
                  </a:lnTo>
                  <a:lnTo>
                    <a:pt x="8704" y="12964"/>
                  </a:lnTo>
                  <a:lnTo>
                    <a:pt x="8772" y="13098"/>
                  </a:lnTo>
                  <a:lnTo>
                    <a:pt x="8834" y="13238"/>
                  </a:lnTo>
                  <a:lnTo>
                    <a:pt x="8893" y="13385"/>
                  </a:lnTo>
                  <a:lnTo>
                    <a:pt x="8946" y="13538"/>
                  </a:lnTo>
                  <a:lnTo>
                    <a:pt x="8995" y="13695"/>
                  </a:lnTo>
                  <a:lnTo>
                    <a:pt x="9039" y="13856"/>
                  </a:lnTo>
                  <a:lnTo>
                    <a:pt x="9080" y="14018"/>
                  </a:lnTo>
                  <a:lnTo>
                    <a:pt x="9118" y="14184"/>
                  </a:lnTo>
                  <a:lnTo>
                    <a:pt x="9151" y="14349"/>
                  </a:lnTo>
                  <a:lnTo>
                    <a:pt x="9180" y="14514"/>
                  </a:lnTo>
                  <a:lnTo>
                    <a:pt x="9207" y="14677"/>
                  </a:lnTo>
                  <a:lnTo>
                    <a:pt x="9231" y="14839"/>
                  </a:lnTo>
                  <a:lnTo>
                    <a:pt x="9252" y="14998"/>
                  </a:lnTo>
                  <a:lnTo>
                    <a:pt x="9270" y="15152"/>
                  </a:lnTo>
                  <a:lnTo>
                    <a:pt x="9285" y="15301"/>
                  </a:lnTo>
                  <a:lnTo>
                    <a:pt x="9298" y="15446"/>
                  </a:lnTo>
                  <a:lnTo>
                    <a:pt x="9309" y="15582"/>
                  </a:lnTo>
                  <a:lnTo>
                    <a:pt x="9318" y="15711"/>
                  </a:lnTo>
                  <a:lnTo>
                    <a:pt x="9325" y="15831"/>
                  </a:lnTo>
                  <a:lnTo>
                    <a:pt x="9331" y="15941"/>
                  </a:lnTo>
                  <a:lnTo>
                    <a:pt x="9335" y="16040"/>
                  </a:lnTo>
                  <a:lnTo>
                    <a:pt x="9339" y="16128"/>
                  </a:lnTo>
                  <a:lnTo>
                    <a:pt x="12291" y="16128"/>
                  </a:lnTo>
                  <a:lnTo>
                    <a:pt x="12290" y="16115"/>
                  </a:lnTo>
                  <a:lnTo>
                    <a:pt x="12287" y="16076"/>
                  </a:lnTo>
                  <a:lnTo>
                    <a:pt x="12280" y="16010"/>
                  </a:lnTo>
                  <a:lnTo>
                    <a:pt x="12272" y="15921"/>
                  </a:lnTo>
                  <a:lnTo>
                    <a:pt x="12260" y="15810"/>
                  </a:lnTo>
                  <a:lnTo>
                    <a:pt x="12247" y="15677"/>
                  </a:lnTo>
                  <a:lnTo>
                    <a:pt x="12229" y="15522"/>
                  </a:lnTo>
                  <a:lnTo>
                    <a:pt x="12210" y="15349"/>
                  </a:lnTo>
                  <a:lnTo>
                    <a:pt x="12187" y="15156"/>
                  </a:lnTo>
                  <a:lnTo>
                    <a:pt x="12163" y="14946"/>
                  </a:lnTo>
                  <a:lnTo>
                    <a:pt x="12135" y="14719"/>
                  </a:lnTo>
                  <a:lnTo>
                    <a:pt x="12103" y="14476"/>
                  </a:lnTo>
                  <a:lnTo>
                    <a:pt x="12069" y="14219"/>
                  </a:lnTo>
                  <a:lnTo>
                    <a:pt x="12033" y="13949"/>
                  </a:lnTo>
                  <a:lnTo>
                    <a:pt x="11992" y="13665"/>
                  </a:lnTo>
                  <a:lnTo>
                    <a:pt x="11949" y="13371"/>
                  </a:lnTo>
                  <a:lnTo>
                    <a:pt x="13055" y="14868"/>
                  </a:lnTo>
                  <a:lnTo>
                    <a:pt x="15309" y="12383"/>
                  </a:lnTo>
                  <a:close/>
                </a:path>
              </a:pathLst>
            </a:cu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900" b="1">
                <a:solidFill>
                  <a:schemeClr val="lt1"/>
                </a:solidFill>
                <a:latin typeface="Quicksand"/>
                <a:ea typeface="Quicksand"/>
                <a:cs typeface="Quicksand"/>
                <a:sym typeface="Quicksand"/>
              </a:endParaRPr>
            </a:p>
          </p:txBody>
        </p:sp>
      </p:grpSp>
      <p:sp>
        <p:nvSpPr>
          <p:cNvPr id="723" name="Google Shape;723;p57"/>
          <p:cNvSpPr/>
          <p:nvPr/>
        </p:nvSpPr>
        <p:spPr>
          <a:xfrm rot="-1215454">
            <a:off x="8197729" y="1782656"/>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724" name="Google Shape;724;p57"/>
          <p:cNvSpPr/>
          <p:nvPr/>
        </p:nvSpPr>
        <p:spPr>
          <a:xfrm rot="-4211805">
            <a:off x="3753356" y="195525"/>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725" name="Google Shape;725;p57"/>
          <p:cNvSpPr/>
          <p:nvPr/>
        </p:nvSpPr>
        <p:spPr>
          <a:xfrm>
            <a:off x="547292" y="3784615"/>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726" name="Google Shape;726;p57"/>
          <p:cNvSpPr txBox="1"/>
          <p:nvPr/>
        </p:nvSpPr>
        <p:spPr>
          <a:xfrm>
            <a:off x="4589294" y="837692"/>
            <a:ext cx="3213180" cy="117724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3600" b="1">
                <a:solidFill>
                  <a:schemeClr val="accent4"/>
                </a:solidFill>
                <a:latin typeface="Quicksand"/>
                <a:ea typeface="Quicksand"/>
                <a:cs typeface="Quicksand"/>
                <a:sym typeface="Quicksand"/>
              </a:rPr>
              <a:t>Academic Flowers</a:t>
            </a:r>
            <a:endParaRPr sz="3600" b="1">
              <a:solidFill>
                <a:schemeClr val="accent4"/>
              </a:solidFill>
              <a:latin typeface="Quicksand"/>
              <a:ea typeface="Quicksand"/>
              <a:cs typeface="Quicksand"/>
              <a:sym typeface="Quicksand"/>
            </a:endParaRPr>
          </a:p>
        </p:txBody>
      </p:sp>
      <p:sp>
        <p:nvSpPr>
          <p:cNvPr id="727" name="Google Shape;727;p57"/>
          <p:cNvSpPr txBox="1"/>
          <p:nvPr/>
        </p:nvSpPr>
        <p:spPr>
          <a:xfrm>
            <a:off x="4602871" y="2039984"/>
            <a:ext cx="3156192" cy="416653"/>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 adipiscing elit, sed do eiusmod tempor incididunt ut labore et</a:t>
            </a:r>
            <a:endParaRPr sz="1100"/>
          </a:p>
        </p:txBody>
      </p:sp>
      <p:sp>
        <p:nvSpPr>
          <p:cNvPr id="728" name="Google Shape;728;p57"/>
          <p:cNvSpPr txBox="1"/>
          <p:nvPr/>
        </p:nvSpPr>
        <p:spPr>
          <a:xfrm>
            <a:off x="5169037" y="2820989"/>
            <a:ext cx="1566282" cy="416653"/>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a:t>
            </a:r>
            <a:endParaRPr sz="900">
              <a:solidFill>
                <a:schemeClr val="dk1"/>
              </a:solidFill>
              <a:latin typeface="Quicksand"/>
              <a:ea typeface="Quicksand"/>
              <a:cs typeface="Quicksand"/>
              <a:sym typeface="Quicksand"/>
            </a:endParaRPr>
          </a:p>
        </p:txBody>
      </p:sp>
      <p:sp>
        <p:nvSpPr>
          <p:cNvPr id="729" name="Google Shape;729;p57"/>
          <p:cNvSpPr txBox="1"/>
          <p:nvPr/>
        </p:nvSpPr>
        <p:spPr>
          <a:xfrm>
            <a:off x="5144261" y="3908108"/>
            <a:ext cx="1566282" cy="416653"/>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a:t>
            </a:r>
            <a:endParaRPr sz="900">
              <a:solidFill>
                <a:schemeClr val="dk1"/>
              </a:solidFill>
              <a:latin typeface="Quicksand"/>
              <a:ea typeface="Quicksand"/>
              <a:cs typeface="Quicksand"/>
              <a:sym typeface="Quicksand"/>
            </a:endParaRPr>
          </a:p>
        </p:txBody>
      </p:sp>
      <p:sp>
        <p:nvSpPr>
          <p:cNvPr id="730" name="Google Shape;730;p57"/>
          <p:cNvSpPr txBox="1"/>
          <p:nvPr/>
        </p:nvSpPr>
        <p:spPr>
          <a:xfrm>
            <a:off x="7298206" y="2796155"/>
            <a:ext cx="1566282" cy="416653"/>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a:t>
            </a:r>
            <a:endParaRPr sz="900">
              <a:solidFill>
                <a:schemeClr val="dk1"/>
              </a:solidFill>
              <a:latin typeface="Quicksand"/>
              <a:ea typeface="Quicksand"/>
              <a:cs typeface="Quicksand"/>
              <a:sym typeface="Quicksand"/>
            </a:endParaRPr>
          </a:p>
        </p:txBody>
      </p:sp>
      <p:sp>
        <p:nvSpPr>
          <p:cNvPr id="731" name="Google Shape;731;p57"/>
          <p:cNvSpPr txBox="1"/>
          <p:nvPr/>
        </p:nvSpPr>
        <p:spPr>
          <a:xfrm>
            <a:off x="7298206" y="3878993"/>
            <a:ext cx="1566282" cy="416653"/>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a:t>
            </a:r>
            <a:endParaRPr sz="900">
              <a:solidFill>
                <a:schemeClr val="dk1"/>
              </a:solidFill>
              <a:latin typeface="Quicksand"/>
              <a:ea typeface="Quicksand"/>
              <a:cs typeface="Quicksand"/>
              <a:sym typeface="Quicksan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grpSp>
        <p:nvGrpSpPr>
          <p:cNvPr id="736" name="Google Shape;736;p58"/>
          <p:cNvGrpSpPr/>
          <p:nvPr/>
        </p:nvGrpSpPr>
        <p:grpSpPr>
          <a:xfrm>
            <a:off x="3236869" y="1045046"/>
            <a:ext cx="3552580" cy="3360665"/>
            <a:chOff x="6406728" y="1188557"/>
            <a:chExt cx="4736774" cy="4480886"/>
          </a:xfrm>
        </p:grpSpPr>
        <p:grpSp>
          <p:nvGrpSpPr>
            <p:cNvPr id="737" name="Google Shape;737;p58"/>
            <p:cNvGrpSpPr/>
            <p:nvPr/>
          </p:nvGrpSpPr>
          <p:grpSpPr>
            <a:xfrm>
              <a:off x="6662616" y="1188557"/>
              <a:ext cx="4480886" cy="4480886"/>
              <a:chOff x="764046" y="1188557"/>
              <a:chExt cx="4480886" cy="4480886"/>
            </a:xfrm>
          </p:grpSpPr>
          <p:grpSp>
            <p:nvGrpSpPr>
              <p:cNvPr id="738" name="Google Shape;738;p58"/>
              <p:cNvGrpSpPr/>
              <p:nvPr/>
            </p:nvGrpSpPr>
            <p:grpSpPr>
              <a:xfrm>
                <a:off x="764046" y="1188557"/>
                <a:ext cx="4480886" cy="4480886"/>
                <a:chOff x="6671361" y="1262397"/>
                <a:chExt cx="4480886" cy="4480886"/>
              </a:xfrm>
            </p:grpSpPr>
            <p:sp>
              <p:nvSpPr>
                <p:cNvPr id="739" name="Google Shape;739;p58"/>
                <p:cNvSpPr/>
                <p:nvPr/>
              </p:nvSpPr>
              <p:spPr>
                <a:xfrm>
                  <a:off x="7177546" y="1771154"/>
                  <a:ext cx="3463371" cy="3463371"/>
                </a:xfrm>
                <a:prstGeom prst="pie">
                  <a:avLst>
                    <a:gd name="adj1" fmla="val 13310045"/>
                    <a:gd name="adj2" fmla="val 6722714"/>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Quicksand"/>
                    <a:ea typeface="Quicksand"/>
                    <a:cs typeface="Quicksand"/>
                    <a:sym typeface="Quicksand"/>
                  </a:endParaRPr>
                </a:p>
              </p:txBody>
            </p:sp>
            <p:sp>
              <p:nvSpPr>
                <p:cNvPr id="740" name="Google Shape;740;p58"/>
                <p:cNvSpPr/>
                <p:nvPr/>
              </p:nvSpPr>
              <p:spPr>
                <a:xfrm>
                  <a:off x="6943772" y="1527697"/>
                  <a:ext cx="3950286" cy="3950286"/>
                </a:xfrm>
                <a:prstGeom prst="pie">
                  <a:avLst>
                    <a:gd name="adj1" fmla="val 21158056"/>
                    <a:gd name="adj2" fmla="val 4698673"/>
                  </a:avLst>
                </a:prstGeom>
                <a:solidFill>
                  <a:schemeClr val="accent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dk1"/>
                    </a:solidFill>
                    <a:latin typeface="Quicksand"/>
                    <a:ea typeface="Quicksand"/>
                    <a:cs typeface="Quicksand"/>
                    <a:sym typeface="Quicksand"/>
                  </a:endParaRPr>
                </a:p>
              </p:txBody>
            </p:sp>
            <p:sp>
              <p:nvSpPr>
                <p:cNvPr id="741" name="Google Shape;741;p58"/>
                <p:cNvSpPr/>
                <p:nvPr/>
              </p:nvSpPr>
              <p:spPr>
                <a:xfrm>
                  <a:off x="6671361" y="1262397"/>
                  <a:ext cx="4480886" cy="4480886"/>
                </a:xfrm>
                <a:prstGeom prst="pie">
                  <a:avLst>
                    <a:gd name="adj1" fmla="val 4679333"/>
                    <a:gd name="adj2" fmla="val 13568317"/>
                  </a:avLst>
                </a:prstGeom>
                <a:solidFill>
                  <a:schemeClr val="accent2"/>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dirty="0">
                    <a:solidFill>
                      <a:schemeClr val="dk1"/>
                    </a:solidFill>
                    <a:latin typeface="Quicksand"/>
                    <a:ea typeface="Quicksand"/>
                    <a:cs typeface="Quicksand"/>
                    <a:sym typeface="Quicksand"/>
                  </a:endParaRPr>
                </a:p>
              </p:txBody>
            </p:sp>
          </p:grpSp>
          <p:sp>
            <p:nvSpPr>
              <p:cNvPr id="742" name="Google Shape;742;p58"/>
              <p:cNvSpPr/>
              <p:nvPr/>
            </p:nvSpPr>
            <p:spPr>
              <a:xfrm>
                <a:off x="2394888" y="2819399"/>
                <a:ext cx="1219200" cy="1219200"/>
              </a:xfrm>
              <a:prstGeom prst="ellipse">
                <a:avLst/>
              </a:prstGeom>
              <a:gradFill>
                <a:gsLst>
                  <a:gs pos="0">
                    <a:srgbClr val="F2F2F2"/>
                  </a:gs>
                  <a:gs pos="99000">
                    <a:schemeClr val="lt1"/>
                  </a:gs>
                  <a:gs pos="100000">
                    <a:schemeClr val="lt1"/>
                  </a:gs>
                </a:gsLst>
                <a:lin ang="10800000" scaled="0"/>
              </a:gradFill>
              <a:ln>
                <a:noFill/>
              </a:ln>
              <a:effectLst>
                <a:outerShdw blurRad="1016000" dist="381000" dir="2100000" sx="90000" sy="90000" algn="tl" rotWithShape="0">
                  <a:srgbClr val="000000">
                    <a:alpha val="9803"/>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grpSp>
          <p:nvGrpSpPr>
            <p:cNvPr id="743" name="Google Shape;743;p58"/>
            <p:cNvGrpSpPr/>
            <p:nvPr/>
          </p:nvGrpSpPr>
          <p:grpSpPr>
            <a:xfrm>
              <a:off x="6406728" y="3177561"/>
              <a:ext cx="1157691" cy="637116"/>
              <a:chOff x="941303" y="3188194"/>
              <a:chExt cx="1157691" cy="637116"/>
            </a:xfrm>
          </p:grpSpPr>
          <p:grpSp>
            <p:nvGrpSpPr>
              <p:cNvPr id="744" name="Google Shape;744;p58"/>
              <p:cNvGrpSpPr/>
              <p:nvPr/>
            </p:nvGrpSpPr>
            <p:grpSpPr>
              <a:xfrm>
                <a:off x="941303" y="3188194"/>
                <a:ext cx="1157691" cy="637116"/>
                <a:chOff x="1639579" y="2495467"/>
                <a:chExt cx="1157691" cy="637116"/>
              </a:xfrm>
            </p:grpSpPr>
            <p:sp>
              <p:nvSpPr>
                <p:cNvPr id="745" name="Google Shape;745;p58"/>
                <p:cNvSpPr/>
                <p:nvPr/>
              </p:nvSpPr>
              <p:spPr>
                <a:xfrm>
                  <a:off x="1639579" y="2495467"/>
                  <a:ext cx="1157691" cy="531814"/>
                </a:xfrm>
                <a:prstGeom prst="roundRect">
                  <a:avLst>
                    <a:gd name="adj" fmla="val 50000"/>
                  </a:avLst>
                </a:prstGeom>
                <a:solidFill>
                  <a:schemeClr val="lt1"/>
                </a:solidFill>
                <a:ln>
                  <a:noFill/>
                </a:ln>
                <a:effectLst>
                  <a:outerShdw blurRad="1016000" dist="381000" dir="2100000" sx="90000" sy="90000" algn="tl" rotWithShape="0">
                    <a:srgbClr val="000000">
                      <a:alpha val="31764"/>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746" name="Google Shape;746;p58"/>
                <p:cNvSpPr/>
                <p:nvPr/>
              </p:nvSpPr>
              <p:spPr>
                <a:xfrm rot="10800000" flipH="1">
                  <a:off x="2128058" y="2950054"/>
                  <a:ext cx="211734" cy="182529"/>
                </a:xfrm>
                <a:prstGeom prst="triangle">
                  <a:avLst>
                    <a:gd name="adj" fmla="val 50000"/>
                  </a:avLst>
                </a:prstGeom>
                <a:solidFill>
                  <a:schemeClr val="lt1"/>
                </a:solidFill>
                <a:ln>
                  <a:noFill/>
                </a:ln>
                <a:effectLst>
                  <a:outerShdw blurRad="1016000" dist="381000" dir="2100000" sx="90000" sy="90000" algn="tl" rotWithShape="0">
                    <a:srgbClr val="000000">
                      <a:alpha val="9803"/>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sp>
            <p:nvSpPr>
              <p:cNvPr id="747" name="Google Shape;747;p58"/>
              <p:cNvSpPr txBox="1"/>
              <p:nvPr/>
            </p:nvSpPr>
            <p:spPr>
              <a:xfrm>
                <a:off x="1085113" y="3309499"/>
                <a:ext cx="859786" cy="401264"/>
              </a:xfrm>
              <a:prstGeom prst="rect">
                <a:avLst/>
              </a:prstGeom>
              <a:noFill/>
              <a:ln>
                <a:noFill/>
              </a:ln>
            </p:spPr>
            <p:txBody>
              <a:bodyPr spcFirstLastPara="1" wrap="square" lIns="135000" tIns="0" rIns="108000" bIns="81000" anchor="ctr" anchorCtr="0">
                <a:noAutofit/>
              </a:bodyPr>
              <a:lstStyle/>
              <a:p>
                <a:pPr marL="0" marR="0" lvl="0" indent="0" algn="ctr" rtl="0">
                  <a:lnSpc>
                    <a:spcPct val="120000"/>
                  </a:lnSpc>
                  <a:spcBef>
                    <a:spcPts val="0"/>
                  </a:spcBef>
                  <a:spcAft>
                    <a:spcPts val="0"/>
                  </a:spcAft>
                  <a:buClr>
                    <a:schemeClr val="accent2"/>
                  </a:buClr>
                  <a:buSzPts val="1500"/>
                  <a:buFont typeface="Arial"/>
                  <a:buNone/>
                </a:pPr>
                <a:r>
                  <a:rPr lang="id" sz="1500" b="1">
                    <a:solidFill>
                      <a:schemeClr val="accent2"/>
                    </a:solidFill>
                    <a:latin typeface="Quicksand"/>
                    <a:ea typeface="Quicksand"/>
                    <a:cs typeface="Quicksand"/>
                    <a:sym typeface="Quicksand"/>
                  </a:rPr>
                  <a:t>60</a:t>
                </a:r>
                <a:r>
                  <a:rPr lang="id" sz="1500" b="1" baseline="30000">
                    <a:solidFill>
                      <a:schemeClr val="accent2"/>
                    </a:solidFill>
                    <a:latin typeface="Quicksand"/>
                    <a:ea typeface="Quicksand"/>
                    <a:cs typeface="Quicksand"/>
                    <a:sym typeface="Quicksand"/>
                  </a:rPr>
                  <a:t>%</a:t>
                </a:r>
                <a:endParaRPr sz="1100"/>
              </a:p>
            </p:txBody>
          </p:sp>
        </p:grpSp>
        <p:grpSp>
          <p:nvGrpSpPr>
            <p:cNvPr id="748" name="Google Shape;748;p58"/>
            <p:cNvGrpSpPr/>
            <p:nvPr/>
          </p:nvGrpSpPr>
          <p:grpSpPr>
            <a:xfrm>
              <a:off x="9339517" y="1964156"/>
              <a:ext cx="1157691" cy="637116"/>
              <a:chOff x="1639579" y="2495467"/>
              <a:chExt cx="1157691" cy="637116"/>
            </a:xfrm>
          </p:grpSpPr>
          <p:grpSp>
            <p:nvGrpSpPr>
              <p:cNvPr id="749" name="Google Shape;749;p58"/>
              <p:cNvGrpSpPr/>
              <p:nvPr/>
            </p:nvGrpSpPr>
            <p:grpSpPr>
              <a:xfrm>
                <a:off x="1639579" y="2495467"/>
                <a:ext cx="1157691" cy="637116"/>
                <a:chOff x="1639579" y="2495467"/>
                <a:chExt cx="1157691" cy="637116"/>
              </a:xfrm>
            </p:grpSpPr>
            <p:sp>
              <p:nvSpPr>
                <p:cNvPr id="750" name="Google Shape;750;p58"/>
                <p:cNvSpPr/>
                <p:nvPr/>
              </p:nvSpPr>
              <p:spPr>
                <a:xfrm>
                  <a:off x="1639579" y="2495467"/>
                  <a:ext cx="1157691" cy="531814"/>
                </a:xfrm>
                <a:prstGeom prst="roundRect">
                  <a:avLst>
                    <a:gd name="adj" fmla="val 50000"/>
                  </a:avLst>
                </a:prstGeom>
                <a:solidFill>
                  <a:schemeClr val="lt1"/>
                </a:solidFill>
                <a:ln>
                  <a:noFill/>
                </a:ln>
                <a:effectLst>
                  <a:outerShdw blurRad="1016000" dist="381000" dir="2100000" sx="90000" sy="90000" algn="tl" rotWithShape="0">
                    <a:srgbClr val="000000">
                      <a:alpha val="31764"/>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751" name="Google Shape;751;p58"/>
                <p:cNvSpPr/>
                <p:nvPr/>
              </p:nvSpPr>
              <p:spPr>
                <a:xfrm rot="10800000" flipH="1">
                  <a:off x="2128058" y="2950054"/>
                  <a:ext cx="211734" cy="182529"/>
                </a:xfrm>
                <a:prstGeom prst="triangle">
                  <a:avLst>
                    <a:gd name="adj" fmla="val 50000"/>
                  </a:avLst>
                </a:prstGeom>
                <a:solidFill>
                  <a:schemeClr val="lt1"/>
                </a:solidFill>
                <a:ln>
                  <a:noFill/>
                </a:ln>
                <a:effectLst>
                  <a:outerShdw blurRad="1016000" dist="381000" dir="2100000" sx="90000" sy="90000" algn="tl" rotWithShape="0">
                    <a:srgbClr val="000000">
                      <a:alpha val="9803"/>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sp>
            <p:nvSpPr>
              <p:cNvPr id="752" name="Google Shape;752;p58"/>
              <p:cNvSpPr txBox="1"/>
              <p:nvPr/>
            </p:nvSpPr>
            <p:spPr>
              <a:xfrm>
                <a:off x="1812720" y="2588608"/>
                <a:ext cx="859786" cy="401264"/>
              </a:xfrm>
              <a:prstGeom prst="rect">
                <a:avLst/>
              </a:prstGeom>
              <a:noFill/>
              <a:ln>
                <a:noFill/>
              </a:ln>
            </p:spPr>
            <p:txBody>
              <a:bodyPr spcFirstLastPara="1" wrap="square" lIns="135000" tIns="0" rIns="108000" bIns="81000" anchor="ctr" anchorCtr="0">
                <a:noAutofit/>
              </a:bodyPr>
              <a:lstStyle/>
              <a:p>
                <a:pPr marL="0" marR="0" lvl="0" indent="0" algn="ctr" rtl="0">
                  <a:lnSpc>
                    <a:spcPct val="120000"/>
                  </a:lnSpc>
                  <a:spcBef>
                    <a:spcPts val="0"/>
                  </a:spcBef>
                  <a:spcAft>
                    <a:spcPts val="0"/>
                  </a:spcAft>
                  <a:buClr>
                    <a:schemeClr val="accent1"/>
                  </a:buClr>
                  <a:buSzPts val="1500"/>
                  <a:buFont typeface="Arial"/>
                  <a:buNone/>
                </a:pPr>
                <a:r>
                  <a:rPr lang="id" sz="1500" b="1">
                    <a:solidFill>
                      <a:schemeClr val="accent1"/>
                    </a:solidFill>
                    <a:latin typeface="Quicksand"/>
                    <a:ea typeface="Quicksand"/>
                    <a:cs typeface="Quicksand"/>
                    <a:sym typeface="Quicksand"/>
                  </a:rPr>
                  <a:t>20</a:t>
                </a:r>
                <a:r>
                  <a:rPr lang="id" sz="1500" b="1" baseline="30000">
                    <a:solidFill>
                      <a:schemeClr val="accent1"/>
                    </a:solidFill>
                    <a:latin typeface="Quicksand"/>
                    <a:ea typeface="Quicksand"/>
                    <a:cs typeface="Quicksand"/>
                    <a:sym typeface="Quicksand"/>
                  </a:rPr>
                  <a:t>%</a:t>
                </a:r>
                <a:endParaRPr sz="1100"/>
              </a:p>
            </p:txBody>
          </p:sp>
        </p:grpSp>
        <p:grpSp>
          <p:nvGrpSpPr>
            <p:cNvPr id="753" name="Google Shape;753;p58"/>
            <p:cNvGrpSpPr/>
            <p:nvPr/>
          </p:nvGrpSpPr>
          <p:grpSpPr>
            <a:xfrm>
              <a:off x="9662851" y="4043473"/>
              <a:ext cx="1157691" cy="637116"/>
              <a:chOff x="1639579" y="2495467"/>
              <a:chExt cx="1157691" cy="637116"/>
            </a:xfrm>
          </p:grpSpPr>
          <p:grpSp>
            <p:nvGrpSpPr>
              <p:cNvPr id="754" name="Google Shape;754;p58"/>
              <p:cNvGrpSpPr/>
              <p:nvPr/>
            </p:nvGrpSpPr>
            <p:grpSpPr>
              <a:xfrm>
                <a:off x="1639579" y="2495467"/>
                <a:ext cx="1157691" cy="637116"/>
                <a:chOff x="1639579" y="2495467"/>
                <a:chExt cx="1157691" cy="637116"/>
              </a:xfrm>
            </p:grpSpPr>
            <p:sp>
              <p:nvSpPr>
                <p:cNvPr id="755" name="Google Shape;755;p58"/>
                <p:cNvSpPr/>
                <p:nvPr/>
              </p:nvSpPr>
              <p:spPr>
                <a:xfrm>
                  <a:off x="1639579" y="2495467"/>
                  <a:ext cx="1157691" cy="531814"/>
                </a:xfrm>
                <a:prstGeom prst="roundRect">
                  <a:avLst>
                    <a:gd name="adj" fmla="val 50000"/>
                  </a:avLst>
                </a:prstGeom>
                <a:solidFill>
                  <a:schemeClr val="lt1"/>
                </a:solidFill>
                <a:ln>
                  <a:noFill/>
                </a:ln>
                <a:effectLst>
                  <a:outerShdw blurRad="1016000" dist="381000" dir="2100000" sx="90000" sy="90000" algn="tl" rotWithShape="0">
                    <a:srgbClr val="000000">
                      <a:alpha val="31764"/>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756" name="Google Shape;756;p58"/>
                <p:cNvSpPr/>
                <p:nvPr/>
              </p:nvSpPr>
              <p:spPr>
                <a:xfrm rot="10800000" flipH="1">
                  <a:off x="2128058" y="2950054"/>
                  <a:ext cx="211734" cy="182529"/>
                </a:xfrm>
                <a:prstGeom prst="triangle">
                  <a:avLst>
                    <a:gd name="adj" fmla="val 50000"/>
                  </a:avLst>
                </a:prstGeom>
                <a:solidFill>
                  <a:schemeClr val="lt1"/>
                </a:solidFill>
                <a:ln>
                  <a:noFill/>
                </a:ln>
                <a:effectLst>
                  <a:outerShdw blurRad="1016000" dist="381000" dir="2100000" sx="90000" sy="90000" algn="tl" rotWithShape="0">
                    <a:srgbClr val="000000">
                      <a:alpha val="9803"/>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sp>
            <p:nvSpPr>
              <p:cNvPr id="757" name="Google Shape;757;p58"/>
              <p:cNvSpPr txBox="1"/>
              <p:nvPr/>
            </p:nvSpPr>
            <p:spPr>
              <a:xfrm>
                <a:off x="1788531" y="2600769"/>
                <a:ext cx="859786" cy="401264"/>
              </a:xfrm>
              <a:prstGeom prst="rect">
                <a:avLst/>
              </a:prstGeom>
              <a:noFill/>
              <a:ln>
                <a:noFill/>
              </a:ln>
            </p:spPr>
            <p:txBody>
              <a:bodyPr spcFirstLastPara="1" wrap="square" lIns="135000" tIns="0" rIns="108000" bIns="81000" anchor="ctr" anchorCtr="0">
                <a:noAutofit/>
              </a:bodyPr>
              <a:lstStyle/>
              <a:p>
                <a:pPr marL="0" marR="0" lvl="0" indent="0" algn="ctr" rtl="0">
                  <a:lnSpc>
                    <a:spcPct val="120000"/>
                  </a:lnSpc>
                  <a:spcBef>
                    <a:spcPts val="0"/>
                  </a:spcBef>
                  <a:spcAft>
                    <a:spcPts val="0"/>
                  </a:spcAft>
                  <a:buClr>
                    <a:schemeClr val="accent3"/>
                  </a:buClr>
                  <a:buSzPts val="1500"/>
                  <a:buFont typeface="Arial"/>
                  <a:buNone/>
                </a:pPr>
                <a:r>
                  <a:rPr lang="id" sz="1500" b="1">
                    <a:solidFill>
                      <a:schemeClr val="accent3"/>
                    </a:solidFill>
                    <a:latin typeface="Quicksand"/>
                    <a:ea typeface="Quicksand"/>
                    <a:cs typeface="Quicksand"/>
                    <a:sym typeface="Quicksand"/>
                  </a:rPr>
                  <a:t>20</a:t>
                </a:r>
                <a:r>
                  <a:rPr lang="id" sz="1500" b="1" baseline="30000">
                    <a:solidFill>
                      <a:schemeClr val="accent3"/>
                    </a:solidFill>
                    <a:latin typeface="Quicksand"/>
                    <a:ea typeface="Quicksand"/>
                    <a:cs typeface="Quicksand"/>
                    <a:sym typeface="Quicksand"/>
                  </a:rPr>
                  <a:t>%</a:t>
                </a:r>
                <a:endParaRPr sz="1100"/>
              </a:p>
            </p:txBody>
          </p:sp>
        </p:grpSp>
        <p:grpSp>
          <p:nvGrpSpPr>
            <p:cNvPr id="758" name="Google Shape;758;p58"/>
            <p:cNvGrpSpPr/>
            <p:nvPr/>
          </p:nvGrpSpPr>
          <p:grpSpPr>
            <a:xfrm>
              <a:off x="8532955" y="3079616"/>
              <a:ext cx="735062" cy="735061"/>
              <a:chOff x="7304047" y="1853817"/>
              <a:chExt cx="735062" cy="735061"/>
            </a:xfrm>
          </p:grpSpPr>
          <p:sp>
            <p:nvSpPr>
              <p:cNvPr id="759" name="Google Shape;759;p58"/>
              <p:cNvSpPr/>
              <p:nvPr/>
            </p:nvSpPr>
            <p:spPr>
              <a:xfrm>
                <a:off x="7304047" y="1853817"/>
                <a:ext cx="735062" cy="735061"/>
              </a:xfrm>
              <a:prstGeom prst="ellipse">
                <a:avLst/>
              </a:prstGeom>
              <a:solidFill>
                <a:schemeClr val="accent5"/>
              </a:solidFill>
              <a:ln>
                <a:noFill/>
              </a:ln>
              <a:effectLst>
                <a:outerShdw blurRad="508000" dist="165100" dir="5400000" algn="tr" rotWithShape="0">
                  <a:srgbClr val="000000">
                    <a:alpha val="14901"/>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800">
                  <a:solidFill>
                    <a:srgbClr val="595959"/>
                  </a:solidFill>
                  <a:latin typeface="Quicksand"/>
                  <a:ea typeface="Quicksand"/>
                  <a:cs typeface="Quicksand"/>
                  <a:sym typeface="Quicksand"/>
                </a:endParaRPr>
              </a:p>
            </p:txBody>
          </p:sp>
          <p:pic>
            <p:nvPicPr>
              <p:cNvPr id="760" name="Google Shape;760;p58"/>
              <p:cNvPicPr preferRelativeResize="0"/>
              <p:nvPr/>
            </p:nvPicPr>
            <p:blipFill rotWithShape="1">
              <a:blip r:embed="rId3">
                <a:alphaModFix/>
              </a:blip>
              <a:srcRect/>
              <a:stretch/>
            </p:blipFill>
            <p:spPr>
              <a:xfrm>
                <a:off x="7337520" y="1872226"/>
                <a:ext cx="668115" cy="668115"/>
              </a:xfrm>
              <a:prstGeom prst="rect">
                <a:avLst/>
              </a:prstGeom>
              <a:noFill/>
              <a:ln>
                <a:noFill/>
              </a:ln>
            </p:spPr>
          </p:pic>
        </p:grpSp>
      </p:grpSp>
      <p:grpSp>
        <p:nvGrpSpPr>
          <p:cNvPr id="761" name="Google Shape;761;p58"/>
          <p:cNvGrpSpPr/>
          <p:nvPr/>
        </p:nvGrpSpPr>
        <p:grpSpPr>
          <a:xfrm>
            <a:off x="923971" y="2984160"/>
            <a:ext cx="2392168" cy="788807"/>
            <a:chOff x="693840" y="3222027"/>
            <a:chExt cx="3189558" cy="1051743"/>
          </a:xfrm>
        </p:grpSpPr>
        <p:sp>
          <p:nvSpPr>
            <p:cNvPr id="762" name="Google Shape;762;p58"/>
            <p:cNvSpPr txBox="1"/>
            <p:nvPr/>
          </p:nvSpPr>
          <p:spPr>
            <a:xfrm>
              <a:off x="693840" y="3627480"/>
              <a:ext cx="3189558" cy="646290"/>
            </a:xfrm>
            <a:prstGeom prst="rect">
              <a:avLst/>
            </a:prstGeom>
            <a:noFill/>
            <a:ln>
              <a:noFill/>
            </a:ln>
          </p:spPr>
          <p:txBody>
            <a:bodyPr spcFirstLastPara="1" wrap="square" lIns="68575" tIns="34275" rIns="68575" bIns="34275" anchor="t" anchorCtr="0">
              <a:spAutoFit/>
            </a:bodyPr>
            <a:lstStyle/>
            <a:p>
              <a:pPr marL="0" marR="0" lvl="0" indent="0" algn="r" rtl="0">
                <a:lnSpc>
                  <a:spcPct val="150000"/>
                </a:lnSpc>
                <a:spcBef>
                  <a:spcPts val="0"/>
                </a:spcBef>
                <a:spcAft>
                  <a:spcPts val="0"/>
                </a:spcAft>
                <a:buClr>
                  <a:schemeClr val="dk1"/>
                </a:buClr>
                <a:buSzPts val="900"/>
                <a:buFont typeface="Quicksand"/>
                <a:buNone/>
              </a:pPr>
              <a:r>
                <a:rPr lang="id" sz="900" b="0" i="0">
                  <a:solidFill>
                    <a:schemeClr val="dk1"/>
                  </a:solidFill>
                  <a:latin typeface="Quicksand"/>
                  <a:ea typeface="Quicksand"/>
                  <a:cs typeface="Quicksand"/>
                  <a:sym typeface="Quicksand"/>
                </a:rPr>
                <a:t>Lorem ipsum dolor sit amet, consectetur adipiscing elit</a:t>
              </a:r>
              <a:endParaRPr sz="900">
                <a:solidFill>
                  <a:schemeClr val="dk1"/>
                </a:solidFill>
                <a:latin typeface="Quicksand"/>
                <a:ea typeface="Quicksand"/>
                <a:cs typeface="Quicksand"/>
                <a:sym typeface="Quicksand"/>
              </a:endParaRPr>
            </a:p>
          </p:txBody>
        </p:sp>
        <p:sp>
          <p:nvSpPr>
            <p:cNvPr id="763" name="Google Shape;763;p58"/>
            <p:cNvSpPr/>
            <p:nvPr/>
          </p:nvSpPr>
          <p:spPr>
            <a:xfrm>
              <a:off x="2192574" y="3222027"/>
              <a:ext cx="1611085" cy="405454"/>
            </a:xfrm>
            <a:prstGeom prst="roundRect">
              <a:avLst>
                <a:gd name="adj" fmla="val 50000"/>
              </a:avLst>
            </a:prstGeom>
            <a:solidFill>
              <a:schemeClr val="accent2"/>
            </a:solidFill>
            <a:ln>
              <a:noFill/>
            </a:ln>
          </p:spPr>
          <p:txBody>
            <a:bodyPr spcFirstLastPara="1" wrap="square" lIns="67500" tIns="35100" rIns="67500" bIns="35100" anchor="ctr" anchorCtr="0">
              <a:noAutofit/>
            </a:bodyPr>
            <a:lstStyle/>
            <a:p>
              <a:pPr marL="0" marR="0" lvl="0" indent="0" algn="ctr" rtl="0">
                <a:spcBef>
                  <a:spcPts val="0"/>
                </a:spcBef>
                <a:spcAft>
                  <a:spcPts val="0"/>
                </a:spcAft>
                <a:buNone/>
              </a:pPr>
              <a:r>
                <a:rPr lang="id" sz="1200" b="1">
                  <a:solidFill>
                    <a:schemeClr val="lt1"/>
                  </a:solidFill>
                  <a:latin typeface="Quicksand"/>
                  <a:ea typeface="Quicksand"/>
                  <a:cs typeface="Quicksand"/>
                  <a:sym typeface="Quicksand"/>
                </a:rPr>
                <a:t>Class 01</a:t>
              </a:r>
              <a:endParaRPr sz="1100"/>
            </a:p>
          </p:txBody>
        </p:sp>
      </p:grpSp>
      <p:grpSp>
        <p:nvGrpSpPr>
          <p:cNvPr id="764" name="Google Shape;764;p58"/>
          <p:cNvGrpSpPr/>
          <p:nvPr/>
        </p:nvGrpSpPr>
        <p:grpSpPr>
          <a:xfrm>
            <a:off x="6422958" y="1426614"/>
            <a:ext cx="2392168" cy="775319"/>
            <a:chOff x="7972155" y="926574"/>
            <a:chExt cx="3189558" cy="1033759"/>
          </a:xfrm>
        </p:grpSpPr>
        <p:sp>
          <p:nvSpPr>
            <p:cNvPr id="765" name="Google Shape;765;p58"/>
            <p:cNvSpPr txBox="1"/>
            <p:nvPr/>
          </p:nvSpPr>
          <p:spPr>
            <a:xfrm>
              <a:off x="7972155" y="1314043"/>
              <a:ext cx="3189558" cy="64629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chemeClr val="dk1"/>
                </a:buClr>
                <a:buSzPts val="900"/>
                <a:buFont typeface="Quicksand"/>
                <a:buNone/>
              </a:pPr>
              <a:r>
                <a:rPr lang="id" sz="900" b="0" i="0">
                  <a:solidFill>
                    <a:schemeClr val="dk1"/>
                  </a:solidFill>
                  <a:latin typeface="Quicksand"/>
                  <a:ea typeface="Quicksand"/>
                  <a:cs typeface="Quicksand"/>
                  <a:sym typeface="Quicksand"/>
                </a:rPr>
                <a:t>Lorem ipsum dolor sit amet, consectetur adipiscing elit</a:t>
              </a:r>
              <a:endParaRPr sz="900">
                <a:solidFill>
                  <a:schemeClr val="dk1"/>
                </a:solidFill>
                <a:latin typeface="Quicksand"/>
                <a:ea typeface="Quicksand"/>
                <a:cs typeface="Quicksand"/>
                <a:sym typeface="Quicksand"/>
              </a:endParaRPr>
            </a:p>
          </p:txBody>
        </p:sp>
        <p:sp>
          <p:nvSpPr>
            <p:cNvPr id="766" name="Google Shape;766;p58"/>
            <p:cNvSpPr/>
            <p:nvPr/>
          </p:nvSpPr>
          <p:spPr>
            <a:xfrm>
              <a:off x="8032481" y="926574"/>
              <a:ext cx="1611085" cy="398297"/>
            </a:xfrm>
            <a:prstGeom prst="roundRect">
              <a:avLst>
                <a:gd name="adj" fmla="val 50000"/>
              </a:avLst>
            </a:prstGeom>
            <a:solidFill>
              <a:schemeClr val="accent1"/>
            </a:solidFill>
            <a:ln>
              <a:noFill/>
            </a:ln>
          </p:spPr>
          <p:txBody>
            <a:bodyPr spcFirstLastPara="1" wrap="square" lIns="67500" tIns="35100" rIns="67500" bIns="35100" anchor="ctr" anchorCtr="0">
              <a:noAutofit/>
            </a:bodyPr>
            <a:lstStyle/>
            <a:p>
              <a:pPr marL="0" marR="0" lvl="0" indent="0" algn="ctr" rtl="0">
                <a:spcBef>
                  <a:spcPts val="0"/>
                </a:spcBef>
                <a:spcAft>
                  <a:spcPts val="0"/>
                </a:spcAft>
                <a:buNone/>
              </a:pPr>
              <a:r>
                <a:rPr lang="id" sz="1200" b="1">
                  <a:solidFill>
                    <a:schemeClr val="lt1"/>
                  </a:solidFill>
                  <a:latin typeface="Quicksand"/>
                  <a:ea typeface="Quicksand"/>
                  <a:cs typeface="Quicksand"/>
                  <a:sym typeface="Quicksand"/>
                </a:rPr>
                <a:t>Class 02</a:t>
              </a:r>
              <a:endParaRPr sz="1100"/>
            </a:p>
          </p:txBody>
        </p:sp>
      </p:grpSp>
      <p:grpSp>
        <p:nvGrpSpPr>
          <p:cNvPr id="767" name="Google Shape;767;p58"/>
          <p:cNvGrpSpPr/>
          <p:nvPr/>
        </p:nvGrpSpPr>
        <p:grpSpPr>
          <a:xfrm>
            <a:off x="6547229" y="3599185"/>
            <a:ext cx="2392169" cy="806526"/>
            <a:chOff x="8125705" y="4191591"/>
            <a:chExt cx="3189558" cy="1075368"/>
          </a:xfrm>
        </p:grpSpPr>
        <p:sp>
          <p:nvSpPr>
            <p:cNvPr id="768" name="Google Shape;768;p58"/>
            <p:cNvSpPr txBox="1"/>
            <p:nvPr/>
          </p:nvSpPr>
          <p:spPr>
            <a:xfrm>
              <a:off x="8125705" y="4620669"/>
              <a:ext cx="3189558" cy="646290"/>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chemeClr val="dk1"/>
                </a:buClr>
                <a:buSzPts val="900"/>
                <a:buFont typeface="Quicksand"/>
                <a:buNone/>
              </a:pPr>
              <a:r>
                <a:rPr lang="id" sz="900" b="0" i="0">
                  <a:solidFill>
                    <a:schemeClr val="dk1"/>
                  </a:solidFill>
                  <a:latin typeface="Quicksand"/>
                  <a:ea typeface="Quicksand"/>
                  <a:cs typeface="Quicksand"/>
                  <a:sym typeface="Quicksand"/>
                </a:rPr>
                <a:t>Lorem ipsum dolor sit amet, consectetur adipiscing elit</a:t>
              </a:r>
              <a:endParaRPr sz="900">
                <a:solidFill>
                  <a:schemeClr val="dk1"/>
                </a:solidFill>
                <a:latin typeface="Quicksand"/>
                <a:ea typeface="Quicksand"/>
                <a:cs typeface="Quicksand"/>
                <a:sym typeface="Quicksand"/>
              </a:endParaRPr>
            </a:p>
          </p:txBody>
        </p:sp>
        <p:sp>
          <p:nvSpPr>
            <p:cNvPr id="769" name="Google Shape;769;p58"/>
            <p:cNvSpPr/>
            <p:nvPr/>
          </p:nvSpPr>
          <p:spPr>
            <a:xfrm>
              <a:off x="8183708" y="4191591"/>
              <a:ext cx="1611085" cy="417667"/>
            </a:xfrm>
            <a:prstGeom prst="roundRect">
              <a:avLst>
                <a:gd name="adj" fmla="val 50000"/>
              </a:avLst>
            </a:prstGeom>
            <a:solidFill>
              <a:schemeClr val="accent3"/>
            </a:solidFill>
            <a:ln>
              <a:noFill/>
            </a:ln>
          </p:spPr>
          <p:txBody>
            <a:bodyPr spcFirstLastPara="1" wrap="square" lIns="67500" tIns="35100" rIns="67500" bIns="35100" anchor="ctr" anchorCtr="0">
              <a:noAutofit/>
            </a:bodyPr>
            <a:lstStyle/>
            <a:p>
              <a:pPr marL="0" marR="0" lvl="0" indent="0" algn="ctr" rtl="0">
                <a:spcBef>
                  <a:spcPts val="0"/>
                </a:spcBef>
                <a:spcAft>
                  <a:spcPts val="0"/>
                </a:spcAft>
                <a:buNone/>
              </a:pPr>
              <a:r>
                <a:rPr lang="id" sz="1200" b="1">
                  <a:solidFill>
                    <a:schemeClr val="lt1"/>
                  </a:solidFill>
                  <a:latin typeface="Quicksand"/>
                  <a:ea typeface="Quicksand"/>
                  <a:cs typeface="Quicksand"/>
                  <a:sym typeface="Quicksand"/>
                </a:rPr>
                <a:t>Class 03</a:t>
              </a:r>
              <a:endParaRPr sz="1100"/>
            </a:p>
          </p:txBody>
        </p:sp>
      </p:grpSp>
      <p:sp>
        <p:nvSpPr>
          <p:cNvPr id="770" name="Google Shape;770;p58"/>
          <p:cNvSpPr txBox="1"/>
          <p:nvPr/>
        </p:nvSpPr>
        <p:spPr>
          <a:xfrm>
            <a:off x="673934" y="694013"/>
            <a:ext cx="2783706" cy="117724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3600" b="1">
                <a:solidFill>
                  <a:schemeClr val="accent5"/>
                </a:solidFill>
                <a:latin typeface="Quicksand"/>
                <a:ea typeface="Quicksand"/>
                <a:cs typeface="Quicksand"/>
                <a:sym typeface="Quicksand"/>
              </a:rPr>
              <a:t>Academic</a:t>
            </a:r>
            <a:endParaRPr sz="3600" b="1">
              <a:solidFill>
                <a:schemeClr val="accent5"/>
              </a:solidFill>
              <a:latin typeface="Quicksand"/>
              <a:ea typeface="Quicksand"/>
              <a:cs typeface="Quicksand"/>
              <a:sym typeface="Quicksand"/>
            </a:endParaRPr>
          </a:p>
          <a:p>
            <a:pPr marL="0" marR="0" lvl="0" indent="0" algn="l" rtl="0">
              <a:spcBef>
                <a:spcPts val="0"/>
              </a:spcBef>
              <a:spcAft>
                <a:spcPts val="0"/>
              </a:spcAft>
              <a:buNone/>
            </a:pPr>
            <a:r>
              <a:rPr lang="id" sz="3600" b="1">
                <a:solidFill>
                  <a:schemeClr val="accent5"/>
                </a:solidFill>
                <a:latin typeface="Quicksand"/>
                <a:ea typeface="Quicksand"/>
                <a:cs typeface="Quicksand"/>
                <a:sym typeface="Quicksand"/>
              </a:rPr>
              <a:t>Class</a:t>
            </a:r>
            <a:endParaRPr sz="3600" b="1">
              <a:solidFill>
                <a:schemeClr val="accent5"/>
              </a:solidFill>
              <a:latin typeface="Quicksand"/>
              <a:ea typeface="Quicksand"/>
              <a:cs typeface="Quicksand"/>
              <a:sym typeface="Quicksand"/>
            </a:endParaRPr>
          </a:p>
        </p:txBody>
      </p:sp>
      <p:sp>
        <p:nvSpPr>
          <p:cNvPr id="771" name="Google Shape;771;p58"/>
          <p:cNvSpPr txBox="1"/>
          <p:nvPr/>
        </p:nvSpPr>
        <p:spPr>
          <a:xfrm>
            <a:off x="664953" y="1806914"/>
            <a:ext cx="2455283" cy="416653"/>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 adipiscing elit, sed do eiusmod tempor</a:t>
            </a:r>
            <a:endParaRPr sz="900">
              <a:solidFill>
                <a:schemeClr val="dk1"/>
              </a:solidFill>
              <a:latin typeface="Quicksand"/>
              <a:ea typeface="Quicksand"/>
              <a:cs typeface="Quicksand"/>
              <a:sym typeface="Quicksand"/>
            </a:endParaRPr>
          </a:p>
        </p:txBody>
      </p:sp>
      <p:sp>
        <p:nvSpPr>
          <p:cNvPr id="772" name="Google Shape;772;p58"/>
          <p:cNvSpPr/>
          <p:nvPr/>
        </p:nvSpPr>
        <p:spPr>
          <a:xfrm rot="632406">
            <a:off x="824590" y="4217790"/>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773" name="Google Shape;773;p58"/>
          <p:cNvSpPr/>
          <p:nvPr/>
        </p:nvSpPr>
        <p:spPr>
          <a:xfrm rot="-4211805">
            <a:off x="7627600" y="2656717"/>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774" name="Google Shape;774;p58"/>
          <p:cNvSpPr/>
          <p:nvPr/>
        </p:nvSpPr>
        <p:spPr>
          <a:xfrm>
            <a:off x="4909190" y="480104"/>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78"/>
        <p:cNvGrpSpPr/>
        <p:nvPr/>
      </p:nvGrpSpPr>
      <p:grpSpPr>
        <a:xfrm>
          <a:off x="0" y="0"/>
          <a:ext cx="0" cy="0"/>
          <a:chOff x="0" y="0"/>
          <a:chExt cx="0" cy="0"/>
        </a:xfrm>
      </p:grpSpPr>
      <p:pic>
        <p:nvPicPr>
          <p:cNvPr id="779" name="Google Shape;779;p59"/>
          <p:cNvPicPr preferRelativeResize="0"/>
          <p:nvPr/>
        </p:nvPicPr>
        <p:blipFill rotWithShape="1">
          <a:blip r:embed="rId3">
            <a:alphaModFix/>
          </a:blip>
          <a:srcRect/>
          <a:stretch/>
        </p:blipFill>
        <p:spPr>
          <a:xfrm rot="-392651">
            <a:off x="487186" y="3967541"/>
            <a:ext cx="1071726" cy="896660"/>
          </a:xfrm>
          <a:prstGeom prst="rect">
            <a:avLst/>
          </a:prstGeom>
          <a:noFill/>
          <a:ln>
            <a:noFill/>
          </a:ln>
        </p:spPr>
      </p:pic>
      <p:pic>
        <p:nvPicPr>
          <p:cNvPr id="780" name="Google Shape;780;p59"/>
          <p:cNvPicPr preferRelativeResize="0"/>
          <p:nvPr/>
        </p:nvPicPr>
        <p:blipFill rotWithShape="1">
          <a:blip r:embed="rId4">
            <a:alphaModFix/>
          </a:blip>
          <a:srcRect/>
          <a:stretch/>
        </p:blipFill>
        <p:spPr>
          <a:xfrm rot="-392651">
            <a:off x="4036137" y="2599346"/>
            <a:ext cx="1071726" cy="896660"/>
          </a:xfrm>
          <a:prstGeom prst="rect">
            <a:avLst/>
          </a:prstGeom>
          <a:noFill/>
          <a:ln>
            <a:noFill/>
          </a:ln>
        </p:spPr>
      </p:pic>
      <p:sp>
        <p:nvSpPr>
          <p:cNvPr id="781" name="Google Shape;781;p59"/>
          <p:cNvSpPr/>
          <p:nvPr/>
        </p:nvSpPr>
        <p:spPr>
          <a:xfrm>
            <a:off x="5443912" y="4603843"/>
            <a:ext cx="2702530" cy="337686"/>
          </a:xfrm>
          <a:prstGeom prst="ellipse">
            <a:avLst/>
          </a:prstGeom>
          <a:solidFill>
            <a:srgbClr val="7F7F7F">
              <a:alpha val="48627"/>
            </a:srgbClr>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lt1"/>
              </a:solidFill>
              <a:latin typeface="Quicksand"/>
              <a:ea typeface="Quicksand"/>
              <a:cs typeface="Quicksand"/>
              <a:sym typeface="Quicksand"/>
            </a:endParaRPr>
          </a:p>
        </p:txBody>
      </p:sp>
      <p:grpSp>
        <p:nvGrpSpPr>
          <p:cNvPr id="782" name="Google Shape;782;p59"/>
          <p:cNvGrpSpPr/>
          <p:nvPr/>
        </p:nvGrpSpPr>
        <p:grpSpPr>
          <a:xfrm>
            <a:off x="4115766" y="-393993"/>
            <a:ext cx="5173355" cy="5155102"/>
            <a:chOff x="2929643" y="207762"/>
            <a:chExt cx="6156828" cy="6158288"/>
          </a:xfrm>
        </p:grpSpPr>
        <p:grpSp>
          <p:nvGrpSpPr>
            <p:cNvPr id="783" name="Google Shape;783;p59"/>
            <p:cNvGrpSpPr/>
            <p:nvPr/>
          </p:nvGrpSpPr>
          <p:grpSpPr>
            <a:xfrm rot="2723458">
              <a:off x="3793174" y="1147636"/>
              <a:ext cx="4429766" cy="4278539"/>
              <a:chOff x="3384550" y="570478"/>
              <a:chExt cx="5422900" cy="5365185"/>
            </a:xfrm>
          </p:grpSpPr>
          <p:sp>
            <p:nvSpPr>
              <p:cNvPr id="784" name="Google Shape;784;p59"/>
              <p:cNvSpPr/>
              <p:nvPr/>
            </p:nvSpPr>
            <p:spPr>
              <a:xfrm>
                <a:off x="6188075" y="4754563"/>
                <a:ext cx="1746250" cy="971550"/>
              </a:xfrm>
              <a:custGeom>
                <a:avLst/>
                <a:gdLst/>
                <a:ahLst/>
                <a:cxnLst/>
                <a:rect l="l" t="t" r="r" b="b"/>
                <a:pathLst>
                  <a:path w="1100" h="612" extrusionOk="0">
                    <a:moveTo>
                      <a:pt x="0" y="392"/>
                    </a:moveTo>
                    <a:lnTo>
                      <a:pt x="972" y="612"/>
                    </a:lnTo>
                    <a:lnTo>
                      <a:pt x="972" y="612"/>
                    </a:lnTo>
                    <a:lnTo>
                      <a:pt x="1028" y="538"/>
                    </a:lnTo>
                    <a:lnTo>
                      <a:pt x="1070" y="484"/>
                    </a:lnTo>
                    <a:lnTo>
                      <a:pt x="1088" y="464"/>
                    </a:lnTo>
                    <a:lnTo>
                      <a:pt x="1100" y="452"/>
                    </a:lnTo>
                    <a:lnTo>
                      <a:pt x="1100" y="452"/>
                    </a:lnTo>
                    <a:lnTo>
                      <a:pt x="390" y="0"/>
                    </a:lnTo>
                    <a:lnTo>
                      <a:pt x="0" y="392"/>
                    </a:lnTo>
                    <a:close/>
                  </a:path>
                </a:pathLst>
              </a:custGeom>
              <a:solidFill>
                <a:srgbClr val="D8D8D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785" name="Google Shape;785;p59"/>
              <p:cNvSpPr/>
              <p:nvPr/>
            </p:nvSpPr>
            <p:spPr>
              <a:xfrm>
                <a:off x="7267575" y="3916363"/>
                <a:ext cx="1066800" cy="1282700"/>
              </a:xfrm>
              <a:custGeom>
                <a:avLst/>
                <a:gdLst/>
                <a:ahLst/>
                <a:cxnLst/>
                <a:rect l="l" t="t" r="r" b="b"/>
                <a:pathLst>
                  <a:path w="672" h="808" extrusionOk="0">
                    <a:moveTo>
                      <a:pt x="0" y="236"/>
                    </a:moveTo>
                    <a:lnTo>
                      <a:pt x="580" y="808"/>
                    </a:lnTo>
                    <a:lnTo>
                      <a:pt x="580" y="808"/>
                    </a:lnTo>
                    <a:lnTo>
                      <a:pt x="620" y="774"/>
                    </a:lnTo>
                    <a:lnTo>
                      <a:pt x="672" y="724"/>
                    </a:lnTo>
                    <a:lnTo>
                      <a:pt x="672" y="724"/>
                    </a:lnTo>
                    <a:lnTo>
                      <a:pt x="440" y="342"/>
                    </a:lnTo>
                    <a:lnTo>
                      <a:pt x="232" y="0"/>
                    </a:lnTo>
                    <a:lnTo>
                      <a:pt x="0" y="236"/>
                    </a:lnTo>
                    <a:close/>
                  </a:path>
                </a:pathLst>
              </a:custGeom>
              <a:solidFill>
                <a:srgbClr val="A5A5A5"/>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786" name="Google Shape;786;p59"/>
              <p:cNvSpPr/>
              <p:nvPr/>
            </p:nvSpPr>
            <p:spPr>
              <a:xfrm>
                <a:off x="7635875" y="3297238"/>
                <a:ext cx="962025" cy="1768475"/>
              </a:xfrm>
              <a:custGeom>
                <a:avLst/>
                <a:gdLst/>
                <a:ahLst/>
                <a:cxnLst/>
                <a:rect l="l" t="t" r="r" b="b"/>
                <a:pathLst>
                  <a:path w="606" h="1114" extrusionOk="0">
                    <a:moveTo>
                      <a:pt x="0" y="390"/>
                    </a:moveTo>
                    <a:lnTo>
                      <a:pt x="440" y="1114"/>
                    </a:lnTo>
                    <a:lnTo>
                      <a:pt x="440" y="1114"/>
                    </a:lnTo>
                    <a:lnTo>
                      <a:pt x="506" y="1060"/>
                    </a:lnTo>
                    <a:lnTo>
                      <a:pt x="560" y="1014"/>
                    </a:lnTo>
                    <a:lnTo>
                      <a:pt x="606" y="980"/>
                    </a:lnTo>
                    <a:lnTo>
                      <a:pt x="606" y="980"/>
                    </a:lnTo>
                    <a:lnTo>
                      <a:pt x="382" y="0"/>
                    </a:lnTo>
                    <a:lnTo>
                      <a:pt x="0" y="390"/>
                    </a:lnTo>
                    <a:close/>
                  </a:path>
                </a:pathLst>
              </a:custGeom>
              <a:solidFill>
                <a:srgbClr val="7F7F7F"/>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787" name="Google Shape;787;p59"/>
              <p:cNvSpPr/>
              <p:nvPr/>
            </p:nvSpPr>
            <p:spPr>
              <a:xfrm>
                <a:off x="6807200" y="4291013"/>
                <a:ext cx="1381125" cy="1181100"/>
              </a:xfrm>
              <a:custGeom>
                <a:avLst/>
                <a:gdLst/>
                <a:ahLst/>
                <a:cxnLst/>
                <a:rect l="l" t="t" r="r" b="b"/>
                <a:pathLst>
                  <a:path w="870" h="744" extrusionOk="0">
                    <a:moveTo>
                      <a:pt x="0" y="292"/>
                    </a:moveTo>
                    <a:lnTo>
                      <a:pt x="710" y="744"/>
                    </a:lnTo>
                    <a:lnTo>
                      <a:pt x="710" y="744"/>
                    </a:lnTo>
                    <a:lnTo>
                      <a:pt x="780" y="670"/>
                    </a:lnTo>
                    <a:lnTo>
                      <a:pt x="832" y="612"/>
                    </a:lnTo>
                    <a:lnTo>
                      <a:pt x="870" y="572"/>
                    </a:lnTo>
                    <a:lnTo>
                      <a:pt x="870" y="572"/>
                    </a:lnTo>
                    <a:lnTo>
                      <a:pt x="826" y="530"/>
                    </a:lnTo>
                    <a:lnTo>
                      <a:pt x="752" y="458"/>
                    </a:lnTo>
                    <a:lnTo>
                      <a:pt x="554" y="264"/>
                    </a:lnTo>
                    <a:lnTo>
                      <a:pt x="290" y="0"/>
                    </a:lnTo>
                    <a:lnTo>
                      <a:pt x="0" y="292"/>
                    </a:lnTo>
                    <a:close/>
                  </a:path>
                </a:pathLst>
              </a:custGeom>
              <a:solidFill>
                <a:srgbClr val="BFBFBF"/>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788" name="Google Shape;788;p59"/>
              <p:cNvSpPr/>
              <p:nvPr/>
            </p:nvSpPr>
            <p:spPr>
              <a:xfrm>
                <a:off x="3384550" y="922338"/>
                <a:ext cx="5422900" cy="5013325"/>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789" name="Google Shape;789;p59"/>
              <p:cNvSpPr/>
              <p:nvPr/>
            </p:nvSpPr>
            <p:spPr>
              <a:xfrm>
                <a:off x="7731125" y="4852988"/>
                <a:ext cx="1073150" cy="1082675"/>
              </a:xfrm>
              <a:custGeom>
                <a:avLst/>
                <a:gdLst/>
                <a:ahLst/>
                <a:cxnLst/>
                <a:rect l="l" t="t" r="r" b="b"/>
                <a:pathLst>
                  <a:path w="676" h="682" extrusionOk="0">
                    <a:moveTo>
                      <a:pt x="0" y="550"/>
                    </a:moveTo>
                    <a:lnTo>
                      <a:pt x="0" y="550"/>
                    </a:lnTo>
                    <a:lnTo>
                      <a:pt x="44" y="492"/>
                    </a:lnTo>
                    <a:lnTo>
                      <a:pt x="96" y="428"/>
                    </a:lnTo>
                    <a:lnTo>
                      <a:pt x="164" y="348"/>
                    </a:lnTo>
                    <a:lnTo>
                      <a:pt x="202" y="306"/>
                    </a:lnTo>
                    <a:lnTo>
                      <a:pt x="244" y="260"/>
                    </a:lnTo>
                    <a:lnTo>
                      <a:pt x="290" y="214"/>
                    </a:lnTo>
                    <a:lnTo>
                      <a:pt x="338" y="168"/>
                    </a:lnTo>
                    <a:lnTo>
                      <a:pt x="388" y="124"/>
                    </a:lnTo>
                    <a:lnTo>
                      <a:pt x="438" y="80"/>
                    </a:lnTo>
                    <a:lnTo>
                      <a:pt x="492" y="38"/>
                    </a:lnTo>
                    <a:lnTo>
                      <a:pt x="546" y="0"/>
                    </a:lnTo>
                    <a:lnTo>
                      <a:pt x="546" y="0"/>
                    </a:lnTo>
                    <a:lnTo>
                      <a:pt x="606" y="270"/>
                    </a:lnTo>
                    <a:lnTo>
                      <a:pt x="648" y="468"/>
                    </a:lnTo>
                    <a:lnTo>
                      <a:pt x="674" y="584"/>
                    </a:lnTo>
                    <a:lnTo>
                      <a:pt x="674" y="584"/>
                    </a:lnTo>
                    <a:lnTo>
                      <a:pt x="676" y="606"/>
                    </a:lnTo>
                    <a:lnTo>
                      <a:pt x="676" y="626"/>
                    </a:lnTo>
                    <a:lnTo>
                      <a:pt x="674" y="642"/>
                    </a:lnTo>
                    <a:lnTo>
                      <a:pt x="670" y="658"/>
                    </a:lnTo>
                    <a:lnTo>
                      <a:pt x="666" y="664"/>
                    </a:lnTo>
                    <a:lnTo>
                      <a:pt x="662" y="670"/>
                    </a:lnTo>
                    <a:lnTo>
                      <a:pt x="656" y="674"/>
                    </a:lnTo>
                    <a:lnTo>
                      <a:pt x="650" y="678"/>
                    </a:lnTo>
                    <a:lnTo>
                      <a:pt x="642" y="680"/>
                    </a:lnTo>
                    <a:lnTo>
                      <a:pt x="632" y="682"/>
                    </a:lnTo>
                    <a:lnTo>
                      <a:pt x="624" y="682"/>
                    </a:lnTo>
                    <a:lnTo>
                      <a:pt x="612" y="680"/>
                    </a:lnTo>
                    <a:lnTo>
                      <a:pt x="612" y="680"/>
                    </a:lnTo>
                    <a:lnTo>
                      <a:pt x="490" y="656"/>
                    </a:lnTo>
                    <a:lnTo>
                      <a:pt x="282" y="612"/>
                    </a:lnTo>
                    <a:lnTo>
                      <a:pt x="0" y="550"/>
                    </a:lnTo>
                    <a:lnTo>
                      <a:pt x="0" y="550"/>
                    </a:lnTo>
                    <a:close/>
                  </a:path>
                </a:pathLst>
              </a:custGeom>
              <a:solidFill>
                <a:srgbClr val="3F3F3F"/>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790" name="Google Shape;790;p59"/>
              <p:cNvSpPr/>
              <p:nvPr/>
            </p:nvSpPr>
            <p:spPr>
              <a:xfrm>
                <a:off x="3384550" y="2290763"/>
                <a:ext cx="2178050" cy="1898650"/>
              </a:xfrm>
              <a:custGeom>
                <a:avLst/>
                <a:gdLst/>
                <a:ahLst/>
                <a:cxnLst/>
                <a:rect l="l" t="t" r="r" b="b"/>
                <a:pathLst>
                  <a:path w="1372" h="1196" extrusionOk="0">
                    <a:moveTo>
                      <a:pt x="302" y="0"/>
                    </a:moveTo>
                    <a:lnTo>
                      <a:pt x="302" y="0"/>
                    </a:lnTo>
                    <a:lnTo>
                      <a:pt x="172" y="310"/>
                    </a:lnTo>
                    <a:lnTo>
                      <a:pt x="76" y="544"/>
                    </a:lnTo>
                    <a:lnTo>
                      <a:pt x="16" y="690"/>
                    </a:lnTo>
                    <a:lnTo>
                      <a:pt x="16" y="690"/>
                    </a:lnTo>
                    <a:lnTo>
                      <a:pt x="6" y="714"/>
                    </a:lnTo>
                    <a:lnTo>
                      <a:pt x="2" y="738"/>
                    </a:lnTo>
                    <a:lnTo>
                      <a:pt x="0" y="760"/>
                    </a:lnTo>
                    <a:lnTo>
                      <a:pt x="2" y="780"/>
                    </a:lnTo>
                    <a:lnTo>
                      <a:pt x="6" y="800"/>
                    </a:lnTo>
                    <a:lnTo>
                      <a:pt x="14" y="818"/>
                    </a:lnTo>
                    <a:lnTo>
                      <a:pt x="26" y="836"/>
                    </a:lnTo>
                    <a:lnTo>
                      <a:pt x="42" y="854"/>
                    </a:lnTo>
                    <a:lnTo>
                      <a:pt x="60" y="870"/>
                    </a:lnTo>
                    <a:lnTo>
                      <a:pt x="80" y="886"/>
                    </a:lnTo>
                    <a:lnTo>
                      <a:pt x="106" y="902"/>
                    </a:lnTo>
                    <a:lnTo>
                      <a:pt x="134" y="918"/>
                    </a:lnTo>
                    <a:lnTo>
                      <a:pt x="164" y="934"/>
                    </a:lnTo>
                    <a:lnTo>
                      <a:pt x="200" y="948"/>
                    </a:lnTo>
                    <a:lnTo>
                      <a:pt x="278" y="980"/>
                    </a:lnTo>
                    <a:lnTo>
                      <a:pt x="278" y="980"/>
                    </a:lnTo>
                    <a:lnTo>
                      <a:pt x="366" y="1014"/>
                    </a:lnTo>
                    <a:lnTo>
                      <a:pt x="454" y="1050"/>
                    </a:lnTo>
                    <a:lnTo>
                      <a:pt x="622" y="1120"/>
                    </a:lnTo>
                    <a:lnTo>
                      <a:pt x="796" y="1196"/>
                    </a:lnTo>
                    <a:lnTo>
                      <a:pt x="796" y="1196"/>
                    </a:lnTo>
                    <a:lnTo>
                      <a:pt x="802" y="1166"/>
                    </a:lnTo>
                    <a:lnTo>
                      <a:pt x="808" y="1136"/>
                    </a:lnTo>
                    <a:lnTo>
                      <a:pt x="818" y="1098"/>
                    </a:lnTo>
                    <a:lnTo>
                      <a:pt x="830" y="1058"/>
                    </a:lnTo>
                    <a:lnTo>
                      <a:pt x="846" y="1018"/>
                    </a:lnTo>
                    <a:lnTo>
                      <a:pt x="854" y="1002"/>
                    </a:lnTo>
                    <a:lnTo>
                      <a:pt x="862" y="984"/>
                    </a:lnTo>
                    <a:lnTo>
                      <a:pt x="872" y="970"/>
                    </a:lnTo>
                    <a:lnTo>
                      <a:pt x="882" y="960"/>
                    </a:lnTo>
                    <a:lnTo>
                      <a:pt x="882" y="960"/>
                    </a:lnTo>
                    <a:lnTo>
                      <a:pt x="902" y="940"/>
                    </a:lnTo>
                    <a:lnTo>
                      <a:pt x="924" y="924"/>
                    </a:lnTo>
                    <a:lnTo>
                      <a:pt x="944" y="912"/>
                    </a:lnTo>
                    <a:lnTo>
                      <a:pt x="966" y="906"/>
                    </a:lnTo>
                    <a:lnTo>
                      <a:pt x="978" y="904"/>
                    </a:lnTo>
                    <a:lnTo>
                      <a:pt x="988" y="902"/>
                    </a:lnTo>
                    <a:lnTo>
                      <a:pt x="1000" y="902"/>
                    </a:lnTo>
                    <a:lnTo>
                      <a:pt x="1010" y="904"/>
                    </a:lnTo>
                    <a:lnTo>
                      <a:pt x="1022" y="908"/>
                    </a:lnTo>
                    <a:lnTo>
                      <a:pt x="1032" y="912"/>
                    </a:lnTo>
                    <a:lnTo>
                      <a:pt x="1044" y="918"/>
                    </a:lnTo>
                    <a:lnTo>
                      <a:pt x="1054" y="926"/>
                    </a:lnTo>
                    <a:lnTo>
                      <a:pt x="1054" y="926"/>
                    </a:lnTo>
                    <a:lnTo>
                      <a:pt x="1080" y="948"/>
                    </a:lnTo>
                    <a:lnTo>
                      <a:pt x="1112" y="970"/>
                    </a:lnTo>
                    <a:lnTo>
                      <a:pt x="1148" y="994"/>
                    </a:lnTo>
                    <a:lnTo>
                      <a:pt x="1168" y="1004"/>
                    </a:lnTo>
                    <a:lnTo>
                      <a:pt x="1188" y="1012"/>
                    </a:lnTo>
                    <a:lnTo>
                      <a:pt x="1210" y="1020"/>
                    </a:lnTo>
                    <a:lnTo>
                      <a:pt x="1230" y="1022"/>
                    </a:lnTo>
                    <a:lnTo>
                      <a:pt x="1250" y="1024"/>
                    </a:lnTo>
                    <a:lnTo>
                      <a:pt x="1270" y="1022"/>
                    </a:lnTo>
                    <a:lnTo>
                      <a:pt x="1290" y="1014"/>
                    </a:lnTo>
                    <a:lnTo>
                      <a:pt x="1308" y="1004"/>
                    </a:lnTo>
                    <a:lnTo>
                      <a:pt x="1326" y="988"/>
                    </a:lnTo>
                    <a:lnTo>
                      <a:pt x="1342" y="966"/>
                    </a:lnTo>
                    <a:lnTo>
                      <a:pt x="1342" y="966"/>
                    </a:lnTo>
                    <a:lnTo>
                      <a:pt x="1356" y="942"/>
                    </a:lnTo>
                    <a:lnTo>
                      <a:pt x="1364" y="920"/>
                    </a:lnTo>
                    <a:lnTo>
                      <a:pt x="1370" y="898"/>
                    </a:lnTo>
                    <a:lnTo>
                      <a:pt x="1372" y="880"/>
                    </a:lnTo>
                    <a:lnTo>
                      <a:pt x="1370" y="860"/>
                    </a:lnTo>
                    <a:lnTo>
                      <a:pt x="1366" y="844"/>
                    </a:lnTo>
                    <a:lnTo>
                      <a:pt x="1360" y="828"/>
                    </a:lnTo>
                    <a:lnTo>
                      <a:pt x="1354" y="812"/>
                    </a:lnTo>
                    <a:lnTo>
                      <a:pt x="1344" y="800"/>
                    </a:lnTo>
                    <a:lnTo>
                      <a:pt x="1334" y="788"/>
                    </a:lnTo>
                    <a:lnTo>
                      <a:pt x="1324" y="778"/>
                    </a:lnTo>
                    <a:lnTo>
                      <a:pt x="1312" y="770"/>
                    </a:lnTo>
                    <a:lnTo>
                      <a:pt x="1292" y="758"/>
                    </a:lnTo>
                    <a:lnTo>
                      <a:pt x="1282" y="756"/>
                    </a:lnTo>
                    <a:lnTo>
                      <a:pt x="1276" y="754"/>
                    </a:lnTo>
                    <a:lnTo>
                      <a:pt x="1276" y="754"/>
                    </a:lnTo>
                    <a:lnTo>
                      <a:pt x="1228" y="750"/>
                    </a:lnTo>
                    <a:lnTo>
                      <a:pt x="1192" y="744"/>
                    </a:lnTo>
                    <a:lnTo>
                      <a:pt x="1154" y="736"/>
                    </a:lnTo>
                    <a:lnTo>
                      <a:pt x="1134" y="730"/>
                    </a:lnTo>
                    <a:lnTo>
                      <a:pt x="1116" y="724"/>
                    </a:lnTo>
                    <a:lnTo>
                      <a:pt x="1098" y="716"/>
                    </a:lnTo>
                    <a:lnTo>
                      <a:pt x="1082" y="706"/>
                    </a:lnTo>
                    <a:lnTo>
                      <a:pt x="1068" y="694"/>
                    </a:lnTo>
                    <a:lnTo>
                      <a:pt x="1058" y="680"/>
                    </a:lnTo>
                    <a:lnTo>
                      <a:pt x="1048" y="664"/>
                    </a:lnTo>
                    <a:lnTo>
                      <a:pt x="1044" y="646"/>
                    </a:lnTo>
                    <a:lnTo>
                      <a:pt x="1044" y="646"/>
                    </a:lnTo>
                    <a:lnTo>
                      <a:pt x="1042" y="626"/>
                    </a:lnTo>
                    <a:lnTo>
                      <a:pt x="1040" y="606"/>
                    </a:lnTo>
                    <a:lnTo>
                      <a:pt x="1042" y="586"/>
                    </a:lnTo>
                    <a:lnTo>
                      <a:pt x="1044" y="564"/>
                    </a:lnTo>
                    <a:lnTo>
                      <a:pt x="1048" y="544"/>
                    </a:lnTo>
                    <a:lnTo>
                      <a:pt x="1054" y="522"/>
                    </a:lnTo>
                    <a:lnTo>
                      <a:pt x="1068" y="480"/>
                    </a:lnTo>
                    <a:lnTo>
                      <a:pt x="1086" y="442"/>
                    </a:lnTo>
                    <a:lnTo>
                      <a:pt x="1106" y="406"/>
                    </a:lnTo>
                    <a:lnTo>
                      <a:pt x="1128" y="376"/>
                    </a:lnTo>
                    <a:lnTo>
                      <a:pt x="1138" y="364"/>
                    </a:lnTo>
                    <a:lnTo>
                      <a:pt x="1148" y="356"/>
                    </a:lnTo>
                    <a:lnTo>
                      <a:pt x="1148" y="356"/>
                    </a:lnTo>
                    <a:lnTo>
                      <a:pt x="1108" y="328"/>
                    </a:lnTo>
                    <a:lnTo>
                      <a:pt x="1070" y="302"/>
                    </a:lnTo>
                    <a:lnTo>
                      <a:pt x="1032" y="280"/>
                    </a:lnTo>
                    <a:lnTo>
                      <a:pt x="996" y="262"/>
                    </a:lnTo>
                    <a:lnTo>
                      <a:pt x="962" y="246"/>
                    </a:lnTo>
                    <a:lnTo>
                      <a:pt x="930" y="236"/>
                    </a:lnTo>
                    <a:lnTo>
                      <a:pt x="914" y="234"/>
                    </a:lnTo>
                    <a:lnTo>
                      <a:pt x="900" y="232"/>
                    </a:lnTo>
                    <a:lnTo>
                      <a:pt x="888" y="232"/>
                    </a:lnTo>
                    <a:lnTo>
                      <a:pt x="874" y="232"/>
                    </a:lnTo>
                    <a:lnTo>
                      <a:pt x="874" y="232"/>
                    </a:lnTo>
                    <a:lnTo>
                      <a:pt x="852" y="238"/>
                    </a:lnTo>
                    <a:lnTo>
                      <a:pt x="842" y="242"/>
                    </a:lnTo>
                    <a:lnTo>
                      <a:pt x="832" y="248"/>
                    </a:lnTo>
                    <a:lnTo>
                      <a:pt x="824" y="254"/>
                    </a:lnTo>
                    <a:lnTo>
                      <a:pt x="816" y="262"/>
                    </a:lnTo>
                    <a:lnTo>
                      <a:pt x="808" y="270"/>
                    </a:lnTo>
                    <a:lnTo>
                      <a:pt x="802" y="280"/>
                    </a:lnTo>
                    <a:lnTo>
                      <a:pt x="792" y="304"/>
                    </a:lnTo>
                    <a:lnTo>
                      <a:pt x="782" y="334"/>
                    </a:lnTo>
                    <a:lnTo>
                      <a:pt x="776" y="370"/>
                    </a:lnTo>
                    <a:lnTo>
                      <a:pt x="770" y="412"/>
                    </a:lnTo>
                    <a:lnTo>
                      <a:pt x="770" y="412"/>
                    </a:lnTo>
                    <a:lnTo>
                      <a:pt x="768" y="434"/>
                    </a:lnTo>
                    <a:lnTo>
                      <a:pt x="762" y="456"/>
                    </a:lnTo>
                    <a:lnTo>
                      <a:pt x="754" y="476"/>
                    </a:lnTo>
                    <a:lnTo>
                      <a:pt x="744" y="494"/>
                    </a:lnTo>
                    <a:lnTo>
                      <a:pt x="732" y="510"/>
                    </a:lnTo>
                    <a:lnTo>
                      <a:pt x="720" y="526"/>
                    </a:lnTo>
                    <a:lnTo>
                      <a:pt x="706" y="540"/>
                    </a:lnTo>
                    <a:lnTo>
                      <a:pt x="690" y="550"/>
                    </a:lnTo>
                    <a:lnTo>
                      <a:pt x="674" y="560"/>
                    </a:lnTo>
                    <a:lnTo>
                      <a:pt x="658" y="566"/>
                    </a:lnTo>
                    <a:lnTo>
                      <a:pt x="640" y="572"/>
                    </a:lnTo>
                    <a:lnTo>
                      <a:pt x="624" y="574"/>
                    </a:lnTo>
                    <a:lnTo>
                      <a:pt x="606" y="574"/>
                    </a:lnTo>
                    <a:lnTo>
                      <a:pt x="590" y="570"/>
                    </a:lnTo>
                    <a:lnTo>
                      <a:pt x="574" y="564"/>
                    </a:lnTo>
                    <a:lnTo>
                      <a:pt x="558" y="556"/>
                    </a:lnTo>
                    <a:lnTo>
                      <a:pt x="558" y="556"/>
                    </a:lnTo>
                    <a:lnTo>
                      <a:pt x="544" y="546"/>
                    </a:lnTo>
                    <a:lnTo>
                      <a:pt x="532" y="534"/>
                    </a:lnTo>
                    <a:lnTo>
                      <a:pt x="520" y="520"/>
                    </a:lnTo>
                    <a:lnTo>
                      <a:pt x="510" y="508"/>
                    </a:lnTo>
                    <a:lnTo>
                      <a:pt x="502" y="492"/>
                    </a:lnTo>
                    <a:lnTo>
                      <a:pt x="496" y="478"/>
                    </a:lnTo>
                    <a:lnTo>
                      <a:pt x="492" y="462"/>
                    </a:lnTo>
                    <a:lnTo>
                      <a:pt x="488" y="448"/>
                    </a:lnTo>
                    <a:lnTo>
                      <a:pt x="486" y="432"/>
                    </a:lnTo>
                    <a:lnTo>
                      <a:pt x="484" y="416"/>
                    </a:lnTo>
                    <a:lnTo>
                      <a:pt x="486" y="402"/>
                    </a:lnTo>
                    <a:lnTo>
                      <a:pt x="488" y="386"/>
                    </a:lnTo>
                    <a:lnTo>
                      <a:pt x="492" y="372"/>
                    </a:lnTo>
                    <a:lnTo>
                      <a:pt x="496" y="358"/>
                    </a:lnTo>
                    <a:lnTo>
                      <a:pt x="504" y="346"/>
                    </a:lnTo>
                    <a:lnTo>
                      <a:pt x="512" y="334"/>
                    </a:lnTo>
                    <a:lnTo>
                      <a:pt x="512" y="334"/>
                    </a:lnTo>
                    <a:lnTo>
                      <a:pt x="550" y="286"/>
                    </a:lnTo>
                    <a:lnTo>
                      <a:pt x="570" y="260"/>
                    </a:lnTo>
                    <a:lnTo>
                      <a:pt x="586" y="234"/>
                    </a:lnTo>
                    <a:lnTo>
                      <a:pt x="592" y="220"/>
                    </a:lnTo>
                    <a:lnTo>
                      <a:pt x="598" y="206"/>
                    </a:lnTo>
                    <a:lnTo>
                      <a:pt x="602" y="192"/>
                    </a:lnTo>
                    <a:lnTo>
                      <a:pt x="604" y="180"/>
                    </a:lnTo>
                    <a:lnTo>
                      <a:pt x="602" y="166"/>
                    </a:lnTo>
                    <a:lnTo>
                      <a:pt x="600" y="152"/>
                    </a:lnTo>
                    <a:lnTo>
                      <a:pt x="594" y="138"/>
                    </a:lnTo>
                    <a:lnTo>
                      <a:pt x="586" y="124"/>
                    </a:lnTo>
                    <a:lnTo>
                      <a:pt x="586" y="124"/>
                    </a:lnTo>
                    <a:lnTo>
                      <a:pt x="576" y="112"/>
                    </a:lnTo>
                    <a:lnTo>
                      <a:pt x="564" y="98"/>
                    </a:lnTo>
                    <a:lnTo>
                      <a:pt x="552" y="86"/>
                    </a:lnTo>
                    <a:lnTo>
                      <a:pt x="538" y="76"/>
                    </a:lnTo>
                    <a:lnTo>
                      <a:pt x="504" y="54"/>
                    </a:lnTo>
                    <a:lnTo>
                      <a:pt x="468" y="36"/>
                    </a:lnTo>
                    <a:lnTo>
                      <a:pt x="428" y="22"/>
                    </a:lnTo>
                    <a:lnTo>
                      <a:pt x="388" y="10"/>
                    </a:lnTo>
                    <a:lnTo>
                      <a:pt x="346" y="2"/>
                    </a:lnTo>
                    <a:lnTo>
                      <a:pt x="302" y="0"/>
                    </a:lnTo>
                    <a:lnTo>
                      <a:pt x="302" y="0"/>
                    </a:lnTo>
                    <a:close/>
                  </a:path>
                </a:pathLst>
              </a:custGeom>
              <a:solidFill>
                <a:schemeClr val="accen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791" name="Google Shape;791;p59"/>
              <p:cNvSpPr/>
              <p:nvPr/>
            </p:nvSpPr>
            <p:spPr>
              <a:xfrm>
                <a:off x="4810460" y="570478"/>
                <a:ext cx="2260600" cy="1851025"/>
              </a:xfrm>
              <a:custGeom>
                <a:avLst/>
                <a:gdLst/>
                <a:ahLst/>
                <a:cxnLst/>
                <a:rect l="l" t="t" r="r" b="b"/>
                <a:pathLst>
                  <a:path w="1424" h="1166" extrusionOk="0">
                    <a:moveTo>
                      <a:pt x="216" y="326"/>
                    </a:moveTo>
                    <a:lnTo>
                      <a:pt x="216" y="326"/>
                    </a:lnTo>
                    <a:lnTo>
                      <a:pt x="232" y="350"/>
                    </a:lnTo>
                    <a:lnTo>
                      <a:pt x="272" y="410"/>
                    </a:lnTo>
                    <a:lnTo>
                      <a:pt x="294" y="444"/>
                    </a:lnTo>
                    <a:lnTo>
                      <a:pt x="312" y="478"/>
                    </a:lnTo>
                    <a:lnTo>
                      <a:pt x="326" y="510"/>
                    </a:lnTo>
                    <a:lnTo>
                      <a:pt x="332" y="522"/>
                    </a:lnTo>
                    <a:lnTo>
                      <a:pt x="334" y="534"/>
                    </a:lnTo>
                    <a:lnTo>
                      <a:pt x="334" y="534"/>
                    </a:lnTo>
                    <a:lnTo>
                      <a:pt x="336" y="556"/>
                    </a:lnTo>
                    <a:lnTo>
                      <a:pt x="334" y="580"/>
                    </a:lnTo>
                    <a:lnTo>
                      <a:pt x="330" y="606"/>
                    </a:lnTo>
                    <a:lnTo>
                      <a:pt x="326" y="618"/>
                    </a:lnTo>
                    <a:lnTo>
                      <a:pt x="320" y="632"/>
                    </a:lnTo>
                    <a:lnTo>
                      <a:pt x="314" y="644"/>
                    </a:lnTo>
                    <a:lnTo>
                      <a:pt x="306" y="654"/>
                    </a:lnTo>
                    <a:lnTo>
                      <a:pt x="296" y="666"/>
                    </a:lnTo>
                    <a:lnTo>
                      <a:pt x="284" y="674"/>
                    </a:lnTo>
                    <a:lnTo>
                      <a:pt x="270" y="684"/>
                    </a:lnTo>
                    <a:lnTo>
                      <a:pt x="254" y="690"/>
                    </a:lnTo>
                    <a:lnTo>
                      <a:pt x="236" y="696"/>
                    </a:lnTo>
                    <a:lnTo>
                      <a:pt x="216" y="700"/>
                    </a:lnTo>
                    <a:lnTo>
                      <a:pt x="216" y="700"/>
                    </a:lnTo>
                    <a:lnTo>
                      <a:pt x="194" y="702"/>
                    </a:lnTo>
                    <a:lnTo>
                      <a:pt x="172" y="708"/>
                    </a:lnTo>
                    <a:lnTo>
                      <a:pt x="150" y="714"/>
                    </a:lnTo>
                    <a:lnTo>
                      <a:pt x="128" y="722"/>
                    </a:lnTo>
                    <a:lnTo>
                      <a:pt x="108" y="730"/>
                    </a:lnTo>
                    <a:lnTo>
                      <a:pt x="88" y="740"/>
                    </a:lnTo>
                    <a:lnTo>
                      <a:pt x="70" y="752"/>
                    </a:lnTo>
                    <a:lnTo>
                      <a:pt x="54" y="764"/>
                    </a:lnTo>
                    <a:lnTo>
                      <a:pt x="38" y="778"/>
                    </a:lnTo>
                    <a:lnTo>
                      <a:pt x="26" y="792"/>
                    </a:lnTo>
                    <a:lnTo>
                      <a:pt x="14" y="808"/>
                    </a:lnTo>
                    <a:lnTo>
                      <a:pt x="6" y="826"/>
                    </a:lnTo>
                    <a:lnTo>
                      <a:pt x="2" y="844"/>
                    </a:lnTo>
                    <a:lnTo>
                      <a:pt x="0" y="862"/>
                    </a:lnTo>
                    <a:lnTo>
                      <a:pt x="2" y="884"/>
                    </a:lnTo>
                    <a:lnTo>
                      <a:pt x="6" y="904"/>
                    </a:lnTo>
                    <a:lnTo>
                      <a:pt x="6" y="904"/>
                    </a:lnTo>
                    <a:lnTo>
                      <a:pt x="16" y="924"/>
                    </a:lnTo>
                    <a:lnTo>
                      <a:pt x="26" y="942"/>
                    </a:lnTo>
                    <a:lnTo>
                      <a:pt x="40" y="956"/>
                    </a:lnTo>
                    <a:lnTo>
                      <a:pt x="54" y="968"/>
                    </a:lnTo>
                    <a:lnTo>
                      <a:pt x="70" y="978"/>
                    </a:lnTo>
                    <a:lnTo>
                      <a:pt x="86" y="986"/>
                    </a:lnTo>
                    <a:lnTo>
                      <a:pt x="104" y="992"/>
                    </a:lnTo>
                    <a:lnTo>
                      <a:pt x="122" y="994"/>
                    </a:lnTo>
                    <a:lnTo>
                      <a:pt x="140" y="996"/>
                    </a:lnTo>
                    <a:lnTo>
                      <a:pt x="158" y="996"/>
                    </a:lnTo>
                    <a:lnTo>
                      <a:pt x="176" y="994"/>
                    </a:lnTo>
                    <a:lnTo>
                      <a:pt x="192" y="992"/>
                    </a:lnTo>
                    <a:lnTo>
                      <a:pt x="208" y="988"/>
                    </a:lnTo>
                    <a:lnTo>
                      <a:pt x="222" y="982"/>
                    </a:lnTo>
                    <a:lnTo>
                      <a:pt x="234" y="976"/>
                    </a:lnTo>
                    <a:lnTo>
                      <a:pt x="244" y="968"/>
                    </a:lnTo>
                    <a:lnTo>
                      <a:pt x="244" y="968"/>
                    </a:lnTo>
                    <a:lnTo>
                      <a:pt x="288" y="930"/>
                    </a:lnTo>
                    <a:lnTo>
                      <a:pt x="314" y="908"/>
                    </a:lnTo>
                    <a:lnTo>
                      <a:pt x="344" y="888"/>
                    </a:lnTo>
                    <a:lnTo>
                      <a:pt x="358" y="880"/>
                    </a:lnTo>
                    <a:lnTo>
                      <a:pt x="372" y="872"/>
                    </a:lnTo>
                    <a:lnTo>
                      <a:pt x="386" y="868"/>
                    </a:lnTo>
                    <a:lnTo>
                      <a:pt x="400" y="864"/>
                    </a:lnTo>
                    <a:lnTo>
                      <a:pt x="414" y="864"/>
                    </a:lnTo>
                    <a:lnTo>
                      <a:pt x="428" y="868"/>
                    </a:lnTo>
                    <a:lnTo>
                      <a:pt x="440" y="874"/>
                    </a:lnTo>
                    <a:lnTo>
                      <a:pt x="452" y="882"/>
                    </a:lnTo>
                    <a:lnTo>
                      <a:pt x="452" y="882"/>
                    </a:lnTo>
                    <a:lnTo>
                      <a:pt x="476" y="910"/>
                    </a:lnTo>
                    <a:lnTo>
                      <a:pt x="498" y="942"/>
                    </a:lnTo>
                    <a:lnTo>
                      <a:pt x="518" y="978"/>
                    </a:lnTo>
                    <a:lnTo>
                      <a:pt x="538" y="1016"/>
                    </a:lnTo>
                    <a:lnTo>
                      <a:pt x="554" y="1056"/>
                    </a:lnTo>
                    <a:lnTo>
                      <a:pt x="568" y="1096"/>
                    </a:lnTo>
                    <a:lnTo>
                      <a:pt x="578" y="1134"/>
                    </a:lnTo>
                    <a:lnTo>
                      <a:pt x="582" y="1166"/>
                    </a:lnTo>
                    <a:lnTo>
                      <a:pt x="582" y="1166"/>
                    </a:lnTo>
                    <a:lnTo>
                      <a:pt x="622" y="1160"/>
                    </a:lnTo>
                    <a:lnTo>
                      <a:pt x="662" y="1152"/>
                    </a:lnTo>
                    <a:lnTo>
                      <a:pt x="702" y="1138"/>
                    </a:lnTo>
                    <a:lnTo>
                      <a:pt x="740" y="1124"/>
                    </a:lnTo>
                    <a:lnTo>
                      <a:pt x="776" y="1108"/>
                    </a:lnTo>
                    <a:lnTo>
                      <a:pt x="808" y="1090"/>
                    </a:lnTo>
                    <a:lnTo>
                      <a:pt x="832" y="1070"/>
                    </a:lnTo>
                    <a:lnTo>
                      <a:pt x="840" y="1062"/>
                    </a:lnTo>
                    <a:lnTo>
                      <a:pt x="848" y="1052"/>
                    </a:lnTo>
                    <a:lnTo>
                      <a:pt x="848" y="1052"/>
                    </a:lnTo>
                    <a:lnTo>
                      <a:pt x="860" y="1032"/>
                    </a:lnTo>
                    <a:lnTo>
                      <a:pt x="868" y="1012"/>
                    </a:lnTo>
                    <a:lnTo>
                      <a:pt x="872" y="990"/>
                    </a:lnTo>
                    <a:lnTo>
                      <a:pt x="876" y="968"/>
                    </a:lnTo>
                    <a:lnTo>
                      <a:pt x="874" y="948"/>
                    </a:lnTo>
                    <a:lnTo>
                      <a:pt x="870" y="926"/>
                    </a:lnTo>
                    <a:lnTo>
                      <a:pt x="860" y="906"/>
                    </a:lnTo>
                    <a:lnTo>
                      <a:pt x="848" y="886"/>
                    </a:lnTo>
                    <a:lnTo>
                      <a:pt x="848" y="886"/>
                    </a:lnTo>
                    <a:lnTo>
                      <a:pt x="814" y="846"/>
                    </a:lnTo>
                    <a:lnTo>
                      <a:pt x="796" y="824"/>
                    </a:lnTo>
                    <a:lnTo>
                      <a:pt x="780" y="800"/>
                    </a:lnTo>
                    <a:lnTo>
                      <a:pt x="766" y="774"/>
                    </a:lnTo>
                    <a:lnTo>
                      <a:pt x="760" y="760"/>
                    </a:lnTo>
                    <a:lnTo>
                      <a:pt x="756" y="746"/>
                    </a:lnTo>
                    <a:lnTo>
                      <a:pt x="754" y="732"/>
                    </a:lnTo>
                    <a:lnTo>
                      <a:pt x="752" y="716"/>
                    </a:lnTo>
                    <a:lnTo>
                      <a:pt x="752" y="700"/>
                    </a:lnTo>
                    <a:lnTo>
                      <a:pt x="754" y="684"/>
                    </a:lnTo>
                    <a:lnTo>
                      <a:pt x="754" y="684"/>
                    </a:lnTo>
                    <a:lnTo>
                      <a:pt x="760" y="670"/>
                    </a:lnTo>
                    <a:lnTo>
                      <a:pt x="766" y="654"/>
                    </a:lnTo>
                    <a:lnTo>
                      <a:pt x="772" y="642"/>
                    </a:lnTo>
                    <a:lnTo>
                      <a:pt x="782" y="630"/>
                    </a:lnTo>
                    <a:lnTo>
                      <a:pt x="792" y="618"/>
                    </a:lnTo>
                    <a:lnTo>
                      <a:pt x="804" y="608"/>
                    </a:lnTo>
                    <a:lnTo>
                      <a:pt x="816" y="600"/>
                    </a:lnTo>
                    <a:lnTo>
                      <a:pt x="830" y="594"/>
                    </a:lnTo>
                    <a:lnTo>
                      <a:pt x="844" y="588"/>
                    </a:lnTo>
                    <a:lnTo>
                      <a:pt x="858" y="584"/>
                    </a:lnTo>
                    <a:lnTo>
                      <a:pt x="872" y="580"/>
                    </a:lnTo>
                    <a:lnTo>
                      <a:pt x="888" y="578"/>
                    </a:lnTo>
                    <a:lnTo>
                      <a:pt x="902" y="578"/>
                    </a:lnTo>
                    <a:lnTo>
                      <a:pt x="918" y="580"/>
                    </a:lnTo>
                    <a:lnTo>
                      <a:pt x="932" y="584"/>
                    </a:lnTo>
                    <a:lnTo>
                      <a:pt x="946" y="588"/>
                    </a:lnTo>
                    <a:lnTo>
                      <a:pt x="946" y="588"/>
                    </a:lnTo>
                    <a:lnTo>
                      <a:pt x="958" y="594"/>
                    </a:lnTo>
                    <a:lnTo>
                      <a:pt x="970" y="602"/>
                    </a:lnTo>
                    <a:lnTo>
                      <a:pt x="980" y="610"/>
                    </a:lnTo>
                    <a:lnTo>
                      <a:pt x="990" y="620"/>
                    </a:lnTo>
                    <a:lnTo>
                      <a:pt x="1006" y="642"/>
                    </a:lnTo>
                    <a:lnTo>
                      <a:pt x="1020" y="666"/>
                    </a:lnTo>
                    <a:lnTo>
                      <a:pt x="1030" y="690"/>
                    </a:lnTo>
                    <a:lnTo>
                      <a:pt x="1036" y="714"/>
                    </a:lnTo>
                    <a:lnTo>
                      <a:pt x="1040" y="732"/>
                    </a:lnTo>
                    <a:lnTo>
                      <a:pt x="1042" y="746"/>
                    </a:lnTo>
                    <a:lnTo>
                      <a:pt x="1042" y="746"/>
                    </a:lnTo>
                    <a:lnTo>
                      <a:pt x="1046" y="784"/>
                    </a:lnTo>
                    <a:lnTo>
                      <a:pt x="1048" y="812"/>
                    </a:lnTo>
                    <a:lnTo>
                      <a:pt x="1056" y="840"/>
                    </a:lnTo>
                    <a:lnTo>
                      <a:pt x="1060" y="854"/>
                    </a:lnTo>
                    <a:lnTo>
                      <a:pt x="1068" y="868"/>
                    </a:lnTo>
                    <a:lnTo>
                      <a:pt x="1076" y="880"/>
                    </a:lnTo>
                    <a:lnTo>
                      <a:pt x="1086" y="892"/>
                    </a:lnTo>
                    <a:lnTo>
                      <a:pt x="1098" y="900"/>
                    </a:lnTo>
                    <a:lnTo>
                      <a:pt x="1112" y="906"/>
                    </a:lnTo>
                    <a:lnTo>
                      <a:pt x="1128" y="910"/>
                    </a:lnTo>
                    <a:lnTo>
                      <a:pt x="1146" y="912"/>
                    </a:lnTo>
                    <a:lnTo>
                      <a:pt x="1146" y="912"/>
                    </a:lnTo>
                    <a:lnTo>
                      <a:pt x="1168" y="910"/>
                    </a:lnTo>
                    <a:lnTo>
                      <a:pt x="1188" y="906"/>
                    </a:lnTo>
                    <a:lnTo>
                      <a:pt x="1212" y="900"/>
                    </a:lnTo>
                    <a:lnTo>
                      <a:pt x="1234" y="892"/>
                    </a:lnTo>
                    <a:lnTo>
                      <a:pt x="1278" y="874"/>
                    </a:lnTo>
                    <a:lnTo>
                      <a:pt x="1320" y="854"/>
                    </a:lnTo>
                    <a:lnTo>
                      <a:pt x="1358" y="832"/>
                    </a:lnTo>
                    <a:lnTo>
                      <a:pt x="1390" y="810"/>
                    </a:lnTo>
                    <a:lnTo>
                      <a:pt x="1412" y="794"/>
                    </a:lnTo>
                    <a:lnTo>
                      <a:pt x="1424" y="782"/>
                    </a:lnTo>
                    <a:lnTo>
                      <a:pt x="1424" y="782"/>
                    </a:lnTo>
                    <a:lnTo>
                      <a:pt x="1366" y="652"/>
                    </a:lnTo>
                    <a:lnTo>
                      <a:pt x="1264" y="424"/>
                    </a:lnTo>
                    <a:lnTo>
                      <a:pt x="1160" y="200"/>
                    </a:lnTo>
                    <a:lnTo>
                      <a:pt x="1104" y="80"/>
                    </a:lnTo>
                    <a:lnTo>
                      <a:pt x="1104" y="80"/>
                    </a:lnTo>
                    <a:lnTo>
                      <a:pt x="1092" y="62"/>
                    </a:lnTo>
                    <a:lnTo>
                      <a:pt x="1074" y="44"/>
                    </a:lnTo>
                    <a:lnTo>
                      <a:pt x="1050" y="28"/>
                    </a:lnTo>
                    <a:lnTo>
                      <a:pt x="1036" y="20"/>
                    </a:lnTo>
                    <a:lnTo>
                      <a:pt x="1022" y="14"/>
                    </a:lnTo>
                    <a:lnTo>
                      <a:pt x="1008" y="8"/>
                    </a:lnTo>
                    <a:lnTo>
                      <a:pt x="990" y="4"/>
                    </a:lnTo>
                    <a:lnTo>
                      <a:pt x="974" y="2"/>
                    </a:lnTo>
                    <a:lnTo>
                      <a:pt x="956" y="0"/>
                    </a:lnTo>
                    <a:lnTo>
                      <a:pt x="938" y="0"/>
                    </a:lnTo>
                    <a:lnTo>
                      <a:pt x="918" y="2"/>
                    </a:lnTo>
                    <a:lnTo>
                      <a:pt x="898" y="6"/>
                    </a:lnTo>
                    <a:lnTo>
                      <a:pt x="876" y="12"/>
                    </a:lnTo>
                    <a:lnTo>
                      <a:pt x="876" y="12"/>
                    </a:lnTo>
                    <a:lnTo>
                      <a:pt x="816" y="38"/>
                    </a:lnTo>
                    <a:lnTo>
                      <a:pt x="726" y="78"/>
                    </a:lnTo>
                    <a:lnTo>
                      <a:pt x="504" y="184"/>
                    </a:lnTo>
                    <a:lnTo>
                      <a:pt x="304" y="282"/>
                    </a:lnTo>
                    <a:lnTo>
                      <a:pt x="216" y="326"/>
                    </a:lnTo>
                    <a:lnTo>
                      <a:pt x="216" y="326"/>
                    </a:lnTo>
                    <a:close/>
                  </a:path>
                </a:pathLst>
              </a:custGeom>
              <a:solidFill>
                <a:schemeClr val="accent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792" name="Google Shape;792;p59"/>
              <p:cNvSpPr/>
              <p:nvPr/>
            </p:nvSpPr>
            <p:spPr>
              <a:xfrm>
                <a:off x="5156200" y="3297238"/>
                <a:ext cx="2085975" cy="2079625"/>
              </a:xfrm>
              <a:custGeom>
                <a:avLst/>
                <a:gdLst/>
                <a:ahLst/>
                <a:cxnLst/>
                <a:rect l="l" t="t" r="r" b="b"/>
                <a:pathLst>
                  <a:path w="1314" h="1310" extrusionOk="0">
                    <a:moveTo>
                      <a:pt x="650" y="1310"/>
                    </a:moveTo>
                    <a:lnTo>
                      <a:pt x="0" y="664"/>
                    </a:lnTo>
                    <a:lnTo>
                      <a:pt x="0" y="664"/>
                    </a:lnTo>
                    <a:lnTo>
                      <a:pt x="18" y="636"/>
                    </a:lnTo>
                    <a:lnTo>
                      <a:pt x="62" y="576"/>
                    </a:lnTo>
                    <a:lnTo>
                      <a:pt x="88" y="542"/>
                    </a:lnTo>
                    <a:lnTo>
                      <a:pt x="116" y="510"/>
                    </a:lnTo>
                    <a:lnTo>
                      <a:pt x="142" y="484"/>
                    </a:lnTo>
                    <a:lnTo>
                      <a:pt x="154" y="476"/>
                    </a:lnTo>
                    <a:lnTo>
                      <a:pt x="164" y="468"/>
                    </a:lnTo>
                    <a:lnTo>
                      <a:pt x="164" y="468"/>
                    </a:lnTo>
                    <a:lnTo>
                      <a:pt x="188" y="460"/>
                    </a:lnTo>
                    <a:lnTo>
                      <a:pt x="212" y="454"/>
                    </a:lnTo>
                    <a:lnTo>
                      <a:pt x="240" y="448"/>
                    </a:lnTo>
                    <a:lnTo>
                      <a:pt x="266" y="448"/>
                    </a:lnTo>
                    <a:lnTo>
                      <a:pt x="280" y="450"/>
                    </a:lnTo>
                    <a:lnTo>
                      <a:pt x="292" y="452"/>
                    </a:lnTo>
                    <a:lnTo>
                      <a:pt x="304" y="456"/>
                    </a:lnTo>
                    <a:lnTo>
                      <a:pt x="316" y="460"/>
                    </a:lnTo>
                    <a:lnTo>
                      <a:pt x="324" y="468"/>
                    </a:lnTo>
                    <a:lnTo>
                      <a:pt x="332" y="476"/>
                    </a:lnTo>
                    <a:lnTo>
                      <a:pt x="340" y="486"/>
                    </a:lnTo>
                    <a:lnTo>
                      <a:pt x="344" y="498"/>
                    </a:lnTo>
                    <a:lnTo>
                      <a:pt x="344" y="498"/>
                    </a:lnTo>
                    <a:lnTo>
                      <a:pt x="356" y="528"/>
                    </a:lnTo>
                    <a:lnTo>
                      <a:pt x="376" y="564"/>
                    </a:lnTo>
                    <a:lnTo>
                      <a:pt x="388" y="582"/>
                    </a:lnTo>
                    <a:lnTo>
                      <a:pt x="400" y="602"/>
                    </a:lnTo>
                    <a:lnTo>
                      <a:pt x="416" y="620"/>
                    </a:lnTo>
                    <a:lnTo>
                      <a:pt x="430" y="636"/>
                    </a:lnTo>
                    <a:lnTo>
                      <a:pt x="448" y="652"/>
                    </a:lnTo>
                    <a:lnTo>
                      <a:pt x="466" y="664"/>
                    </a:lnTo>
                    <a:lnTo>
                      <a:pt x="486" y="674"/>
                    </a:lnTo>
                    <a:lnTo>
                      <a:pt x="506" y="680"/>
                    </a:lnTo>
                    <a:lnTo>
                      <a:pt x="526" y="682"/>
                    </a:lnTo>
                    <a:lnTo>
                      <a:pt x="538" y="682"/>
                    </a:lnTo>
                    <a:lnTo>
                      <a:pt x="548" y="680"/>
                    </a:lnTo>
                    <a:lnTo>
                      <a:pt x="558" y="678"/>
                    </a:lnTo>
                    <a:lnTo>
                      <a:pt x="570" y="672"/>
                    </a:lnTo>
                    <a:lnTo>
                      <a:pt x="582" y="666"/>
                    </a:lnTo>
                    <a:lnTo>
                      <a:pt x="592" y="660"/>
                    </a:lnTo>
                    <a:lnTo>
                      <a:pt x="592" y="660"/>
                    </a:lnTo>
                    <a:lnTo>
                      <a:pt x="614" y="642"/>
                    </a:lnTo>
                    <a:lnTo>
                      <a:pt x="630" y="626"/>
                    </a:lnTo>
                    <a:lnTo>
                      <a:pt x="644" y="608"/>
                    </a:lnTo>
                    <a:lnTo>
                      <a:pt x="652" y="588"/>
                    </a:lnTo>
                    <a:lnTo>
                      <a:pt x="658" y="570"/>
                    </a:lnTo>
                    <a:lnTo>
                      <a:pt x="662" y="552"/>
                    </a:lnTo>
                    <a:lnTo>
                      <a:pt x="662" y="532"/>
                    </a:lnTo>
                    <a:lnTo>
                      <a:pt x="660" y="514"/>
                    </a:lnTo>
                    <a:lnTo>
                      <a:pt x="656" y="496"/>
                    </a:lnTo>
                    <a:lnTo>
                      <a:pt x="650" y="480"/>
                    </a:lnTo>
                    <a:lnTo>
                      <a:pt x="642" y="464"/>
                    </a:lnTo>
                    <a:lnTo>
                      <a:pt x="632" y="448"/>
                    </a:lnTo>
                    <a:lnTo>
                      <a:pt x="620" y="436"/>
                    </a:lnTo>
                    <a:lnTo>
                      <a:pt x="608" y="422"/>
                    </a:lnTo>
                    <a:lnTo>
                      <a:pt x="596" y="412"/>
                    </a:lnTo>
                    <a:lnTo>
                      <a:pt x="582" y="404"/>
                    </a:lnTo>
                    <a:lnTo>
                      <a:pt x="582" y="404"/>
                    </a:lnTo>
                    <a:lnTo>
                      <a:pt x="528" y="374"/>
                    </a:lnTo>
                    <a:lnTo>
                      <a:pt x="502" y="358"/>
                    </a:lnTo>
                    <a:lnTo>
                      <a:pt x="480" y="340"/>
                    </a:lnTo>
                    <a:lnTo>
                      <a:pt x="460" y="320"/>
                    </a:lnTo>
                    <a:lnTo>
                      <a:pt x="452" y="310"/>
                    </a:lnTo>
                    <a:lnTo>
                      <a:pt x="446" y="300"/>
                    </a:lnTo>
                    <a:lnTo>
                      <a:pt x="440" y="290"/>
                    </a:lnTo>
                    <a:lnTo>
                      <a:pt x="436" y="278"/>
                    </a:lnTo>
                    <a:lnTo>
                      <a:pt x="434" y="266"/>
                    </a:lnTo>
                    <a:lnTo>
                      <a:pt x="434" y="254"/>
                    </a:lnTo>
                    <a:lnTo>
                      <a:pt x="434" y="254"/>
                    </a:lnTo>
                    <a:lnTo>
                      <a:pt x="436" y="240"/>
                    </a:lnTo>
                    <a:lnTo>
                      <a:pt x="440" y="226"/>
                    </a:lnTo>
                    <a:lnTo>
                      <a:pt x="448" y="210"/>
                    </a:lnTo>
                    <a:lnTo>
                      <a:pt x="456" y="194"/>
                    </a:lnTo>
                    <a:lnTo>
                      <a:pt x="466" y="178"/>
                    </a:lnTo>
                    <a:lnTo>
                      <a:pt x="478" y="160"/>
                    </a:lnTo>
                    <a:lnTo>
                      <a:pt x="508" y="126"/>
                    </a:lnTo>
                    <a:lnTo>
                      <a:pt x="542" y="92"/>
                    </a:lnTo>
                    <a:lnTo>
                      <a:pt x="580" y="58"/>
                    </a:lnTo>
                    <a:lnTo>
                      <a:pt x="620" y="28"/>
                    </a:lnTo>
                    <a:lnTo>
                      <a:pt x="662" y="2"/>
                    </a:lnTo>
                    <a:lnTo>
                      <a:pt x="662" y="2"/>
                    </a:lnTo>
                    <a:lnTo>
                      <a:pt x="670" y="24"/>
                    </a:lnTo>
                    <a:lnTo>
                      <a:pt x="682" y="54"/>
                    </a:lnTo>
                    <a:lnTo>
                      <a:pt x="702" y="90"/>
                    </a:lnTo>
                    <a:lnTo>
                      <a:pt x="726" y="126"/>
                    </a:lnTo>
                    <a:lnTo>
                      <a:pt x="742" y="146"/>
                    </a:lnTo>
                    <a:lnTo>
                      <a:pt x="756" y="162"/>
                    </a:lnTo>
                    <a:lnTo>
                      <a:pt x="774" y="178"/>
                    </a:lnTo>
                    <a:lnTo>
                      <a:pt x="792" y="194"/>
                    </a:lnTo>
                    <a:lnTo>
                      <a:pt x="810" y="206"/>
                    </a:lnTo>
                    <a:lnTo>
                      <a:pt x="830" y="216"/>
                    </a:lnTo>
                    <a:lnTo>
                      <a:pt x="852" y="224"/>
                    </a:lnTo>
                    <a:lnTo>
                      <a:pt x="874" y="228"/>
                    </a:lnTo>
                    <a:lnTo>
                      <a:pt x="874" y="228"/>
                    </a:lnTo>
                    <a:lnTo>
                      <a:pt x="894" y="230"/>
                    </a:lnTo>
                    <a:lnTo>
                      <a:pt x="912" y="230"/>
                    </a:lnTo>
                    <a:lnTo>
                      <a:pt x="928" y="228"/>
                    </a:lnTo>
                    <a:lnTo>
                      <a:pt x="942" y="226"/>
                    </a:lnTo>
                    <a:lnTo>
                      <a:pt x="954" y="222"/>
                    </a:lnTo>
                    <a:lnTo>
                      <a:pt x="964" y="218"/>
                    </a:lnTo>
                    <a:lnTo>
                      <a:pt x="974" y="212"/>
                    </a:lnTo>
                    <a:lnTo>
                      <a:pt x="980" y="206"/>
                    </a:lnTo>
                    <a:lnTo>
                      <a:pt x="990" y="192"/>
                    </a:lnTo>
                    <a:lnTo>
                      <a:pt x="998" y="176"/>
                    </a:lnTo>
                    <a:lnTo>
                      <a:pt x="1006" y="152"/>
                    </a:lnTo>
                    <a:lnTo>
                      <a:pt x="1006" y="152"/>
                    </a:lnTo>
                    <a:lnTo>
                      <a:pt x="1012" y="138"/>
                    </a:lnTo>
                    <a:lnTo>
                      <a:pt x="1024" y="116"/>
                    </a:lnTo>
                    <a:lnTo>
                      <a:pt x="1040" y="88"/>
                    </a:lnTo>
                    <a:lnTo>
                      <a:pt x="1060" y="60"/>
                    </a:lnTo>
                    <a:lnTo>
                      <a:pt x="1072" y="46"/>
                    </a:lnTo>
                    <a:lnTo>
                      <a:pt x="1086" y="34"/>
                    </a:lnTo>
                    <a:lnTo>
                      <a:pt x="1100" y="22"/>
                    </a:lnTo>
                    <a:lnTo>
                      <a:pt x="1116" y="12"/>
                    </a:lnTo>
                    <a:lnTo>
                      <a:pt x="1132" y="6"/>
                    </a:lnTo>
                    <a:lnTo>
                      <a:pt x="1150" y="0"/>
                    </a:lnTo>
                    <a:lnTo>
                      <a:pt x="1170" y="0"/>
                    </a:lnTo>
                    <a:lnTo>
                      <a:pt x="1190" y="2"/>
                    </a:lnTo>
                    <a:lnTo>
                      <a:pt x="1190" y="2"/>
                    </a:lnTo>
                    <a:lnTo>
                      <a:pt x="1210" y="8"/>
                    </a:lnTo>
                    <a:lnTo>
                      <a:pt x="1230" y="16"/>
                    </a:lnTo>
                    <a:lnTo>
                      <a:pt x="1248" y="28"/>
                    </a:lnTo>
                    <a:lnTo>
                      <a:pt x="1264" y="40"/>
                    </a:lnTo>
                    <a:lnTo>
                      <a:pt x="1278" y="56"/>
                    </a:lnTo>
                    <a:lnTo>
                      <a:pt x="1290" y="74"/>
                    </a:lnTo>
                    <a:lnTo>
                      <a:pt x="1300" y="92"/>
                    </a:lnTo>
                    <a:lnTo>
                      <a:pt x="1308" y="112"/>
                    </a:lnTo>
                    <a:lnTo>
                      <a:pt x="1312" y="132"/>
                    </a:lnTo>
                    <a:lnTo>
                      <a:pt x="1314" y="152"/>
                    </a:lnTo>
                    <a:lnTo>
                      <a:pt x="1312" y="172"/>
                    </a:lnTo>
                    <a:lnTo>
                      <a:pt x="1306" y="192"/>
                    </a:lnTo>
                    <a:lnTo>
                      <a:pt x="1298" y="212"/>
                    </a:lnTo>
                    <a:lnTo>
                      <a:pt x="1284" y="230"/>
                    </a:lnTo>
                    <a:lnTo>
                      <a:pt x="1266" y="246"/>
                    </a:lnTo>
                    <a:lnTo>
                      <a:pt x="1244" y="260"/>
                    </a:lnTo>
                    <a:lnTo>
                      <a:pt x="1244" y="260"/>
                    </a:lnTo>
                    <a:lnTo>
                      <a:pt x="1196" y="288"/>
                    </a:lnTo>
                    <a:lnTo>
                      <a:pt x="1156" y="314"/>
                    </a:lnTo>
                    <a:lnTo>
                      <a:pt x="1138" y="328"/>
                    </a:lnTo>
                    <a:lnTo>
                      <a:pt x="1122" y="342"/>
                    </a:lnTo>
                    <a:lnTo>
                      <a:pt x="1110" y="358"/>
                    </a:lnTo>
                    <a:lnTo>
                      <a:pt x="1098" y="372"/>
                    </a:lnTo>
                    <a:lnTo>
                      <a:pt x="1090" y="386"/>
                    </a:lnTo>
                    <a:lnTo>
                      <a:pt x="1084" y="402"/>
                    </a:lnTo>
                    <a:lnTo>
                      <a:pt x="1080" y="418"/>
                    </a:lnTo>
                    <a:lnTo>
                      <a:pt x="1080" y="434"/>
                    </a:lnTo>
                    <a:lnTo>
                      <a:pt x="1084" y="452"/>
                    </a:lnTo>
                    <a:lnTo>
                      <a:pt x="1090" y="468"/>
                    </a:lnTo>
                    <a:lnTo>
                      <a:pt x="1100" y="486"/>
                    </a:lnTo>
                    <a:lnTo>
                      <a:pt x="1114" y="504"/>
                    </a:lnTo>
                    <a:lnTo>
                      <a:pt x="1114" y="504"/>
                    </a:lnTo>
                    <a:lnTo>
                      <a:pt x="1146" y="540"/>
                    </a:lnTo>
                    <a:lnTo>
                      <a:pt x="1178" y="570"/>
                    </a:lnTo>
                    <a:lnTo>
                      <a:pt x="1210" y="596"/>
                    </a:lnTo>
                    <a:lnTo>
                      <a:pt x="1238" y="618"/>
                    </a:lnTo>
                    <a:lnTo>
                      <a:pt x="1264" y="634"/>
                    </a:lnTo>
                    <a:lnTo>
                      <a:pt x="1284" y="646"/>
                    </a:lnTo>
                    <a:lnTo>
                      <a:pt x="1302" y="654"/>
                    </a:lnTo>
                    <a:lnTo>
                      <a:pt x="650" y="1310"/>
                    </a:lnTo>
                    <a:close/>
                  </a:path>
                </a:pathLst>
              </a:custGeom>
              <a:solidFill>
                <a:schemeClr val="accent5"/>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793" name="Google Shape;793;p59"/>
              <p:cNvSpPr/>
              <p:nvPr/>
            </p:nvSpPr>
            <p:spPr>
              <a:xfrm>
                <a:off x="6165984" y="2284603"/>
                <a:ext cx="2066925" cy="2060575"/>
              </a:xfrm>
              <a:custGeom>
                <a:avLst/>
                <a:gdLst/>
                <a:ahLst/>
                <a:cxnLst/>
                <a:rect l="l" t="t" r="r" b="b"/>
                <a:pathLst>
                  <a:path w="1302" h="1298" extrusionOk="0">
                    <a:moveTo>
                      <a:pt x="660" y="1298"/>
                    </a:moveTo>
                    <a:lnTo>
                      <a:pt x="1302" y="644"/>
                    </a:lnTo>
                    <a:lnTo>
                      <a:pt x="660" y="10"/>
                    </a:lnTo>
                    <a:lnTo>
                      <a:pt x="660" y="10"/>
                    </a:lnTo>
                    <a:lnTo>
                      <a:pt x="642" y="36"/>
                    </a:lnTo>
                    <a:lnTo>
                      <a:pt x="622" y="64"/>
                    </a:lnTo>
                    <a:lnTo>
                      <a:pt x="598" y="96"/>
                    </a:lnTo>
                    <a:lnTo>
                      <a:pt x="570" y="130"/>
                    </a:lnTo>
                    <a:lnTo>
                      <a:pt x="540" y="160"/>
                    </a:lnTo>
                    <a:lnTo>
                      <a:pt x="524" y="174"/>
                    </a:lnTo>
                    <a:lnTo>
                      <a:pt x="508" y="186"/>
                    </a:lnTo>
                    <a:lnTo>
                      <a:pt x="492" y="194"/>
                    </a:lnTo>
                    <a:lnTo>
                      <a:pt x="476" y="200"/>
                    </a:lnTo>
                    <a:lnTo>
                      <a:pt x="476" y="200"/>
                    </a:lnTo>
                    <a:lnTo>
                      <a:pt x="446" y="206"/>
                    </a:lnTo>
                    <a:lnTo>
                      <a:pt x="422" y="210"/>
                    </a:lnTo>
                    <a:lnTo>
                      <a:pt x="400" y="212"/>
                    </a:lnTo>
                    <a:lnTo>
                      <a:pt x="382" y="210"/>
                    </a:lnTo>
                    <a:lnTo>
                      <a:pt x="366" y="206"/>
                    </a:lnTo>
                    <a:lnTo>
                      <a:pt x="354" y="200"/>
                    </a:lnTo>
                    <a:lnTo>
                      <a:pt x="342" y="190"/>
                    </a:lnTo>
                    <a:lnTo>
                      <a:pt x="334" y="178"/>
                    </a:lnTo>
                    <a:lnTo>
                      <a:pt x="334" y="178"/>
                    </a:lnTo>
                    <a:lnTo>
                      <a:pt x="312" y="142"/>
                    </a:lnTo>
                    <a:lnTo>
                      <a:pt x="298" y="118"/>
                    </a:lnTo>
                    <a:lnTo>
                      <a:pt x="282" y="94"/>
                    </a:lnTo>
                    <a:lnTo>
                      <a:pt x="262" y="70"/>
                    </a:lnTo>
                    <a:lnTo>
                      <a:pt x="238" y="46"/>
                    </a:lnTo>
                    <a:lnTo>
                      <a:pt x="214" y="26"/>
                    </a:lnTo>
                    <a:lnTo>
                      <a:pt x="200" y="16"/>
                    </a:lnTo>
                    <a:lnTo>
                      <a:pt x="184" y="10"/>
                    </a:lnTo>
                    <a:lnTo>
                      <a:pt x="184" y="10"/>
                    </a:lnTo>
                    <a:lnTo>
                      <a:pt x="168" y="4"/>
                    </a:lnTo>
                    <a:lnTo>
                      <a:pt x="152" y="0"/>
                    </a:lnTo>
                    <a:lnTo>
                      <a:pt x="134" y="0"/>
                    </a:lnTo>
                    <a:lnTo>
                      <a:pt x="114" y="2"/>
                    </a:lnTo>
                    <a:lnTo>
                      <a:pt x="96" y="6"/>
                    </a:lnTo>
                    <a:lnTo>
                      <a:pt x="78" y="12"/>
                    </a:lnTo>
                    <a:lnTo>
                      <a:pt x="60" y="22"/>
                    </a:lnTo>
                    <a:lnTo>
                      <a:pt x="44" y="32"/>
                    </a:lnTo>
                    <a:lnTo>
                      <a:pt x="30" y="46"/>
                    </a:lnTo>
                    <a:lnTo>
                      <a:pt x="18" y="60"/>
                    </a:lnTo>
                    <a:lnTo>
                      <a:pt x="10" y="78"/>
                    </a:lnTo>
                    <a:lnTo>
                      <a:pt x="2" y="96"/>
                    </a:lnTo>
                    <a:lnTo>
                      <a:pt x="0" y="116"/>
                    </a:lnTo>
                    <a:lnTo>
                      <a:pt x="0" y="138"/>
                    </a:lnTo>
                    <a:lnTo>
                      <a:pt x="6" y="162"/>
                    </a:lnTo>
                    <a:lnTo>
                      <a:pt x="14" y="188"/>
                    </a:lnTo>
                    <a:lnTo>
                      <a:pt x="14" y="188"/>
                    </a:lnTo>
                    <a:lnTo>
                      <a:pt x="28" y="210"/>
                    </a:lnTo>
                    <a:lnTo>
                      <a:pt x="42" y="232"/>
                    </a:lnTo>
                    <a:lnTo>
                      <a:pt x="58" y="250"/>
                    </a:lnTo>
                    <a:lnTo>
                      <a:pt x="74" y="264"/>
                    </a:lnTo>
                    <a:lnTo>
                      <a:pt x="92" y="278"/>
                    </a:lnTo>
                    <a:lnTo>
                      <a:pt x="108" y="290"/>
                    </a:lnTo>
                    <a:lnTo>
                      <a:pt x="142" y="308"/>
                    </a:lnTo>
                    <a:lnTo>
                      <a:pt x="172" y="324"/>
                    </a:lnTo>
                    <a:lnTo>
                      <a:pt x="198" y="338"/>
                    </a:lnTo>
                    <a:lnTo>
                      <a:pt x="208" y="346"/>
                    </a:lnTo>
                    <a:lnTo>
                      <a:pt x="216" y="356"/>
                    </a:lnTo>
                    <a:lnTo>
                      <a:pt x="222" y="366"/>
                    </a:lnTo>
                    <a:lnTo>
                      <a:pt x="224" y="378"/>
                    </a:lnTo>
                    <a:lnTo>
                      <a:pt x="224" y="378"/>
                    </a:lnTo>
                    <a:lnTo>
                      <a:pt x="224" y="392"/>
                    </a:lnTo>
                    <a:lnTo>
                      <a:pt x="224" y="406"/>
                    </a:lnTo>
                    <a:lnTo>
                      <a:pt x="222" y="422"/>
                    </a:lnTo>
                    <a:lnTo>
                      <a:pt x="218" y="440"/>
                    </a:lnTo>
                    <a:lnTo>
                      <a:pt x="212" y="458"/>
                    </a:lnTo>
                    <a:lnTo>
                      <a:pt x="206" y="478"/>
                    </a:lnTo>
                    <a:lnTo>
                      <a:pt x="196" y="496"/>
                    </a:lnTo>
                    <a:lnTo>
                      <a:pt x="186" y="516"/>
                    </a:lnTo>
                    <a:lnTo>
                      <a:pt x="172" y="534"/>
                    </a:lnTo>
                    <a:lnTo>
                      <a:pt x="158" y="554"/>
                    </a:lnTo>
                    <a:lnTo>
                      <a:pt x="142" y="572"/>
                    </a:lnTo>
                    <a:lnTo>
                      <a:pt x="122" y="588"/>
                    </a:lnTo>
                    <a:lnTo>
                      <a:pt x="100" y="606"/>
                    </a:lnTo>
                    <a:lnTo>
                      <a:pt x="76" y="620"/>
                    </a:lnTo>
                    <a:lnTo>
                      <a:pt x="50" y="634"/>
                    </a:lnTo>
                    <a:lnTo>
                      <a:pt x="20" y="646"/>
                    </a:lnTo>
                    <a:lnTo>
                      <a:pt x="20" y="646"/>
                    </a:lnTo>
                    <a:lnTo>
                      <a:pt x="28" y="666"/>
                    </a:lnTo>
                    <a:lnTo>
                      <a:pt x="36" y="686"/>
                    </a:lnTo>
                    <a:lnTo>
                      <a:pt x="46" y="706"/>
                    </a:lnTo>
                    <a:lnTo>
                      <a:pt x="58" y="726"/>
                    </a:lnTo>
                    <a:lnTo>
                      <a:pt x="84" y="764"/>
                    </a:lnTo>
                    <a:lnTo>
                      <a:pt x="114" y="798"/>
                    </a:lnTo>
                    <a:lnTo>
                      <a:pt x="130" y="814"/>
                    </a:lnTo>
                    <a:lnTo>
                      <a:pt x="146" y="828"/>
                    </a:lnTo>
                    <a:lnTo>
                      <a:pt x="162" y="840"/>
                    </a:lnTo>
                    <a:lnTo>
                      <a:pt x="178" y="852"/>
                    </a:lnTo>
                    <a:lnTo>
                      <a:pt x="194" y="860"/>
                    </a:lnTo>
                    <a:lnTo>
                      <a:pt x="210" y="866"/>
                    </a:lnTo>
                    <a:lnTo>
                      <a:pt x="226" y="872"/>
                    </a:lnTo>
                    <a:lnTo>
                      <a:pt x="240" y="872"/>
                    </a:lnTo>
                    <a:lnTo>
                      <a:pt x="240" y="872"/>
                    </a:lnTo>
                    <a:lnTo>
                      <a:pt x="268" y="872"/>
                    </a:lnTo>
                    <a:lnTo>
                      <a:pt x="290" y="870"/>
                    </a:lnTo>
                    <a:lnTo>
                      <a:pt x="308" y="866"/>
                    </a:lnTo>
                    <a:lnTo>
                      <a:pt x="322" y="862"/>
                    </a:lnTo>
                    <a:lnTo>
                      <a:pt x="334" y="854"/>
                    </a:lnTo>
                    <a:lnTo>
                      <a:pt x="344" y="844"/>
                    </a:lnTo>
                    <a:lnTo>
                      <a:pt x="350" y="832"/>
                    </a:lnTo>
                    <a:lnTo>
                      <a:pt x="356" y="820"/>
                    </a:lnTo>
                    <a:lnTo>
                      <a:pt x="356" y="820"/>
                    </a:lnTo>
                    <a:lnTo>
                      <a:pt x="364" y="800"/>
                    </a:lnTo>
                    <a:lnTo>
                      <a:pt x="378" y="772"/>
                    </a:lnTo>
                    <a:lnTo>
                      <a:pt x="396" y="738"/>
                    </a:lnTo>
                    <a:lnTo>
                      <a:pt x="408" y="720"/>
                    </a:lnTo>
                    <a:lnTo>
                      <a:pt x="420" y="704"/>
                    </a:lnTo>
                    <a:lnTo>
                      <a:pt x="434" y="688"/>
                    </a:lnTo>
                    <a:lnTo>
                      <a:pt x="448" y="672"/>
                    </a:lnTo>
                    <a:lnTo>
                      <a:pt x="464" y="660"/>
                    </a:lnTo>
                    <a:lnTo>
                      <a:pt x="482" y="650"/>
                    </a:lnTo>
                    <a:lnTo>
                      <a:pt x="500" y="644"/>
                    </a:lnTo>
                    <a:lnTo>
                      <a:pt x="520" y="642"/>
                    </a:lnTo>
                    <a:lnTo>
                      <a:pt x="540" y="642"/>
                    </a:lnTo>
                    <a:lnTo>
                      <a:pt x="562" y="650"/>
                    </a:lnTo>
                    <a:lnTo>
                      <a:pt x="562" y="650"/>
                    </a:lnTo>
                    <a:lnTo>
                      <a:pt x="584" y="660"/>
                    </a:lnTo>
                    <a:lnTo>
                      <a:pt x="602" y="672"/>
                    </a:lnTo>
                    <a:lnTo>
                      <a:pt x="620" y="684"/>
                    </a:lnTo>
                    <a:lnTo>
                      <a:pt x="634" y="700"/>
                    </a:lnTo>
                    <a:lnTo>
                      <a:pt x="646" y="716"/>
                    </a:lnTo>
                    <a:lnTo>
                      <a:pt x="656" y="734"/>
                    </a:lnTo>
                    <a:lnTo>
                      <a:pt x="664" y="750"/>
                    </a:lnTo>
                    <a:lnTo>
                      <a:pt x="668" y="770"/>
                    </a:lnTo>
                    <a:lnTo>
                      <a:pt x="670" y="788"/>
                    </a:lnTo>
                    <a:lnTo>
                      <a:pt x="670" y="806"/>
                    </a:lnTo>
                    <a:lnTo>
                      <a:pt x="668" y="824"/>
                    </a:lnTo>
                    <a:lnTo>
                      <a:pt x="662" y="840"/>
                    </a:lnTo>
                    <a:lnTo>
                      <a:pt x="654" y="858"/>
                    </a:lnTo>
                    <a:lnTo>
                      <a:pt x="642" y="872"/>
                    </a:lnTo>
                    <a:lnTo>
                      <a:pt x="628" y="886"/>
                    </a:lnTo>
                    <a:lnTo>
                      <a:pt x="610" y="900"/>
                    </a:lnTo>
                    <a:lnTo>
                      <a:pt x="610" y="900"/>
                    </a:lnTo>
                    <a:lnTo>
                      <a:pt x="572" y="922"/>
                    </a:lnTo>
                    <a:lnTo>
                      <a:pt x="536" y="946"/>
                    </a:lnTo>
                    <a:lnTo>
                      <a:pt x="502" y="970"/>
                    </a:lnTo>
                    <a:lnTo>
                      <a:pt x="486" y="984"/>
                    </a:lnTo>
                    <a:lnTo>
                      <a:pt x="472" y="996"/>
                    </a:lnTo>
                    <a:lnTo>
                      <a:pt x="460" y="1010"/>
                    </a:lnTo>
                    <a:lnTo>
                      <a:pt x="450" y="1022"/>
                    </a:lnTo>
                    <a:lnTo>
                      <a:pt x="442" y="1036"/>
                    </a:lnTo>
                    <a:lnTo>
                      <a:pt x="438" y="1052"/>
                    </a:lnTo>
                    <a:lnTo>
                      <a:pt x="436" y="1066"/>
                    </a:lnTo>
                    <a:lnTo>
                      <a:pt x="438" y="1082"/>
                    </a:lnTo>
                    <a:lnTo>
                      <a:pt x="442" y="1098"/>
                    </a:lnTo>
                    <a:lnTo>
                      <a:pt x="450" y="1116"/>
                    </a:lnTo>
                    <a:lnTo>
                      <a:pt x="450" y="1116"/>
                    </a:lnTo>
                    <a:lnTo>
                      <a:pt x="462" y="1132"/>
                    </a:lnTo>
                    <a:lnTo>
                      <a:pt x="474" y="1150"/>
                    </a:lnTo>
                    <a:lnTo>
                      <a:pt x="490" y="1166"/>
                    </a:lnTo>
                    <a:lnTo>
                      <a:pt x="506" y="1182"/>
                    </a:lnTo>
                    <a:lnTo>
                      <a:pt x="540" y="1214"/>
                    </a:lnTo>
                    <a:lnTo>
                      <a:pt x="576" y="1242"/>
                    </a:lnTo>
                    <a:lnTo>
                      <a:pt x="608" y="1264"/>
                    </a:lnTo>
                    <a:lnTo>
                      <a:pt x="634" y="1282"/>
                    </a:lnTo>
                    <a:lnTo>
                      <a:pt x="660" y="1298"/>
                    </a:lnTo>
                    <a:lnTo>
                      <a:pt x="660" y="1298"/>
                    </a:lnTo>
                    <a:close/>
                  </a:path>
                </a:pathLst>
              </a:custGeom>
              <a:solidFill>
                <a:schemeClr val="accent3"/>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grpSp>
        <p:grpSp>
          <p:nvGrpSpPr>
            <p:cNvPr id="794" name="Google Shape;794;p59"/>
            <p:cNvGrpSpPr/>
            <p:nvPr/>
          </p:nvGrpSpPr>
          <p:grpSpPr>
            <a:xfrm>
              <a:off x="4329639" y="1730072"/>
              <a:ext cx="3061341" cy="2579174"/>
              <a:chOff x="4329639" y="1730072"/>
              <a:chExt cx="3061341" cy="2579174"/>
            </a:xfrm>
          </p:grpSpPr>
          <p:sp>
            <p:nvSpPr>
              <p:cNvPr id="795" name="Google Shape;795;p59"/>
              <p:cNvSpPr txBox="1"/>
              <p:nvPr/>
            </p:nvSpPr>
            <p:spPr>
              <a:xfrm>
                <a:off x="4329639" y="1901134"/>
                <a:ext cx="755077" cy="57908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id" sz="2700" b="1">
                    <a:solidFill>
                      <a:schemeClr val="lt1"/>
                    </a:solidFill>
                    <a:latin typeface="Quicksand"/>
                    <a:ea typeface="Quicksand"/>
                    <a:cs typeface="Quicksand"/>
                    <a:sym typeface="Quicksand"/>
                  </a:rPr>
                  <a:t>S</a:t>
                </a:r>
                <a:endParaRPr sz="2700" b="1">
                  <a:solidFill>
                    <a:schemeClr val="lt1"/>
                  </a:solidFill>
                  <a:latin typeface="Quicksand"/>
                  <a:ea typeface="Quicksand"/>
                  <a:cs typeface="Quicksand"/>
                  <a:sym typeface="Quicksand"/>
                </a:endParaRPr>
              </a:p>
            </p:txBody>
          </p:sp>
          <p:sp>
            <p:nvSpPr>
              <p:cNvPr id="796" name="Google Shape;796;p59"/>
              <p:cNvSpPr txBox="1"/>
              <p:nvPr/>
            </p:nvSpPr>
            <p:spPr>
              <a:xfrm>
                <a:off x="6635903" y="1730072"/>
                <a:ext cx="755077" cy="57908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id" sz="2700" b="1">
                    <a:solidFill>
                      <a:schemeClr val="lt1"/>
                    </a:solidFill>
                    <a:latin typeface="Quicksand"/>
                    <a:ea typeface="Quicksand"/>
                    <a:cs typeface="Quicksand"/>
                    <a:sym typeface="Quicksand"/>
                  </a:rPr>
                  <a:t>W</a:t>
                </a:r>
                <a:endParaRPr sz="2700" b="1">
                  <a:solidFill>
                    <a:schemeClr val="lt1"/>
                  </a:solidFill>
                  <a:latin typeface="Quicksand"/>
                  <a:ea typeface="Quicksand"/>
                  <a:cs typeface="Quicksand"/>
                  <a:sym typeface="Quicksand"/>
                </a:endParaRPr>
              </a:p>
            </p:txBody>
          </p:sp>
          <p:sp>
            <p:nvSpPr>
              <p:cNvPr id="797" name="Google Shape;797;p59"/>
              <p:cNvSpPr txBox="1"/>
              <p:nvPr/>
            </p:nvSpPr>
            <p:spPr>
              <a:xfrm>
                <a:off x="5405691" y="3706313"/>
                <a:ext cx="755077" cy="57908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id" sz="2700" b="1">
                    <a:solidFill>
                      <a:schemeClr val="lt1"/>
                    </a:solidFill>
                    <a:latin typeface="Quicksand"/>
                    <a:ea typeface="Quicksand"/>
                    <a:cs typeface="Quicksand"/>
                    <a:sym typeface="Quicksand"/>
                  </a:rPr>
                  <a:t>O</a:t>
                </a:r>
                <a:endParaRPr sz="2700" b="1">
                  <a:solidFill>
                    <a:schemeClr val="lt1"/>
                  </a:solidFill>
                  <a:latin typeface="Quicksand"/>
                  <a:ea typeface="Quicksand"/>
                  <a:cs typeface="Quicksand"/>
                  <a:sym typeface="Quicksand"/>
                </a:endParaRPr>
              </a:p>
            </p:txBody>
          </p:sp>
          <p:sp>
            <p:nvSpPr>
              <p:cNvPr id="798" name="Google Shape;798;p59"/>
              <p:cNvSpPr txBox="1"/>
              <p:nvPr/>
            </p:nvSpPr>
            <p:spPr>
              <a:xfrm>
                <a:off x="6429387" y="3730166"/>
                <a:ext cx="755077" cy="57908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id" sz="2700" b="1">
                    <a:solidFill>
                      <a:schemeClr val="lt1"/>
                    </a:solidFill>
                    <a:latin typeface="Quicksand"/>
                    <a:ea typeface="Quicksand"/>
                    <a:cs typeface="Quicksand"/>
                    <a:sym typeface="Quicksand"/>
                  </a:rPr>
                  <a:t>T</a:t>
                </a:r>
                <a:endParaRPr sz="2700" b="1">
                  <a:solidFill>
                    <a:schemeClr val="lt1"/>
                  </a:solidFill>
                  <a:latin typeface="Quicksand"/>
                  <a:ea typeface="Quicksand"/>
                  <a:cs typeface="Quicksand"/>
                  <a:sym typeface="Quicksand"/>
                </a:endParaRPr>
              </a:p>
            </p:txBody>
          </p:sp>
        </p:grpSp>
      </p:grpSp>
      <p:grpSp>
        <p:nvGrpSpPr>
          <p:cNvPr id="799" name="Google Shape;799;p59"/>
          <p:cNvGrpSpPr/>
          <p:nvPr/>
        </p:nvGrpSpPr>
        <p:grpSpPr>
          <a:xfrm>
            <a:off x="6336726" y="1365082"/>
            <a:ext cx="662774" cy="881747"/>
            <a:chOff x="4092891" y="4067065"/>
            <a:chExt cx="715864" cy="952378"/>
          </a:xfrm>
        </p:grpSpPr>
        <p:sp>
          <p:nvSpPr>
            <p:cNvPr id="800" name="Google Shape;800;p59"/>
            <p:cNvSpPr/>
            <p:nvPr/>
          </p:nvSpPr>
          <p:spPr>
            <a:xfrm>
              <a:off x="4357877" y="4506944"/>
              <a:ext cx="208343" cy="465200"/>
            </a:xfrm>
            <a:custGeom>
              <a:avLst/>
              <a:gdLst/>
              <a:ahLst/>
              <a:cxnLst/>
              <a:rect l="l" t="t" r="r" b="b"/>
              <a:pathLst>
                <a:path w="208343" h="465200" extrusionOk="0">
                  <a:moveTo>
                    <a:pt x="96202" y="26098"/>
                  </a:moveTo>
                  <a:lnTo>
                    <a:pt x="50578" y="0"/>
                  </a:lnTo>
                  <a:lnTo>
                    <a:pt x="0" y="70390"/>
                  </a:lnTo>
                  <a:lnTo>
                    <a:pt x="8192" y="102013"/>
                  </a:lnTo>
                  <a:cubicBezTo>
                    <a:pt x="169259" y="237268"/>
                    <a:pt x="130778" y="465201"/>
                    <a:pt x="130778" y="465201"/>
                  </a:cubicBezTo>
                  <a:lnTo>
                    <a:pt x="189928" y="465201"/>
                  </a:lnTo>
                  <a:cubicBezTo>
                    <a:pt x="189928" y="465201"/>
                    <a:pt x="214884" y="414528"/>
                    <a:pt x="206693" y="267462"/>
                  </a:cubicBezTo>
                  <a:cubicBezTo>
                    <a:pt x="198215" y="115348"/>
                    <a:pt x="96202" y="26098"/>
                    <a:pt x="96202" y="26098"/>
                  </a:cubicBezTo>
                  <a:close/>
                </a:path>
              </a:pathLst>
            </a:custGeom>
            <a:solidFill>
              <a:srgbClr val="3F3F3F"/>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01" name="Google Shape;801;p59"/>
            <p:cNvSpPr/>
            <p:nvPr/>
          </p:nvSpPr>
          <p:spPr>
            <a:xfrm>
              <a:off x="4092891" y="4968811"/>
              <a:ext cx="108011" cy="50632"/>
            </a:xfrm>
            <a:custGeom>
              <a:avLst/>
              <a:gdLst/>
              <a:ahLst/>
              <a:cxnLst/>
              <a:rect l="l" t="t" r="r" b="b"/>
              <a:pathLst>
                <a:path w="108011" h="50632" extrusionOk="0">
                  <a:moveTo>
                    <a:pt x="68199" y="2477"/>
                  </a:moveTo>
                  <a:lnTo>
                    <a:pt x="106585" y="42196"/>
                  </a:lnTo>
                  <a:cubicBezTo>
                    <a:pt x="109919" y="45625"/>
                    <a:pt x="106966" y="51245"/>
                    <a:pt x="102299" y="50578"/>
                  </a:cubicBezTo>
                  <a:lnTo>
                    <a:pt x="0" y="36290"/>
                  </a:lnTo>
                  <a:lnTo>
                    <a:pt x="20193" y="0"/>
                  </a:lnTo>
                </a:path>
              </a:pathLst>
            </a:custGeom>
            <a:solidFill>
              <a:srgbClr val="0C0C0C"/>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02" name="Google Shape;802;p59"/>
            <p:cNvSpPr/>
            <p:nvPr/>
          </p:nvSpPr>
          <p:spPr>
            <a:xfrm>
              <a:off x="4487322" y="4972240"/>
              <a:ext cx="100743" cy="43624"/>
            </a:xfrm>
            <a:custGeom>
              <a:avLst/>
              <a:gdLst/>
              <a:ahLst/>
              <a:cxnLst/>
              <a:rect l="l" t="t" r="r" b="b"/>
              <a:pathLst>
                <a:path w="100743" h="43624" extrusionOk="0">
                  <a:moveTo>
                    <a:pt x="6668" y="0"/>
                  </a:moveTo>
                  <a:lnTo>
                    <a:pt x="0" y="43625"/>
                  </a:lnTo>
                  <a:lnTo>
                    <a:pt x="95345" y="43625"/>
                  </a:lnTo>
                  <a:cubicBezTo>
                    <a:pt x="100489" y="43625"/>
                    <a:pt x="102679" y="37148"/>
                    <a:pt x="98679" y="34004"/>
                  </a:cubicBezTo>
                  <a:lnTo>
                    <a:pt x="54864" y="0"/>
                  </a:lnTo>
                </a:path>
              </a:pathLst>
            </a:custGeom>
            <a:solidFill>
              <a:srgbClr val="0C0C0C"/>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03" name="Google Shape;803;p59"/>
            <p:cNvSpPr/>
            <p:nvPr/>
          </p:nvSpPr>
          <p:spPr>
            <a:xfrm>
              <a:off x="4105655" y="4493972"/>
              <a:ext cx="307663" cy="482935"/>
            </a:xfrm>
            <a:custGeom>
              <a:avLst/>
              <a:gdLst/>
              <a:ahLst/>
              <a:cxnLst/>
              <a:rect l="l" t="t" r="r" b="b"/>
              <a:pathLst>
                <a:path w="307663" h="482935" extrusionOk="0">
                  <a:moveTo>
                    <a:pt x="142780" y="25164"/>
                  </a:moveTo>
                  <a:cubicBezTo>
                    <a:pt x="138589" y="58025"/>
                    <a:pt x="119634" y="158228"/>
                    <a:pt x="89059" y="250144"/>
                  </a:cubicBezTo>
                  <a:cubicBezTo>
                    <a:pt x="50863" y="364730"/>
                    <a:pt x="0" y="471220"/>
                    <a:pt x="0" y="474649"/>
                  </a:cubicBezTo>
                  <a:lnTo>
                    <a:pt x="64008" y="482935"/>
                  </a:lnTo>
                  <a:cubicBezTo>
                    <a:pt x="64008" y="482935"/>
                    <a:pt x="125349" y="392257"/>
                    <a:pt x="169450" y="318629"/>
                  </a:cubicBezTo>
                  <a:cubicBezTo>
                    <a:pt x="213360" y="245001"/>
                    <a:pt x="260414" y="115080"/>
                    <a:pt x="260414" y="115080"/>
                  </a:cubicBezTo>
                  <a:cubicBezTo>
                    <a:pt x="260414" y="115080"/>
                    <a:pt x="306800" y="88124"/>
                    <a:pt x="307658" y="39070"/>
                  </a:cubicBezTo>
                  <a:cubicBezTo>
                    <a:pt x="308419" y="-9983"/>
                    <a:pt x="233077" y="1066"/>
                    <a:pt x="233077" y="1066"/>
                  </a:cubicBezTo>
                  <a:lnTo>
                    <a:pt x="142780" y="25164"/>
                  </a:lnTo>
                  <a:close/>
                </a:path>
              </a:pathLst>
            </a:custGeom>
            <a:solidFill>
              <a:srgbClr val="3F3F3F"/>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04" name="Google Shape;804;p59"/>
            <p:cNvSpPr/>
            <p:nvPr/>
          </p:nvSpPr>
          <p:spPr>
            <a:xfrm>
              <a:off x="4471796" y="4231766"/>
              <a:ext cx="73889" cy="100202"/>
            </a:xfrm>
            <a:custGeom>
              <a:avLst/>
              <a:gdLst/>
              <a:ahLst/>
              <a:cxnLst/>
              <a:rect l="l" t="t" r="r" b="b"/>
              <a:pathLst>
                <a:path w="73889" h="100202" extrusionOk="0">
                  <a:moveTo>
                    <a:pt x="55340" y="100203"/>
                  </a:moveTo>
                  <a:cubicBezTo>
                    <a:pt x="48578" y="97346"/>
                    <a:pt x="42005" y="94583"/>
                    <a:pt x="35814" y="91630"/>
                  </a:cubicBezTo>
                  <a:cubicBezTo>
                    <a:pt x="32766" y="54769"/>
                    <a:pt x="21717" y="18479"/>
                    <a:pt x="0" y="0"/>
                  </a:cubicBezTo>
                  <a:cubicBezTo>
                    <a:pt x="7144" y="4953"/>
                    <a:pt x="35719" y="23908"/>
                    <a:pt x="60007" y="27908"/>
                  </a:cubicBezTo>
                  <a:cubicBezTo>
                    <a:pt x="62960" y="28385"/>
                    <a:pt x="67532" y="29242"/>
                    <a:pt x="73247" y="30194"/>
                  </a:cubicBezTo>
                  <a:cubicBezTo>
                    <a:pt x="73724" y="30289"/>
                    <a:pt x="78010" y="88678"/>
                    <a:pt x="55912" y="98584"/>
                  </a:cubicBezTo>
                  <a:lnTo>
                    <a:pt x="55340" y="100203"/>
                  </a:ln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05" name="Google Shape;805;p59"/>
            <p:cNvSpPr/>
            <p:nvPr/>
          </p:nvSpPr>
          <p:spPr>
            <a:xfrm>
              <a:off x="4243958" y="4204716"/>
              <a:ext cx="260214" cy="337373"/>
            </a:xfrm>
            <a:custGeom>
              <a:avLst/>
              <a:gdLst/>
              <a:ahLst/>
              <a:cxnLst/>
              <a:rect l="l" t="t" r="r" b="b"/>
              <a:pathLst>
                <a:path w="260214" h="337373" extrusionOk="0">
                  <a:moveTo>
                    <a:pt x="226124" y="25717"/>
                  </a:moveTo>
                  <a:cubicBezTo>
                    <a:pt x="226695" y="26098"/>
                    <a:pt x="227266" y="26575"/>
                    <a:pt x="227838" y="27051"/>
                  </a:cubicBezTo>
                  <a:cubicBezTo>
                    <a:pt x="254127" y="48101"/>
                    <a:pt x="259366" y="82582"/>
                    <a:pt x="260128" y="114205"/>
                  </a:cubicBezTo>
                  <a:cubicBezTo>
                    <a:pt x="261461" y="172593"/>
                    <a:pt x="247269" y="226600"/>
                    <a:pt x="227838" y="281178"/>
                  </a:cubicBezTo>
                  <a:cubicBezTo>
                    <a:pt x="223742" y="292608"/>
                    <a:pt x="219551" y="304038"/>
                    <a:pt x="215265" y="315373"/>
                  </a:cubicBezTo>
                  <a:cubicBezTo>
                    <a:pt x="214693" y="316992"/>
                    <a:pt x="211931" y="327850"/>
                    <a:pt x="210217" y="328422"/>
                  </a:cubicBezTo>
                  <a:cubicBezTo>
                    <a:pt x="140494" y="352330"/>
                    <a:pt x="28385" y="321564"/>
                    <a:pt x="4572" y="314515"/>
                  </a:cubicBezTo>
                  <a:cubicBezTo>
                    <a:pt x="1619" y="313563"/>
                    <a:pt x="0" y="313087"/>
                    <a:pt x="0" y="313087"/>
                  </a:cubicBezTo>
                  <a:cubicBezTo>
                    <a:pt x="0" y="313087"/>
                    <a:pt x="3810" y="252603"/>
                    <a:pt x="44482" y="145828"/>
                  </a:cubicBezTo>
                  <a:cubicBezTo>
                    <a:pt x="85154" y="39148"/>
                    <a:pt x="164211" y="2286"/>
                    <a:pt x="166497" y="0"/>
                  </a:cubicBezTo>
                  <a:cubicBezTo>
                    <a:pt x="166497" y="0"/>
                    <a:pt x="195072" y="34862"/>
                    <a:pt x="213074" y="21717"/>
                  </a:cubicBezTo>
                  <a:cubicBezTo>
                    <a:pt x="213074" y="21717"/>
                    <a:pt x="213169" y="20574"/>
                    <a:pt x="213551" y="18859"/>
                  </a:cubicBezTo>
                  <a:lnTo>
                    <a:pt x="215646" y="19241"/>
                  </a:lnTo>
                  <a:cubicBezTo>
                    <a:pt x="219361" y="20860"/>
                    <a:pt x="222790" y="23146"/>
                    <a:pt x="226124" y="25717"/>
                  </a:cubicBezTo>
                  <a:close/>
                </a:path>
              </a:pathLst>
            </a:custGeom>
            <a:solidFill>
              <a:schemeClr val="accent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06" name="Google Shape;806;p59"/>
            <p:cNvSpPr/>
            <p:nvPr/>
          </p:nvSpPr>
          <p:spPr>
            <a:xfrm>
              <a:off x="4420742" y="4067065"/>
              <a:ext cx="146304" cy="110599"/>
            </a:xfrm>
            <a:custGeom>
              <a:avLst/>
              <a:gdLst/>
              <a:ahLst/>
              <a:cxnLst/>
              <a:rect l="l" t="t" r="r" b="b"/>
              <a:pathLst>
                <a:path w="146304" h="110599" extrusionOk="0">
                  <a:moveTo>
                    <a:pt x="61341" y="84310"/>
                  </a:moveTo>
                  <a:cubicBezTo>
                    <a:pt x="61341" y="84310"/>
                    <a:pt x="57531" y="65546"/>
                    <a:pt x="48006" y="65546"/>
                  </a:cubicBezTo>
                  <a:cubicBezTo>
                    <a:pt x="38386" y="65546"/>
                    <a:pt x="24956" y="72404"/>
                    <a:pt x="41529" y="91549"/>
                  </a:cubicBezTo>
                  <a:cubicBezTo>
                    <a:pt x="41529" y="91549"/>
                    <a:pt x="33052" y="109456"/>
                    <a:pt x="0" y="110599"/>
                  </a:cubicBezTo>
                  <a:cubicBezTo>
                    <a:pt x="2857" y="101551"/>
                    <a:pt x="5144" y="91645"/>
                    <a:pt x="5429" y="83548"/>
                  </a:cubicBezTo>
                  <a:cubicBezTo>
                    <a:pt x="5810" y="62403"/>
                    <a:pt x="3429" y="14397"/>
                    <a:pt x="38100" y="4491"/>
                  </a:cubicBezTo>
                  <a:cubicBezTo>
                    <a:pt x="72581" y="-5415"/>
                    <a:pt x="93726" y="2491"/>
                    <a:pt x="109061" y="14397"/>
                  </a:cubicBezTo>
                  <a:cubicBezTo>
                    <a:pt x="124397" y="26303"/>
                    <a:pt x="138113" y="30875"/>
                    <a:pt x="146304" y="31351"/>
                  </a:cubicBezTo>
                  <a:cubicBezTo>
                    <a:pt x="146304" y="31351"/>
                    <a:pt x="133445" y="50878"/>
                    <a:pt x="116586" y="56116"/>
                  </a:cubicBezTo>
                  <a:cubicBezTo>
                    <a:pt x="112014" y="57450"/>
                    <a:pt x="107347" y="57926"/>
                    <a:pt x="102489" y="56593"/>
                  </a:cubicBezTo>
                  <a:cubicBezTo>
                    <a:pt x="79534" y="50497"/>
                    <a:pt x="74486" y="53259"/>
                    <a:pt x="68008" y="68785"/>
                  </a:cubicBezTo>
                  <a:cubicBezTo>
                    <a:pt x="61341" y="84310"/>
                    <a:pt x="61341" y="84310"/>
                    <a:pt x="61341" y="84310"/>
                  </a:cubicBez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07" name="Google Shape;807;p59"/>
            <p:cNvSpPr/>
            <p:nvPr/>
          </p:nvSpPr>
          <p:spPr>
            <a:xfrm>
              <a:off x="4527136" y="4261866"/>
              <a:ext cx="236981" cy="89046"/>
            </a:xfrm>
            <a:custGeom>
              <a:avLst/>
              <a:gdLst/>
              <a:ahLst/>
              <a:cxnLst/>
              <a:rect l="l" t="t" r="r" b="b"/>
              <a:pathLst>
                <a:path w="236981" h="89046" extrusionOk="0">
                  <a:moveTo>
                    <a:pt x="236982" y="47815"/>
                  </a:moveTo>
                  <a:cubicBezTo>
                    <a:pt x="236982" y="49435"/>
                    <a:pt x="127254" y="91154"/>
                    <a:pt x="50387" y="88963"/>
                  </a:cubicBezTo>
                  <a:cubicBezTo>
                    <a:pt x="36671" y="84296"/>
                    <a:pt x="23146" y="79343"/>
                    <a:pt x="10096" y="74104"/>
                  </a:cubicBezTo>
                  <a:cubicBezTo>
                    <a:pt x="6668" y="72771"/>
                    <a:pt x="3334" y="71438"/>
                    <a:pt x="0" y="70009"/>
                  </a:cubicBezTo>
                  <a:lnTo>
                    <a:pt x="571" y="68389"/>
                  </a:lnTo>
                  <a:cubicBezTo>
                    <a:pt x="22669" y="58483"/>
                    <a:pt x="18383" y="95"/>
                    <a:pt x="17907" y="0"/>
                  </a:cubicBezTo>
                  <a:cubicBezTo>
                    <a:pt x="67056" y="9049"/>
                    <a:pt x="206216" y="35243"/>
                    <a:pt x="236982" y="20098"/>
                  </a:cubicBezTo>
                  <a:lnTo>
                    <a:pt x="236982" y="47815"/>
                  </a:lnTo>
                  <a:close/>
                </a:path>
              </a:pathLst>
            </a:custGeom>
            <a:solidFill>
              <a:srgbClr val="E5CBAE"/>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08" name="Google Shape;808;p59"/>
            <p:cNvSpPr/>
            <p:nvPr/>
          </p:nvSpPr>
          <p:spPr>
            <a:xfrm>
              <a:off x="4410169" y="4120675"/>
              <a:ext cx="126878" cy="108719"/>
            </a:xfrm>
            <a:custGeom>
              <a:avLst/>
              <a:gdLst/>
              <a:ahLst/>
              <a:cxnLst/>
              <a:rect l="l" t="t" r="r" b="b"/>
              <a:pathLst>
                <a:path w="126878" h="108719" extrusionOk="0">
                  <a:moveTo>
                    <a:pt x="58484" y="11841"/>
                  </a:moveTo>
                  <a:cubicBezTo>
                    <a:pt x="68104" y="11841"/>
                    <a:pt x="71819" y="30606"/>
                    <a:pt x="71819" y="30606"/>
                  </a:cubicBezTo>
                  <a:cubicBezTo>
                    <a:pt x="71819" y="30606"/>
                    <a:pt x="71819" y="30606"/>
                    <a:pt x="78296" y="15175"/>
                  </a:cubicBezTo>
                  <a:cubicBezTo>
                    <a:pt x="84773" y="-255"/>
                    <a:pt x="89821" y="-3113"/>
                    <a:pt x="112776" y="2983"/>
                  </a:cubicBezTo>
                  <a:cubicBezTo>
                    <a:pt x="117729" y="4317"/>
                    <a:pt x="122396" y="3840"/>
                    <a:pt x="126873" y="2507"/>
                  </a:cubicBezTo>
                  <a:cubicBezTo>
                    <a:pt x="126968" y="8508"/>
                    <a:pt x="125921" y="24700"/>
                    <a:pt x="114110" y="53466"/>
                  </a:cubicBezTo>
                  <a:cubicBezTo>
                    <a:pt x="98774" y="91185"/>
                    <a:pt x="68294" y="82707"/>
                    <a:pt x="58865" y="83946"/>
                  </a:cubicBezTo>
                  <a:cubicBezTo>
                    <a:pt x="51626" y="84898"/>
                    <a:pt x="48292" y="97281"/>
                    <a:pt x="47054" y="102900"/>
                  </a:cubicBezTo>
                  <a:cubicBezTo>
                    <a:pt x="46673" y="104615"/>
                    <a:pt x="46577" y="105758"/>
                    <a:pt x="46577" y="105758"/>
                  </a:cubicBezTo>
                  <a:cubicBezTo>
                    <a:pt x="28670" y="118902"/>
                    <a:pt x="0" y="84041"/>
                    <a:pt x="0" y="84041"/>
                  </a:cubicBezTo>
                  <a:cubicBezTo>
                    <a:pt x="0" y="84041"/>
                    <a:pt x="5810" y="71563"/>
                    <a:pt x="10287" y="56990"/>
                  </a:cubicBezTo>
                  <a:cubicBezTo>
                    <a:pt x="43339" y="55847"/>
                    <a:pt x="51816" y="37940"/>
                    <a:pt x="51816" y="37940"/>
                  </a:cubicBezTo>
                  <a:cubicBezTo>
                    <a:pt x="35433" y="18699"/>
                    <a:pt x="48959" y="11841"/>
                    <a:pt x="58484" y="11841"/>
                  </a:cubicBezTo>
                  <a:close/>
                </a:path>
              </a:pathLst>
            </a:custGeom>
            <a:solidFill>
              <a:srgbClr val="EED7BA"/>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09" name="Google Shape;809;p59"/>
            <p:cNvSpPr/>
            <p:nvPr/>
          </p:nvSpPr>
          <p:spPr>
            <a:xfrm>
              <a:off x="4371349" y="4227574"/>
              <a:ext cx="163407" cy="142780"/>
            </a:xfrm>
            <a:custGeom>
              <a:avLst/>
              <a:gdLst/>
              <a:ahLst/>
              <a:cxnLst/>
              <a:rect l="l" t="t" r="r" b="b"/>
              <a:pathLst>
                <a:path w="163407" h="142780" extrusionOk="0">
                  <a:moveTo>
                    <a:pt x="163407" y="72201"/>
                  </a:moveTo>
                  <a:cubicBezTo>
                    <a:pt x="160073" y="70582"/>
                    <a:pt x="156930" y="68867"/>
                    <a:pt x="153787" y="67248"/>
                  </a:cubicBezTo>
                  <a:cubicBezTo>
                    <a:pt x="147310" y="63819"/>
                    <a:pt x="140928" y="60390"/>
                    <a:pt x="135118" y="56961"/>
                  </a:cubicBezTo>
                  <a:cubicBezTo>
                    <a:pt x="113877" y="44673"/>
                    <a:pt x="96351" y="32196"/>
                    <a:pt x="85397" y="20290"/>
                  </a:cubicBezTo>
                  <a:cubicBezTo>
                    <a:pt x="76444" y="10479"/>
                    <a:pt x="65300" y="2954"/>
                    <a:pt x="52250" y="763"/>
                  </a:cubicBezTo>
                  <a:cubicBezTo>
                    <a:pt x="37582" y="-1713"/>
                    <a:pt x="20056" y="954"/>
                    <a:pt x="9007" y="22099"/>
                  </a:cubicBezTo>
                  <a:cubicBezTo>
                    <a:pt x="-12805" y="63914"/>
                    <a:pt x="6911" y="95918"/>
                    <a:pt x="47583" y="112491"/>
                  </a:cubicBezTo>
                  <a:cubicBezTo>
                    <a:pt x="63299" y="118873"/>
                    <a:pt x="88445" y="128113"/>
                    <a:pt x="117687" y="137733"/>
                  </a:cubicBezTo>
                  <a:cubicBezTo>
                    <a:pt x="122831" y="139447"/>
                    <a:pt x="128069" y="141162"/>
                    <a:pt x="133499" y="142781"/>
                  </a:cubicBezTo>
                  <a:cubicBezTo>
                    <a:pt x="135023" y="80583"/>
                    <a:pt x="163407" y="72201"/>
                    <a:pt x="163407" y="72201"/>
                  </a:cubicBezTo>
                  <a:close/>
                </a:path>
              </a:pathLst>
            </a:custGeom>
            <a:solidFill>
              <a:srgbClr val="BD7E09"/>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10" name="Google Shape;810;p59"/>
            <p:cNvSpPr/>
            <p:nvPr/>
          </p:nvSpPr>
          <p:spPr>
            <a:xfrm>
              <a:off x="4504848" y="4299870"/>
              <a:ext cx="303907" cy="114479"/>
            </a:xfrm>
            <a:custGeom>
              <a:avLst/>
              <a:gdLst/>
              <a:ahLst/>
              <a:cxnLst/>
              <a:rect l="l" t="t" r="r" b="b"/>
              <a:pathLst>
                <a:path w="303907" h="114479" extrusionOk="0">
                  <a:moveTo>
                    <a:pt x="224695" y="74390"/>
                  </a:moveTo>
                  <a:cubicBezTo>
                    <a:pt x="245174" y="75724"/>
                    <a:pt x="262033" y="42863"/>
                    <a:pt x="262033" y="53721"/>
                  </a:cubicBezTo>
                  <a:cubicBezTo>
                    <a:pt x="262033" y="63246"/>
                    <a:pt x="256032" y="74104"/>
                    <a:pt x="254508" y="76581"/>
                  </a:cubicBezTo>
                  <a:cubicBezTo>
                    <a:pt x="258413" y="71914"/>
                    <a:pt x="292608" y="30766"/>
                    <a:pt x="302419" y="55817"/>
                  </a:cubicBezTo>
                  <a:cubicBezTo>
                    <a:pt x="312801" y="82391"/>
                    <a:pt x="265557" y="111538"/>
                    <a:pt x="263271" y="113919"/>
                  </a:cubicBezTo>
                  <a:cubicBezTo>
                    <a:pt x="260985" y="116300"/>
                    <a:pt x="200882" y="110871"/>
                    <a:pt x="130397" y="101918"/>
                  </a:cubicBezTo>
                  <a:cubicBezTo>
                    <a:pt x="91726" y="97060"/>
                    <a:pt x="43053" y="84011"/>
                    <a:pt x="0" y="70485"/>
                  </a:cubicBezTo>
                  <a:cubicBezTo>
                    <a:pt x="1524" y="8382"/>
                    <a:pt x="29908" y="0"/>
                    <a:pt x="29908" y="0"/>
                  </a:cubicBezTo>
                  <a:cubicBezTo>
                    <a:pt x="42386" y="6477"/>
                    <a:pt x="55435" y="12573"/>
                    <a:pt x="68675" y="18383"/>
                  </a:cubicBezTo>
                  <a:cubicBezTo>
                    <a:pt x="138684" y="49530"/>
                    <a:pt x="213455" y="73533"/>
                    <a:pt x="224695" y="74390"/>
                  </a:cubicBezTo>
                  <a:close/>
                </a:path>
              </a:pathLst>
            </a:custGeom>
            <a:solidFill>
              <a:srgbClr val="EED7BA"/>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grpSp>
      <p:grpSp>
        <p:nvGrpSpPr>
          <p:cNvPr id="811" name="Google Shape;811;p59"/>
          <p:cNvGrpSpPr/>
          <p:nvPr/>
        </p:nvGrpSpPr>
        <p:grpSpPr>
          <a:xfrm>
            <a:off x="5732147" y="2661265"/>
            <a:ext cx="594914" cy="585356"/>
            <a:chOff x="6320730" y="3679150"/>
            <a:chExt cx="504387" cy="496283"/>
          </a:xfrm>
        </p:grpSpPr>
        <p:sp>
          <p:nvSpPr>
            <p:cNvPr id="812" name="Google Shape;812;p59"/>
            <p:cNvSpPr/>
            <p:nvPr/>
          </p:nvSpPr>
          <p:spPr>
            <a:xfrm>
              <a:off x="6609857" y="4143743"/>
              <a:ext cx="78430" cy="31690"/>
            </a:xfrm>
            <a:custGeom>
              <a:avLst/>
              <a:gdLst/>
              <a:ahLst/>
              <a:cxnLst/>
              <a:rect l="l" t="t" r="r" b="b"/>
              <a:pathLst>
                <a:path w="99917" h="40372" extrusionOk="0">
                  <a:moveTo>
                    <a:pt x="99917" y="40372"/>
                  </a:moveTo>
                  <a:lnTo>
                    <a:pt x="0" y="40372"/>
                  </a:lnTo>
                  <a:cubicBezTo>
                    <a:pt x="0" y="40372"/>
                    <a:pt x="3334" y="23323"/>
                    <a:pt x="6953" y="3130"/>
                  </a:cubicBezTo>
                  <a:cubicBezTo>
                    <a:pt x="6953" y="3130"/>
                    <a:pt x="6953" y="3130"/>
                    <a:pt x="6953" y="3034"/>
                  </a:cubicBezTo>
                  <a:cubicBezTo>
                    <a:pt x="8858" y="-2109"/>
                    <a:pt x="53340" y="844"/>
                    <a:pt x="53340" y="844"/>
                  </a:cubicBezTo>
                  <a:lnTo>
                    <a:pt x="99917" y="40372"/>
                  </a:lnTo>
                  <a:close/>
                </a:path>
              </a:pathLst>
            </a:custGeom>
            <a:solidFill>
              <a:srgbClr val="0C0C0C"/>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13" name="Google Shape;813;p59"/>
            <p:cNvSpPr/>
            <p:nvPr/>
          </p:nvSpPr>
          <p:spPr>
            <a:xfrm>
              <a:off x="6416509" y="4007133"/>
              <a:ext cx="127995" cy="160418"/>
            </a:xfrm>
            <a:custGeom>
              <a:avLst/>
              <a:gdLst/>
              <a:ahLst/>
              <a:cxnLst/>
              <a:rect l="l" t="t" r="r" b="b"/>
              <a:pathLst>
                <a:path w="163060" h="204366" extrusionOk="0">
                  <a:moveTo>
                    <a:pt x="134588" y="0"/>
                  </a:moveTo>
                  <a:cubicBezTo>
                    <a:pt x="85344" y="4858"/>
                    <a:pt x="47720" y="0"/>
                    <a:pt x="47720" y="0"/>
                  </a:cubicBezTo>
                  <a:cubicBezTo>
                    <a:pt x="47720" y="2858"/>
                    <a:pt x="47720" y="5620"/>
                    <a:pt x="47815" y="8477"/>
                  </a:cubicBezTo>
                  <a:cubicBezTo>
                    <a:pt x="48387" y="26099"/>
                    <a:pt x="53912" y="43434"/>
                    <a:pt x="63532" y="58103"/>
                  </a:cubicBezTo>
                  <a:cubicBezTo>
                    <a:pt x="72295" y="71247"/>
                    <a:pt x="81534" y="90011"/>
                    <a:pt x="79438" y="106775"/>
                  </a:cubicBezTo>
                  <a:cubicBezTo>
                    <a:pt x="76105" y="133445"/>
                    <a:pt x="59531" y="149257"/>
                    <a:pt x="0" y="116300"/>
                  </a:cubicBezTo>
                  <a:lnTo>
                    <a:pt x="1524" y="170021"/>
                  </a:lnTo>
                  <a:cubicBezTo>
                    <a:pt x="1524" y="170021"/>
                    <a:pt x="84011" y="221075"/>
                    <a:pt x="124015" y="198692"/>
                  </a:cubicBezTo>
                  <a:cubicBezTo>
                    <a:pt x="163354" y="176879"/>
                    <a:pt x="163925" y="136874"/>
                    <a:pt x="162782" y="61341"/>
                  </a:cubicBezTo>
                  <a:lnTo>
                    <a:pt x="134588" y="0"/>
                  </a:lnTo>
                  <a:close/>
                </a:path>
              </a:pathLst>
            </a:custGeom>
            <a:solidFill>
              <a:srgbClr val="3F3F3F"/>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14" name="Google Shape;814;p59"/>
            <p:cNvSpPr/>
            <p:nvPr/>
          </p:nvSpPr>
          <p:spPr>
            <a:xfrm>
              <a:off x="6320730" y="3798683"/>
              <a:ext cx="132034" cy="51775"/>
            </a:xfrm>
            <a:custGeom>
              <a:avLst/>
              <a:gdLst/>
              <a:ahLst/>
              <a:cxnLst/>
              <a:rect l="l" t="t" r="r" b="b"/>
              <a:pathLst>
                <a:path w="105062" h="61516" extrusionOk="0">
                  <a:moveTo>
                    <a:pt x="97347" y="0"/>
                  </a:moveTo>
                  <a:cubicBezTo>
                    <a:pt x="97442" y="2191"/>
                    <a:pt x="79250" y="30385"/>
                    <a:pt x="105062" y="58960"/>
                  </a:cubicBezTo>
                  <a:cubicBezTo>
                    <a:pt x="-1713" y="76010"/>
                    <a:pt x="2" y="2191"/>
                    <a:pt x="2" y="2191"/>
                  </a:cubicBezTo>
                  <a:cubicBezTo>
                    <a:pt x="18956" y="6858"/>
                    <a:pt x="50865" y="9811"/>
                    <a:pt x="93347" y="953"/>
                  </a:cubicBezTo>
                  <a:cubicBezTo>
                    <a:pt x="94680" y="667"/>
                    <a:pt x="96014" y="381"/>
                    <a:pt x="97347" y="0"/>
                  </a:cubicBezTo>
                  <a:close/>
                </a:path>
              </a:pathLst>
            </a:custGeom>
            <a:solidFill>
              <a:srgbClr val="EED7BA"/>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15" name="Google Shape;815;p59"/>
            <p:cNvSpPr/>
            <p:nvPr/>
          </p:nvSpPr>
          <p:spPr>
            <a:xfrm>
              <a:off x="6656960" y="3745140"/>
              <a:ext cx="168157" cy="131200"/>
            </a:xfrm>
            <a:custGeom>
              <a:avLst/>
              <a:gdLst/>
              <a:ahLst/>
              <a:cxnLst/>
              <a:rect l="l" t="t" r="r" b="b"/>
              <a:pathLst>
                <a:path w="214225" h="167144" extrusionOk="0">
                  <a:moveTo>
                    <a:pt x="214027" y="19730"/>
                  </a:moveTo>
                  <a:cubicBezTo>
                    <a:pt x="216408" y="25349"/>
                    <a:pt x="197263" y="48686"/>
                    <a:pt x="161163" y="51734"/>
                  </a:cubicBezTo>
                  <a:cubicBezTo>
                    <a:pt x="161163" y="51734"/>
                    <a:pt x="113252" y="157842"/>
                    <a:pt x="74676" y="164795"/>
                  </a:cubicBezTo>
                  <a:cubicBezTo>
                    <a:pt x="52578" y="168986"/>
                    <a:pt x="25718" y="167367"/>
                    <a:pt x="0" y="161557"/>
                  </a:cubicBezTo>
                  <a:cubicBezTo>
                    <a:pt x="28385" y="130791"/>
                    <a:pt x="21527" y="101264"/>
                    <a:pt x="21527" y="101264"/>
                  </a:cubicBezTo>
                  <a:cubicBezTo>
                    <a:pt x="34957" y="105931"/>
                    <a:pt x="48196" y="108407"/>
                    <a:pt x="58388" y="105931"/>
                  </a:cubicBezTo>
                  <a:cubicBezTo>
                    <a:pt x="84106" y="99740"/>
                    <a:pt x="120015" y="46781"/>
                    <a:pt x="130112" y="35351"/>
                  </a:cubicBezTo>
                  <a:cubicBezTo>
                    <a:pt x="140208" y="23921"/>
                    <a:pt x="168878" y="-3607"/>
                    <a:pt x="176117" y="394"/>
                  </a:cubicBezTo>
                  <a:cubicBezTo>
                    <a:pt x="183356" y="4299"/>
                    <a:pt x="157258" y="22968"/>
                    <a:pt x="160877" y="26588"/>
                  </a:cubicBezTo>
                  <a:cubicBezTo>
                    <a:pt x="164497" y="30398"/>
                    <a:pt x="211455" y="14205"/>
                    <a:pt x="214027" y="19730"/>
                  </a:cubicBezTo>
                  <a:close/>
                </a:path>
              </a:pathLst>
            </a:custGeom>
            <a:solidFill>
              <a:srgbClr val="EED7BA"/>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16" name="Google Shape;816;p59"/>
            <p:cNvSpPr/>
            <p:nvPr/>
          </p:nvSpPr>
          <p:spPr>
            <a:xfrm>
              <a:off x="6551239" y="3721898"/>
              <a:ext cx="112449" cy="65495"/>
            </a:xfrm>
            <a:custGeom>
              <a:avLst/>
              <a:gdLst/>
              <a:ahLst/>
              <a:cxnLst/>
              <a:rect l="l" t="t" r="r" b="b"/>
              <a:pathLst>
                <a:path w="143256" h="83438" extrusionOk="0">
                  <a:moveTo>
                    <a:pt x="143256" y="0"/>
                  </a:moveTo>
                  <a:cubicBezTo>
                    <a:pt x="138589" y="20574"/>
                    <a:pt x="126206" y="71818"/>
                    <a:pt x="99441" y="73342"/>
                  </a:cubicBezTo>
                  <a:cubicBezTo>
                    <a:pt x="84773" y="74104"/>
                    <a:pt x="68485" y="68580"/>
                    <a:pt x="68485" y="68580"/>
                  </a:cubicBezTo>
                  <a:cubicBezTo>
                    <a:pt x="68485" y="68580"/>
                    <a:pt x="64008" y="74009"/>
                    <a:pt x="57817" y="83439"/>
                  </a:cubicBezTo>
                  <a:cubicBezTo>
                    <a:pt x="38576" y="74390"/>
                    <a:pt x="12097" y="62865"/>
                    <a:pt x="2953" y="60007"/>
                  </a:cubicBezTo>
                  <a:cubicBezTo>
                    <a:pt x="2000" y="59722"/>
                    <a:pt x="1048" y="59436"/>
                    <a:pt x="0" y="59341"/>
                  </a:cubicBezTo>
                  <a:cubicBezTo>
                    <a:pt x="6763" y="49435"/>
                    <a:pt x="12383" y="42100"/>
                    <a:pt x="21622" y="24479"/>
                  </a:cubicBezTo>
                  <a:cubicBezTo>
                    <a:pt x="24860" y="28003"/>
                    <a:pt x="38958" y="42100"/>
                    <a:pt x="56198" y="43529"/>
                  </a:cubicBezTo>
                  <a:cubicBezTo>
                    <a:pt x="71247" y="44767"/>
                    <a:pt x="82963" y="34671"/>
                    <a:pt x="82963" y="30670"/>
                  </a:cubicBezTo>
                  <a:cubicBezTo>
                    <a:pt x="82963" y="22765"/>
                    <a:pt x="88678" y="7334"/>
                    <a:pt x="101346" y="7620"/>
                  </a:cubicBezTo>
                  <a:cubicBezTo>
                    <a:pt x="113824" y="7906"/>
                    <a:pt x="106585" y="30861"/>
                    <a:pt x="106585" y="32004"/>
                  </a:cubicBezTo>
                  <a:cubicBezTo>
                    <a:pt x="106585" y="33242"/>
                    <a:pt x="115348" y="32004"/>
                    <a:pt x="115348" y="32004"/>
                  </a:cubicBezTo>
                  <a:cubicBezTo>
                    <a:pt x="121920" y="11144"/>
                    <a:pt x="131159" y="3524"/>
                    <a:pt x="143256" y="0"/>
                  </a:cubicBezTo>
                  <a:close/>
                </a:path>
              </a:pathLst>
            </a:custGeom>
            <a:solidFill>
              <a:srgbClr val="EED7BA"/>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17" name="Google Shape;817;p59"/>
            <p:cNvSpPr/>
            <p:nvPr/>
          </p:nvSpPr>
          <p:spPr>
            <a:xfrm>
              <a:off x="6508173" y="3983806"/>
              <a:ext cx="187155" cy="164311"/>
            </a:xfrm>
            <a:custGeom>
              <a:avLst/>
              <a:gdLst/>
              <a:ahLst/>
              <a:cxnLst/>
              <a:rect l="l" t="t" r="r" b="b"/>
              <a:pathLst>
                <a:path w="238428" h="209325" extrusionOk="0">
                  <a:moveTo>
                    <a:pt x="0" y="31051"/>
                  </a:moveTo>
                  <a:cubicBezTo>
                    <a:pt x="0" y="31051"/>
                    <a:pt x="-571" y="86773"/>
                    <a:pt x="46006" y="97155"/>
                  </a:cubicBezTo>
                  <a:cubicBezTo>
                    <a:pt x="88868" y="106680"/>
                    <a:pt x="163449" y="97155"/>
                    <a:pt x="163449" y="97155"/>
                  </a:cubicBezTo>
                  <a:cubicBezTo>
                    <a:pt x="163449" y="97155"/>
                    <a:pt x="141827" y="147066"/>
                    <a:pt x="132969" y="208693"/>
                  </a:cubicBezTo>
                  <a:cubicBezTo>
                    <a:pt x="132969" y="208693"/>
                    <a:pt x="158306" y="211360"/>
                    <a:pt x="184976" y="205740"/>
                  </a:cubicBezTo>
                  <a:cubicBezTo>
                    <a:pt x="184976" y="205740"/>
                    <a:pt x="236792" y="110966"/>
                    <a:pt x="238411" y="64960"/>
                  </a:cubicBezTo>
                  <a:cubicBezTo>
                    <a:pt x="240030" y="18955"/>
                    <a:pt x="130112" y="0"/>
                    <a:pt x="130112" y="0"/>
                  </a:cubicBezTo>
                  <a:lnTo>
                    <a:pt x="0" y="31051"/>
                  </a:lnTo>
                  <a:close/>
                </a:path>
              </a:pathLst>
            </a:custGeom>
            <a:solidFill>
              <a:srgbClr val="3F3F3F"/>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18" name="Google Shape;818;p59"/>
            <p:cNvSpPr/>
            <p:nvPr/>
          </p:nvSpPr>
          <p:spPr>
            <a:xfrm>
              <a:off x="6431914" y="3764973"/>
              <a:ext cx="242973" cy="245903"/>
            </a:xfrm>
            <a:custGeom>
              <a:avLst/>
              <a:gdLst/>
              <a:ahLst/>
              <a:cxnLst/>
              <a:rect l="l" t="t" r="r" b="b"/>
              <a:pathLst>
                <a:path w="309538" h="313270" extrusionOk="0">
                  <a:moveTo>
                    <a:pt x="202117" y="24943"/>
                  </a:moveTo>
                  <a:cubicBezTo>
                    <a:pt x="221739" y="34087"/>
                    <a:pt x="242027" y="43993"/>
                    <a:pt x="253267" y="50089"/>
                  </a:cubicBezTo>
                  <a:cubicBezTo>
                    <a:pt x="266411" y="57232"/>
                    <a:pt x="288605" y="67138"/>
                    <a:pt x="308988" y="74092"/>
                  </a:cubicBezTo>
                  <a:cubicBezTo>
                    <a:pt x="308988" y="74092"/>
                    <a:pt x="315084" y="109334"/>
                    <a:pt x="286699" y="140195"/>
                  </a:cubicBezTo>
                  <a:cubicBezTo>
                    <a:pt x="267078" y="135718"/>
                    <a:pt x="247552" y="130099"/>
                    <a:pt x="233074" y="126670"/>
                  </a:cubicBezTo>
                  <a:cubicBezTo>
                    <a:pt x="233074" y="126670"/>
                    <a:pt x="228883" y="218110"/>
                    <a:pt x="227454" y="278784"/>
                  </a:cubicBezTo>
                  <a:cubicBezTo>
                    <a:pt x="137347" y="322504"/>
                    <a:pt x="20857" y="312217"/>
                    <a:pt x="20857" y="312217"/>
                  </a:cubicBezTo>
                  <a:cubicBezTo>
                    <a:pt x="20095" y="222396"/>
                    <a:pt x="48765" y="100571"/>
                    <a:pt x="48765" y="100571"/>
                  </a:cubicBezTo>
                  <a:cubicBezTo>
                    <a:pt x="37335" y="102095"/>
                    <a:pt x="24190" y="103810"/>
                    <a:pt x="16475" y="103810"/>
                  </a:cubicBezTo>
                  <a:cubicBezTo>
                    <a:pt x="-13814" y="75330"/>
                    <a:pt x="6950" y="45136"/>
                    <a:pt x="6855" y="42945"/>
                  </a:cubicBezTo>
                  <a:cubicBezTo>
                    <a:pt x="59242" y="19894"/>
                    <a:pt x="73911" y="3511"/>
                    <a:pt x="97342" y="749"/>
                  </a:cubicBezTo>
                  <a:cubicBezTo>
                    <a:pt x="113249" y="-1156"/>
                    <a:pt x="132585" y="749"/>
                    <a:pt x="152302" y="4464"/>
                  </a:cubicBezTo>
                  <a:cubicBezTo>
                    <a:pt x="153349" y="4559"/>
                    <a:pt x="154302" y="4845"/>
                    <a:pt x="155255" y="5131"/>
                  </a:cubicBezTo>
                  <a:cubicBezTo>
                    <a:pt x="164208" y="7988"/>
                    <a:pt x="182877" y="15894"/>
                    <a:pt x="202117" y="24943"/>
                  </a:cubicBezTo>
                  <a:close/>
                </a:path>
              </a:pathLst>
            </a:custGeom>
            <a:solidFill>
              <a:srgbClr val="7D6AB2"/>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19" name="Google Shape;819;p59"/>
            <p:cNvSpPr/>
            <p:nvPr/>
          </p:nvSpPr>
          <p:spPr>
            <a:xfrm>
              <a:off x="6392415" y="4097208"/>
              <a:ext cx="25365" cy="75325"/>
            </a:xfrm>
            <a:custGeom>
              <a:avLst/>
              <a:gdLst/>
              <a:ahLst/>
              <a:cxnLst/>
              <a:rect l="l" t="t" r="r" b="b"/>
              <a:pathLst>
                <a:path w="32314" h="95961" extrusionOk="0">
                  <a:moveTo>
                    <a:pt x="31743" y="2882"/>
                  </a:moveTo>
                  <a:cubicBezTo>
                    <a:pt x="15360" y="-1119"/>
                    <a:pt x="3454" y="120"/>
                    <a:pt x="1644" y="405"/>
                  </a:cubicBezTo>
                  <a:cubicBezTo>
                    <a:pt x="-166" y="691"/>
                    <a:pt x="-261" y="51745"/>
                    <a:pt x="311" y="66890"/>
                  </a:cubicBezTo>
                  <a:cubicBezTo>
                    <a:pt x="787" y="79939"/>
                    <a:pt x="7931" y="91845"/>
                    <a:pt x="26314" y="95846"/>
                  </a:cubicBezTo>
                  <a:cubicBezTo>
                    <a:pt x="30124" y="96703"/>
                    <a:pt x="33077" y="92608"/>
                    <a:pt x="31457" y="88988"/>
                  </a:cubicBezTo>
                  <a:cubicBezTo>
                    <a:pt x="27552" y="80606"/>
                    <a:pt x="23837" y="66890"/>
                    <a:pt x="32315" y="53555"/>
                  </a:cubicBezTo>
                  <a:lnTo>
                    <a:pt x="31743" y="2882"/>
                  </a:lnTo>
                  <a:close/>
                </a:path>
              </a:pathLst>
            </a:custGeom>
            <a:solidFill>
              <a:srgbClr val="0C0C0C"/>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20" name="Google Shape;820;p59"/>
            <p:cNvSpPr/>
            <p:nvPr/>
          </p:nvSpPr>
          <p:spPr>
            <a:xfrm>
              <a:off x="6566043" y="3679150"/>
              <a:ext cx="119278" cy="77080"/>
            </a:xfrm>
            <a:custGeom>
              <a:avLst/>
              <a:gdLst/>
              <a:ahLst/>
              <a:cxnLst/>
              <a:rect l="l" t="t" r="r" b="b"/>
              <a:pathLst>
                <a:path w="151955" h="98197" extrusionOk="0">
                  <a:moveTo>
                    <a:pt x="116872" y="11691"/>
                  </a:moveTo>
                  <a:cubicBezTo>
                    <a:pt x="117824" y="11786"/>
                    <a:pt x="118777" y="11977"/>
                    <a:pt x="119729" y="12072"/>
                  </a:cubicBezTo>
                  <a:cubicBezTo>
                    <a:pt x="128492" y="13120"/>
                    <a:pt x="146209" y="14168"/>
                    <a:pt x="150590" y="23978"/>
                  </a:cubicBezTo>
                  <a:cubicBezTo>
                    <a:pt x="152876" y="29027"/>
                    <a:pt x="152019" y="36266"/>
                    <a:pt x="150019" y="41123"/>
                  </a:cubicBezTo>
                  <a:cubicBezTo>
                    <a:pt x="146876" y="48839"/>
                    <a:pt x="140684" y="51125"/>
                    <a:pt x="132969" y="52553"/>
                  </a:cubicBezTo>
                  <a:cubicBezTo>
                    <a:pt x="124111" y="54173"/>
                    <a:pt x="115253" y="56935"/>
                    <a:pt x="108871" y="63602"/>
                  </a:cubicBezTo>
                  <a:cubicBezTo>
                    <a:pt x="102775" y="69984"/>
                    <a:pt x="99251" y="78271"/>
                    <a:pt x="96679" y="86558"/>
                  </a:cubicBezTo>
                  <a:cubicBezTo>
                    <a:pt x="96679" y="86558"/>
                    <a:pt x="87916" y="87796"/>
                    <a:pt x="87916" y="86558"/>
                  </a:cubicBezTo>
                  <a:cubicBezTo>
                    <a:pt x="87916" y="85510"/>
                    <a:pt x="95155" y="62459"/>
                    <a:pt x="82677" y="62174"/>
                  </a:cubicBezTo>
                  <a:cubicBezTo>
                    <a:pt x="70009" y="61888"/>
                    <a:pt x="68009" y="78271"/>
                    <a:pt x="68009" y="86177"/>
                  </a:cubicBezTo>
                  <a:cubicBezTo>
                    <a:pt x="68009" y="90177"/>
                    <a:pt x="52483" y="99321"/>
                    <a:pt x="37433" y="98083"/>
                  </a:cubicBezTo>
                  <a:cubicBezTo>
                    <a:pt x="20193" y="96559"/>
                    <a:pt x="3143" y="87701"/>
                    <a:pt x="0" y="84272"/>
                  </a:cubicBezTo>
                  <a:cubicBezTo>
                    <a:pt x="1524" y="81319"/>
                    <a:pt x="5905" y="72937"/>
                    <a:pt x="7239" y="69698"/>
                  </a:cubicBezTo>
                  <a:cubicBezTo>
                    <a:pt x="16764" y="46648"/>
                    <a:pt x="23146" y="4833"/>
                    <a:pt x="53245" y="452"/>
                  </a:cubicBezTo>
                  <a:cubicBezTo>
                    <a:pt x="59722" y="-501"/>
                    <a:pt x="66294" y="166"/>
                    <a:pt x="72771" y="1404"/>
                  </a:cubicBezTo>
                  <a:cubicBezTo>
                    <a:pt x="87535" y="4071"/>
                    <a:pt x="101918" y="9405"/>
                    <a:pt x="116872" y="11691"/>
                  </a:cubicBezTo>
                  <a:close/>
                </a:path>
              </a:pathLst>
            </a:custGeom>
            <a:solidFill>
              <a:schemeClr val="dk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grpSp>
      <p:sp>
        <p:nvSpPr>
          <p:cNvPr id="821" name="Google Shape;821;p59"/>
          <p:cNvSpPr txBox="1"/>
          <p:nvPr/>
        </p:nvSpPr>
        <p:spPr>
          <a:xfrm>
            <a:off x="765766" y="661775"/>
            <a:ext cx="3685813" cy="117724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3600" b="1" dirty="0">
                <a:solidFill>
                  <a:schemeClr val="accent1"/>
                </a:solidFill>
                <a:latin typeface="Quicksand"/>
                <a:ea typeface="Quicksand"/>
                <a:cs typeface="Quicksand"/>
                <a:sym typeface="Quicksand"/>
              </a:rPr>
              <a:t>SWOT Academic</a:t>
            </a:r>
            <a:endParaRPr sz="3600" b="1" dirty="0">
              <a:solidFill>
                <a:schemeClr val="accent1"/>
              </a:solidFill>
              <a:latin typeface="Quicksand"/>
              <a:ea typeface="Quicksand"/>
              <a:cs typeface="Quicksand"/>
              <a:sym typeface="Quicksand"/>
            </a:endParaRPr>
          </a:p>
        </p:txBody>
      </p:sp>
      <p:sp>
        <p:nvSpPr>
          <p:cNvPr id="822" name="Google Shape;822;p59"/>
          <p:cNvSpPr txBox="1"/>
          <p:nvPr/>
        </p:nvSpPr>
        <p:spPr>
          <a:xfrm>
            <a:off x="779686" y="1839020"/>
            <a:ext cx="3156192" cy="416653"/>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 adipiscing elit, sed do eiusmod tempor incididunt ut labore et</a:t>
            </a:r>
            <a:endParaRPr sz="1100"/>
          </a:p>
        </p:txBody>
      </p:sp>
      <p:sp>
        <p:nvSpPr>
          <p:cNvPr id="823" name="Google Shape;823;p59"/>
          <p:cNvSpPr/>
          <p:nvPr/>
        </p:nvSpPr>
        <p:spPr>
          <a:xfrm rot="-1721402">
            <a:off x="5000354" y="3634083"/>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824" name="Google Shape;824;p59"/>
          <p:cNvSpPr/>
          <p:nvPr/>
        </p:nvSpPr>
        <p:spPr>
          <a:xfrm rot="-4211805">
            <a:off x="8249558" y="4136109"/>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825" name="Google Shape;825;p59"/>
          <p:cNvSpPr/>
          <p:nvPr/>
        </p:nvSpPr>
        <p:spPr>
          <a:xfrm>
            <a:off x="4106592" y="690348"/>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nvGrpSpPr>
          <p:cNvPr id="826" name="Google Shape;826;p59"/>
          <p:cNvGrpSpPr/>
          <p:nvPr/>
        </p:nvGrpSpPr>
        <p:grpSpPr>
          <a:xfrm>
            <a:off x="813639" y="2507288"/>
            <a:ext cx="3814584" cy="2101430"/>
            <a:chOff x="6207237" y="2642694"/>
            <a:chExt cx="5086112" cy="2801907"/>
          </a:xfrm>
        </p:grpSpPr>
        <p:grpSp>
          <p:nvGrpSpPr>
            <p:cNvPr id="827" name="Google Shape;827;p59"/>
            <p:cNvGrpSpPr/>
            <p:nvPr/>
          </p:nvGrpSpPr>
          <p:grpSpPr>
            <a:xfrm>
              <a:off x="6207237" y="2675477"/>
              <a:ext cx="2458761" cy="1133767"/>
              <a:chOff x="5559371" y="2080728"/>
              <a:chExt cx="2458761" cy="1133767"/>
            </a:xfrm>
          </p:grpSpPr>
          <p:sp>
            <p:nvSpPr>
              <p:cNvPr id="828" name="Google Shape;828;p59"/>
              <p:cNvSpPr/>
              <p:nvPr/>
            </p:nvSpPr>
            <p:spPr>
              <a:xfrm>
                <a:off x="5565394" y="2245671"/>
                <a:ext cx="2452738" cy="968824"/>
              </a:xfrm>
              <a:prstGeom prst="roundRect">
                <a:avLst>
                  <a:gd name="adj" fmla="val 16667"/>
                </a:avLst>
              </a:prstGeom>
              <a:solidFill>
                <a:schemeClr val="lt1"/>
              </a:solidFill>
              <a:ln>
                <a:noFill/>
              </a:ln>
              <a:effectLst>
                <a:outerShdw blurRad="342900" dist="177800" dir="6600000" algn="tr" rotWithShape="0">
                  <a:srgbClr val="000000">
                    <a:alpha val="8627"/>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829" name="Google Shape;829;p59"/>
              <p:cNvSpPr/>
              <p:nvPr/>
            </p:nvSpPr>
            <p:spPr>
              <a:xfrm>
                <a:off x="5986221" y="2080728"/>
                <a:ext cx="1619271" cy="405107"/>
              </a:xfrm>
              <a:prstGeom prst="roundRect">
                <a:avLst>
                  <a:gd name="adj" fmla="val 50000"/>
                </a:avLst>
              </a:prstGeom>
              <a:solidFill>
                <a:schemeClr val="accent1"/>
              </a:solidFill>
              <a:ln>
                <a:noFill/>
              </a:ln>
            </p:spPr>
            <p:txBody>
              <a:bodyPr spcFirstLastPara="1" wrap="square" lIns="67500" tIns="35100" rIns="67500" bIns="35100" anchor="ctr" anchorCtr="0">
                <a:noAutofit/>
              </a:bodyPr>
              <a:lstStyle/>
              <a:p>
                <a:pPr marL="0" marR="0" lvl="0" indent="0" algn="ctr" rtl="0">
                  <a:spcBef>
                    <a:spcPts val="0"/>
                  </a:spcBef>
                  <a:spcAft>
                    <a:spcPts val="0"/>
                  </a:spcAft>
                  <a:buNone/>
                </a:pPr>
                <a:r>
                  <a:rPr lang="id" sz="1200" b="1">
                    <a:solidFill>
                      <a:schemeClr val="lt1"/>
                    </a:solidFill>
                    <a:latin typeface="Quicksand"/>
                    <a:ea typeface="Quicksand"/>
                    <a:cs typeface="Quicksand"/>
                    <a:sym typeface="Quicksand"/>
                  </a:rPr>
                  <a:t>Strengths</a:t>
                </a:r>
                <a:endParaRPr sz="1200" b="1">
                  <a:solidFill>
                    <a:schemeClr val="lt1"/>
                  </a:solidFill>
                  <a:latin typeface="Quicksand"/>
                  <a:ea typeface="Quicksand"/>
                  <a:cs typeface="Quicksand"/>
                  <a:sym typeface="Quicksand"/>
                </a:endParaRPr>
              </a:p>
            </p:txBody>
          </p:sp>
          <p:sp>
            <p:nvSpPr>
              <p:cNvPr id="830" name="Google Shape;830;p59"/>
              <p:cNvSpPr txBox="1"/>
              <p:nvPr/>
            </p:nvSpPr>
            <p:spPr>
              <a:xfrm>
                <a:off x="5559371" y="2527749"/>
                <a:ext cx="2452738" cy="553100"/>
              </a:xfrm>
              <a:prstGeom prst="rect">
                <a:avLst/>
              </a:prstGeom>
              <a:noFill/>
              <a:ln>
                <a:noFill/>
              </a:ln>
            </p:spPr>
            <p:txBody>
              <a:bodyPr spcFirstLastPara="1" wrap="square" lIns="68575" tIns="34275" rIns="68575" bIns="34275" anchor="t" anchorCtr="0">
                <a:spAutoFit/>
              </a:bodyPr>
              <a:lstStyle/>
              <a:p>
                <a:pPr marL="0" marR="0" lvl="0" indent="0" algn="ctr" rtl="0">
                  <a:lnSpc>
                    <a:spcPct val="130000"/>
                  </a:lnSpc>
                  <a:spcBef>
                    <a:spcPts val="0"/>
                  </a:spcBef>
                  <a:spcAft>
                    <a:spcPts val="0"/>
                  </a:spcAft>
                  <a:buClr>
                    <a:srgbClr val="757070"/>
                  </a:buClr>
                  <a:buSzPts val="900"/>
                  <a:buFont typeface="Quicksand"/>
                  <a:buNone/>
                </a:pPr>
                <a:r>
                  <a:rPr lang="id" sz="900">
                    <a:solidFill>
                      <a:srgbClr val="757070"/>
                    </a:solidFill>
                    <a:latin typeface="Quicksand"/>
                    <a:ea typeface="Quicksand"/>
                    <a:cs typeface="Quicksand"/>
                    <a:sym typeface="Quicksand"/>
                  </a:rPr>
                  <a:t>Lorem ipsum dolor sit amet, consectetuer adipiscing.</a:t>
                </a:r>
                <a:endParaRPr sz="900">
                  <a:solidFill>
                    <a:srgbClr val="757070"/>
                  </a:solidFill>
                  <a:latin typeface="Quicksand"/>
                  <a:ea typeface="Quicksand"/>
                  <a:cs typeface="Quicksand"/>
                  <a:sym typeface="Quicksand"/>
                </a:endParaRPr>
              </a:p>
            </p:txBody>
          </p:sp>
        </p:grpSp>
        <p:grpSp>
          <p:nvGrpSpPr>
            <p:cNvPr id="831" name="Google Shape;831;p59"/>
            <p:cNvGrpSpPr/>
            <p:nvPr/>
          </p:nvGrpSpPr>
          <p:grpSpPr>
            <a:xfrm>
              <a:off x="8834588" y="2642694"/>
              <a:ext cx="2458761" cy="1133767"/>
              <a:chOff x="5559371" y="2080728"/>
              <a:chExt cx="2458761" cy="1133767"/>
            </a:xfrm>
          </p:grpSpPr>
          <p:sp>
            <p:nvSpPr>
              <p:cNvPr id="832" name="Google Shape;832;p59"/>
              <p:cNvSpPr/>
              <p:nvPr/>
            </p:nvSpPr>
            <p:spPr>
              <a:xfrm>
                <a:off x="5565394" y="2245671"/>
                <a:ext cx="2452738" cy="968824"/>
              </a:xfrm>
              <a:prstGeom prst="roundRect">
                <a:avLst>
                  <a:gd name="adj" fmla="val 16667"/>
                </a:avLst>
              </a:prstGeom>
              <a:solidFill>
                <a:schemeClr val="lt1"/>
              </a:solidFill>
              <a:ln>
                <a:noFill/>
              </a:ln>
              <a:effectLst>
                <a:outerShdw blurRad="342900" dist="177800" dir="6600000" algn="tr" rotWithShape="0">
                  <a:srgbClr val="000000">
                    <a:alpha val="8627"/>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833" name="Google Shape;833;p59"/>
              <p:cNvSpPr/>
              <p:nvPr/>
            </p:nvSpPr>
            <p:spPr>
              <a:xfrm>
                <a:off x="5986221" y="2080728"/>
                <a:ext cx="1619271" cy="405107"/>
              </a:xfrm>
              <a:prstGeom prst="roundRect">
                <a:avLst>
                  <a:gd name="adj" fmla="val 50000"/>
                </a:avLst>
              </a:prstGeom>
              <a:solidFill>
                <a:schemeClr val="accent2"/>
              </a:solidFill>
              <a:ln>
                <a:noFill/>
              </a:ln>
            </p:spPr>
            <p:txBody>
              <a:bodyPr spcFirstLastPara="1" wrap="square" lIns="67500" tIns="35100" rIns="67500" bIns="35100" anchor="ctr" anchorCtr="0">
                <a:noAutofit/>
              </a:bodyPr>
              <a:lstStyle/>
              <a:p>
                <a:pPr marL="0" marR="0" lvl="0" indent="0" algn="ctr" rtl="0">
                  <a:spcBef>
                    <a:spcPts val="0"/>
                  </a:spcBef>
                  <a:spcAft>
                    <a:spcPts val="0"/>
                  </a:spcAft>
                  <a:buNone/>
                </a:pPr>
                <a:r>
                  <a:rPr lang="id" sz="1200" b="1">
                    <a:solidFill>
                      <a:schemeClr val="dk1"/>
                    </a:solidFill>
                    <a:latin typeface="Quicksand"/>
                    <a:ea typeface="Quicksand"/>
                    <a:cs typeface="Quicksand"/>
                    <a:sym typeface="Quicksand"/>
                  </a:rPr>
                  <a:t>Weakness</a:t>
                </a:r>
                <a:endParaRPr sz="1200" b="1">
                  <a:solidFill>
                    <a:schemeClr val="dk1"/>
                  </a:solidFill>
                  <a:latin typeface="Quicksand"/>
                  <a:ea typeface="Quicksand"/>
                  <a:cs typeface="Quicksand"/>
                  <a:sym typeface="Quicksand"/>
                </a:endParaRPr>
              </a:p>
            </p:txBody>
          </p:sp>
          <p:sp>
            <p:nvSpPr>
              <p:cNvPr id="834" name="Google Shape;834;p59"/>
              <p:cNvSpPr txBox="1"/>
              <p:nvPr/>
            </p:nvSpPr>
            <p:spPr>
              <a:xfrm>
                <a:off x="5559371" y="2527749"/>
                <a:ext cx="2452738" cy="553100"/>
              </a:xfrm>
              <a:prstGeom prst="rect">
                <a:avLst/>
              </a:prstGeom>
              <a:noFill/>
              <a:ln>
                <a:noFill/>
              </a:ln>
            </p:spPr>
            <p:txBody>
              <a:bodyPr spcFirstLastPara="1" wrap="square" lIns="68575" tIns="34275" rIns="68575" bIns="34275" anchor="t" anchorCtr="0">
                <a:spAutoFit/>
              </a:bodyPr>
              <a:lstStyle/>
              <a:p>
                <a:pPr marL="0" marR="0" lvl="0" indent="0" algn="ctr" rtl="0">
                  <a:lnSpc>
                    <a:spcPct val="130000"/>
                  </a:lnSpc>
                  <a:spcBef>
                    <a:spcPts val="0"/>
                  </a:spcBef>
                  <a:spcAft>
                    <a:spcPts val="0"/>
                  </a:spcAft>
                  <a:buClr>
                    <a:srgbClr val="757070"/>
                  </a:buClr>
                  <a:buSzPts val="900"/>
                  <a:buFont typeface="Quicksand"/>
                  <a:buNone/>
                </a:pPr>
                <a:r>
                  <a:rPr lang="id" sz="900">
                    <a:solidFill>
                      <a:srgbClr val="757070"/>
                    </a:solidFill>
                    <a:latin typeface="Quicksand"/>
                    <a:ea typeface="Quicksand"/>
                    <a:cs typeface="Quicksand"/>
                    <a:sym typeface="Quicksand"/>
                  </a:rPr>
                  <a:t>Lorem ipsum dolor sit amet, consectetuer adipiscing.</a:t>
                </a:r>
                <a:endParaRPr sz="900">
                  <a:solidFill>
                    <a:srgbClr val="757070"/>
                  </a:solidFill>
                  <a:latin typeface="Quicksand"/>
                  <a:ea typeface="Quicksand"/>
                  <a:cs typeface="Quicksand"/>
                  <a:sym typeface="Quicksand"/>
                </a:endParaRPr>
              </a:p>
            </p:txBody>
          </p:sp>
        </p:grpSp>
        <p:grpSp>
          <p:nvGrpSpPr>
            <p:cNvPr id="835" name="Google Shape;835;p59"/>
            <p:cNvGrpSpPr/>
            <p:nvPr/>
          </p:nvGrpSpPr>
          <p:grpSpPr>
            <a:xfrm>
              <a:off x="6207237" y="4310834"/>
              <a:ext cx="2458761" cy="1133767"/>
              <a:chOff x="5559371" y="2080728"/>
              <a:chExt cx="2458761" cy="1133767"/>
            </a:xfrm>
          </p:grpSpPr>
          <p:sp>
            <p:nvSpPr>
              <p:cNvPr id="836" name="Google Shape;836;p59"/>
              <p:cNvSpPr/>
              <p:nvPr/>
            </p:nvSpPr>
            <p:spPr>
              <a:xfrm>
                <a:off x="5565394" y="2245671"/>
                <a:ext cx="2452738" cy="968824"/>
              </a:xfrm>
              <a:prstGeom prst="roundRect">
                <a:avLst>
                  <a:gd name="adj" fmla="val 16667"/>
                </a:avLst>
              </a:prstGeom>
              <a:solidFill>
                <a:schemeClr val="lt1"/>
              </a:solidFill>
              <a:ln>
                <a:noFill/>
              </a:ln>
              <a:effectLst>
                <a:outerShdw blurRad="342900" dist="177800" dir="6600000" algn="tr" rotWithShape="0">
                  <a:srgbClr val="000000">
                    <a:alpha val="8627"/>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837" name="Google Shape;837;p59"/>
              <p:cNvSpPr/>
              <p:nvPr/>
            </p:nvSpPr>
            <p:spPr>
              <a:xfrm>
                <a:off x="5934343" y="2080728"/>
                <a:ext cx="1757938" cy="414237"/>
              </a:xfrm>
              <a:prstGeom prst="roundRect">
                <a:avLst>
                  <a:gd name="adj" fmla="val 50000"/>
                </a:avLst>
              </a:prstGeom>
              <a:solidFill>
                <a:schemeClr val="accent5"/>
              </a:solidFill>
              <a:ln>
                <a:noFill/>
              </a:ln>
            </p:spPr>
            <p:txBody>
              <a:bodyPr spcFirstLastPara="1" wrap="square" lIns="67500" tIns="35100" rIns="67500" bIns="35100" anchor="ctr" anchorCtr="0">
                <a:noAutofit/>
              </a:bodyPr>
              <a:lstStyle/>
              <a:p>
                <a:pPr marL="0" marR="0" lvl="0" indent="0" algn="ctr" rtl="0">
                  <a:spcBef>
                    <a:spcPts val="0"/>
                  </a:spcBef>
                  <a:spcAft>
                    <a:spcPts val="0"/>
                  </a:spcAft>
                  <a:buNone/>
                </a:pPr>
                <a:r>
                  <a:rPr lang="id" sz="1200" b="1">
                    <a:solidFill>
                      <a:schemeClr val="dk1"/>
                    </a:solidFill>
                    <a:latin typeface="Quicksand"/>
                    <a:ea typeface="Quicksand"/>
                    <a:cs typeface="Quicksand"/>
                    <a:sym typeface="Quicksand"/>
                  </a:rPr>
                  <a:t>Opportunities</a:t>
                </a:r>
                <a:endParaRPr sz="1200" b="1">
                  <a:solidFill>
                    <a:schemeClr val="dk1"/>
                  </a:solidFill>
                  <a:latin typeface="Quicksand"/>
                  <a:ea typeface="Quicksand"/>
                  <a:cs typeface="Quicksand"/>
                  <a:sym typeface="Quicksand"/>
                </a:endParaRPr>
              </a:p>
            </p:txBody>
          </p:sp>
          <p:sp>
            <p:nvSpPr>
              <p:cNvPr id="838" name="Google Shape;838;p59"/>
              <p:cNvSpPr txBox="1"/>
              <p:nvPr/>
            </p:nvSpPr>
            <p:spPr>
              <a:xfrm>
                <a:off x="5559371" y="2527749"/>
                <a:ext cx="2452738" cy="553100"/>
              </a:xfrm>
              <a:prstGeom prst="rect">
                <a:avLst/>
              </a:prstGeom>
              <a:noFill/>
              <a:ln>
                <a:noFill/>
              </a:ln>
            </p:spPr>
            <p:txBody>
              <a:bodyPr spcFirstLastPara="1" wrap="square" lIns="68575" tIns="34275" rIns="68575" bIns="34275" anchor="t" anchorCtr="0">
                <a:spAutoFit/>
              </a:bodyPr>
              <a:lstStyle/>
              <a:p>
                <a:pPr marL="0" marR="0" lvl="0" indent="0" algn="ctr" rtl="0">
                  <a:lnSpc>
                    <a:spcPct val="130000"/>
                  </a:lnSpc>
                  <a:spcBef>
                    <a:spcPts val="0"/>
                  </a:spcBef>
                  <a:spcAft>
                    <a:spcPts val="0"/>
                  </a:spcAft>
                  <a:buClr>
                    <a:srgbClr val="757070"/>
                  </a:buClr>
                  <a:buSzPts val="900"/>
                  <a:buFont typeface="Quicksand"/>
                  <a:buNone/>
                </a:pPr>
                <a:r>
                  <a:rPr lang="id" sz="900">
                    <a:solidFill>
                      <a:srgbClr val="757070"/>
                    </a:solidFill>
                    <a:latin typeface="Quicksand"/>
                    <a:ea typeface="Quicksand"/>
                    <a:cs typeface="Quicksand"/>
                    <a:sym typeface="Quicksand"/>
                  </a:rPr>
                  <a:t>Lorem ipsum dolor sit amet, consectetuer adipiscing.</a:t>
                </a:r>
                <a:endParaRPr sz="900">
                  <a:solidFill>
                    <a:srgbClr val="757070"/>
                  </a:solidFill>
                  <a:latin typeface="Quicksand"/>
                  <a:ea typeface="Quicksand"/>
                  <a:cs typeface="Quicksand"/>
                  <a:sym typeface="Quicksand"/>
                </a:endParaRPr>
              </a:p>
            </p:txBody>
          </p:sp>
        </p:grpSp>
        <p:grpSp>
          <p:nvGrpSpPr>
            <p:cNvPr id="839" name="Google Shape;839;p59"/>
            <p:cNvGrpSpPr/>
            <p:nvPr/>
          </p:nvGrpSpPr>
          <p:grpSpPr>
            <a:xfrm>
              <a:off x="8834588" y="4276208"/>
              <a:ext cx="2458761" cy="1135610"/>
              <a:chOff x="5559371" y="2078885"/>
              <a:chExt cx="2458761" cy="1135610"/>
            </a:xfrm>
          </p:grpSpPr>
          <p:sp>
            <p:nvSpPr>
              <p:cNvPr id="840" name="Google Shape;840;p59"/>
              <p:cNvSpPr/>
              <p:nvPr/>
            </p:nvSpPr>
            <p:spPr>
              <a:xfrm>
                <a:off x="5565394" y="2245671"/>
                <a:ext cx="2452738" cy="968824"/>
              </a:xfrm>
              <a:prstGeom prst="roundRect">
                <a:avLst>
                  <a:gd name="adj" fmla="val 16667"/>
                </a:avLst>
              </a:prstGeom>
              <a:solidFill>
                <a:schemeClr val="lt1"/>
              </a:solidFill>
              <a:ln>
                <a:noFill/>
              </a:ln>
              <a:effectLst>
                <a:outerShdw blurRad="342900" dist="177800" dir="6600000" algn="tr" rotWithShape="0">
                  <a:srgbClr val="000000">
                    <a:alpha val="8627"/>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841" name="Google Shape;841;p59"/>
              <p:cNvSpPr/>
              <p:nvPr/>
            </p:nvSpPr>
            <p:spPr>
              <a:xfrm>
                <a:off x="5992027" y="2078885"/>
                <a:ext cx="1619271" cy="405107"/>
              </a:xfrm>
              <a:prstGeom prst="roundRect">
                <a:avLst>
                  <a:gd name="adj" fmla="val 50000"/>
                </a:avLst>
              </a:prstGeom>
              <a:solidFill>
                <a:schemeClr val="accent3"/>
              </a:solidFill>
              <a:ln>
                <a:noFill/>
              </a:ln>
            </p:spPr>
            <p:txBody>
              <a:bodyPr spcFirstLastPara="1" wrap="square" lIns="67500" tIns="35100" rIns="67500" bIns="35100" anchor="ctr" anchorCtr="0">
                <a:noAutofit/>
              </a:bodyPr>
              <a:lstStyle/>
              <a:p>
                <a:pPr marL="0" marR="0" lvl="0" indent="0" algn="ctr" rtl="0">
                  <a:spcBef>
                    <a:spcPts val="0"/>
                  </a:spcBef>
                  <a:spcAft>
                    <a:spcPts val="0"/>
                  </a:spcAft>
                  <a:buNone/>
                </a:pPr>
                <a:r>
                  <a:rPr lang="id" sz="1200" b="1">
                    <a:solidFill>
                      <a:schemeClr val="dk1"/>
                    </a:solidFill>
                    <a:latin typeface="Quicksand"/>
                    <a:ea typeface="Quicksand"/>
                    <a:cs typeface="Quicksand"/>
                    <a:sym typeface="Quicksand"/>
                  </a:rPr>
                  <a:t>Threats</a:t>
                </a:r>
                <a:endParaRPr sz="1200" b="1">
                  <a:solidFill>
                    <a:schemeClr val="dk1"/>
                  </a:solidFill>
                  <a:latin typeface="Quicksand"/>
                  <a:ea typeface="Quicksand"/>
                  <a:cs typeface="Quicksand"/>
                  <a:sym typeface="Quicksand"/>
                </a:endParaRPr>
              </a:p>
            </p:txBody>
          </p:sp>
          <p:sp>
            <p:nvSpPr>
              <p:cNvPr id="842" name="Google Shape;842;p59"/>
              <p:cNvSpPr txBox="1"/>
              <p:nvPr/>
            </p:nvSpPr>
            <p:spPr>
              <a:xfrm>
                <a:off x="5559371" y="2527749"/>
                <a:ext cx="2452738" cy="553100"/>
              </a:xfrm>
              <a:prstGeom prst="rect">
                <a:avLst/>
              </a:prstGeom>
              <a:noFill/>
              <a:ln>
                <a:noFill/>
              </a:ln>
            </p:spPr>
            <p:txBody>
              <a:bodyPr spcFirstLastPara="1" wrap="square" lIns="68575" tIns="34275" rIns="68575" bIns="34275" anchor="t" anchorCtr="0">
                <a:spAutoFit/>
              </a:bodyPr>
              <a:lstStyle/>
              <a:p>
                <a:pPr marL="0" marR="0" lvl="0" indent="0" algn="ctr" rtl="0">
                  <a:lnSpc>
                    <a:spcPct val="130000"/>
                  </a:lnSpc>
                  <a:spcBef>
                    <a:spcPts val="0"/>
                  </a:spcBef>
                  <a:spcAft>
                    <a:spcPts val="0"/>
                  </a:spcAft>
                  <a:buClr>
                    <a:srgbClr val="757070"/>
                  </a:buClr>
                  <a:buSzPts val="900"/>
                  <a:buFont typeface="Quicksand"/>
                  <a:buNone/>
                </a:pPr>
                <a:r>
                  <a:rPr lang="id" sz="900">
                    <a:solidFill>
                      <a:srgbClr val="757070"/>
                    </a:solidFill>
                    <a:latin typeface="Quicksand"/>
                    <a:ea typeface="Quicksand"/>
                    <a:cs typeface="Quicksand"/>
                    <a:sym typeface="Quicksand"/>
                  </a:rPr>
                  <a:t>Lorem ipsum dolor sit amet, consectetuer adipiscing.</a:t>
                </a:r>
                <a:endParaRPr sz="900">
                  <a:solidFill>
                    <a:srgbClr val="757070"/>
                  </a:solidFill>
                  <a:latin typeface="Quicksand"/>
                  <a:ea typeface="Quicksand"/>
                  <a:cs typeface="Quicksand"/>
                  <a:sym typeface="Quicksand"/>
                </a:endParaRPr>
              </a:p>
            </p:txBody>
          </p:sp>
        </p:gr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46"/>
        <p:cNvGrpSpPr/>
        <p:nvPr/>
      </p:nvGrpSpPr>
      <p:grpSpPr>
        <a:xfrm>
          <a:off x="0" y="0"/>
          <a:ext cx="0" cy="0"/>
          <a:chOff x="0" y="0"/>
          <a:chExt cx="0" cy="0"/>
        </a:xfrm>
      </p:grpSpPr>
      <p:pic>
        <p:nvPicPr>
          <p:cNvPr id="847" name="Google Shape;847;p60"/>
          <p:cNvPicPr preferRelativeResize="0"/>
          <p:nvPr/>
        </p:nvPicPr>
        <p:blipFill rotWithShape="1">
          <a:blip r:embed="rId3">
            <a:alphaModFix/>
          </a:blip>
          <a:srcRect/>
          <a:stretch/>
        </p:blipFill>
        <p:spPr>
          <a:xfrm rot="-1690416">
            <a:off x="7092936" y="1644316"/>
            <a:ext cx="1071726" cy="896660"/>
          </a:xfrm>
          <a:prstGeom prst="rect">
            <a:avLst/>
          </a:prstGeom>
          <a:noFill/>
          <a:ln>
            <a:noFill/>
          </a:ln>
        </p:spPr>
      </p:pic>
      <p:pic>
        <p:nvPicPr>
          <p:cNvPr id="848" name="Google Shape;848;p60"/>
          <p:cNvPicPr preferRelativeResize="0"/>
          <p:nvPr/>
        </p:nvPicPr>
        <p:blipFill rotWithShape="1">
          <a:blip r:embed="rId4">
            <a:alphaModFix/>
          </a:blip>
          <a:srcRect/>
          <a:stretch/>
        </p:blipFill>
        <p:spPr>
          <a:xfrm rot="-392651">
            <a:off x="3668421" y="2650982"/>
            <a:ext cx="1071726" cy="896660"/>
          </a:xfrm>
          <a:prstGeom prst="rect">
            <a:avLst/>
          </a:prstGeom>
          <a:noFill/>
          <a:ln>
            <a:noFill/>
          </a:ln>
        </p:spPr>
      </p:pic>
      <p:grpSp>
        <p:nvGrpSpPr>
          <p:cNvPr id="849" name="Google Shape;849;p60"/>
          <p:cNvGrpSpPr/>
          <p:nvPr/>
        </p:nvGrpSpPr>
        <p:grpSpPr>
          <a:xfrm>
            <a:off x="619432" y="1027510"/>
            <a:ext cx="7905134" cy="3189014"/>
            <a:chOff x="825909" y="1370013"/>
            <a:chExt cx="10540179" cy="4252019"/>
          </a:xfrm>
        </p:grpSpPr>
        <p:grpSp>
          <p:nvGrpSpPr>
            <p:cNvPr id="850" name="Google Shape;850;p60"/>
            <p:cNvGrpSpPr/>
            <p:nvPr/>
          </p:nvGrpSpPr>
          <p:grpSpPr>
            <a:xfrm>
              <a:off x="6276612" y="1370013"/>
              <a:ext cx="5089476" cy="1446550"/>
              <a:chOff x="1055686" y="3513050"/>
              <a:chExt cx="3912553" cy="1446550"/>
            </a:xfrm>
          </p:grpSpPr>
          <p:sp>
            <p:nvSpPr>
              <p:cNvPr id="851" name="Google Shape;851;p60"/>
              <p:cNvSpPr/>
              <p:nvPr/>
            </p:nvSpPr>
            <p:spPr>
              <a:xfrm>
                <a:off x="1055686" y="3513050"/>
                <a:ext cx="3912553" cy="1446550"/>
              </a:xfrm>
              <a:prstGeom prst="roundRect">
                <a:avLst>
                  <a:gd name="adj" fmla="val 8239"/>
                </a:avLst>
              </a:prstGeom>
              <a:solidFill>
                <a:schemeClr val="lt1"/>
              </a:solidFill>
              <a:ln w="9525" cap="flat" cmpd="sng">
                <a:solidFill>
                  <a:srgbClr val="F2F2F2"/>
                </a:solidFill>
                <a:prstDash val="solid"/>
                <a:round/>
                <a:headEnd type="none" w="sm" len="sm"/>
                <a:tailEnd type="none" w="sm" len="sm"/>
              </a:ln>
              <a:effectLst>
                <a:outerShdw blurRad="185738" dist="57150" dir="4020000" algn="bl" rotWithShape="0">
                  <a:srgbClr val="000000">
                    <a:alpha val="11764"/>
                  </a:srgbClr>
                </a:outerShdw>
              </a:effectLst>
            </p:spPr>
            <p:txBody>
              <a:bodyPr spcFirstLastPara="1" wrap="square" lIns="68575" tIns="34275" rIns="68575" bIns="34275" anchor="t" anchorCtr="0">
                <a:noAutofit/>
              </a:bodyPr>
              <a:lstStyle/>
              <a:p>
                <a:pPr marL="0" marR="0" lvl="0" indent="0" algn="l" rtl="0">
                  <a:spcBef>
                    <a:spcPts val="0"/>
                  </a:spcBef>
                  <a:spcAft>
                    <a:spcPts val="0"/>
                  </a:spcAft>
                  <a:buNone/>
                </a:pPr>
                <a:endParaRPr sz="2400">
                  <a:solidFill>
                    <a:srgbClr val="2C2C2C"/>
                  </a:solidFill>
                  <a:latin typeface="Lato"/>
                  <a:ea typeface="Lato"/>
                  <a:cs typeface="Lato"/>
                  <a:sym typeface="Lato"/>
                </a:endParaRPr>
              </a:p>
            </p:txBody>
          </p:sp>
          <p:grpSp>
            <p:nvGrpSpPr>
              <p:cNvPr id="852" name="Google Shape;852;p60"/>
              <p:cNvGrpSpPr/>
              <p:nvPr/>
            </p:nvGrpSpPr>
            <p:grpSpPr>
              <a:xfrm>
                <a:off x="1241704" y="3801374"/>
                <a:ext cx="2238952" cy="869903"/>
                <a:chOff x="1241704" y="3590014"/>
                <a:chExt cx="2238952" cy="869903"/>
              </a:xfrm>
            </p:grpSpPr>
            <p:sp>
              <p:nvSpPr>
                <p:cNvPr id="853" name="Google Shape;853;p60"/>
                <p:cNvSpPr txBox="1"/>
                <p:nvPr/>
              </p:nvSpPr>
              <p:spPr>
                <a:xfrm>
                  <a:off x="1241706" y="3590014"/>
                  <a:ext cx="2238950"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accent1"/>
                      </a:solidFill>
                      <a:latin typeface="Quicksand"/>
                      <a:ea typeface="Quicksand"/>
                      <a:cs typeface="Quicksand"/>
                      <a:sym typeface="Quicksand"/>
                    </a:rPr>
                    <a:t>Growth Rate Per Month</a:t>
                  </a:r>
                  <a:endParaRPr sz="1200" b="1">
                    <a:solidFill>
                      <a:schemeClr val="accent1"/>
                    </a:solidFill>
                    <a:latin typeface="Quicksand"/>
                    <a:ea typeface="Quicksand"/>
                    <a:cs typeface="Quicksand"/>
                    <a:sym typeface="Quicksand"/>
                  </a:endParaRPr>
                </a:p>
              </p:txBody>
            </p:sp>
            <p:sp>
              <p:nvSpPr>
                <p:cNvPr id="854" name="Google Shape;854;p60"/>
                <p:cNvSpPr txBox="1"/>
                <p:nvPr/>
              </p:nvSpPr>
              <p:spPr>
                <a:xfrm>
                  <a:off x="1241704" y="3907715"/>
                  <a:ext cx="2238952" cy="552202"/>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rgbClr val="262626"/>
                      </a:solidFill>
                      <a:latin typeface="Quicksand"/>
                      <a:ea typeface="Quicksand"/>
                      <a:cs typeface="Quicksand"/>
                      <a:sym typeface="Quicksand"/>
                    </a:rPr>
                    <a:t>Lorem ipsum dolor sit amet, consectetur adipiscing elit, </a:t>
                  </a:r>
                  <a:endParaRPr sz="1100"/>
                </a:p>
              </p:txBody>
            </p:sp>
          </p:grpSp>
          <p:sp>
            <p:nvSpPr>
              <p:cNvPr id="855" name="Google Shape;855;p60"/>
              <p:cNvSpPr txBox="1"/>
              <p:nvPr/>
            </p:nvSpPr>
            <p:spPr>
              <a:xfrm>
                <a:off x="3758352" y="3959275"/>
                <a:ext cx="1133490" cy="5541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Clr>
                    <a:schemeClr val="accent1"/>
                  </a:buClr>
                  <a:buSzPts val="2300"/>
                  <a:buFont typeface="Quicksand"/>
                  <a:buNone/>
                </a:pPr>
                <a:r>
                  <a:rPr lang="id" sz="2300" b="1">
                    <a:solidFill>
                      <a:schemeClr val="accent1"/>
                    </a:solidFill>
                    <a:latin typeface="Quicksand"/>
                    <a:ea typeface="Quicksand"/>
                    <a:cs typeface="Quicksand"/>
                    <a:sym typeface="Quicksand"/>
                  </a:rPr>
                  <a:t>90M</a:t>
                </a:r>
                <a:endParaRPr sz="2300" b="1">
                  <a:solidFill>
                    <a:schemeClr val="accent1"/>
                  </a:solidFill>
                  <a:latin typeface="Quicksand"/>
                  <a:ea typeface="Quicksand"/>
                  <a:cs typeface="Quicksand"/>
                  <a:sym typeface="Quicksand"/>
                </a:endParaRPr>
              </a:p>
            </p:txBody>
          </p:sp>
          <p:cxnSp>
            <p:nvCxnSpPr>
              <p:cNvPr id="856" name="Google Shape;856;p60"/>
              <p:cNvCxnSpPr/>
              <p:nvPr/>
            </p:nvCxnSpPr>
            <p:spPr>
              <a:xfrm>
                <a:off x="3719110" y="3750325"/>
                <a:ext cx="0" cy="972000"/>
              </a:xfrm>
              <a:prstGeom prst="straightConnector1">
                <a:avLst/>
              </a:prstGeom>
              <a:noFill/>
              <a:ln w="12700" cap="flat" cmpd="sng">
                <a:solidFill>
                  <a:srgbClr val="D8D8D8"/>
                </a:solidFill>
                <a:prstDash val="solid"/>
                <a:round/>
                <a:headEnd type="none" w="sm" len="sm"/>
                <a:tailEnd type="none" w="sm" len="sm"/>
              </a:ln>
            </p:spPr>
          </p:cxnSp>
        </p:grpSp>
        <p:grpSp>
          <p:nvGrpSpPr>
            <p:cNvPr id="857" name="Google Shape;857;p60"/>
            <p:cNvGrpSpPr/>
            <p:nvPr/>
          </p:nvGrpSpPr>
          <p:grpSpPr>
            <a:xfrm>
              <a:off x="825909" y="4175482"/>
              <a:ext cx="5089476" cy="1446550"/>
              <a:chOff x="1055686" y="3513050"/>
              <a:chExt cx="3912553" cy="1446550"/>
            </a:xfrm>
          </p:grpSpPr>
          <p:sp>
            <p:nvSpPr>
              <p:cNvPr id="858" name="Google Shape;858;p60"/>
              <p:cNvSpPr/>
              <p:nvPr/>
            </p:nvSpPr>
            <p:spPr>
              <a:xfrm>
                <a:off x="1055686" y="3513050"/>
                <a:ext cx="3912553" cy="1446550"/>
              </a:xfrm>
              <a:prstGeom prst="roundRect">
                <a:avLst>
                  <a:gd name="adj" fmla="val 6834"/>
                </a:avLst>
              </a:prstGeom>
              <a:solidFill>
                <a:schemeClr val="lt1"/>
              </a:solidFill>
              <a:ln w="9525" cap="flat" cmpd="sng">
                <a:solidFill>
                  <a:srgbClr val="F2F2F2"/>
                </a:solidFill>
                <a:prstDash val="solid"/>
                <a:round/>
                <a:headEnd type="none" w="sm" len="sm"/>
                <a:tailEnd type="none" w="sm" len="sm"/>
              </a:ln>
              <a:effectLst>
                <a:outerShdw blurRad="185738" dist="57150" dir="4020000" algn="bl" rotWithShape="0">
                  <a:srgbClr val="000000">
                    <a:alpha val="11764"/>
                  </a:srgbClr>
                </a:outerShdw>
              </a:effectLst>
            </p:spPr>
            <p:txBody>
              <a:bodyPr spcFirstLastPara="1" wrap="square" lIns="68575" tIns="34275" rIns="68575" bIns="34275" anchor="t" anchorCtr="0">
                <a:noAutofit/>
              </a:bodyPr>
              <a:lstStyle/>
              <a:p>
                <a:pPr marL="0" marR="0" lvl="0" indent="0" algn="l" rtl="0">
                  <a:spcBef>
                    <a:spcPts val="0"/>
                  </a:spcBef>
                  <a:spcAft>
                    <a:spcPts val="0"/>
                  </a:spcAft>
                  <a:buNone/>
                </a:pPr>
                <a:endParaRPr sz="2400">
                  <a:solidFill>
                    <a:srgbClr val="2C2C2C"/>
                  </a:solidFill>
                  <a:latin typeface="Lato"/>
                  <a:ea typeface="Lato"/>
                  <a:cs typeface="Lato"/>
                  <a:sym typeface="Lato"/>
                </a:endParaRPr>
              </a:p>
            </p:txBody>
          </p:sp>
          <p:grpSp>
            <p:nvGrpSpPr>
              <p:cNvPr id="859" name="Google Shape;859;p60"/>
              <p:cNvGrpSpPr/>
              <p:nvPr/>
            </p:nvGrpSpPr>
            <p:grpSpPr>
              <a:xfrm>
                <a:off x="1241704" y="3801374"/>
                <a:ext cx="2238952" cy="869903"/>
                <a:chOff x="1241704" y="3590014"/>
                <a:chExt cx="2238952" cy="869903"/>
              </a:xfrm>
            </p:grpSpPr>
            <p:sp>
              <p:nvSpPr>
                <p:cNvPr id="860" name="Google Shape;860;p60"/>
                <p:cNvSpPr txBox="1"/>
                <p:nvPr/>
              </p:nvSpPr>
              <p:spPr>
                <a:xfrm>
                  <a:off x="1241705" y="3590014"/>
                  <a:ext cx="2238950"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accent2"/>
                      </a:solidFill>
                      <a:latin typeface="Quicksand"/>
                      <a:ea typeface="Quicksand"/>
                      <a:cs typeface="Quicksand"/>
                      <a:sym typeface="Quicksand"/>
                    </a:rPr>
                    <a:t>Growth Rate Per Month</a:t>
                  </a:r>
                  <a:endParaRPr sz="1200" b="1">
                    <a:solidFill>
                      <a:schemeClr val="accent2"/>
                    </a:solidFill>
                    <a:latin typeface="Quicksand"/>
                    <a:ea typeface="Quicksand"/>
                    <a:cs typeface="Quicksand"/>
                    <a:sym typeface="Quicksand"/>
                  </a:endParaRPr>
                </a:p>
              </p:txBody>
            </p:sp>
            <p:sp>
              <p:nvSpPr>
                <p:cNvPr id="861" name="Google Shape;861;p60"/>
                <p:cNvSpPr txBox="1"/>
                <p:nvPr/>
              </p:nvSpPr>
              <p:spPr>
                <a:xfrm>
                  <a:off x="1241704" y="3907715"/>
                  <a:ext cx="2238952" cy="552202"/>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rgbClr val="262626"/>
                      </a:solidFill>
                      <a:latin typeface="Quicksand"/>
                      <a:ea typeface="Quicksand"/>
                      <a:cs typeface="Quicksand"/>
                      <a:sym typeface="Quicksand"/>
                    </a:rPr>
                    <a:t>Lorem ipsum dolor sit amet, consectetur adipiscing elit, </a:t>
                  </a:r>
                  <a:endParaRPr sz="1100"/>
                </a:p>
              </p:txBody>
            </p:sp>
          </p:grpSp>
          <p:sp>
            <p:nvSpPr>
              <p:cNvPr id="862" name="Google Shape;862;p60"/>
              <p:cNvSpPr txBox="1"/>
              <p:nvPr/>
            </p:nvSpPr>
            <p:spPr>
              <a:xfrm>
                <a:off x="3758352" y="3959275"/>
                <a:ext cx="1133490" cy="5541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Clr>
                    <a:schemeClr val="accent2"/>
                  </a:buClr>
                  <a:buSzPts val="2300"/>
                  <a:buFont typeface="Quicksand"/>
                  <a:buNone/>
                </a:pPr>
                <a:r>
                  <a:rPr lang="id" sz="2300" b="1">
                    <a:solidFill>
                      <a:schemeClr val="accent2"/>
                    </a:solidFill>
                    <a:latin typeface="Quicksand"/>
                    <a:ea typeface="Quicksand"/>
                    <a:cs typeface="Quicksand"/>
                    <a:sym typeface="Quicksand"/>
                  </a:rPr>
                  <a:t>80M</a:t>
                </a:r>
                <a:endParaRPr sz="2300" b="1">
                  <a:solidFill>
                    <a:schemeClr val="accent2"/>
                  </a:solidFill>
                  <a:latin typeface="Quicksand"/>
                  <a:ea typeface="Quicksand"/>
                  <a:cs typeface="Quicksand"/>
                  <a:sym typeface="Quicksand"/>
                </a:endParaRPr>
              </a:p>
            </p:txBody>
          </p:sp>
          <p:cxnSp>
            <p:nvCxnSpPr>
              <p:cNvPr id="863" name="Google Shape;863;p60"/>
              <p:cNvCxnSpPr/>
              <p:nvPr/>
            </p:nvCxnSpPr>
            <p:spPr>
              <a:xfrm>
                <a:off x="3719110" y="3750325"/>
                <a:ext cx="0" cy="972000"/>
              </a:xfrm>
              <a:prstGeom prst="straightConnector1">
                <a:avLst/>
              </a:prstGeom>
              <a:noFill/>
              <a:ln w="12700" cap="flat" cmpd="sng">
                <a:solidFill>
                  <a:srgbClr val="D8D8D8"/>
                </a:solidFill>
                <a:prstDash val="solid"/>
                <a:round/>
                <a:headEnd type="none" w="sm" len="sm"/>
                <a:tailEnd type="none" w="sm" len="sm"/>
              </a:ln>
            </p:spPr>
          </p:cxnSp>
        </p:grpSp>
      </p:grpSp>
      <p:sp>
        <p:nvSpPr>
          <p:cNvPr id="864" name="Google Shape;864;p60"/>
          <p:cNvSpPr/>
          <p:nvPr/>
        </p:nvSpPr>
        <p:spPr>
          <a:xfrm rot="632406">
            <a:off x="2553625" y="4517987"/>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865" name="Google Shape;865;p60"/>
          <p:cNvSpPr/>
          <p:nvPr/>
        </p:nvSpPr>
        <p:spPr>
          <a:xfrm rot="-4211805">
            <a:off x="8287743" y="2887769"/>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866" name="Google Shape;866;p60"/>
          <p:cNvSpPr/>
          <p:nvPr/>
        </p:nvSpPr>
        <p:spPr>
          <a:xfrm>
            <a:off x="4125183" y="291787"/>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nvGrpSpPr>
          <p:cNvPr id="3" name="Graphic 1">
            <a:extLst>
              <a:ext uri="{FF2B5EF4-FFF2-40B4-BE49-F238E27FC236}">
                <a16:creationId xmlns:a16="http://schemas.microsoft.com/office/drawing/2014/main" id="{4A8A84E6-006D-4B0F-BA2E-15BFF891861A}"/>
              </a:ext>
            </a:extLst>
          </p:cNvPr>
          <p:cNvGrpSpPr/>
          <p:nvPr/>
        </p:nvGrpSpPr>
        <p:grpSpPr>
          <a:xfrm>
            <a:off x="896433" y="722370"/>
            <a:ext cx="3054213" cy="1762899"/>
            <a:chOff x="896433" y="722370"/>
            <a:chExt cx="3054213" cy="1762899"/>
          </a:xfrm>
        </p:grpSpPr>
        <p:sp>
          <p:nvSpPr>
            <p:cNvPr id="4" name="Freeform: Shape 3">
              <a:extLst>
                <a:ext uri="{FF2B5EF4-FFF2-40B4-BE49-F238E27FC236}">
                  <a16:creationId xmlns:a16="http://schemas.microsoft.com/office/drawing/2014/main" id="{E2B88347-8EBA-4BF9-98B4-6C68628F59EB}"/>
                </a:ext>
              </a:extLst>
            </p:cNvPr>
            <p:cNvSpPr/>
            <p:nvPr/>
          </p:nvSpPr>
          <p:spPr>
            <a:xfrm>
              <a:off x="1202109" y="1287202"/>
              <a:ext cx="2724150" cy="657225"/>
            </a:xfrm>
            <a:custGeom>
              <a:avLst/>
              <a:gdLst>
                <a:gd name="connsiteX0" fmla="*/ -105 w 2724150"/>
                <a:gd name="connsiteY0" fmla="*/ 657138 h 657225"/>
                <a:gd name="connsiteX1" fmla="*/ 2724045 w 2724150"/>
                <a:gd name="connsiteY1" fmla="*/ 657138 h 657225"/>
                <a:gd name="connsiteX2" fmla="*/ -105 w 2724150"/>
                <a:gd name="connsiteY2" fmla="*/ 438063 h 657225"/>
                <a:gd name="connsiteX3" fmla="*/ 2724045 w 2724150"/>
                <a:gd name="connsiteY3" fmla="*/ 438063 h 657225"/>
                <a:gd name="connsiteX4" fmla="*/ -105 w 2724150"/>
                <a:gd name="connsiteY4" fmla="*/ 218988 h 657225"/>
                <a:gd name="connsiteX5" fmla="*/ 2724045 w 2724150"/>
                <a:gd name="connsiteY5" fmla="*/ 218988 h 657225"/>
                <a:gd name="connsiteX6" fmla="*/ -105 w 2724150"/>
                <a:gd name="connsiteY6" fmla="*/ -87 h 657225"/>
                <a:gd name="connsiteX7" fmla="*/ 2724045 w 2724150"/>
                <a:gd name="connsiteY7" fmla="*/ -87 h 65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24150" h="657225">
                  <a:moveTo>
                    <a:pt x="-105" y="657138"/>
                  </a:moveTo>
                  <a:lnTo>
                    <a:pt x="2724045" y="657138"/>
                  </a:lnTo>
                  <a:moveTo>
                    <a:pt x="-105" y="438063"/>
                  </a:moveTo>
                  <a:lnTo>
                    <a:pt x="2724045" y="438063"/>
                  </a:lnTo>
                  <a:moveTo>
                    <a:pt x="-105" y="218988"/>
                  </a:moveTo>
                  <a:lnTo>
                    <a:pt x="2724045" y="218988"/>
                  </a:lnTo>
                  <a:moveTo>
                    <a:pt x="-105" y="-87"/>
                  </a:moveTo>
                  <a:lnTo>
                    <a:pt x="2724045" y="-87"/>
                  </a:lnTo>
                </a:path>
              </a:pathLst>
            </a:custGeom>
            <a:noFill/>
            <a:ln w="9525" cap="flat">
              <a:solidFill>
                <a:srgbClr val="D9D9D9"/>
              </a:solidFill>
              <a:prstDash val="solid"/>
              <a:round/>
            </a:ln>
          </p:spPr>
          <p:txBody>
            <a:bodyPr rtlCol="0" anchor="ctr"/>
            <a:lstStyle/>
            <a:p>
              <a:endParaRPr lang="en-ID">
                <a:latin typeface="Quicksand" panose="00000500000000000000" pitchFamily="2" charset="0"/>
              </a:endParaRPr>
            </a:p>
          </p:txBody>
        </p:sp>
        <p:sp>
          <p:nvSpPr>
            <p:cNvPr id="5" name="Freeform: Shape 4">
              <a:extLst>
                <a:ext uri="{FF2B5EF4-FFF2-40B4-BE49-F238E27FC236}">
                  <a16:creationId xmlns:a16="http://schemas.microsoft.com/office/drawing/2014/main" id="{CF861EA1-FE3B-4060-9735-5E66676372C2}"/>
                </a:ext>
              </a:extLst>
            </p:cNvPr>
            <p:cNvSpPr/>
            <p:nvPr/>
          </p:nvSpPr>
          <p:spPr>
            <a:xfrm>
              <a:off x="2035547" y="1892040"/>
              <a:ext cx="381000" cy="266700"/>
            </a:xfrm>
            <a:custGeom>
              <a:avLst/>
              <a:gdLst>
                <a:gd name="connsiteX0" fmla="*/ -105 w 381000"/>
                <a:gd name="connsiteY0" fmla="*/ -87 h 266700"/>
                <a:gd name="connsiteX1" fmla="*/ 380895 w 381000"/>
                <a:gd name="connsiteY1" fmla="*/ -87 h 266700"/>
                <a:gd name="connsiteX2" fmla="*/ 380895 w 381000"/>
                <a:gd name="connsiteY2" fmla="*/ 266613 h 266700"/>
                <a:gd name="connsiteX3" fmla="*/ -105 w 381000"/>
                <a:gd name="connsiteY3" fmla="*/ 266613 h 266700"/>
              </a:gdLst>
              <a:ahLst/>
              <a:cxnLst>
                <a:cxn ang="0">
                  <a:pos x="connsiteX0" y="connsiteY0"/>
                </a:cxn>
                <a:cxn ang="0">
                  <a:pos x="connsiteX1" y="connsiteY1"/>
                </a:cxn>
                <a:cxn ang="0">
                  <a:pos x="connsiteX2" y="connsiteY2"/>
                </a:cxn>
                <a:cxn ang="0">
                  <a:pos x="connsiteX3" y="connsiteY3"/>
                </a:cxn>
              </a:cxnLst>
              <a:rect l="l" t="t" r="r" b="b"/>
              <a:pathLst>
                <a:path w="381000" h="266700">
                  <a:moveTo>
                    <a:pt x="-105" y="-87"/>
                  </a:moveTo>
                  <a:lnTo>
                    <a:pt x="380895" y="-87"/>
                  </a:lnTo>
                  <a:lnTo>
                    <a:pt x="380895" y="266613"/>
                  </a:lnTo>
                  <a:lnTo>
                    <a:pt x="-105" y="266613"/>
                  </a:lnTo>
                  <a:close/>
                </a:path>
              </a:pathLst>
            </a:custGeom>
            <a:solidFill>
              <a:srgbClr val="E85134"/>
            </a:solidFill>
            <a:ln w="9525" cap="flat">
              <a:noFill/>
              <a:prstDash val="solid"/>
              <a:miter/>
            </a:ln>
          </p:spPr>
          <p:txBody>
            <a:bodyPr rtlCol="0" anchor="ctr"/>
            <a:lstStyle/>
            <a:p>
              <a:endParaRPr lang="en-ID">
                <a:latin typeface="Quicksand" panose="00000500000000000000" pitchFamily="2" charset="0"/>
              </a:endParaRPr>
            </a:p>
          </p:txBody>
        </p:sp>
        <p:sp>
          <p:nvSpPr>
            <p:cNvPr id="6" name="Freeform: Shape 5">
              <a:extLst>
                <a:ext uri="{FF2B5EF4-FFF2-40B4-BE49-F238E27FC236}">
                  <a16:creationId xmlns:a16="http://schemas.microsoft.com/office/drawing/2014/main" id="{EC4E0649-A779-4ADF-8FE4-2D3F30ADB58F}"/>
                </a:ext>
              </a:extLst>
            </p:cNvPr>
            <p:cNvSpPr/>
            <p:nvPr/>
          </p:nvSpPr>
          <p:spPr>
            <a:xfrm>
              <a:off x="2721347" y="1777740"/>
              <a:ext cx="371475" cy="381000"/>
            </a:xfrm>
            <a:custGeom>
              <a:avLst/>
              <a:gdLst>
                <a:gd name="connsiteX0" fmla="*/ -105 w 371475"/>
                <a:gd name="connsiteY0" fmla="*/ -87 h 381000"/>
                <a:gd name="connsiteX1" fmla="*/ 371370 w 371475"/>
                <a:gd name="connsiteY1" fmla="*/ -87 h 381000"/>
                <a:gd name="connsiteX2" fmla="*/ 371370 w 371475"/>
                <a:gd name="connsiteY2" fmla="*/ 380913 h 381000"/>
                <a:gd name="connsiteX3" fmla="*/ -105 w 371475"/>
                <a:gd name="connsiteY3" fmla="*/ 380913 h 381000"/>
              </a:gdLst>
              <a:ahLst/>
              <a:cxnLst>
                <a:cxn ang="0">
                  <a:pos x="connsiteX0" y="connsiteY0"/>
                </a:cxn>
                <a:cxn ang="0">
                  <a:pos x="connsiteX1" y="connsiteY1"/>
                </a:cxn>
                <a:cxn ang="0">
                  <a:pos x="connsiteX2" y="connsiteY2"/>
                </a:cxn>
                <a:cxn ang="0">
                  <a:pos x="connsiteX3" y="connsiteY3"/>
                </a:cxn>
              </a:cxnLst>
              <a:rect l="l" t="t" r="r" b="b"/>
              <a:pathLst>
                <a:path w="371475" h="381000">
                  <a:moveTo>
                    <a:pt x="-105" y="-87"/>
                  </a:moveTo>
                  <a:lnTo>
                    <a:pt x="371370" y="-87"/>
                  </a:lnTo>
                  <a:lnTo>
                    <a:pt x="371370" y="380913"/>
                  </a:lnTo>
                  <a:lnTo>
                    <a:pt x="-105" y="380913"/>
                  </a:lnTo>
                  <a:close/>
                </a:path>
              </a:pathLst>
            </a:custGeom>
            <a:solidFill>
              <a:srgbClr val="E85134"/>
            </a:solidFill>
            <a:ln w="9525" cap="flat">
              <a:noFill/>
              <a:prstDash val="solid"/>
              <a:miter/>
            </a:ln>
          </p:spPr>
          <p:txBody>
            <a:bodyPr rtlCol="0" anchor="ctr"/>
            <a:lstStyle/>
            <a:p>
              <a:endParaRPr lang="en-ID">
                <a:latin typeface="Quicksand" panose="00000500000000000000" pitchFamily="2" charset="0"/>
              </a:endParaRPr>
            </a:p>
          </p:txBody>
        </p:sp>
        <p:sp>
          <p:nvSpPr>
            <p:cNvPr id="7" name="Freeform: Shape 6">
              <a:extLst>
                <a:ext uri="{FF2B5EF4-FFF2-40B4-BE49-F238E27FC236}">
                  <a16:creationId xmlns:a16="http://schemas.microsoft.com/office/drawing/2014/main" id="{AB3353C4-6905-40E0-B624-057832FEE832}"/>
                </a:ext>
              </a:extLst>
            </p:cNvPr>
            <p:cNvSpPr/>
            <p:nvPr/>
          </p:nvSpPr>
          <p:spPr>
            <a:xfrm>
              <a:off x="3397622" y="1996815"/>
              <a:ext cx="381000" cy="161925"/>
            </a:xfrm>
            <a:custGeom>
              <a:avLst/>
              <a:gdLst>
                <a:gd name="connsiteX0" fmla="*/ -105 w 381000"/>
                <a:gd name="connsiteY0" fmla="*/ -87 h 161925"/>
                <a:gd name="connsiteX1" fmla="*/ 380895 w 381000"/>
                <a:gd name="connsiteY1" fmla="*/ -87 h 161925"/>
                <a:gd name="connsiteX2" fmla="*/ 380895 w 381000"/>
                <a:gd name="connsiteY2" fmla="*/ 161838 h 161925"/>
                <a:gd name="connsiteX3" fmla="*/ -105 w 381000"/>
                <a:gd name="connsiteY3" fmla="*/ 161838 h 161925"/>
              </a:gdLst>
              <a:ahLst/>
              <a:cxnLst>
                <a:cxn ang="0">
                  <a:pos x="connsiteX0" y="connsiteY0"/>
                </a:cxn>
                <a:cxn ang="0">
                  <a:pos x="connsiteX1" y="connsiteY1"/>
                </a:cxn>
                <a:cxn ang="0">
                  <a:pos x="connsiteX2" y="connsiteY2"/>
                </a:cxn>
                <a:cxn ang="0">
                  <a:pos x="connsiteX3" y="connsiteY3"/>
                </a:cxn>
              </a:cxnLst>
              <a:rect l="l" t="t" r="r" b="b"/>
              <a:pathLst>
                <a:path w="381000" h="161925">
                  <a:moveTo>
                    <a:pt x="-105" y="-87"/>
                  </a:moveTo>
                  <a:lnTo>
                    <a:pt x="380895" y="-87"/>
                  </a:lnTo>
                  <a:lnTo>
                    <a:pt x="380895" y="161838"/>
                  </a:lnTo>
                  <a:lnTo>
                    <a:pt x="-105" y="161838"/>
                  </a:lnTo>
                  <a:close/>
                </a:path>
              </a:pathLst>
            </a:custGeom>
            <a:solidFill>
              <a:srgbClr val="E85134"/>
            </a:solidFill>
            <a:ln w="9525" cap="flat">
              <a:noFill/>
              <a:prstDash val="solid"/>
              <a:miter/>
            </a:ln>
          </p:spPr>
          <p:txBody>
            <a:bodyPr rtlCol="0" anchor="ctr"/>
            <a:lstStyle/>
            <a:p>
              <a:endParaRPr lang="en-ID">
                <a:latin typeface="Quicksand" panose="00000500000000000000" pitchFamily="2" charset="0"/>
              </a:endParaRPr>
            </a:p>
          </p:txBody>
        </p:sp>
        <p:sp>
          <p:nvSpPr>
            <p:cNvPr id="8" name="Freeform: Shape 7">
              <a:extLst>
                <a:ext uri="{FF2B5EF4-FFF2-40B4-BE49-F238E27FC236}">
                  <a16:creationId xmlns:a16="http://schemas.microsoft.com/office/drawing/2014/main" id="{9D88719F-88B0-4A61-95F5-77805C0D4C6D}"/>
                </a:ext>
              </a:extLst>
            </p:cNvPr>
            <p:cNvSpPr/>
            <p:nvPr/>
          </p:nvSpPr>
          <p:spPr>
            <a:xfrm>
              <a:off x="1359272" y="1692015"/>
              <a:ext cx="371475" cy="466725"/>
            </a:xfrm>
            <a:custGeom>
              <a:avLst/>
              <a:gdLst>
                <a:gd name="connsiteX0" fmla="*/ -105 w 371475"/>
                <a:gd name="connsiteY0" fmla="*/ -87 h 466725"/>
                <a:gd name="connsiteX1" fmla="*/ 371370 w 371475"/>
                <a:gd name="connsiteY1" fmla="*/ -87 h 466725"/>
                <a:gd name="connsiteX2" fmla="*/ 371370 w 371475"/>
                <a:gd name="connsiteY2" fmla="*/ 466638 h 466725"/>
                <a:gd name="connsiteX3" fmla="*/ -105 w 371475"/>
                <a:gd name="connsiteY3" fmla="*/ 466638 h 466725"/>
              </a:gdLst>
              <a:ahLst/>
              <a:cxnLst>
                <a:cxn ang="0">
                  <a:pos x="connsiteX0" y="connsiteY0"/>
                </a:cxn>
                <a:cxn ang="0">
                  <a:pos x="connsiteX1" y="connsiteY1"/>
                </a:cxn>
                <a:cxn ang="0">
                  <a:pos x="connsiteX2" y="connsiteY2"/>
                </a:cxn>
                <a:cxn ang="0">
                  <a:pos x="connsiteX3" y="connsiteY3"/>
                </a:cxn>
              </a:cxnLst>
              <a:rect l="l" t="t" r="r" b="b"/>
              <a:pathLst>
                <a:path w="371475" h="466725">
                  <a:moveTo>
                    <a:pt x="-105" y="-87"/>
                  </a:moveTo>
                  <a:lnTo>
                    <a:pt x="371370" y="-87"/>
                  </a:lnTo>
                  <a:lnTo>
                    <a:pt x="371370" y="466638"/>
                  </a:lnTo>
                  <a:lnTo>
                    <a:pt x="-105" y="466638"/>
                  </a:lnTo>
                  <a:close/>
                </a:path>
              </a:pathLst>
            </a:custGeom>
            <a:solidFill>
              <a:srgbClr val="E85134"/>
            </a:solidFill>
            <a:ln w="9525" cap="flat">
              <a:noFill/>
              <a:prstDash val="solid"/>
              <a:miter/>
            </a:ln>
          </p:spPr>
          <p:txBody>
            <a:bodyPr rtlCol="0" anchor="ctr"/>
            <a:lstStyle/>
            <a:p>
              <a:endParaRPr lang="en-ID">
                <a:latin typeface="Quicksand" panose="00000500000000000000" pitchFamily="2" charset="0"/>
              </a:endParaRPr>
            </a:p>
          </p:txBody>
        </p:sp>
        <p:sp>
          <p:nvSpPr>
            <p:cNvPr id="9" name="Freeform: Shape 8">
              <a:extLst>
                <a:ext uri="{FF2B5EF4-FFF2-40B4-BE49-F238E27FC236}">
                  <a16:creationId xmlns:a16="http://schemas.microsoft.com/office/drawing/2014/main" id="{C4D93547-1F90-4C8E-87F5-129D1C5CADE4}"/>
                </a:ext>
              </a:extLst>
            </p:cNvPr>
            <p:cNvSpPr/>
            <p:nvPr/>
          </p:nvSpPr>
          <p:spPr>
            <a:xfrm>
              <a:off x="2035547" y="1406265"/>
              <a:ext cx="381000" cy="485775"/>
            </a:xfrm>
            <a:custGeom>
              <a:avLst/>
              <a:gdLst>
                <a:gd name="connsiteX0" fmla="*/ -105 w 381000"/>
                <a:gd name="connsiteY0" fmla="*/ -87 h 485775"/>
                <a:gd name="connsiteX1" fmla="*/ 380895 w 381000"/>
                <a:gd name="connsiteY1" fmla="*/ -87 h 485775"/>
                <a:gd name="connsiteX2" fmla="*/ 380895 w 381000"/>
                <a:gd name="connsiteY2" fmla="*/ 485688 h 485775"/>
                <a:gd name="connsiteX3" fmla="*/ -105 w 381000"/>
                <a:gd name="connsiteY3" fmla="*/ 485688 h 485775"/>
              </a:gdLst>
              <a:ahLst/>
              <a:cxnLst>
                <a:cxn ang="0">
                  <a:pos x="connsiteX0" y="connsiteY0"/>
                </a:cxn>
                <a:cxn ang="0">
                  <a:pos x="connsiteX1" y="connsiteY1"/>
                </a:cxn>
                <a:cxn ang="0">
                  <a:pos x="connsiteX2" y="connsiteY2"/>
                </a:cxn>
                <a:cxn ang="0">
                  <a:pos x="connsiteX3" y="connsiteY3"/>
                </a:cxn>
              </a:cxnLst>
              <a:rect l="l" t="t" r="r" b="b"/>
              <a:pathLst>
                <a:path w="381000" h="485775">
                  <a:moveTo>
                    <a:pt x="-105" y="-87"/>
                  </a:moveTo>
                  <a:lnTo>
                    <a:pt x="380895" y="-87"/>
                  </a:lnTo>
                  <a:lnTo>
                    <a:pt x="380895" y="485688"/>
                  </a:lnTo>
                  <a:lnTo>
                    <a:pt x="-105" y="485688"/>
                  </a:lnTo>
                  <a:close/>
                </a:path>
              </a:pathLst>
            </a:custGeom>
            <a:solidFill>
              <a:srgbClr val="F19785"/>
            </a:solidFill>
            <a:ln w="9525" cap="flat">
              <a:noFill/>
              <a:prstDash val="solid"/>
              <a:miter/>
            </a:ln>
          </p:spPr>
          <p:txBody>
            <a:bodyPr rtlCol="0" anchor="ctr"/>
            <a:lstStyle/>
            <a:p>
              <a:endParaRPr lang="en-ID">
                <a:latin typeface="Quicksand" panose="00000500000000000000" pitchFamily="2" charset="0"/>
              </a:endParaRPr>
            </a:p>
          </p:txBody>
        </p:sp>
        <p:sp>
          <p:nvSpPr>
            <p:cNvPr id="10" name="Freeform: Shape 9">
              <a:extLst>
                <a:ext uri="{FF2B5EF4-FFF2-40B4-BE49-F238E27FC236}">
                  <a16:creationId xmlns:a16="http://schemas.microsoft.com/office/drawing/2014/main" id="{82924B66-AE23-4392-9602-76757F6113DE}"/>
                </a:ext>
              </a:extLst>
            </p:cNvPr>
            <p:cNvSpPr/>
            <p:nvPr/>
          </p:nvSpPr>
          <p:spPr>
            <a:xfrm>
              <a:off x="2721347" y="1587240"/>
              <a:ext cx="371475" cy="190500"/>
            </a:xfrm>
            <a:custGeom>
              <a:avLst/>
              <a:gdLst>
                <a:gd name="connsiteX0" fmla="*/ -105 w 371475"/>
                <a:gd name="connsiteY0" fmla="*/ -87 h 190500"/>
                <a:gd name="connsiteX1" fmla="*/ 371370 w 371475"/>
                <a:gd name="connsiteY1" fmla="*/ -87 h 190500"/>
                <a:gd name="connsiteX2" fmla="*/ 371370 w 371475"/>
                <a:gd name="connsiteY2" fmla="*/ 190413 h 190500"/>
                <a:gd name="connsiteX3" fmla="*/ -105 w 371475"/>
                <a:gd name="connsiteY3" fmla="*/ 190413 h 190500"/>
              </a:gdLst>
              <a:ahLst/>
              <a:cxnLst>
                <a:cxn ang="0">
                  <a:pos x="connsiteX0" y="connsiteY0"/>
                </a:cxn>
                <a:cxn ang="0">
                  <a:pos x="connsiteX1" y="connsiteY1"/>
                </a:cxn>
                <a:cxn ang="0">
                  <a:pos x="connsiteX2" y="connsiteY2"/>
                </a:cxn>
                <a:cxn ang="0">
                  <a:pos x="connsiteX3" y="connsiteY3"/>
                </a:cxn>
              </a:cxnLst>
              <a:rect l="l" t="t" r="r" b="b"/>
              <a:pathLst>
                <a:path w="371475" h="190500">
                  <a:moveTo>
                    <a:pt x="-105" y="-87"/>
                  </a:moveTo>
                  <a:lnTo>
                    <a:pt x="371370" y="-87"/>
                  </a:lnTo>
                  <a:lnTo>
                    <a:pt x="371370" y="190413"/>
                  </a:lnTo>
                  <a:lnTo>
                    <a:pt x="-105" y="190413"/>
                  </a:lnTo>
                  <a:close/>
                </a:path>
              </a:pathLst>
            </a:custGeom>
            <a:solidFill>
              <a:srgbClr val="F19785"/>
            </a:solidFill>
            <a:ln w="9525" cap="flat">
              <a:noFill/>
              <a:prstDash val="solid"/>
              <a:miter/>
            </a:ln>
          </p:spPr>
          <p:txBody>
            <a:bodyPr rtlCol="0" anchor="ctr"/>
            <a:lstStyle/>
            <a:p>
              <a:endParaRPr lang="en-ID">
                <a:latin typeface="Quicksand" panose="00000500000000000000" pitchFamily="2" charset="0"/>
              </a:endParaRPr>
            </a:p>
          </p:txBody>
        </p:sp>
        <p:sp>
          <p:nvSpPr>
            <p:cNvPr id="11" name="Freeform: Shape 10">
              <a:extLst>
                <a:ext uri="{FF2B5EF4-FFF2-40B4-BE49-F238E27FC236}">
                  <a16:creationId xmlns:a16="http://schemas.microsoft.com/office/drawing/2014/main" id="{B76EB094-FE8E-4087-BA80-A0E198429FE0}"/>
                </a:ext>
              </a:extLst>
            </p:cNvPr>
            <p:cNvSpPr/>
            <p:nvPr/>
          </p:nvSpPr>
          <p:spPr>
            <a:xfrm>
              <a:off x="3397622" y="1482465"/>
              <a:ext cx="381000" cy="514350"/>
            </a:xfrm>
            <a:custGeom>
              <a:avLst/>
              <a:gdLst>
                <a:gd name="connsiteX0" fmla="*/ -105 w 381000"/>
                <a:gd name="connsiteY0" fmla="*/ -87 h 514350"/>
                <a:gd name="connsiteX1" fmla="*/ 380895 w 381000"/>
                <a:gd name="connsiteY1" fmla="*/ -87 h 514350"/>
                <a:gd name="connsiteX2" fmla="*/ 380895 w 381000"/>
                <a:gd name="connsiteY2" fmla="*/ 514263 h 514350"/>
                <a:gd name="connsiteX3" fmla="*/ -105 w 381000"/>
                <a:gd name="connsiteY3" fmla="*/ 514263 h 514350"/>
              </a:gdLst>
              <a:ahLst/>
              <a:cxnLst>
                <a:cxn ang="0">
                  <a:pos x="connsiteX0" y="connsiteY0"/>
                </a:cxn>
                <a:cxn ang="0">
                  <a:pos x="connsiteX1" y="connsiteY1"/>
                </a:cxn>
                <a:cxn ang="0">
                  <a:pos x="connsiteX2" y="connsiteY2"/>
                </a:cxn>
                <a:cxn ang="0">
                  <a:pos x="connsiteX3" y="connsiteY3"/>
                </a:cxn>
              </a:cxnLst>
              <a:rect l="l" t="t" r="r" b="b"/>
              <a:pathLst>
                <a:path w="381000" h="514350">
                  <a:moveTo>
                    <a:pt x="-105" y="-87"/>
                  </a:moveTo>
                  <a:lnTo>
                    <a:pt x="380895" y="-87"/>
                  </a:lnTo>
                  <a:lnTo>
                    <a:pt x="380895" y="514263"/>
                  </a:lnTo>
                  <a:lnTo>
                    <a:pt x="-105" y="514263"/>
                  </a:lnTo>
                  <a:close/>
                </a:path>
              </a:pathLst>
            </a:custGeom>
            <a:solidFill>
              <a:srgbClr val="F19785"/>
            </a:solidFill>
            <a:ln w="9525" cap="flat">
              <a:noFill/>
              <a:prstDash val="solid"/>
              <a:miter/>
            </a:ln>
          </p:spPr>
          <p:txBody>
            <a:bodyPr rtlCol="0" anchor="ctr"/>
            <a:lstStyle/>
            <a:p>
              <a:endParaRPr lang="en-ID">
                <a:latin typeface="Quicksand" panose="00000500000000000000" pitchFamily="2" charset="0"/>
              </a:endParaRPr>
            </a:p>
          </p:txBody>
        </p:sp>
        <p:sp>
          <p:nvSpPr>
            <p:cNvPr id="12" name="Freeform: Shape 11">
              <a:extLst>
                <a:ext uri="{FF2B5EF4-FFF2-40B4-BE49-F238E27FC236}">
                  <a16:creationId xmlns:a16="http://schemas.microsoft.com/office/drawing/2014/main" id="{0B0E09EA-3DBA-404A-96E1-97C5B004D6F5}"/>
                </a:ext>
              </a:extLst>
            </p:cNvPr>
            <p:cNvSpPr/>
            <p:nvPr/>
          </p:nvSpPr>
          <p:spPr>
            <a:xfrm>
              <a:off x="1359272" y="1434840"/>
              <a:ext cx="371475" cy="257175"/>
            </a:xfrm>
            <a:custGeom>
              <a:avLst/>
              <a:gdLst>
                <a:gd name="connsiteX0" fmla="*/ -105 w 371475"/>
                <a:gd name="connsiteY0" fmla="*/ -87 h 257175"/>
                <a:gd name="connsiteX1" fmla="*/ 371370 w 371475"/>
                <a:gd name="connsiteY1" fmla="*/ -87 h 257175"/>
                <a:gd name="connsiteX2" fmla="*/ 371370 w 371475"/>
                <a:gd name="connsiteY2" fmla="*/ 257088 h 257175"/>
                <a:gd name="connsiteX3" fmla="*/ -105 w 371475"/>
                <a:gd name="connsiteY3" fmla="*/ 257088 h 257175"/>
              </a:gdLst>
              <a:ahLst/>
              <a:cxnLst>
                <a:cxn ang="0">
                  <a:pos x="connsiteX0" y="connsiteY0"/>
                </a:cxn>
                <a:cxn ang="0">
                  <a:pos x="connsiteX1" y="connsiteY1"/>
                </a:cxn>
                <a:cxn ang="0">
                  <a:pos x="connsiteX2" y="connsiteY2"/>
                </a:cxn>
                <a:cxn ang="0">
                  <a:pos x="connsiteX3" y="connsiteY3"/>
                </a:cxn>
              </a:cxnLst>
              <a:rect l="l" t="t" r="r" b="b"/>
              <a:pathLst>
                <a:path w="371475" h="257175">
                  <a:moveTo>
                    <a:pt x="-105" y="-87"/>
                  </a:moveTo>
                  <a:lnTo>
                    <a:pt x="371370" y="-87"/>
                  </a:lnTo>
                  <a:lnTo>
                    <a:pt x="371370" y="257088"/>
                  </a:lnTo>
                  <a:lnTo>
                    <a:pt x="-105" y="257088"/>
                  </a:lnTo>
                  <a:close/>
                </a:path>
              </a:pathLst>
            </a:custGeom>
            <a:solidFill>
              <a:srgbClr val="F19785"/>
            </a:solidFill>
            <a:ln w="9525" cap="flat">
              <a:noFill/>
              <a:prstDash val="solid"/>
              <a:miter/>
            </a:ln>
          </p:spPr>
          <p:txBody>
            <a:bodyPr rtlCol="0" anchor="ctr"/>
            <a:lstStyle/>
            <a:p>
              <a:endParaRPr lang="en-ID">
                <a:latin typeface="Quicksand" panose="00000500000000000000" pitchFamily="2" charset="0"/>
              </a:endParaRPr>
            </a:p>
          </p:txBody>
        </p:sp>
        <p:sp>
          <p:nvSpPr>
            <p:cNvPr id="13" name="Freeform: Shape 12">
              <a:extLst>
                <a:ext uri="{FF2B5EF4-FFF2-40B4-BE49-F238E27FC236}">
                  <a16:creationId xmlns:a16="http://schemas.microsoft.com/office/drawing/2014/main" id="{A0905445-4111-4CE8-B3E1-B74A08DFE115}"/>
                </a:ext>
              </a:extLst>
            </p:cNvPr>
            <p:cNvSpPr/>
            <p:nvPr/>
          </p:nvSpPr>
          <p:spPr>
            <a:xfrm>
              <a:off x="1202109" y="2163502"/>
              <a:ext cx="2724150" cy="9525"/>
            </a:xfrm>
            <a:custGeom>
              <a:avLst/>
              <a:gdLst>
                <a:gd name="connsiteX0" fmla="*/ -105 w 2724150"/>
                <a:gd name="connsiteY0" fmla="*/ -87 h 9525"/>
                <a:gd name="connsiteX1" fmla="*/ 2724045 w 2724150"/>
                <a:gd name="connsiteY1" fmla="*/ -87 h 9525"/>
              </a:gdLst>
              <a:ahLst/>
              <a:cxnLst>
                <a:cxn ang="0">
                  <a:pos x="connsiteX0" y="connsiteY0"/>
                </a:cxn>
                <a:cxn ang="0">
                  <a:pos x="connsiteX1" y="connsiteY1"/>
                </a:cxn>
              </a:cxnLst>
              <a:rect l="l" t="t" r="r" b="b"/>
              <a:pathLst>
                <a:path w="2724150" h="9525">
                  <a:moveTo>
                    <a:pt x="-105" y="-87"/>
                  </a:moveTo>
                  <a:lnTo>
                    <a:pt x="2724045" y="-87"/>
                  </a:lnTo>
                </a:path>
              </a:pathLst>
            </a:custGeom>
            <a:noFill/>
            <a:ln w="9525" cap="flat">
              <a:solidFill>
                <a:srgbClr val="D9D9D9"/>
              </a:solidFill>
              <a:prstDash val="solid"/>
              <a:round/>
            </a:ln>
          </p:spPr>
          <p:txBody>
            <a:bodyPr rtlCol="0" anchor="ctr"/>
            <a:lstStyle/>
            <a:p>
              <a:endParaRPr lang="en-ID">
                <a:latin typeface="Quicksand" panose="00000500000000000000" pitchFamily="2" charset="0"/>
              </a:endParaRPr>
            </a:p>
          </p:txBody>
        </p:sp>
        <p:sp>
          <p:nvSpPr>
            <p:cNvPr id="14" name="TextBox 13">
              <a:extLst>
                <a:ext uri="{FF2B5EF4-FFF2-40B4-BE49-F238E27FC236}">
                  <a16:creationId xmlns:a16="http://schemas.microsoft.com/office/drawing/2014/main" id="{76115728-5A5F-4E3C-83DF-59011FA6FC01}"/>
                </a:ext>
              </a:extLst>
            </p:cNvPr>
            <p:cNvSpPr txBox="1"/>
            <p:nvPr/>
          </p:nvSpPr>
          <p:spPr>
            <a:xfrm>
              <a:off x="896433" y="2027295"/>
              <a:ext cx="276038" cy="276999"/>
            </a:xfrm>
            <a:prstGeom prst="rect">
              <a:avLst/>
            </a:prstGeom>
            <a:noFill/>
          </p:spPr>
          <p:txBody>
            <a:bodyPr wrap="none" rtlCol="0">
              <a:spAutoFit/>
            </a:bodyPr>
            <a:lstStyle/>
            <a:p>
              <a:pPr algn="l"/>
              <a:r>
                <a:rPr lang="en-ID" sz="1200" spc="0" baseline="0">
                  <a:solidFill>
                    <a:srgbClr val="262626"/>
                  </a:solidFill>
                  <a:latin typeface="Quicksand" panose="00000500000000000000" pitchFamily="2" charset="0"/>
                  <a:sym typeface="Arial"/>
                  <a:rtl val="0"/>
                </a:rPr>
                <a:t>0</a:t>
              </a:r>
            </a:p>
          </p:txBody>
        </p:sp>
        <p:sp>
          <p:nvSpPr>
            <p:cNvPr id="15" name="TextBox 14">
              <a:extLst>
                <a:ext uri="{FF2B5EF4-FFF2-40B4-BE49-F238E27FC236}">
                  <a16:creationId xmlns:a16="http://schemas.microsoft.com/office/drawing/2014/main" id="{2B5EDB8A-396F-45F9-A7A1-3D58429566D4}"/>
                </a:ext>
              </a:extLst>
            </p:cNvPr>
            <p:cNvSpPr txBox="1"/>
            <p:nvPr/>
          </p:nvSpPr>
          <p:spPr>
            <a:xfrm>
              <a:off x="896433" y="1808220"/>
              <a:ext cx="271228" cy="276999"/>
            </a:xfrm>
            <a:prstGeom prst="rect">
              <a:avLst/>
            </a:prstGeom>
            <a:noFill/>
          </p:spPr>
          <p:txBody>
            <a:bodyPr wrap="none" rtlCol="0">
              <a:spAutoFit/>
            </a:bodyPr>
            <a:lstStyle/>
            <a:p>
              <a:pPr algn="l"/>
              <a:r>
                <a:rPr lang="en-ID" sz="1200" spc="0" baseline="0">
                  <a:solidFill>
                    <a:srgbClr val="262626"/>
                  </a:solidFill>
                  <a:latin typeface="Quicksand" panose="00000500000000000000" pitchFamily="2" charset="0"/>
                  <a:sym typeface="Arial"/>
                  <a:rtl val="0"/>
                </a:rPr>
                <a:t>2</a:t>
              </a:r>
            </a:p>
          </p:txBody>
        </p:sp>
        <p:sp>
          <p:nvSpPr>
            <p:cNvPr id="16" name="TextBox 15">
              <a:extLst>
                <a:ext uri="{FF2B5EF4-FFF2-40B4-BE49-F238E27FC236}">
                  <a16:creationId xmlns:a16="http://schemas.microsoft.com/office/drawing/2014/main" id="{750765E1-6CD3-4BF0-A063-95B1D45C7EB7}"/>
                </a:ext>
              </a:extLst>
            </p:cNvPr>
            <p:cNvSpPr txBox="1"/>
            <p:nvPr/>
          </p:nvSpPr>
          <p:spPr>
            <a:xfrm>
              <a:off x="896433" y="1589145"/>
              <a:ext cx="269626" cy="276999"/>
            </a:xfrm>
            <a:prstGeom prst="rect">
              <a:avLst/>
            </a:prstGeom>
            <a:noFill/>
          </p:spPr>
          <p:txBody>
            <a:bodyPr wrap="none" rtlCol="0">
              <a:spAutoFit/>
            </a:bodyPr>
            <a:lstStyle/>
            <a:p>
              <a:pPr algn="l"/>
              <a:r>
                <a:rPr lang="en-ID" sz="1200" spc="0" baseline="0">
                  <a:solidFill>
                    <a:srgbClr val="262626"/>
                  </a:solidFill>
                  <a:latin typeface="Quicksand" panose="00000500000000000000" pitchFamily="2" charset="0"/>
                  <a:sym typeface="Arial"/>
                  <a:rtl val="0"/>
                </a:rPr>
                <a:t>4</a:t>
              </a:r>
            </a:p>
          </p:txBody>
        </p:sp>
        <p:sp>
          <p:nvSpPr>
            <p:cNvPr id="17" name="TextBox 16">
              <a:extLst>
                <a:ext uri="{FF2B5EF4-FFF2-40B4-BE49-F238E27FC236}">
                  <a16:creationId xmlns:a16="http://schemas.microsoft.com/office/drawing/2014/main" id="{4C0853C1-06BB-4D5A-BA6F-7641E8C610AF}"/>
                </a:ext>
              </a:extLst>
            </p:cNvPr>
            <p:cNvSpPr txBox="1"/>
            <p:nvPr/>
          </p:nvSpPr>
          <p:spPr>
            <a:xfrm>
              <a:off x="896433" y="1370070"/>
              <a:ext cx="268022" cy="276999"/>
            </a:xfrm>
            <a:prstGeom prst="rect">
              <a:avLst/>
            </a:prstGeom>
            <a:noFill/>
          </p:spPr>
          <p:txBody>
            <a:bodyPr wrap="none" rtlCol="0">
              <a:spAutoFit/>
            </a:bodyPr>
            <a:lstStyle/>
            <a:p>
              <a:pPr algn="l"/>
              <a:r>
                <a:rPr lang="en-ID" sz="1200" spc="0" baseline="0">
                  <a:solidFill>
                    <a:srgbClr val="262626"/>
                  </a:solidFill>
                  <a:latin typeface="Quicksand" panose="00000500000000000000" pitchFamily="2" charset="0"/>
                  <a:sym typeface="Arial"/>
                  <a:rtl val="0"/>
                </a:rPr>
                <a:t>6</a:t>
              </a:r>
            </a:p>
          </p:txBody>
        </p:sp>
        <p:sp>
          <p:nvSpPr>
            <p:cNvPr id="18" name="TextBox 17">
              <a:extLst>
                <a:ext uri="{FF2B5EF4-FFF2-40B4-BE49-F238E27FC236}">
                  <a16:creationId xmlns:a16="http://schemas.microsoft.com/office/drawing/2014/main" id="{BE049DA9-A0C8-4FD4-9148-F0225193BE9A}"/>
                </a:ext>
              </a:extLst>
            </p:cNvPr>
            <p:cNvSpPr txBox="1"/>
            <p:nvPr/>
          </p:nvSpPr>
          <p:spPr>
            <a:xfrm>
              <a:off x="896433" y="1160520"/>
              <a:ext cx="271228" cy="276999"/>
            </a:xfrm>
            <a:prstGeom prst="rect">
              <a:avLst/>
            </a:prstGeom>
            <a:noFill/>
          </p:spPr>
          <p:txBody>
            <a:bodyPr wrap="none" rtlCol="0">
              <a:spAutoFit/>
            </a:bodyPr>
            <a:lstStyle/>
            <a:p>
              <a:pPr algn="l"/>
              <a:r>
                <a:rPr lang="en-ID" sz="1200" spc="0" baseline="0">
                  <a:solidFill>
                    <a:srgbClr val="262626"/>
                  </a:solidFill>
                  <a:latin typeface="Quicksand" panose="00000500000000000000" pitchFamily="2" charset="0"/>
                  <a:sym typeface="Arial"/>
                  <a:rtl val="0"/>
                </a:rPr>
                <a:t>8</a:t>
              </a:r>
            </a:p>
          </p:txBody>
        </p:sp>
        <p:sp>
          <p:nvSpPr>
            <p:cNvPr id="19" name="TextBox 18">
              <a:extLst>
                <a:ext uri="{FF2B5EF4-FFF2-40B4-BE49-F238E27FC236}">
                  <a16:creationId xmlns:a16="http://schemas.microsoft.com/office/drawing/2014/main" id="{937F094D-DE86-4A8F-8136-B7D9B838C90F}"/>
                </a:ext>
              </a:extLst>
            </p:cNvPr>
            <p:cNvSpPr txBox="1"/>
            <p:nvPr/>
          </p:nvSpPr>
          <p:spPr>
            <a:xfrm>
              <a:off x="1194718" y="2208270"/>
              <a:ext cx="678391" cy="276999"/>
            </a:xfrm>
            <a:prstGeom prst="rect">
              <a:avLst/>
            </a:prstGeom>
            <a:noFill/>
          </p:spPr>
          <p:txBody>
            <a:bodyPr wrap="none" rtlCol="0">
              <a:spAutoFit/>
            </a:bodyPr>
            <a:lstStyle/>
            <a:p>
              <a:pPr algn="l"/>
              <a:r>
                <a:rPr lang="en-ID" sz="1200" spc="0" baseline="0">
                  <a:solidFill>
                    <a:srgbClr val="262626"/>
                  </a:solidFill>
                  <a:latin typeface="Quicksand" panose="00000500000000000000" pitchFamily="2" charset="0"/>
                  <a:sym typeface="Arial"/>
                  <a:rtl val="0"/>
                </a:rPr>
                <a:t>Week 1</a:t>
              </a:r>
            </a:p>
          </p:txBody>
        </p:sp>
        <p:sp>
          <p:nvSpPr>
            <p:cNvPr id="20" name="TextBox 19">
              <a:extLst>
                <a:ext uri="{FF2B5EF4-FFF2-40B4-BE49-F238E27FC236}">
                  <a16:creationId xmlns:a16="http://schemas.microsoft.com/office/drawing/2014/main" id="{35F6E0D2-EE34-431B-86A2-60E68ECD6F48}"/>
                </a:ext>
              </a:extLst>
            </p:cNvPr>
            <p:cNvSpPr txBox="1"/>
            <p:nvPr/>
          </p:nvSpPr>
          <p:spPr>
            <a:xfrm>
              <a:off x="1876012" y="2208270"/>
              <a:ext cx="713657" cy="276999"/>
            </a:xfrm>
            <a:prstGeom prst="rect">
              <a:avLst/>
            </a:prstGeom>
            <a:noFill/>
          </p:spPr>
          <p:txBody>
            <a:bodyPr wrap="none" rtlCol="0">
              <a:spAutoFit/>
            </a:bodyPr>
            <a:lstStyle/>
            <a:p>
              <a:pPr algn="l"/>
              <a:r>
                <a:rPr lang="en-ID" sz="1200" spc="0" baseline="0">
                  <a:solidFill>
                    <a:srgbClr val="262626"/>
                  </a:solidFill>
                  <a:latin typeface="Quicksand" panose="00000500000000000000" pitchFamily="2" charset="0"/>
                  <a:sym typeface="Arial"/>
                  <a:rtl val="0"/>
                </a:rPr>
                <a:t>Week 2</a:t>
              </a:r>
            </a:p>
          </p:txBody>
        </p:sp>
        <p:sp>
          <p:nvSpPr>
            <p:cNvPr id="21" name="TextBox 20">
              <a:extLst>
                <a:ext uri="{FF2B5EF4-FFF2-40B4-BE49-F238E27FC236}">
                  <a16:creationId xmlns:a16="http://schemas.microsoft.com/office/drawing/2014/main" id="{7AB7CCD3-690A-43F2-9207-C97752AD99C3}"/>
                </a:ext>
              </a:extLst>
            </p:cNvPr>
            <p:cNvSpPr txBox="1"/>
            <p:nvPr/>
          </p:nvSpPr>
          <p:spPr>
            <a:xfrm>
              <a:off x="2557307" y="2208270"/>
              <a:ext cx="707245" cy="276999"/>
            </a:xfrm>
            <a:prstGeom prst="rect">
              <a:avLst/>
            </a:prstGeom>
            <a:noFill/>
          </p:spPr>
          <p:txBody>
            <a:bodyPr wrap="none" rtlCol="0">
              <a:spAutoFit/>
            </a:bodyPr>
            <a:lstStyle/>
            <a:p>
              <a:pPr algn="l"/>
              <a:r>
                <a:rPr lang="en-ID" sz="1200" spc="0" baseline="0">
                  <a:solidFill>
                    <a:srgbClr val="262626"/>
                  </a:solidFill>
                  <a:latin typeface="Quicksand" panose="00000500000000000000" pitchFamily="2" charset="0"/>
                  <a:sym typeface="Arial"/>
                  <a:rtl val="0"/>
                </a:rPr>
                <a:t>Week 3</a:t>
              </a:r>
            </a:p>
          </p:txBody>
        </p:sp>
        <p:sp>
          <p:nvSpPr>
            <p:cNvPr id="22" name="TextBox 21">
              <a:extLst>
                <a:ext uri="{FF2B5EF4-FFF2-40B4-BE49-F238E27FC236}">
                  <a16:creationId xmlns:a16="http://schemas.microsoft.com/office/drawing/2014/main" id="{234B730F-2082-4DFC-BFBA-74D39228FDA4}"/>
                </a:ext>
              </a:extLst>
            </p:cNvPr>
            <p:cNvSpPr txBox="1"/>
            <p:nvPr/>
          </p:nvSpPr>
          <p:spPr>
            <a:xfrm>
              <a:off x="3238592" y="2208270"/>
              <a:ext cx="712054" cy="276999"/>
            </a:xfrm>
            <a:prstGeom prst="rect">
              <a:avLst/>
            </a:prstGeom>
            <a:noFill/>
          </p:spPr>
          <p:txBody>
            <a:bodyPr wrap="none" rtlCol="0">
              <a:spAutoFit/>
            </a:bodyPr>
            <a:lstStyle/>
            <a:p>
              <a:pPr algn="l"/>
              <a:r>
                <a:rPr lang="en-ID" sz="1200" spc="0" baseline="0">
                  <a:solidFill>
                    <a:srgbClr val="262626"/>
                  </a:solidFill>
                  <a:latin typeface="Quicksand" panose="00000500000000000000" pitchFamily="2" charset="0"/>
                  <a:sym typeface="Arial"/>
                  <a:rtl val="0"/>
                </a:rPr>
                <a:t>Week 4</a:t>
              </a:r>
            </a:p>
          </p:txBody>
        </p:sp>
        <p:sp>
          <p:nvSpPr>
            <p:cNvPr id="23" name="TextBox 22">
              <a:extLst>
                <a:ext uri="{FF2B5EF4-FFF2-40B4-BE49-F238E27FC236}">
                  <a16:creationId xmlns:a16="http://schemas.microsoft.com/office/drawing/2014/main" id="{F4CB22B3-8003-4CFC-9C40-8508EB2B0A0F}"/>
                </a:ext>
              </a:extLst>
            </p:cNvPr>
            <p:cNvSpPr txBox="1"/>
            <p:nvPr/>
          </p:nvSpPr>
          <p:spPr>
            <a:xfrm>
              <a:off x="2112832" y="722370"/>
              <a:ext cx="1016625" cy="380873"/>
            </a:xfrm>
            <a:prstGeom prst="rect">
              <a:avLst/>
            </a:prstGeom>
            <a:noFill/>
          </p:spPr>
          <p:txBody>
            <a:bodyPr wrap="none" rtlCol="0">
              <a:spAutoFit/>
            </a:bodyPr>
            <a:lstStyle/>
            <a:p>
              <a:pPr algn="l"/>
              <a:r>
                <a:rPr lang="en-ID" sz="1875" b="1" spc="0" baseline="0">
                  <a:solidFill>
                    <a:srgbClr val="E85134"/>
                  </a:solidFill>
                  <a:latin typeface="Quicksand" panose="00000500000000000000" pitchFamily="2" charset="0"/>
                  <a:sym typeface="Quicksand"/>
                  <a:rtl val="0"/>
                </a:rPr>
                <a:t>Data 01</a:t>
              </a:r>
            </a:p>
          </p:txBody>
        </p:sp>
      </p:grpSp>
      <p:grpSp>
        <p:nvGrpSpPr>
          <p:cNvPr id="50" name="Graphic 1">
            <a:extLst>
              <a:ext uri="{FF2B5EF4-FFF2-40B4-BE49-F238E27FC236}">
                <a16:creationId xmlns:a16="http://schemas.microsoft.com/office/drawing/2014/main" id="{EF8FB18C-86ED-4169-9257-E18A1F9A5B54}"/>
              </a:ext>
            </a:extLst>
          </p:cNvPr>
          <p:cNvGrpSpPr/>
          <p:nvPr/>
        </p:nvGrpSpPr>
        <p:grpSpPr>
          <a:xfrm>
            <a:off x="5212046" y="2865339"/>
            <a:ext cx="3054213" cy="1762899"/>
            <a:chOff x="896433" y="722370"/>
            <a:chExt cx="3054213" cy="1762899"/>
          </a:xfrm>
        </p:grpSpPr>
        <p:sp>
          <p:nvSpPr>
            <p:cNvPr id="51" name="Freeform: Shape 50">
              <a:extLst>
                <a:ext uri="{FF2B5EF4-FFF2-40B4-BE49-F238E27FC236}">
                  <a16:creationId xmlns:a16="http://schemas.microsoft.com/office/drawing/2014/main" id="{13AB7556-3D96-4A38-99A3-CD3E75806EDD}"/>
                </a:ext>
              </a:extLst>
            </p:cNvPr>
            <p:cNvSpPr/>
            <p:nvPr/>
          </p:nvSpPr>
          <p:spPr>
            <a:xfrm>
              <a:off x="1202109" y="1287202"/>
              <a:ext cx="2724150" cy="657225"/>
            </a:xfrm>
            <a:custGeom>
              <a:avLst/>
              <a:gdLst>
                <a:gd name="connsiteX0" fmla="*/ -105 w 2724150"/>
                <a:gd name="connsiteY0" fmla="*/ 657138 h 657225"/>
                <a:gd name="connsiteX1" fmla="*/ 2724045 w 2724150"/>
                <a:gd name="connsiteY1" fmla="*/ 657138 h 657225"/>
                <a:gd name="connsiteX2" fmla="*/ -105 w 2724150"/>
                <a:gd name="connsiteY2" fmla="*/ 438063 h 657225"/>
                <a:gd name="connsiteX3" fmla="*/ 2724045 w 2724150"/>
                <a:gd name="connsiteY3" fmla="*/ 438063 h 657225"/>
                <a:gd name="connsiteX4" fmla="*/ -105 w 2724150"/>
                <a:gd name="connsiteY4" fmla="*/ 218988 h 657225"/>
                <a:gd name="connsiteX5" fmla="*/ 2724045 w 2724150"/>
                <a:gd name="connsiteY5" fmla="*/ 218988 h 657225"/>
                <a:gd name="connsiteX6" fmla="*/ -105 w 2724150"/>
                <a:gd name="connsiteY6" fmla="*/ -87 h 657225"/>
                <a:gd name="connsiteX7" fmla="*/ 2724045 w 2724150"/>
                <a:gd name="connsiteY7" fmla="*/ -87 h 657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24150" h="657225">
                  <a:moveTo>
                    <a:pt x="-105" y="657138"/>
                  </a:moveTo>
                  <a:lnTo>
                    <a:pt x="2724045" y="657138"/>
                  </a:lnTo>
                  <a:moveTo>
                    <a:pt x="-105" y="438063"/>
                  </a:moveTo>
                  <a:lnTo>
                    <a:pt x="2724045" y="438063"/>
                  </a:lnTo>
                  <a:moveTo>
                    <a:pt x="-105" y="218988"/>
                  </a:moveTo>
                  <a:lnTo>
                    <a:pt x="2724045" y="218988"/>
                  </a:lnTo>
                  <a:moveTo>
                    <a:pt x="-105" y="-87"/>
                  </a:moveTo>
                  <a:lnTo>
                    <a:pt x="2724045" y="-87"/>
                  </a:lnTo>
                </a:path>
              </a:pathLst>
            </a:custGeom>
            <a:noFill/>
            <a:ln w="9525" cap="flat">
              <a:solidFill>
                <a:srgbClr val="D9D9D9"/>
              </a:solidFill>
              <a:prstDash val="solid"/>
              <a:round/>
            </a:ln>
          </p:spPr>
          <p:txBody>
            <a:bodyPr rtlCol="0" anchor="ctr"/>
            <a:lstStyle/>
            <a:p>
              <a:endParaRPr lang="en-ID">
                <a:latin typeface="Quicksand" panose="00000500000000000000" pitchFamily="2" charset="0"/>
              </a:endParaRPr>
            </a:p>
          </p:txBody>
        </p:sp>
        <p:sp>
          <p:nvSpPr>
            <p:cNvPr id="52" name="Freeform: Shape 51">
              <a:extLst>
                <a:ext uri="{FF2B5EF4-FFF2-40B4-BE49-F238E27FC236}">
                  <a16:creationId xmlns:a16="http://schemas.microsoft.com/office/drawing/2014/main" id="{B13AC2D0-9393-4224-B1B8-BAA0F7FF2D69}"/>
                </a:ext>
              </a:extLst>
            </p:cNvPr>
            <p:cNvSpPr/>
            <p:nvPr/>
          </p:nvSpPr>
          <p:spPr>
            <a:xfrm>
              <a:off x="2035547" y="1892040"/>
              <a:ext cx="381000" cy="266700"/>
            </a:xfrm>
            <a:custGeom>
              <a:avLst/>
              <a:gdLst>
                <a:gd name="connsiteX0" fmla="*/ -105 w 381000"/>
                <a:gd name="connsiteY0" fmla="*/ -87 h 266700"/>
                <a:gd name="connsiteX1" fmla="*/ 380895 w 381000"/>
                <a:gd name="connsiteY1" fmla="*/ -87 h 266700"/>
                <a:gd name="connsiteX2" fmla="*/ 380895 w 381000"/>
                <a:gd name="connsiteY2" fmla="*/ 266613 h 266700"/>
                <a:gd name="connsiteX3" fmla="*/ -105 w 381000"/>
                <a:gd name="connsiteY3" fmla="*/ 266613 h 266700"/>
              </a:gdLst>
              <a:ahLst/>
              <a:cxnLst>
                <a:cxn ang="0">
                  <a:pos x="connsiteX0" y="connsiteY0"/>
                </a:cxn>
                <a:cxn ang="0">
                  <a:pos x="connsiteX1" y="connsiteY1"/>
                </a:cxn>
                <a:cxn ang="0">
                  <a:pos x="connsiteX2" y="connsiteY2"/>
                </a:cxn>
                <a:cxn ang="0">
                  <a:pos x="connsiteX3" y="connsiteY3"/>
                </a:cxn>
              </a:cxnLst>
              <a:rect l="l" t="t" r="r" b="b"/>
              <a:pathLst>
                <a:path w="381000" h="266700">
                  <a:moveTo>
                    <a:pt x="-105" y="-87"/>
                  </a:moveTo>
                  <a:lnTo>
                    <a:pt x="380895" y="-87"/>
                  </a:lnTo>
                  <a:lnTo>
                    <a:pt x="380895" y="266613"/>
                  </a:lnTo>
                  <a:lnTo>
                    <a:pt x="-105" y="266613"/>
                  </a:lnTo>
                  <a:close/>
                </a:path>
              </a:pathLst>
            </a:custGeom>
            <a:solidFill>
              <a:srgbClr val="F3A616"/>
            </a:solidFill>
            <a:ln w="9525" cap="flat">
              <a:noFill/>
              <a:prstDash val="solid"/>
              <a:miter/>
            </a:ln>
          </p:spPr>
          <p:txBody>
            <a:bodyPr rtlCol="0" anchor="ctr"/>
            <a:lstStyle/>
            <a:p>
              <a:endParaRPr lang="en-ID">
                <a:latin typeface="Quicksand" panose="00000500000000000000" pitchFamily="2" charset="0"/>
              </a:endParaRPr>
            </a:p>
          </p:txBody>
        </p:sp>
        <p:sp>
          <p:nvSpPr>
            <p:cNvPr id="53" name="Freeform: Shape 52">
              <a:extLst>
                <a:ext uri="{FF2B5EF4-FFF2-40B4-BE49-F238E27FC236}">
                  <a16:creationId xmlns:a16="http://schemas.microsoft.com/office/drawing/2014/main" id="{60334E3C-8012-414C-B6E7-D41097D3B4CF}"/>
                </a:ext>
              </a:extLst>
            </p:cNvPr>
            <p:cNvSpPr/>
            <p:nvPr/>
          </p:nvSpPr>
          <p:spPr>
            <a:xfrm>
              <a:off x="2721347" y="1777740"/>
              <a:ext cx="371475" cy="381000"/>
            </a:xfrm>
            <a:custGeom>
              <a:avLst/>
              <a:gdLst>
                <a:gd name="connsiteX0" fmla="*/ -105 w 371475"/>
                <a:gd name="connsiteY0" fmla="*/ -87 h 381000"/>
                <a:gd name="connsiteX1" fmla="*/ 371370 w 371475"/>
                <a:gd name="connsiteY1" fmla="*/ -87 h 381000"/>
                <a:gd name="connsiteX2" fmla="*/ 371370 w 371475"/>
                <a:gd name="connsiteY2" fmla="*/ 380913 h 381000"/>
                <a:gd name="connsiteX3" fmla="*/ -105 w 371475"/>
                <a:gd name="connsiteY3" fmla="*/ 380913 h 381000"/>
              </a:gdLst>
              <a:ahLst/>
              <a:cxnLst>
                <a:cxn ang="0">
                  <a:pos x="connsiteX0" y="connsiteY0"/>
                </a:cxn>
                <a:cxn ang="0">
                  <a:pos x="connsiteX1" y="connsiteY1"/>
                </a:cxn>
                <a:cxn ang="0">
                  <a:pos x="connsiteX2" y="connsiteY2"/>
                </a:cxn>
                <a:cxn ang="0">
                  <a:pos x="connsiteX3" y="connsiteY3"/>
                </a:cxn>
              </a:cxnLst>
              <a:rect l="l" t="t" r="r" b="b"/>
              <a:pathLst>
                <a:path w="371475" h="381000">
                  <a:moveTo>
                    <a:pt x="-105" y="-87"/>
                  </a:moveTo>
                  <a:lnTo>
                    <a:pt x="371370" y="-87"/>
                  </a:lnTo>
                  <a:lnTo>
                    <a:pt x="371370" y="380913"/>
                  </a:lnTo>
                  <a:lnTo>
                    <a:pt x="-105" y="380913"/>
                  </a:lnTo>
                  <a:close/>
                </a:path>
              </a:pathLst>
            </a:custGeom>
            <a:solidFill>
              <a:srgbClr val="F3A616"/>
            </a:solidFill>
            <a:ln w="9525" cap="flat">
              <a:noFill/>
              <a:prstDash val="solid"/>
              <a:miter/>
            </a:ln>
          </p:spPr>
          <p:txBody>
            <a:bodyPr rtlCol="0" anchor="ctr"/>
            <a:lstStyle/>
            <a:p>
              <a:endParaRPr lang="en-ID">
                <a:latin typeface="Quicksand" panose="00000500000000000000" pitchFamily="2" charset="0"/>
              </a:endParaRPr>
            </a:p>
          </p:txBody>
        </p:sp>
        <p:sp>
          <p:nvSpPr>
            <p:cNvPr id="54" name="Freeform: Shape 53">
              <a:extLst>
                <a:ext uri="{FF2B5EF4-FFF2-40B4-BE49-F238E27FC236}">
                  <a16:creationId xmlns:a16="http://schemas.microsoft.com/office/drawing/2014/main" id="{3A7952F7-50FF-487F-B2FF-4683B9DB0D00}"/>
                </a:ext>
              </a:extLst>
            </p:cNvPr>
            <p:cNvSpPr/>
            <p:nvPr/>
          </p:nvSpPr>
          <p:spPr>
            <a:xfrm>
              <a:off x="3397622" y="1996815"/>
              <a:ext cx="381000" cy="161925"/>
            </a:xfrm>
            <a:custGeom>
              <a:avLst/>
              <a:gdLst>
                <a:gd name="connsiteX0" fmla="*/ -105 w 381000"/>
                <a:gd name="connsiteY0" fmla="*/ -87 h 161925"/>
                <a:gd name="connsiteX1" fmla="*/ 380895 w 381000"/>
                <a:gd name="connsiteY1" fmla="*/ -87 h 161925"/>
                <a:gd name="connsiteX2" fmla="*/ 380895 w 381000"/>
                <a:gd name="connsiteY2" fmla="*/ 161838 h 161925"/>
                <a:gd name="connsiteX3" fmla="*/ -105 w 381000"/>
                <a:gd name="connsiteY3" fmla="*/ 161838 h 161925"/>
              </a:gdLst>
              <a:ahLst/>
              <a:cxnLst>
                <a:cxn ang="0">
                  <a:pos x="connsiteX0" y="connsiteY0"/>
                </a:cxn>
                <a:cxn ang="0">
                  <a:pos x="connsiteX1" y="connsiteY1"/>
                </a:cxn>
                <a:cxn ang="0">
                  <a:pos x="connsiteX2" y="connsiteY2"/>
                </a:cxn>
                <a:cxn ang="0">
                  <a:pos x="connsiteX3" y="connsiteY3"/>
                </a:cxn>
              </a:cxnLst>
              <a:rect l="l" t="t" r="r" b="b"/>
              <a:pathLst>
                <a:path w="381000" h="161925">
                  <a:moveTo>
                    <a:pt x="-105" y="-87"/>
                  </a:moveTo>
                  <a:lnTo>
                    <a:pt x="380895" y="-87"/>
                  </a:lnTo>
                  <a:lnTo>
                    <a:pt x="380895" y="161838"/>
                  </a:lnTo>
                  <a:lnTo>
                    <a:pt x="-105" y="161838"/>
                  </a:lnTo>
                  <a:close/>
                </a:path>
              </a:pathLst>
            </a:custGeom>
            <a:solidFill>
              <a:srgbClr val="F3A616"/>
            </a:solidFill>
            <a:ln w="9525" cap="flat">
              <a:noFill/>
              <a:prstDash val="solid"/>
              <a:miter/>
            </a:ln>
          </p:spPr>
          <p:txBody>
            <a:bodyPr rtlCol="0" anchor="ctr"/>
            <a:lstStyle/>
            <a:p>
              <a:endParaRPr lang="en-ID">
                <a:latin typeface="Quicksand" panose="00000500000000000000" pitchFamily="2" charset="0"/>
              </a:endParaRPr>
            </a:p>
          </p:txBody>
        </p:sp>
        <p:sp>
          <p:nvSpPr>
            <p:cNvPr id="55" name="Freeform: Shape 54">
              <a:extLst>
                <a:ext uri="{FF2B5EF4-FFF2-40B4-BE49-F238E27FC236}">
                  <a16:creationId xmlns:a16="http://schemas.microsoft.com/office/drawing/2014/main" id="{5F041681-DFAC-43FC-8ECC-75D7AA028675}"/>
                </a:ext>
              </a:extLst>
            </p:cNvPr>
            <p:cNvSpPr/>
            <p:nvPr/>
          </p:nvSpPr>
          <p:spPr>
            <a:xfrm>
              <a:off x="1359272" y="1692015"/>
              <a:ext cx="371475" cy="466725"/>
            </a:xfrm>
            <a:custGeom>
              <a:avLst/>
              <a:gdLst>
                <a:gd name="connsiteX0" fmla="*/ -105 w 371475"/>
                <a:gd name="connsiteY0" fmla="*/ -87 h 466725"/>
                <a:gd name="connsiteX1" fmla="*/ 371370 w 371475"/>
                <a:gd name="connsiteY1" fmla="*/ -87 h 466725"/>
                <a:gd name="connsiteX2" fmla="*/ 371370 w 371475"/>
                <a:gd name="connsiteY2" fmla="*/ 466638 h 466725"/>
                <a:gd name="connsiteX3" fmla="*/ -105 w 371475"/>
                <a:gd name="connsiteY3" fmla="*/ 466638 h 466725"/>
              </a:gdLst>
              <a:ahLst/>
              <a:cxnLst>
                <a:cxn ang="0">
                  <a:pos x="connsiteX0" y="connsiteY0"/>
                </a:cxn>
                <a:cxn ang="0">
                  <a:pos x="connsiteX1" y="connsiteY1"/>
                </a:cxn>
                <a:cxn ang="0">
                  <a:pos x="connsiteX2" y="connsiteY2"/>
                </a:cxn>
                <a:cxn ang="0">
                  <a:pos x="connsiteX3" y="connsiteY3"/>
                </a:cxn>
              </a:cxnLst>
              <a:rect l="l" t="t" r="r" b="b"/>
              <a:pathLst>
                <a:path w="371475" h="466725">
                  <a:moveTo>
                    <a:pt x="-105" y="-87"/>
                  </a:moveTo>
                  <a:lnTo>
                    <a:pt x="371370" y="-87"/>
                  </a:lnTo>
                  <a:lnTo>
                    <a:pt x="371370" y="466638"/>
                  </a:lnTo>
                  <a:lnTo>
                    <a:pt x="-105" y="466638"/>
                  </a:lnTo>
                  <a:close/>
                </a:path>
              </a:pathLst>
            </a:custGeom>
            <a:solidFill>
              <a:srgbClr val="F3A616"/>
            </a:solidFill>
            <a:ln w="9525" cap="flat">
              <a:noFill/>
              <a:prstDash val="solid"/>
              <a:miter/>
            </a:ln>
          </p:spPr>
          <p:txBody>
            <a:bodyPr rtlCol="0" anchor="ctr"/>
            <a:lstStyle/>
            <a:p>
              <a:endParaRPr lang="en-ID">
                <a:latin typeface="Quicksand" panose="00000500000000000000" pitchFamily="2" charset="0"/>
              </a:endParaRPr>
            </a:p>
          </p:txBody>
        </p:sp>
        <p:sp>
          <p:nvSpPr>
            <p:cNvPr id="56" name="Freeform: Shape 55">
              <a:extLst>
                <a:ext uri="{FF2B5EF4-FFF2-40B4-BE49-F238E27FC236}">
                  <a16:creationId xmlns:a16="http://schemas.microsoft.com/office/drawing/2014/main" id="{3A25AC42-6A7F-4BA5-B078-8A152AEDF942}"/>
                </a:ext>
              </a:extLst>
            </p:cNvPr>
            <p:cNvSpPr/>
            <p:nvPr/>
          </p:nvSpPr>
          <p:spPr>
            <a:xfrm>
              <a:off x="2035547" y="1406265"/>
              <a:ext cx="381000" cy="485775"/>
            </a:xfrm>
            <a:custGeom>
              <a:avLst/>
              <a:gdLst>
                <a:gd name="connsiteX0" fmla="*/ -105 w 381000"/>
                <a:gd name="connsiteY0" fmla="*/ -87 h 485775"/>
                <a:gd name="connsiteX1" fmla="*/ 380895 w 381000"/>
                <a:gd name="connsiteY1" fmla="*/ -87 h 485775"/>
                <a:gd name="connsiteX2" fmla="*/ 380895 w 381000"/>
                <a:gd name="connsiteY2" fmla="*/ 485688 h 485775"/>
                <a:gd name="connsiteX3" fmla="*/ -105 w 381000"/>
                <a:gd name="connsiteY3" fmla="*/ 485688 h 485775"/>
              </a:gdLst>
              <a:ahLst/>
              <a:cxnLst>
                <a:cxn ang="0">
                  <a:pos x="connsiteX0" y="connsiteY0"/>
                </a:cxn>
                <a:cxn ang="0">
                  <a:pos x="connsiteX1" y="connsiteY1"/>
                </a:cxn>
                <a:cxn ang="0">
                  <a:pos x="connsiteX2" y="connsiteY2"/>
                </a:cxn>
                <a:cxn ang="0">
                  <a:pos x="connsiteX3" y="connsiteY3"/>
                </a:cxn>
              </a:cxnLst>
              <a:rect l="l" t="t" r="r" b="b"/>
              <a:pathLst>
                <a:path w="381000" h="485775">
                  <a:moveTo>
                    <a:pt x="-105" y="-87"/>
                  </a:moveTo>
                  <a:lnTo>
                    <a:pt x="380895" y="-87"/>
                  </a:lnTo>
                  <a:lnTo>
                    <a:pt x="380895" y="485688"/>
                  </a:lnTo>
                  <a:lnTo>
                    <a:pt x="-105" y="485688"/>
                  </a:lnTo>
                  <a:close/>
                </a:path>
              </a:pathLst>
            </a:custGeom>
            <a:solidFill>
              <a:srgbClr val="F8CA73"/>
            </a:solidFill>
            <a:ln w="9525" cap="flat">
              <a:noFill/>
              <a:prstDash val="solid"/>
              <a:miter/>
            </a:ln>
          </p:spPr>
          <p:txBody>
            <a:bodyPr rtlCol="0" anchor="ctr"/>
            <a:lstStyle/>
            <a:p>
              <a:endParaRPr lang="en-ID">
                <a:latin typeface="Quicksand" panose="00000500000000000000" pitchFamily="2" charset="0"/>
              </a:endParaRPr>
            </a:p>
          </p:txBody>
        </p:sp>
        <p:sp>
          <p:nvSpPr>
            <p:cNvPr id="57" name="Freeform: Shape 56">
              <a:extLst>
                <a:ext uri="{FF2B5EF4-FFF2-40B4-BE49-F238E27FC236}">
                  <a16:creationId xmlns:a16="http://schemas.microsoft.com/office/drawing/2014/main" id="{425119E6-54E6-47BD-8548-323E2CA60CF9}"/>
                </a:ext>
              </a:extLst>
            </p:cNvPr>
            <p:cNvSpPr/>
            <p:nvPr/>
          </p:nvSpPr>
          <p:spPr>
            <a:xfrm>
              <a:off x="2721347" y="1587240"/>
              <a:ext cx="371475" cy="190500"/>
            </a:xfrm>
            <a:custGeom>
              <a:avLst/>
              <a:gdLst>
                <a:gd name="connsiteX0" fmla="*/ -105 w 371475"/>
                <a:gd name="connsiteY0" fmla="*/ -87 h 190500"/>
                <a:gd name="connsiteX1" fmla="*/ 371370 w 371475"/>
                <a:gd name="connsiteY1" fmla="*/ -87 h 190500"/>
                <a:gd name="connsiteX2" fmla="*/ 371370 w 371475"/>
                <a:gd name="connsiteY2" fmla="*/ 190413 h 190500"/>
                <a:gd name="connsiteX3" fmla="*/ -105 w 371475"/>
                <a:gd name="connsiteY3" fmla="*/ 190413 h 190500"/>
              </a:gdLst>
              <a:ahLst/>
              <a:cxnLst>
                <a:cxn ang="0">
                  <a:pos x="connsiteX0" y="connsiteY0"/>
                </a:cxn>
                <a:cxn ang="0">
                  <a:pos x="connsiteX1" y="connsiteY1"/>
                </a:cxn>
                <a:cxn ang="0">
                  <a:pos x="connsiteX2" y="connsiteY2"/>
                </a:cxn>
                <a:cxn ang="0">
                  <a:pos x="connsiteX3" y="connsiteY3"/>
                </a:cxn>
              </a:cxnLst>
              <a:rect l="l" t="t" r="r" b="b"/>
              <a:pathLst>
                <a:path w="371475" h="190500">
                  <a:moveTo>
                    <a:pt x="-105" y="-87"/>
                  </a:moveTo>
                  <a:lnTo>
                    <a:pt x="371370" y="-87"/>
                  </a:lnTo>
                  <a:lnTo>
                    <a:pt x="371370" y="190413"/>
                  </a:lnTo>
                  <a:lnTo>
                    <a:pt x="-105" y="190413"/>
                  </a:lnTo>
                  <a:close/>
                </a:path>
              </a:pathLst>
            </a:custGeom>
            <a:solidFill>
              <a:srgbClr val="F8CA73"/>
            </a:solidFill>
            <a:ln w="9525" cap="flat">
              <a:noFill/>
              <a:prstDash val="solid"/>
              <a:miter/>
            </a:ln>
          </p:spPr>
          <p:txBody>
            <a:bodyPr rtlCol="0" anchor="ctr"/>
            <a:lstStyle/>
            <a:p>
              <a:endParaRPr lang="en-ID">
                <a:latin typeface="Quicksand" panose="00000500000000000000" pitchFamily="2" charset="0"/>
              </a:endParaRPr>
            </a:p>
          </p:txBody>
        </p:sp>
        <p:sp>
          <p:nvSpPr>
            <p:cNvPr id="58" name="Freeform: Shape 57">
              <a:extLst>
                <a:ext uri="{FF2B5EF4-FFF2-40B4-BE49-F238E27FC236}">
                  <a16:creationId xmlns:a16="http://schemas.microsoft.com/office/drawing/2014/main" id="{4D35F524-E9DA-46C3-A2F3-FB08A1E647A4}"/>
                </a:ext>
              </a:extLst>
            </p:cNvPr>
            <p:cNvSpPr/>
            <p:nvPr/>
          </p:nvSpPr>
          <p:spPr>
            <a:xfrm>
              <a:off x="3397622" y="1482465"/>
              <a:ext cx="381000" cy="514350"/>
            </a:xfrm>
            <a:custGeom>
              <a:avLst/>
              <a:gdLst>
                <a:gd name="connsiteX0" fmla="*/ -105 w 381000"/>
                <a:gd name="connsiteY0" fmla="*/ -87 h 514350"/>
                <a:gd name="connsiteX1" fmla="*/ 380895 w 381000"/>
                <a:gd name="connsiteY1" fmla="*/ -87 h 514350"/>
                <a:gd name="connsiteX2" fmla="*/ 380895 w 381000"/>
                <a:gd name="connsiteY2" fmla="*/ 514263 h 514350"/>
                <a:gd name="connsiteX3" fmla="*/ -105 w 381000"/>
                <a:gd name="connsiteY3" fmla="*/ 514263 h 514350"/>
              </a:gdLst>
              <a:ahLst/>
              <a:cxnLst>
                <a:cxn ang="0">
                  <a:pos x="connsiteX0" y="connsiteY0"/>
                </a:cxn>
                <a:cxn ang="0">
                  <a:pos x="connsiteX1" y="connsiteY1"/>
                </a:cxn>
                <a:cxn ang="0">
                  <a:pos x="connsiteX2" y="connsiteY2"/>
                </a:cxn>
                <a:cxn ang="0">
                  <a:pos x="connsiteX3" y="connsiteY3"/>
                </a:cxn>
              </a:cxnLst>
              <a:rect l="l" t="t" r="r" b="b"/>
              <a:pathLst>
                <a:path w="381000" h="514350">
                  <a:moveTo>
                    <a:pt x="-105" y="-87"/>
                  </a:moveTo>
                  <a:lnTo>
                    <a:pt x="380895" y="-87"/>
                  </a:lnTo>
                  <a:lnTo>
                    <a:pt x="380895" y="514263"/>
                  </a:lnTo>
                  <a:lnTo>
                    <a:pt x="-105" y="514263"/>
                  </a:lnTo>
                  <a:close/>
                </a:path>
              </a:pathLst>
            </a:custGeom>
            <a:solidFill>
              <a:srgbClr val="F8CA73"/>
            </a:solidFill>
            <a:ln w="9525" cap="flat">
              <a:noFill/>
              <a:prstDash val="solid"/>
              <a:miter/>
            </a:ln>
          </p:spPr>
          <p:txBody>
            <a:bodyPr rtlCol="0" anchor="ctr"/>
            <a:lstStyle/>
            <a:p>
              <a:endParaRPr lang="en-ID">
                <a:latin typeface="Quicksand" panose="00000500000000000000" pitchFamily="2" charset="0"/>
              </a:endParaRPr>
            </a:p>
          </p:txBody>
        </p:sp>
        <p:sp>
          <p:nvSpPr>
            <p:cNvPr id="59" name="Freeform: Shape 58">
              <a:extLst>
                <a:ext uri="{FF2B5EF4-FFF2-40B4-BE49-F238E27FC236}">
                  <a16:creationId xmlns:a16="http://schemas.microsoft.com/office/drawing/2014/main" id="{4CC40D62-DD5A-455C-8ED9-46F173A81FAF}"/>
                </a:ext>
              </a:extLst>
            </p:cNvPr>
            <p:cNvSpPr/>
            <p:nvPr/>
          </p:nvSpPr>
          <p:spPr>
            <a:xfrm>
              <a:off x="1359272" y="1434840"/>
              <a:ext cx="371475" cy="257175"/>
            </a:xfrm>
            <a:custGeom>
              <a:avLst/>
              <a:gdLst>
                <a:gd name="connsiteX0" fmla="*/ -105 w 371475"/>
                <a:gd name="connsiteY0" fmla="*/ -87 h 257175"/>
                <a:gd name="connsiteX1" fmla="*/ 371370 w 371475"/>
                <a:gd name="connsiteY1" fmla="*/ -87 h 257175"/>
                <a:gd name="connsiteX2" fmla="*/ 371370 w 371475"/>
                <a:gd name="connsiteY2" fmla="*/ 257088 h 257175"/>
                <a:gd name="connsiteX3" fmla="*/ -105 w 371475"/>
                <a:gd name="connsiteY3" fmla="*/ 257088 h 257175"/>
              </a:gdLst>
              <a:ahLst/>
              <a:cxnLst>
                <a:cxn ang="0">
                  <a:pos x="connsiteX0" y="connsiteY0"/>
                </a:cxn>
                <a:cxn ang="0">
                  <a:pos x="connsiteX1" y="connsiteY1"/>
                </a:cxn>
                <a:cxn ang="0">
                  <a:pos x="connsiteX2" y="connsiteY2"/>
                </a:cxn>
                <a:cxn ang="0">
                  <a:pos x="connsiteX3" y="connsiteY3"/>
                </a:cxn>
              </a:cxnLst>
              <a:rect l="l" t="t" r="r" b="b"/>
              <a:pathLst>
                <a:path w="371475" h="257175">
                  <a:moveTo>
                    <a:pt x="-105" y="-87"/>
                  </a:moveTo>
                  <a:lnTo>
                    <a:pt x="371370" y="-87"/>
                  </a:lnTo>
                  <a:lnTo>
                    <a:pt x="371370" y="257088"/>
                  </a:lnTo>
                  <a:lnTo>
                    <a:pt x="-105" y="257088"/>
                  </a:lnTo>
                  <a:close/>
                </a:path>
              </a:pathLst>
            </a:custGeom>
            <a:solidFill>
              <a:srgbClr val="F8CA73"/>
            </a:solidFill>
            <a:ln w="9525" cap="flat">
              <a:noFill/>
              <a:prstDash val="solid"/>
              <a:miter/>
            </a:ln>
          </p:spPr>
          <p:txBody>
            <a:bodyPr rtlCol="0" anchor="ctr"/>
            <a:lstStyle/>
            <a:p>
              <a:endParaRPr lang="en-ID">
                <a:latin typeface="Quicksand" panose="00000500000000000000" pitchFamily="2" charset="0"/>
              </a:endParaRPr>
            </a:p>
          </p:txBody>
        </p:sp>
        <p:sp>
          <p:nvSpPr>
            <p:cNvPr id="60" name="Freeform: Shape 59">
              <a:extLst>
                <a:ext uri="{FF2B5EF4-FFF2-40B4-BE49-F238E27FC236}">
                  <a16:creationId xmlns:a16="http://schemas.microsoft.com/office/drawing/2014/main" id="{02A54784-A618-42C1-AA08-72DE1A540549}"/>
                </a:ext>
              </a:extLst>
            </p:cNvPr>
            <p:cNvSpPr/>
            <p:nvPr/>
          </p:nvSpPr>
          <p:spPr>
            <a:xfrm>
              <a:off x="1202109" y="2163502"/>
              <a:ext cx="2724150" cy="9525"/>
            </a:xfrm>
            <a:custGeom>
              <a:avLst/>
              <a:gdLst>
                <a:gd name="connsiteX0" fmla="*/ -105 w 2724150"/>
                <a:gd name="connsiteY0" fmla="*/ -87 h 9525"/>
                <a:gd name="connsiteX1" fmla="*/ 2724045 w 2724150"/>
                <a:gd name="connsiteY1" fmla="*/ -87 h 9525"/>
              </a:gdLst>
              <a:ahLst/>
              <a:cxnLst>
                <a:cxn ang="0">
                  <a:pos x="connsiteX0" y="connsiteY0"/>
                </a:cxn>
                <a:cxn ang="0">
                  <a:pos x="connsiteX1" y="connsiteY1"/>
                </a:cxn>
              </a:cxnLst>
              <a:rect l="l" t="t" r="r" b="b"/>
              <a:pathLst>
                <a:path w="2724150" h="9525">
                  <a:moveTo>
                    <a:pt x="-105" y="-87"/>
                  </a:moveTo>
                  <a:lnTo>
                    <a:pt x="2724045" y="-87"/>
                  </a:lnTo>
                </a:path>
              </a:pathLst>
            </a:custGeom>
            <a:noFill/>
            <a:ln w="9525" cap="flat">
              <a:solidFill>
                <a:srgbClr val="D9D9D9"/>
              </a:solidFill>
              <a:prstDash val="solid"/>
              <a:round/>
            </a:ln>
          </p:spPr>
          <p:txBody>
            <a:bodyPr rtlCol="0" anchor="ctr"/>
            <a:lstStyle/>
            <a:p>
              <a:endParaRPr lang="en-ID">
                <a:latin typeface="Quicksand" panose="00000500000000000000" pitchFamily="2" charset="0"/>
              </a:endParaRPr>
            </a:p>
          </p:txBody>
        </p:sp>
        <p:sp>
          <p:nvSpPr>
            <p:cNvPr id="61" name="TextBox 60">
              <a:extLst>
                <a:ext uri="{FF2B5EF4-FFF2-40B4-BE49-F238E27FC236}">
                  <a16:creationId xmlns:a16="http://schemas.microsoft.com/office/drawing/2014/main" id="{8A8BECE0-4DEA-4F00-8F4C-9DE21FB2F31F}"/>
                </a:ext>
              </a:extLst>
            </p:cNvPr>
            <p:cNvSpPr txBox="1"/>
            <p:nvPr/>
          </p:nvSpPr>
          <p:spPr>
            <a:xfrm>
              <a:off x="896433" y="2027295"/>
              <a:ext cx="276038" cy="276999"/>
            </a:xfrm>
            <a:prstGeom prst="rect">
              <a:avLst/>
            </a:prstGeom>
            <a:noFill/>
          </p:spPr>
          <p:txBody>
            <a:bodyPr wrap="none" rtlCol="0">
              <a:spAutoFit/>
            </a:bodyPr>
            <a:lstStyle/>
            <a:p>
              <a:pPr algn="l"/>
              <a:r>
                <a:rPr lang="en-ID" sz="1200" spc="0" baseline="0">
                  <a:solidFill>
                    <a:srgbClr val="262626"/>
                  </a:solidFill>
                  <a:latin typeface="Quicksand" panose="00000500000000000000" pitchFamily="2" charset="0"/>
                  <a:sym typeface="Arial"/>
                  <a:rtl val="0"/>
                </a:rPr>
                <a:t>0</a:t>
              </a:r>
            </a:p>
          </p:txBody>
        </p:sp>
        <p:sp>
          <p:nvSpPr>
            <p:cNvPr id="62" name="TextBox 61">
              <a:extLst>
                <a:ext uri="{FF2B5EF4-FFF2-40B4-BE49-F238E27FC236}">
                  <a16:creationId xmlns:a16="http://schemas.microsoft.com/office/drawing/2014/main" id="{58164C3C-E7DC-431E-A95D-C9C519E07334}"/>
                </a:ext>
              </a:extLst>
            </p:cNvPr>
            <p:cNvSpPr txBox="1"/>
            <p:nvPr/>
          </p:nvSpPr>
          <p:spPr>
            <a:xfrm>
              <a:off x="896433" y="1808220"/>
              <a:ext cx="271228" cy="276999"/>
            </a:xfrm>
            <a:prstGeom prst="rect">
              <a:avLst/>
            </a:prstGeom>
            <a:noFill/>
          </p:spPr>
          <p:txBody>
            <a:bodyPr wrap="none" rtlCol="0">
              <a:spAutoFit/>
            </a:bodyPr>
            <a:lstStyle/>
            <a:p>
              <a:pPr algn="l"/>
              <a:r>
                <a:rPr lang="en-ID" sz="1200" spc="0" baseline="0">
                  <a:solidFill>
                    <a:srgbClr val="262626"/>
                  </a:solidFill>
                  <a:latin typeface="Quicksand" panose="00000500000000000000" pitchFamily="2" charset="0"/>
                  <a:sym typeface="Arial"/>
                  <a:rtl val="0"/>
                </a:rPr>
                <a:t>2</a:t>
              </a:r>
            </a:p>
          </p:txBody>
        </p:sp>
        <p:sp>
          <p:nvSpPr>
            <p:cNvPr id="63" name="TextBox 62">
              <a:extLst>
                <a:ext uri="{FF2B5EF4-FFF2-40B4-BE49-F238E27FC236}">
                  <a16:creationId xmlns:a16="http://schemas.microsoft.com/office/drawing/2014/main" id="{9B505B95-CE16-4A13-9077-BC382A58A50B}"/>
                </a:ext>
              </a:extLst>
            </p:cNvPr>
            <p:cNvSpPr txBox="1"/>
            <p:nvPr/>
          </p:nvSpPr>
          <p:spPr>
            <a:xfrm>
              <a:off x="896433" y="1589145"/>
              <a:ext cx="269626" cy="276999"/>
            </a:xfrm>
            <a:prstGeom prst="rect">
              <a:avLst/>
            </a:prstGeom>
            <a:noFill/>
          </p:spPr>
          <p:txBody>
            <a:bodyPr wrap="none" rtlCol="0">
              <a:spAutoFit/>
            </a:bodyPr>
            <a:lstStyle/>
            <a:p>
              <a:pPr algn="l"/>
              <a:r>
                <a:rPr lang="en-ID" sz="1200" spc="0" baseline="0">
                  <a:solidFill>
                    <a:srgbClr val="262626"/>
                  </a:solidFill>
                  <a:latin typeface="Quicksand" panose="00000500000000000000" pitchFamily="2" charset="0"/>
                  <a:sym typeface="Arial"/>
                  <a:rtl val="0"/>
                </a:rPr>
                <a:t>4</a:t>
              </a:r>
            </a:p>
          </p:txBody>
        </p:sp>
        <p:sp>
          <p:nvSpPr>
            <p:cNvPr id="64" name="TextBox 63">
              <a:extLst>
                <a:ext uri="{FF2B5EF4-FFF2-40B4-BE49-F238E27FC236}">
                  <a16:creationId xmlns:a16="http://schemas.microsoft.com/office/drawing/2014/main" id="{459548A5-00A0-46C2-ABCC-E2EE9A48D3F0}"/>
                </a:ext>
              </a:extLst>
            </p:cNvPr>
            <p:cNvSpPr txBox="1"/>
            <p:nvPr/>
          </p:nvSpPr>
          <p:spPr>
            <a:xfrm>
              <a:off x="896433" y="1370070"/>
              <a:ext cx="268022" cy="276999"/>
            </a:xfrm>
            <a:prstGeom prst="rect">
              <a:avLst/>
            </a:prstGeom>
            <a:noFill/>
          </p:spPr>
          <p:txBody>
            <a:bodyPr wrap="none" rtlCol="0">
              <a:spAutoFit/>
            </a:bodyPr>
            <a:lstStyle/>
            <a:p>
              <a:pPr algn="l"/>
              <a:r>
                <a:rPr lang="en-ID" sz="1200" spc="0" baseline="0">
                  <a:solidFill>
                    <a:srgbClr val="262626"/>
                  </a:solidFill>
                  <a:latin typeface="Quicksand" panose="00000500000000000000" pitchFamily="2" charset="0"/>
                  <a:sym typeface="Arial"/>
                  <a:rtl val="0"/>
                </a:rPr>
                <a:t>6</a:t>
              </a:r>
            </a:p>
          </p:txBody>
        </p:sp>
        <p:sp>
          <p:nvSpPr>
            <p:cNvPr id="65" name="TextBox 64">
              <a:extLst>
                <a:ext uri="{FF2B5EF4-FFF2-40B4-BE49-F238E27FC236}">
                  <a16:creationId xmlns:a16="http://schemas.microsoft.com/office/drawing/2014/main" id="{61CE4661-C89A-4DFB-87F8-4BCED7F731B2}"/>
                </a:ext>
              </a:extLst>
            </p:cNvPr>
            <p:cNvSpPr txBox="1"/>
            <p:nvPr/>
          </p:nvSpPr>
          <p:spPr>
            <a:xfrm>
              <a:off x="896433" y="1160520"/>
              <a:ext cx="271228" cy="276999"/>
            </a:xfrm>
            <a:prstGeom prst="rect">
              <a:avLst/>
            </a:prstGeom>
            <a:noFill/>
          </p:spPr>
          <p:txBody>
            <a:bodyPr wrap="none" rtlCol="0">
              <a:spAutoFit/>
            </a:bodyPr>
            <a:lstStyle/>
            <a:p>
              <a:pPr algn="l"/>
              <a:r>
                <a:rPr lang="en-ID" sz="1200" spc="0" baseline="0">
                  <a:solidFill>
                    <a:srgbClr val="262626"/>
                  </a:solidFill>
                  <a:latin typeface="Quicksand" panose="00000500000000000000" pitchFamily="2" charset="0"/>
                  <a:sym typeface="Arial"/>
                  <a:rtl val="0"/>
                </a:rPr>
                <a:t>8</a:t>
              </a:r>
            </a:p>
          </p:txBody>
        </p:sp>
        <p:sp>
          <p:nvSpPr>
            <p:cNvPr id="66" name="TextBox 65">
              <a:extLst>
                <a:ext uri="{FF2B5EF4-FFF2-40B4-BE49-F238E27FC236}">
                  <a16:creationId xmlns:a16="http://schemas.microsoft.com/office/drawing/2014/main" id="{B837B1CF-4F32-4CE6-BD0D-754A279F0760}"/>
                </a:ext>
              </a:extLst>
            </p:cNvPr>
            <p:cNvSpPr txBox="1"/>
            <p:nvPr/>
          </p:nvSpPr>
          <p:spPr>
            <a:xfrm>
              <a:off x="1194718" y="2208270"/>
              <a:ext cx="678391" cy="276999"/>
            </a:xfrm>
            <a:prstGeom prst="rect">
              <a:avLst/>
            </a:prstGeom>
            <a:noFill/>
          </p:spPr>
          <p:txBody>
            <a:bodyPr wrap="none" rtlCol="0">
              <a:spAutoFit/>
            </a:bodyPr>
            <a:lstStyle/>
            <a:p>
              <a:pPr algn="l"/>
              <a:r>
                <a:rPr lang="en-ID" sz="1200" spc="0" baseline="0">
                  <a:solidFill>
                    <a:srgbClr val="262626"/>
                  </a:solidFill>
                  <a:latin typeface="Quicksand" panose="00000500000000000000" pitchFamily="2" charset="0"/>
                  <a:sym typeface="Arial"/>
                  <a:rtl val="0"/>
                </a:rPr>
                <a:t>Week 1</a:t>
              </a:r>
            </a:p>
          </p:txBody>
        </p:sp>
        <p:sp>
          <p:nvSpPr>
            <p:cNvPr id="67" name="TextBox 66">
              <a:extLst>
                <a:ext uri="{FF2B5EF4-FFF2-40B4-BE49-F238E27FC236}">
                  <a16:creationId xmlns:a16="http://schemas.microsoft.com/office/drawing/2014/main" id="{B5712322-26B0-4E06-A12E-386EE9E0637E}"/>
                </a:ext>
              </a:extLst>
            </p:cNvPr>
            <p:cNvSpPr txBox="1"/>
            <p:nvPr/>
          </p:nvSpPr>
          <p:spPr>
            <a:xfrm>
              <a:off x="1876012" y="2208270"/>
              <a:ext cx="713657" cy="276999"/>
            </a:xfrm>
            <a:prstGeom prst="rect">
              <a:avLst/>
            </a:prstGeom>
            <a:noFill/>
          </p:spPr>
          <p:txBody>
            <a:bodyPr wrap="none" rtlCol="0">
              <a:spAutoFit/>
            </a:bodyPr>
            <a:lstStyle/>
            <a:p>
              <a:pPr algn="l"/>
              <a:r>
                <a:rPr lang="en-ID" sz="1200" spc="0" baseline="0">
                  <a:solidFill>
                    <a:srgbClr val="262626"/>
                  </a:solidFill>
                  <a:latin typeface="Quicksand" panose="00000500000000000000" pitchFamily="2" charset="0"/>
                  <a:sym typeface="Arial"/>
                  <a:rtl val="0"/>
                </a:rPr>
                <a:t>Week 2</a:t>
              </a:r>
            </a:p>
          </p:txBody>
        </p:sp>
        <p:sp>
          <p:nvSpPr>
            <p:cNvPr id="68" name="TextBox 67">
              <a:extLst>
                <a:ext uri="{FF2B5EF4-FFF2-40B4-BE49-F238E27FC236}">
                  <a16:creationId xmlns:a16="http://schemas.microsoft.com/office/drawing/2014/main" id="{EE72C377-FCD2-4CD6-BD26-606EC4303F79}"/>
                </a:ext>
              </a:extLst>
            </p:cNvPr>
            <p:cNvSpPr txBox="1"/>
            <p:nvPr/>
          </p:nvSpPr>
          <p:spPr>
            <a:xfrm>
              <a:off x="2557307" y="2208270"/>
              <a:ext cx="707245" cy="276999"/>
            </a:xfrm>
            <a:prstGeom prst="rect">
              <a:avLst/>
            </a:prstGeom>
            <a:noFill/>
          </p:spPr>
          <p:txBody>
            <a:bodyPr wrap="none" rtlCol="0">
              <a:spAutoFit/>
            </a:bodyPr>
            <a:lstStyle/>
            <a:p>
              <a:pPr algn="l"/>
              <a:r>
                <a:rPr lang="en-ID" sz="1200" spc="0" baseline="0">
                  <a:solidFill>
                    <a:srgbClr val="262626"/>
                  </a:solidFill>
                  <a:latin typeface="Quicksand" panose="00000500000000000000" pitchFamily="2" charset="0"/>
                  <a:sym typeface="Arial"/>
                  <a:rtl val="0"/>
                </a:rPr>
                <a:t>Week 3</a:t>
              </a:r>
            </a:p>
          </p:txBody>
        </p:sp>
        <p:sp>
          <p:nvSpPr>
            <p:cNvPr id="69" name="TextBox 68">
              <a:extLst>
                <a:ext uri="{FF2B5EF4-FFF2-40B4-BE49-F238E27FC236}">
                  <a16:creationId xmlns:a16="http://schemas.microsoft.com/office/drawing/2014/main" id="{A1A12537-5955-49F8-9937-C22D778025D0}"/>
                </a:ext>
              </a:extLst>
            </p:cNvPr>
            <p:cNvSpPr txBox="1"/>
            <p:nvPr/>
          </p:nvSpPr>
          <p:spPr>
            <a:xfrm>
              <a:off x="3238592" y="2208270"/>
              <a:ext cx="712054" cy="276999"/>
            </a:xfrm>
            <a:prstGeom prst="rect">
              <a:avLst/>
            </a:prstGeom>
            <a:noFill/>
          </p:spPr>
          <p:txBody>
            <a:bodyPr wrap="none" rtlCol="0">
              <a:spAutoFit/>
            </a:bodyPr>
            <a:lstStyle/>
            <a:p>
              <a:pPr algn="l"/>
              <a:r>
                <a:rPr lang="en-ID" sz="1200" spc="0" baseline="0">
                  <a:solidFill>
                    <a:srgbClr val="262626"/>
                  </a:solidFill>
                  <a:latin typeface="Quicksand" panose="00000500000000000000" pitchFamily="2" charset="0"/>
                  <a:sym typeface="Arial"/>
                  <a:rtl val="0"/>
                </a:rPr>
                <a:t>Week 4</a:t>
              </a:r>
            </a:p>
          </p:txBody>
        </p:sp>
        <p:sp>
          <p:nvSpPr>
            <p:cNvPr id="70" name="TextBox 69">
              <a:extLst>
                <a:ext uri="{FF2B5EF4-FFF2-40B4-BE49-F238E27FC236}">
                  <a16:creationId xmlns:a16="http://schemas.microsoft.com/office/drawing/2014/main" id="{841A3A81-47B2-4AFE-A000-7CD582C8A1AF}"/>
                </a:ext>
              </a:extLst>
            </p:cNvPr>
            <p:cNvSpPr txBox="1"/>
            <p:nvPr/>
          </p:nvSpPr>
          <p:spPr>
            <a:xfrm>
              <a:off x="2112832" y="722370"/>
              <a:ext cx="1072730" cy="380873"/>
            </a:xfrm>
            <a:prstGeom prst="rect">
              <a:avLst/>
            </a:prstGeom>
            <a:noFill/>
          </p:spPr>
          <p:txBody>
            <a:bodyPr wrap="none" rtlCol="0">
              <a:spAutoFit/>
            </a:bodyPr>
            <a:lstStyle/>
            <a:p>
              <a:pPr algn="l"/>
              <a:r>
                <a:rPr lang="en-ID" sz="1875" b="1" spc="0" baseline="0" dirty="0">
                  <a:solidFill>
                    <a:srgbClr val="F3A616"/>
                  </a:solidFill>
                  <a:latin typeface="Quicksand" panose="00000500000000000000" pitchFamily="2" charset="0"/>
                  <a:sym typeface="Quicksand"/>
                  <a:rtl val="0"/>
                </a:rPr>
                <a:t>Data 02</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grpSp>
        <p:nvGrpSpPr>
          <p:cNvPr id="873" name="Google Shape;873;p61"/>
          <p:cNvGrpSpPr/>
          <p:nvPr/>
        </p:nvGrpSpPr>
        <p:grpSpPr>
          <a:xfrm>
            <a:off x="4435261" y="943183"/>
            <a:ext cx="4708739" cy="3257135"/>
            <a:chOff x="1817235" y="1379716"/>
            <a:chExt cx="2988236" cy="2067026"/>
          </a:xfrm>
        </p:grpSpPr>
        <p:sp>
          <p:nvSpPr>
            <p:cNvPr id="874" name="Google Shape;874;p61"/>
            <p:cNvSpPr/>
            <p:nvPr/>
          </p:nvSpPr>
          <p:spPr>
            <a:xfrm>
              <a:off x="2272956" y="1789865"/>
              <a:ext cx="390620" cy="276689"/>
            </a:xfrm>
            <a:custGeom>
              <a:avLst/>
              <a:gdLst/>
              <a:ahLst/>
              <a:cxnLst/>
              <a:rect l="l" t="t" r="r" b="b"/>
              <a:pathLst>
                <a:path w="51" h="36" extrusionOk="0">
                  <a:moveTo>
                    <a:pt x="25" y="32"/>
                  </a:moveTo>
                  <a:cubicBezTo>
                    <a:pt x="25" y="30"/>
                    <a:pt x="33" y="34"/>
                    <a:pt x="34" y="32"/>
                  </a:cubicBezTo>
                  <a:cubicBezTo>
                    <a:pt x="35" y="30"/>
                    <a:pt x="28" y="23"/>
                    <a:pt x="34" y="25"/>
                  </a:cubicBezTo>
                  <a:cubicBezTo>
                    <a:pt x="41" y="26"/>
                    <a:pt x="40" y="23"/>
                    <a:pt x="42" y="20"/>
                  </a:cubicBezTo>
                  <a:cubicBezTo>
                    <a:pt x="44" y="17"/>
                    <a:pt x="51" y="15"/>
                    <a:pt x="48" y="10"/>
                  </a:cubicBezTo>
                  <a:cubicBezTo>
                    <a:pt x="45" y="7"/>
                    <a:pt x="45" y="3"/>
                    <a:pt x="45" y="0"/>
                  </a:cubicBezTo>
                  <a:cubicBezTo>
                    <a:pt x="43" y="1"/>
                    <a:pt x="40" y="2"/>
                    <a:pt x="39" y="1"/>
                  </a:cubicBezTo>
                  <a:cubicBezTo>
                    <a:pt x="37" y="0"/>
                    <a:pt x="33" y="0"/>
                    <a:pt x="33" y="3"/>
                  </a:cubicBezTo>
                  <a:cubicBezTo>
                    <a:pt x="33" y="6"/>
                    <a:pt x="30" y="6"/>
                    <a:pt x="30" y="5"/>
                  </a:cubicBezTo>
                  <a:cubicBezTo>
                    <a:pt x="31" y="3"/>
                    <a:pt x="28" y="4"/>
                    <a:pt x="26" y="2"/>
                  </a:cubicBezTo>
                  <a:cubicBezTo>
                    <a:pt x="24" y="0"/>
                    <a:pt x="18" y="2"/>
                    <a:pt x="14" y="1"/>
                  </a:cubicBezTo>
                  <a:cubicBezTo>
                    <a:pt x="11" y="0"/>
                    <a:pt x="6" y="3"/>
                    <a:pt x="3" y="7"/>
                  </a:cubicBezTo>
                  <a:cubicBezTo>
                    <a:pt x="0" y="11"/>
                    <a:pt x="3" y="11"/>
                    <a:pt x="3" y="15"/>
                  </a:cubicBezTo>
                  <a:cubicBezTo>
                    <a:pt x="3" y="18"/>
                    <a:pt x="5" y="18"/>
                    <a:pt x="4" y="21"/>
                  </a:cubicBezTo>
                  <a:cubicBezTo>
                    <a:pt x="4" y="21"/>
                    <a:pt x="4" y="21"/>
                    <a:pt x="4" y="21"/>
                  </a:cubicBezTo>
                  <a:cubicBezTo>
                    <a:pt x="7" y="23"/>
                    <a:pt x="6" y="27"/>
                    <a:pt x="6" y="29"/>
                  </a:cubicBezTo>
                  <a:cubicBezTo>
                    <a:pt x="7" y="31"/>
                    <a:pt x="10" y="30"/>
                    <a:pt x="12" y="30"/>
                  </a:cubicBezTo>
                  <a:cubicBezTo>
                    <a:pt x="13" y="30"/>
                    <a:pt x="11" y="33"/>
                    <a:pt x="12" y="34"/>
                  </a:cubicBezTo>
                  <a:cubicBezTo>
                    <a:pt x="14" y="36"/>
                    <a:pt x="18" y="33"/>
                    <a:pt x="19" y="35"/>
                  </a:cubicBezTo>
                  <a:cubicBezTo>
                    <a:pt x="19" y="35"/>
                    <a:pt x="19" y="36"/>
                    <a:pt x="19" y="36"/>
                  </a:cubicBezTo>
                  <a:cubicBezTo>
                    <a:pt x="22" y="35"/>
                    <a:pt x="25" y="33"/>
                    <a:pt x="25" y="32"/>
                  </a:cubicBezTo>
                  <a:close/>
                </a:path>
              </a:pathLst>
            </a:custGeom>
            <a:solidFill>
              <a:srgbClr val="F2F2F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75" name="Google Shape;875;p61"/>
            <p:cNvSpPr/>
            <p:nvPr/>
          </p:nvSpPr>
          <p:spPr>
            <a:xfrm>
              <a:off x="1979991" y="1379716"/>
              <a:ext cx="524079" cy="986315"/>
            </a:xfrm>
            <a:custGeom>
              <a:avLst/>
              <a:gdLst/>
              <a:ahLst/>
              <a:cxnLst/>
              <a:rect l="l" t="t" r="r" b="b"/>
              <a:pathLst>
                <a:path w="68" h="128" extrusionOk="0">
                  <a:moveTo>
                    <a:pt x="41" y="68"/>
                  </a:moveTo>
                  <a:cubicBezTo>
                    <a:pt x="41" y="64"/>
                    <a:pt x="38" y="64"/>
                    <a:pt x="41" y="60"/>
                  </a:cubicBezTo>
                  <a:cubicBezTo>
                    <a:pt x="44" y="56"/>
                    <a:pt x="49" y="53"/>
                    <a:pt x="52" y="54"/>
                  </a:cubicBezTo>
                  <a:cubicBezTo>
                    <a:pt x="56" y="55"/>
                    <a:pt x="62" y="53"/>
                    <a:pt x="64" y="55"/>
                  </a:cubicBezTo>
                  <a:cubicBezTo>
                    <a:pt x="64" y="55"/>
                    <a:pt x="64" y="55"/>
                    <a:pt x="65" y="56"/>
                  </a:cubicBezTo>
                  <a:cubicBezTo>
                    <a:pt x="68" y="52"/>
                    <a:pt x="66" y="50"/>
                    <a:pt x="66" y="46"/>
                  </a:cubicBezTo>
                  <a:cubicBezTo>
                    <a:pt x="66" y="42"/>
                    <a:pt x="63" y="38"/>
                    <a:pt x="60" y="37"/>
                  </a:cubicBezTo>
                  <a:cubicBezTo>
                    <a:pt x="58" y="36"/>
                    <a:pt x="62" y="28"/>
                    <a:pt x="59" y="27"/>
                  </a:cubicBezTo>
                  <a:cubicBezTo>
                    <a:pt x="57" y="26"/>
                    <a:pt x="55" y="23"/>
                    <a:pt x="53" y="21"/>
                  </a:cubicBezTo>
                  <a:cubicBezTo>
                    <a:pt x="52" y="19"/>
                    <a:pt x="46" y="19"/>
                    <a:pt x="45" y="21"/>
                  </a:cubicBezTo>
                  <a:cubicBezTo>
                    <a:pt x="45" y="23"/>
                    <a:pt x="41" y="24"/>
                    <a:pt x="40" y="23"/>
                  </a:cubicBezTo>
                  <a:cubicBezTo>
                    <a:pt x="39" y="21"/>
                    <a:pt x="37" y="21"/>
                    <a:pt x="34" y="23"/>
                  </a:cubicBezTo>
                  <a:cubicBezTo>
                    <a:pt x="31" y="25"/>
                    <a:pt x="27" y="29"/>
                    <a:pt x="26" y="26"/>
                  </a:cubicBezTo>
                  <a:cubicBezTo>
                    <a:pt x="26" y="23"/>
                    <a:pt x="29" y="23"/>
                    <a:pt x="29" y="19"/>
                  </a:cubicBezTo>
                  <a:cubicBezTo>
                    <a:pt x="29" y="16"/>
                    <a:pt x="30" y="14"/>
                    <a:pt x="29" y="10"/>
                  </a:cubicBezTo>
                  <a:cubicBezTo>
                    <a:pt x="28" y="7"/>
                    <a:pt x="25" y="11"/>
                    <a:pt x="24" y="8"/>
                  </a:cubicBezTo>
                  <a:cubicBezTo>
                    <a:pt x="22" y="6"/>
                    <a:pt x="24" y="3"/>
                    <a:pt x="23" y="2"/>
                  </a:cubicBezTo>
                  <a:cubicBezTo>
                    <a:pt x="23" y="2"/>
                    <a:pt x="22" y="1"/>
                    <a:pt x="21" y="0"/>
                  </a:cubicBezTo>
                  <a:cubicBezTo>
                    <a:pt x="21" y="1"/>
                    <a:pt x="20" y="1"/>
                    <a:pt x="20" y="1"/>
                  </a:cubicBezTo>
                  <a:cubicBezTo>
                    <a:pt x="19" y="3"/>
                    <a:pt x="13" y="3"/>
                    <a:pt x="12" y="6"/>
                  </a:cubicBezTo>
                  <a:cubicBezTo>
                    <a:pt x="11" y="8"/>
                    <a:pt x="7" y="8"/>
                    <a:pt x="6" y="8"/>
                  </a:cubicBezTo>
                  <a:cubicBezTo>
                    <a:pt x="5" y="8"/>
                    <a:pt x="1" y="8"/>
                    <a:pt x="1" y="10"/>
                  </a:cubicBezTo>
                  <a:cubicBezTo>
                    <a:pt x="1" y="13"/>
                    <a:pt x="0" y="22"/>
                    <a:pt x="0" y="24"/>
                  </a:cubicBezTo>
                  <a:cubicBezTo>
                    <a:pt x="0" y="25"/>
                    <a:pt x="4" y="31"/>
                    <a:pt x="6" y="31"/>
                  </a:cubicBezTo>
                  <a:cubicBezTo>
                    <a:pt x="7" y="32"/>
                    <a:pt x="5" y="36"/>
                    <a:pt x="7" y="37"/>
                  </a:cubicBezTo>
                  <a:cubicBezTo>
                    <a:pt x="9" y="38"/>
                    <a:pt x="8" y="41"/>
                    <a:pt x="7" y="41"/>
                  </a:cubicBezTo>
                  <a:cubicBezTo>
                    <a:pt x="6" y="41"/>
                    <a:pt x="8" y="45"/>
                    <a:pt x="6" y="47"/>
                  </a:cubicBezTo>
                  <a:cubicBezTo>
                    <a:pt x="4" y="49"/>
                    <a:pt x="5" y="53"/>
                    <a:pt x="9" y="56"/>
                  </a:cubicBezTo>
                  <a:cubicBezTo>
                    <a:pt x="12" y="59"/>
                    <a:pt x="12" y="64"/>
                    <a:pt x="12" y="66"/>
                  </a:cubicBezTo>
                  <a:cubicBezTo>
                    <a:pt x="12" y="69"/>
                    <a:pt x="15" y="69"/>
                    <a:pt x="15" y="73"/>
                  </a:cubicBezTo>
                  <a:cubicBezTo>
                    <a:pt x="15" y="73"/>
                    <a:pt x="11" y="87"/>
                    <a:pt x="8" y="86"/>
                  </a:cubicBezTo>
                  <a:cubicBezTo>
                    <a:pt x="7" y="90"/>
                    <a:pt x="6" y="96"/>
                    <a:pt x="5" y="99"/>
                  </a:cubicBezTo>
                  <a:cubicBezTo>
                    <a:pt x="4" y="103"/>
                    <a:pt x="3" y="106"/>
                    <a:pt x="6" y="106"/>
                  </a:cubicBezTo>
                  <a:cubicBezTo>
                    <a:pt x="8" y="107"/>
                    <a:pt x="12" y="112"/>
                    <a:pt x="17" y="117"/>
                  </a:cubicBezTo>
                  <a:cubicBezTo>
                    <a:pt x="18" y="118"/>
                    <a:pt x="19" y="120"/>
                    <a:pt x="19" y="121"/>
                  </a:cubicBezTo>
                  <a:cubicBezTo>
                    <a:pt x="21" y="121"/>
                    <a:pt x="22" y="121"/>
                    <a:pt x="24" y="122"/>
                  </a:cubicBezTo>
                  <a:cubicBezTo>
                    <a:pt x="27" y="122"/>
                    <a:pt x="28" y="125"/>
                    <a:pt x="28" y="127"/>
                  </a:cubicBezTo>
                  <a:cubicBezTo>
                    <a:pt x="28" y="128"/>
                    <a:pt x="34" y="128"/>
                    <a:pt x="35" y="127"/>
                  </a:cubicBezTo>
                  <a:cubicBezTo>
                    <a:pt x="36" y="127"/>
                    <a:pt x="35" y="125"/>
                    <a:pt x="38" y="124"/>
                  </a:cubicBezTo>
                  <a:cubicBezTo>
                    <a:pt x="36" y="122"/>
                    <a:pt x="31" y="119"/>
                    <a:pt x="28" y="118"/>
                  </a:cubicBezTo>
                  <a:cubicBezTo>
                    <a:pt x="24" y="118"/>
                    <a:pt x="22" y="112"/>
                    <a:pt x="22" y="109"/>
                  </a:cubicBezTo>
                  <a:cubicBezTo>
                    <a:pt x="22" y="106"/>
                    <a:pt x="19" y="103"/>
                    <a:pt x="19" y="101"/>
                  </a:cubicBezTo>
                  <a:cubicBezTo>
                    <a:pt x="19" y="98"/>
                    <a:pt x="16" y="98"/>
                    <a:pt x="14" y="97"/>
                  </a:cubicBezTo>
                  <a:cubicBezTo>
                    <a:pt x="11" y="96"/>
                    <a:pt x="14" y="87"/>
                    <a:pt x="15" y="84"/>
                  </a:cubicBezTo>
                  <a:cubicBezTo>
                    <a:pt x="15" y="80"/>
                    <a:pt x="21" y="70"/>
                    <a:pt x="19" y="66"/>
                  </a:cubicBezTo>
                  <a:cubicBezTo>
                    <a:pt x="17" y="63"/>
                    <a:pt x="25" y="61"/>
                    <a:pt x="26" y="64"/>
                  </a:cubicBezTo>
                  <a:cubicBezTo>
                    <a:pt x="27" y="68"/>
                    <a:pt x="28" y="70"/>
                    <a:pt x="33" y="69"/>
                  </a:cubicBezTo>
                  <a:cubicBezTo>
                    <a:pt x="38" y="69"/>
                    <a:pt x="38" y="73"/>
                    <a:pt x="42" y="74"/>
                  </a:cubicBezTo>
                  <a:cubicBezTo>
                    <a:pt x="42" y="74"/>
                    <a:pt x="42" y="74"/>
                    <a:pt x="42" y="74"/>
                  </a:cubicBezTo>
                  <a:cubicBezTo>
                    <a:pt x="42" y="74"/>
                    <a:pt x="42" y="74"/>
                    <a:pt x="42" y="74"/>
                  </a:cubicBezTo>
                  <a:cubicBezTo>
                    <a:pt x="43" y="71"/>
                    <a:pt x="41" y="71"/>
                    <a:pt x="41" y="68"/>
                  </a:cubicBezTo>
                  <a:close/>
                </a:path>
              </a:pathLst>
            </a:custGeom>
            <a:solidFill>
              <a:srgbClr val="F2F2F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76" name="Google Shape;876;p61"/>
            <p:cNvSpPr/>
            <p:nvPr/>
          </p:nvSpPr>
          <p:spPr>
            <a:xfrm>
              <a:off x="2126474" y="2304183"/>
              <a:ext cx="1262999" cy="393876"/>
            </a:xfrm>
            <a:custGeom>
              <a:avLst/>
              <a:gdLst/>
              <a:ahLst/>
              <a:cxnLst/>
              <a:rect l="l" t="t" r="r" b="b"/>
              <a:pathLst>
                <a:path w="164" h="51" extrusionOk="0">
                  <a:moveTo>
                    <a:pt x="30" y="18"/>
                  </a:moveTo>
                  <a:cubicBezTo>
                    <a:pt x="30" y="13"/>
                    <a:pt x="25" y="13"/>
                    <a:pt x="23" y="9"/>
                  </a:cubicBezTo>
                  <a:cubicBezTo>
                    <a:pt x="22" y="5"/>
                    <a:pt x="20" y="8"/>
                    <a:pt x="19" y="5"/>
                  </a:cubicBezTo>
                  <a:cubicBezTo>
                    <a:pt x="19" y="5"/>
                    <a:pt x="19" y="4"/>
                    <a:pt x="19" y="4"/>
                  </a:cubicBezTo>
                  <a:cubicBezTo>
                    <a:pt x="16" y="5"/>
                    <a:pt x="17" y="7"/>
                    <a:pt x="16" y="7"/>
                  </a:cubicBezTo>
                  <a:cubicBezTo>
                    <a:pt x="15" y="8"/>
                    <a:pt x="9" y="8"/>
                    <a:pt x="9" y="7"/>
                  </a:cubicBezTo>
                  <a:cubicBezTo>
                    <a:pt x="9" y="5"/>
                    <a:pt x="8" y="2"/>
                    <a:pt x="5" y="2"/>
                  </a:cubicBezTo>
                  <a:cubicBezTo>
                    <a:pt x="3" y="1"/>
                    <a:pt x="2" y="1"/>
                    <a:pt x="0" y="1"/>
                  </a:cubicBezTo>
                  <a:cubicBezTo>
                    <a:pt x="2" y="6"/>
                    <a:pt x="3" y="10"/>
                    <a:pt x="3" y="14"/>
                  </a:cubicBezTo>
                  <a:cubicBezTo>
                    <a:pt x="3" y="19"/>
                    <a:pt x="10" y="27"/>
                    <a:pt x="11" y="30"/>
                  </a:cubicBezTo>
                  <a:cubicBezTo>
                    <a:pt x="12" y="34"/>
                    <a:pt x="14" y="35"/>
                    <a:pt x="19" y="38"/>
                  </a:cubicBezTo>
                  <a:cubicBezTo>
                    <a:pt x="24" y="42"/>
                    <a:pt x="34" y="47"/>
                    <a:pt x="35" y="46"/>
                  </a:cubicBezTo>
                  <a:cubicBezTo>
                    <a:pt x="37" y="45"/>
                    <a:pt x="33" y="37"/>
                    <a:pt x="30" y="34"/>
                  </a:cubicBezTo>
                  <a:cubicBezTo>
                    <a:pt x="27" y="31"/>
                    <a:pt x="30" y="24"/>
                    <a:pt x="30" y="18"/>
                  </a:cubicBezTo>
                  <a:close/>
                  <a:moveTo>
                    <a:pt x="157" y="9"/>
                  </a:moveTo>
                  <a:cubicBezTo>
                    <a:pt x="155" y="9"/>
                    <a:pt x="150" y="9"/>
                    <a:pt x="150" y="7"/>
                  </a:cubicBezTo>
                  <a:cubicBezTo>
                    <a:pt x="150" y="4"/>
                    <a:pt x="145" y="0"/>
                    <a:pt x="142" y="0"/>
                  </a:cubicBezTo>
                  <a:cubicBezTo>
                    <a:pt x="139" y="0"/>
                    <a:pt x="135" y="6"/>
                    <a:pt x="135" y="9"/>
                  </a:cubicBezTo>
                  <a:cubicBezTo>
                    <a:pt x="135" y="11"/>
                    <a:pt x="130" y="11"/>
                    <a:pt x="131" y="14"/>
                  </a:cubicBezTo>
                  <a:cubicBezTo>
                    <a:pt x="131" y="16"/>
                    <a:pt x="130" y="16"/>
                    <a:pt x="129" y="17"/>
                  </a:cubicBezTo>
                  <a:cubicBezTo>
                    <a:pt x="130" y="20"/>
                    <a:pt x="130" y="22"/>
                    <a:pt x="129" y="22"/>
                  </a:cubicBezTo>
                  <a:cubicBezTo>
                    <a:pt x="127" y="21"/>
                    <a:pt x="126" y="24"/>
                    <a:pt x="124" y="24"/>
                  </a:cubicBezTo>
                  <a:cubicBezTo>
                    <a:pt x="122" y="24"/>
                    <a:pt x="121" y="21"/>
                    <a:pt x="119" y="18"/>
                  </a:cubicBezTo>
                  <a:cubicBezTo>
                    <a:pt x="119" y="18"/>
                    <a:pt x="119" y="18"/>
                    <a:pt x="119" y="18"/>
                  </a:cubicBezTo>
                  <a:cubicBezTo>
                    <a:pt x="117" y="18"/>
                    <a:pt x="112" y="25"/>
                    <a:pt x="111" y="29"/>
                  </a:cubicBezTo>
                  <a:cubicBezTo>
                    <a:pt x="110" y="34"/>
                    <a:pt x="106" y="32"/>
                    <a:pt x="99" y="33"/>
                  </a:cubicBezTo>
                  <a:cubicBezTo>
                    <a:pt x="92" y="33"/>
                    <a:pt x="95" y="40"/>
                    <a:pt x="94" y="44"/>
                  </a:cubicBezTo>
                  <a:cubicBezTo>
                    <a:pt x="92" y="47"/>
                    <a:pt x="85" y="41"/>
                    <a:pt x="81" y="41"/>
                  </a:cubicBezTo>
                  <a:cubicBezTo>
                    <a:pt x="82" y="43"/>
                    <a:pt x="83" y="46"/>
                    <a:pt x="84" y="46"/>
                  </a:cubicBezTo>
                  <a:cubicBezTo>
                    <a:pt x="86" y="46"/>
                    <a:pt x="89" y="51"/>
                    <a:pt x="91" y="49"/>
                  </a:cubicBezTo>
                  <a:cubicBezTo>
                    <a:pt x="93" y="48"/>
                    <a:pt x="99" y="49"/>
                    <a:pt x="102" y="48"/>
                  </a:cubicBezTo>
                  <a:cubicBezTo>
                    <a:pt x="105" y="47"/>
                    <a:pt x="105" y="45"/>
                    <a:pt x="110" y="45"/>
                  </a:cubicBezTo>
                  <a:cubicBezTo>
                    <a:pt x="115" y="45"/>
                    <a:pt x="113" y="49"/>
                    <a:pt x="118" y="46"/>
                  </a:cubicBezTo>
                  <a:cubicBezTo>
                    <a:pt x="123" y="44"/>
                    <a:pt x="126" y="46"/>
                    <a:pt x="125" y="41"/>
                  </a:cubicBezTo>
                  <a:cubicBezTo>
                    <a:pt x="125" y="37"/>
                    <a:pt x="128" y="37"/>
                    <a:pt x="128" y="33"/>
                  </a:cubicBezTo>
                  <a:cubicBezTo>
                    <a:pt x="127" y="30"/>
                    <a:pt x="133" y="32"/>
                    <a:pt x="133" y="26"/>
                  </a:cubicBezTo>
                  <a:cubicBezTo>
                    <a:pt x="132" y="20"/>
                    <a:pt x="142" y="21"/>
                    <a:pt x="146" y="21"/>
                  </a:cubicBezTo>
                  <a:cubicBezTo>
                    <a:pt x="147" y="21"/>
                    <a:pt x="148" y="21"/>
                    <a:pt x="150" y="22"/>
                  </a:cubicBezTo>
                  <a:cubicBezTo>
                    <a:pt x="153" y="20"/>
                    <a:pt x="157" y="19"/>
                    <a:pt x="155" y="17"/>
                  </a:cubicBezTo>
                  <a:cubicBezTo>
                    <a:pt x="153" y="15"/>
                    <a:pt x="162" y="17"/>
                    <a:pt x="163" y="14"/>
                  </a:cubicBezTo>
                  <a:cubicBezTo>
                    <a:pt x="164" y="11"/>
                    <a:pt x="159" y="8"/>
                    <a:pt x="157" y="9"/>
                  </a:cubicBezTo>
                  <a:close/>
                </a:path>
              </a:pathLst>
            </a:custGeom>
            <a:solidFill>
              <a:srgbClr val="F2F2F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77" name="Google Shape;877;p61"/>
            <p:cNvSpPr/>
            <p:nvPr/>
          </p:nvSpPr>
          <p:spPr>
            <a:xfrm>
              <a:off x="3041172" y="2434389"/>
              <a:ext cx="84631" cy="55337"/>
            </a:xfrm>
            <a:custGeom>
              <a:avLst/>
              <a:gdLst/>
              <a:ahLst/>
              <a:cxnLst/>
              <a:rect l="l" t="t" r="r" b="b"/>
              <a:pathLst>
                <a:path w="11" h="7" extrusionOk="0">
                  <a:moveTo>
                    <a:pt x="5" y="7"/>
                  </a:moveTo>
                  <a:cubicBezTo>
                    <a:pt x="7" y="7"/>
                    <a:pt x="8" y="4"/>
                    <a:pt x="10" y="5"/>
                  </a:cubicBezTo>
                  <a:cubicBezTo>
                    <a:pt x="11" y="5"/>
                    <a:pt x="11" y="3"/>
                    <a:pt x="10" y="0"/>
                  </a:cubicBezTo>
                  <a:cubicBezTo>
                    <a:pt x="8" y="0"/>
                    <a:pt x="6" y="0"/>
                    <a:pt x="6" y="2"/>
                  </a:cubicBezTo>
                  <a:cubicBezTo>
                    <a:pt x="6" y="4"/>
                    <a:pt x="2" y="1"/>
                    <a:pt x="0" y="1"/>
                  </a:cubicBezTo>
                  <a:cubicBezTo>
                    <a:pt x="2" y="4"/>
                    <a:pt x="3" y="7"/>
                    <a:pt x="5" y="7"/>
                  </a:cubicBezTo>
                  <a:close/>
                </a:path>
              </a:pathLst>
            </a:custGeom>
            <a:solidFill>
              <a:srgbClr val="F2F2F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78" name="Google Shape;878;p61"/>
            <p:cNvSpPr/>
            <p:nvPr/>
          </p:nvSpPr>
          <p:spPr>
            <a:xfrm>
              <a:off x="3249504" y="1509923"/>
              <a:ext cx="631501" cy="878891"/>
            </a:xfrm>
            <a:custGeom>
              <a:avLst/>
              <a:gdLst/>
              <a:ahLst/>
              <a:cxnLst/>
              <a:rect l="l" t="t" r="r" b="b"/>
              <a:pathLst>
                <a:path w="82" h="114" extrusionOk="0">
                  <a:moveTo>
                    <a:pt x="43" y="44"/>
                  </a:moveTo>
                  <a:cubicBezTo>
                    <a:pt x="48" y="43"/>
                    <a:pt x="55" y="49"/>
                    <a:pt x="54" y="52"/>
                  </a:cubicBezTo>
                  <a:cubicBezTo>
                    <a:pt x="53" y="54"/>
                    <a:pt x="54" y="61"/>
                    <a:pt x="56" y="59"/>
                  </a:cubicBezTo>
                  <a:cubicBezTo>
                    <a:pt x="58" y="57"/>
                    <a:pt x="62" y="60"/>
                    <a:pt x="60" y="63"/>
                  </a:cubicBezTo>
                  <a:cubicBezTo>
                    <a:pt x="57" y="66"/>
                    <a:pt x="63" y="69"/>
                    <a:pt x="64" y="73"/>
                  </a:cubicBezTo>
                  <a:cubicBezTo>
                    <a:pt x="65" y="77"/>
                    <a:pt x="67" y="74"/>
                    <a:pt x="67" y="71"/>
                  </a:cubicBezTo>
                  <a:cubicBezTo>
                    <a:pt x="66" y="68"/>
                    <a:pt x="67" y="68"/>
                    <a:pt x="70" y="66"/>
                  </a:cubicBezTo>
                  <a:cubicBezTo>
                    <a:pt x="74" y="64"/>
                    <a:pt x="70" y="60"/>
                    <a:pt x="68" y="56"/>
                  </a:cubicBezTo>
                  <a:cubicBezTo>
                    <a:pt x="66" y="52"/>
                    <a:pt x="59" y="53"/>
                    <a:pt x="59" y="49"/>
                  </a:cubicBezTo>
                  <a:cubicBezTo>
                    <a:pt x="59" y="45"/>
                    <a:pt x="53" y="44"/>
                    <a:pt x="53" y="42"/>
                  </a:cubicBezTo>
                  <a:cubicBezTo>
                    <a:pt x="53" y="39"/>
                    <a:pt x="45" y="37"/>
                    <a:pt x="41" y="40"/>
                  </a:cubicBezTo>
                  <a:cubicBezTo>
                    <a:pt x="37" y="42"/>
                    <a:pt x="40" y="35"/>
                    <a:pt x="37" y="32"/>
                  </a:cubicBezTo>
                  <a:cubicBezTo>
                    <a:pt x="34" y="29"/>
                    <a:pt x="39" y="24"/>
                    <a:pt x="43" y="20"/>
                  </a:cubicBezTo>
                  <a:cubicBezTo>
                    <a:pt x="46" y="16"/>
                    <a:pt x="42" y="9"/>
                    <a:pt x="42" y="6"/>
                  </a:cubicBezTo>
                  <a:cubicBezTo>
                    <a:pt x="43" y="3"/>
                    <a:pt x="42" y="2"/>
                    <a:pt x="41" y="3"/>
                  </a:cubicBezTo>
                  <a:cubicBezTo>
                    <a:pt x="39" y="4"/>
                    <a:pt x="32" y="0"/>
                    <a:pt x="29" y="2"/>
                  </a:cubicBezTo>
                  <a:cubicBezTo>
                    <a:pt x="25" y="4"/>
                    <a:pt x="28" y="21"/>
                    <a:pt x="27" y="22"/>
                  </a:cubicBezTo>
                  <a:cubicBezTo>
                    <a:pt x="25" y="23"/>
                    <a:pt x="23" y="19"/>
                    <a:pt x="23" y="21"/>
                  </a:cubicBezTo>
                  <a:cubicBezTo>
                    <a:pt x="22" y="23"/>
                    <a:pt x="23" y="32"/>
                    <a:pt x="25" y="32"/>
                  </a:cubicBezTo>
                  <a:cubicBezTo>
                    <a:pt x="27" y="32"/>
                    <a:pt x="29" y="35"/>
                    <a:pt x="27" y="39"/>
                  </a:cubicBezTo>
                  <a:cubicBezTo>
                    <a:pt x="26" y="43"/>
                    <a:pt x="31" y="43"/>
                    <a:pt x="36" y="42"/>
                  </a:cubicBezTo>
                  <a:cubicBezTo>
                    <a:pt x="40" y="40"/>
                    <a:pt x="39" y="45"/>
                    <a:pt x="43" y="44"/>
                  </a:cubicBezTo>
                  <a:close/>
                  <a:moveTo>
                    <a:pt x="28" y="46"/>
                  </a:moveTo>
                  <a:cubicBezTo>
                    <a:pt x="28" y="50"/>
                    <a:pt x="30" y="57"/>
                    <a:pt x="36" y="55"/>
                  </a:cubicBezTo>
                  <a:cubicBezTo>
                    <a:pt x="41" y="54"/>
                    <a:pt x="27" y="44"/>
                    <a:pt x="28" y="46"/>
                  </a:cubicBezTo>
                  <a:close/>
                  <a:moveTo>
                    <a:pt x="41" y="71"/>
                  </a:moveTo>
                  <a:cubicBezTo>
                    <a:pt x="43" y="70"/>
                    <a:pt x="46" y="71"/>
                    <a:pt x="46" y="68"/>
                  </a:cubicBezTo>
                  <a:cubicBezTo>
                    <a:pt x="46" y="66"/>
                    <a:pt x="49" y="73"/>
                    <a:pt x="47" y="75"/>
                  </a:cubicBezTo>
                  <a:cubicBezTo>
                    <a:pt x="44" y="77"/>
                    <a:pt x="44" y="83"/>
                    <a:pt x="48" y="84"/>
                  </a:cubicBezTo>
                  <a:cubicBezTo>
                    <a:pt x="51" y="85"/>
                    <a:pt x="58" y="73"/>
                    <a:pt x="57" y="71"/>
                  </a:cubicBezTo>
                  <a:cubicBezTo>
                    <a:pt x="56" y="68"/>
                    <a:pt x="53" y="72"/>
                    <a:pt x="54" y="69"/>
                  </a:cubicBezTo>
                  <a:cubicBezTo>
                    <a:pt x="54" y="66"/>
                    <a:pt x="45" y="58"/>
                    <a:pt x="41" y="59"/>
                  </a:cubicBezTo>
                  <a:cubicBezTo>
                    <a:pt x="37" y="60"/>
                    <a:pt x="39" y="71"/>
                    <a:pt x="41" y="71"/>
                  </a:cubicBezTo>
                  <a:close/>
                  <a:moveTo>
                    <a:pt x="12" y="75"/>
                  </a:moveTo>
                  <a:cubicBezTo>
                    <a:pt x="9" y="80"/>
                    <a:pt x="0" y="87"/>
                    <a:pt x="1" y="89"/>
                  </a:cubicBezTo>
                  <a:cubicBezTo>
                    <a:pt x="3" y="92"/>
                    <a:pt x="12" y="78"/>
                    <a:pt x="17" y="75"/>
                  </a:cubicBezTo>
                  <a:cubicBezTo>
                    <a:pt x="21" y="72"/>
                    <a:pt x="20" y="69"/>
                    <a:pt x="19" y="66"/>
                  </a:cubicBezTo>
                  <a:cubicBezTo>
                    <a:pt x="17" y="63"/>
                    <a:pt x="16" y="71"/>
                    <a:pt x="12" y="75"/>
                  </a:cubicBezTo>
                  <a:close/>
                  <a:moveTo>
                    <a:pt x="56" y="80"/>
                  </a:moveTo>
                  <a:cubicBezTo>
                    <a:pt x="57" y="83"/>
                    <a:pt x="65" y="79"/>
                    <a:pt x="63" y="76"/>
                  </a:cubicBezTo>
                  <a:cubicBezTo>
                    <a:pt x="61" y="74"/>
                    <a:pt x="56" y="78"/>
                    <a:pt x="56" y="80"/>
                  </a:cubicBezTo>
                  <a:close/>
                  <a:moveTo>
                    <a:pt x="79" y="100"/>
                  </a:moveTo>
                  <a:cubicBezTo>
                    <a:pt x="82" y="96"/>
                    <a:pt x="77" y="87"/>
                    <a:pt x="77" y="81"/>
                  </a:cubicBezTo>
                  <a:cubicBezTo>
                    <a:pt x="77" y="75"/>
                    <a:pt x="69" y="77"/>
                    <a:pt x="71" y="80"/>
                  </a:cubicBezTo>
                  <a:cubicBezTo>
                    <a:pt x="73" y="84"/>
                    <a:pt x="67" y="81"/>
                    <a:pt x="66" y="85"/>
                  </a:cubicBezTo>
                  <a:cubicBezTo>
                    <a:pt x="66" y="89"/>
                    <a:pt x="61" y="86"/>
                    <a:pt x="61" y="89"/>
                  </a:cubicBezTo>
                  <a:cubicBezTo>
                    <a:pt x="61" y="92"/>
                    <a:pt x="56" y="89"/>
                    <a:pt x="54" y="87"/>
                  </a:cubicBezTo>
                  <a:cubicBezTo>
                    <a:pt x="51" y="85"/>
                    <a:pt x="48" y="92"/>
                    <a:pt x="44" y="93"/>
                  </a:cubicBezTo>
                  <a:cubicBezTo>
                    <a:pt x="40" y="94"/>
                    <a:pt x="38" y="102"/>
                    <a:pt x="41" y="101"/>
                  </a:cubicBezTo>
                  <a:cubicBezTo>
                    <a:pt x="44" y="101"/>
                    <a:pt x="45" y="97"/>
                    <a:pt x="48" y="97"/>
                  </a:cubicBezTo>
                  <a:cubicBezTo>
                    <a:pt x="51" y="98"/>
                    <a:pt x="50" y="94"/>
                    <a:pt x="54" y="95"/>
                  </a:cubicBezTo>
                  <a:cubicBezTo>
                    <a:pt x="59" y="96"/>
                    <a:pt x="56" y="109"/>
                    <a:pt x="61" y="110"/>
                  </a:cubicBezTo>
                  <a:cubicBezTo>
                    <a:pt x="67" y="111"/>
                    <a:pt x="67" y="114"/>
                    <a:pt x="70" y="114"/>
                  </a:cubicBezTo>
                  <a:cubicBezTo>
                    <a:pt x="73" y="114"/>
                    <a:pt x="70" y="106"/>
                    <a:pt x="70" y="103"/>
                  </a:cubicBezTo>
                  <a:cubicBezTo>
                    <a:pt x="70" y="101"/>
                    <a:pt x="76" y="103"/>
                    <a:pt x="79" y="100"/>
                  </a:cubicBezTo>
                  <a:close/>
                </a:path>
              </a:pathLst>
            </a:custGeom>
            <a:solidFill>
              <a:srgbClr val="F2F2F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79" name="Google Shape;879;p61"/>
            <p:cNvSpPr/>
            <p:nvPr/>
          </p:nvSpPr>
          <p:spPr>
            <a:xfrm>
              <a:off x="1817235" y="2359517"/>
              <a:ext cx="2988236" cy="1087225"/>
            </a:xfrm>
            <a:custGeom>
              <a:avLst/>
              <a:gdLst/>
              <a:ahLst/>
              <a:cxnLst/>
              <a:rect l="l" t="t" r="r" b="b"/>
              <a:pathLst>
                <a:path w="388" h="141" extrusionOk="0">
                  <a:moveTo>
                    <a:pt x="29" y="60"/>
                  </a:moveTo>
                  <a:cubicBezTo>
                    <a:pt x="28" y="61"/>
                    <a:pt x="31" y="66"/>
                    <a:pt x="33" y="65"/>
                  </a:cubicBezTo>
                  <a:cubicBezTo>
                    <a:pt x="34" y="63"/>
                    <a:pt x="30" y="56"/>
                    <a:pt x="29" y="60"/>
                  </a:cubicBezTo>
                  <a:close/>
                  <a:moveTo>
                    <a:pt x="110" y="75"/>
                  </a:moveTo>
                  <a:cubicBezTo>
                    <a:pt x="110" y="73"/>
                    <a:pt x="104" y="74"/>
                    <a:pt x="105" y="77"/>
                  </a:cubicBezTo>
                  <a:cubicBezTo>
                    <a:pt x="107" y="80"/>
                    <a:pt x="110" y="77"/>
                    <a:pt x="110" y="75"/>
                  </a:cubicBezTo>
                  <a:close/>
                  <a:moveTo>
                    <a:pt x="16" y="38"/>
                  </a:moveTo>
                  <a:cubicBezTo>
                    <a:pt x="16" y="41"/>
                    <a:pt x="19" y="48"/>
                    <a:pt x="22" y="45"/>
                  </a:cubicBezTo>
                  <a:cubicBezTo>
                    <a:pt x="25" y="42"/>
                    <a:pt x="17" y="36"/>
                    <a:pt x="16" y="38"/>
                  </a:cubicBezTo>
                  <a:close/>
                  <a:moveTo>
                    <a:pt x="204" y="81"/>
                  </a:moveTo>
                  <a:cubicBezTo>
                    <a:pt x="208" y="81"/>
                    <a:pt x="208" y="87"/>
                    <a:pt x="207" y="90"/>
                  </a:cubicBezTo>
                  <a:cubicBezTo>
                    <a:pt x="206" y="93"/>
                    <a:pt x="205" y="101"/>
                    <a:pt x="208" y="100"/>
                  </a:cubicBezTo>
                  <a:cubicBezTo>
                    <a:pt x="212" y="98"/>
                    <a:pt x="214" y="93"/>
                    <a:pt x="212" y="91"/>
                  </a:cubicBezTo>
                  <a:cubicBezTo>
                    <a:pt x="210" y="90"/>
                    <a:pt x="210" y="79"/>
                    <a:pt x="211" y="76"/>
                  </a:cubicBezTo>
                  <a:cubicBezTo>
                    <a:pt x="212" y="73"/>
                    <a:pt x="219" y="75"/>
                    <a:pt x="217" y="80"/>
                  </a:cubicBezTo>
                  <a:cubicBezTo>
                    <a:pt x="214" y="84"/>
                    <a:pt x="221" y="83"/>
                    <a:pt x="221" y="88"/>
                  </a:cubicBezTo>
                  <a:cubicBezTo>
                    <a:pt x="221" y="93"/>
                    <a:pt x="224" y="90"/>
                    <a:pt x="228" y="89"/>
                  </a:cubicBezTo>
                  <a:cubicBezTo>
                    <a:pt x="232" y="88"/>
                    <a:pt x="232" y="85"/>
                    <a:pt x="229" y="83"/>
                  </a:cubicBezTo>
                  <a:cubicBezTo>
                    <a:pt x="226" y="80"/>
                    <a:pt x="231" y="75"/>
                    <a:pt x="227" y="73"/>
                  </a:cubicBezTo>
                  <a:cubicBezTo>
                    <a:pt x="224" y="70"/>
                    <a:pt x="221" y="67"/>
                    <a:pt x="224" y="66"/>
                  </a:cubicBezTo>
                  <a:cubicBezTo>
                    <a:pt x="228" y="65"/>
                    <a:pt x="238" y="59"/>
                    <a:pt x="237" y="57"/>
                  </a:cubicBezTo>
                  <a:cubicBezTo>
                    <a:pt x="236" y="54"/>
                    <a:pt x="221" y="57"/>
                    <a:pt x="220" y="62"/>
                  </a:cubicBezTo>
                  <a:cubicBezTo>
                    <a:pt x="219" y="66"/>
                    <a:pt x="208" y="61"/>
                    <a:pt x="210" y="53"/>
                  </a:cubicBezTo>
                  <a:cubicBezTo>
                    <a:pt x="211" y="46"/>
                    <a:pt x="231" y="44"/>
                    <a:pt x="237" y="47"/>
                  </a:cubicBezTo>
                  <a:cubicBezTo>
                    <a:pt x="243" y="50"/>
                    <a:pt x="250" y="43"/>
                    <a:pt x="252" y="38"/>
                  </a:cubicBezTo>
                  <a:cubicBezTo>
                    <a:pt x="254" y="34"/>
                    <a:pt x="247" y="39"/>
                    <a:pt x="243" y="42"/>
                  </a:cubicBezTo>
                  <a:cubicBezTo>
                    <a:pt x="239" y="45"/>
                    <a:pt x="228" y="42"/>
                    <a:pt x="222" y="40"/>
                  </a:cubicBezTo>
                  <a:cubicBezTo>
                    <a:pt x="216" y="38"/>
                    <a:pt x="217" y="43"/>
                    <a:pt x="212" y="44"/>
                  </a:cubicBezTo>
                  <a:cubicBezTo>
                    <a:pt x="207" y="45"/>
                    <a:pt x="208" y="55"/>
                    <a:pt x="206" y="56"/>
                  </a:cubicBezTo>
                  <a:cubicBezTo>
                    <a:pt x="204" y="58"/>
                    <a:pt x="204" y="65"/>
                    <a:pt x="199" y="73"/>
                  </a:cubicBezTo>
                  <a:cubicBezTo>
                    <a:pt x="195" y="80"/>
                    <a:pt x="201" y="81"/>
                    <a:pt x="204" y="81"/>
                  </a:cubicBezTo>
                  <a:close/>
                  <a:moveTo>
                    <a:pt x="91" y="87"/>
                  </a:moveTo>
                  <a:cubicBezTo>
                    <a:pt x="90" y="84"/>
                    <a:pt x="92" y="81"/>
                    <a:pt x="92" y="79"/>
                  </a:cubicBezTo>
                  <a:cubicBezTo>
                    <a:pt x="92" y="77"/>
                    <a:pt x="93" y="76"/>
                    <a:pt x="95" y="77"/>
                  </a:cubicBezTo>
                  <a:cubicBezTo>
                    <a:pt x="98" y="77"/>
                    <a:pt x="97" y="72"/>
                    <a:pt x="96" y="72"/>
                  </a:cubicBezTo>
                  <a:cubicBezTo>
                    <a:pt x="94" y="71"/>
                    <a:pt x="93" y="65"/>
                    <a:pt x="89" y="65"/>
                  </a:cubicBezTo>
                  <a:cubicBezTo>
                    <a:pt x="84" y="65"/>
                    <a:pt x="85" y="68"/>
                    <a:pt x="88" y="69"/>
                  </a:cubicBezTo>
                  <a:cubicBezTo>
                    <a:pt x="90" y="69"/>
                    <a:pt x="92" y="71"/>
                    <a:pt x="91" y="73"/>
                  </a:cubicBezTo>
                  <a:cubicBezTo>
                    <a:pt x="90" y="74"/>
                    <a:pt x="89" y="71"/>
                    <a:pt x="86" y="71"/>
                  </a:cubicBezTo>
                  <a:cubicBezTo>
                    <a:pt x="82" y="71"/>
                    <a:pt x="84" y="67"/>
                    <a:pt x="80" y="67"/>
                  </a:cubicBezTo>
                  <a:cubicBezTo>
                    <a:pt x="76" y="66"/>
                    <a:pt x="77" y="59"/>
                    <a:pt x="73" y="59"/>
                  </a:cubicBezTo>
                  <a:cubicBezTo>
                    <a:pt x="69" y="59"/>
                    <a:pt x="68" y="56"/>
                    <a:pt x="71" y="53"/>
                  </a:cubicBezTo>
                  <a:cubicBezTo>
                    <a:pt x="74" y="51"/>
                    <a:pt x="67" y="48"/>
                    <a:pt x="67" y="45"/>
                  </a:cubicBezTo>
                  <a:cubicBezTo>
                    <a:pt x="67" y="42"/>
                    <a:pt x="62" y="44"/>
                    <a:pt x="62" y="42"/>
                  </a:cubicBezTo>
                  <a:cubicBezTo>
                    <a:pt x="62" y="39"/>
                    <a:pt x="60" y="40"/>
                    <a:pt x="58" y="37"/>
                  </a:cubicBezTo>
                  <a:cubicBezTo>
                    <a:pt x="56" y="34"/>
                    <a:pt x="55" y="37"/>
                    <a:pt x="53" y="35"/>
                  </a:cubicBezTo>
                  <a:cubicBezTo>
                    <a:pt x="51" y="33"/>
                    <a:pt x="48" y="31"/>
                    <a:pt x="46" y="32"/>
                  </a:cubicBezTo>
                  <a:cubicBezTo>
                    <a:pt x="45" y="33"/>
                    <a:pt x="41" y="29"/>
                    <a:pt x="39" y="25"/>
                  </a:cubicBezTo>
                  <a:cubicBezTo>
                    <a:pt x="38" y="22"/>
                    <a:pt x="27" y="17"/>
                    <a:pt x="25" y="12"/>
                  </a:cubicBezTo>
                  <a:cubicBezTo>
                    <a:pt x="24" y="8"/>
                    <a:pt x="20" y="6"/>
                    <a:pt x="13" y="7"/>
                  </a:cubicBezTo>
                  <a:cubicBezTo>
                    <a:pt x="6" y="7"/>
                    <a:pt x="4" y="0"/>
                    <a:pt x="2" y="3"/>
                  </a:cubicBezTo>
                  <a:cubicBezTo>
                    <a:pt x="0" y="8"/>
                    <a:pt x="9" y="17"/>
                    <a:pt x="13" y="20"/>
                  </a:cubicBezTo>
                  <a:cubicBezTo>
                    <a:pt x="18" y="22"/>
                    <a:pt x="20" y="31"/>
                    <a:pt x="25" y="31"/>
                  </a:cubicBezTo>
                  <a:cubicBezTo>
                    <a:pt x="30" y="32"/>
                    <a:pt x="30" y="48"/>
                    <a:pt x="34" y="48"/>
                  </a:cubicBezTo>
                  <a:cubicBezTo>
                    <a:pt x="38" y="49"/>
                    <a:pt x="46" y="61"/>
                    <a:pt x="47" y="68"/>
                  </a:cubicBezTo>
                  <a:cubicBezTo>
                    <a:pt x="48" y="74"/>
                    <a:pt x="56" y="78"/>
                    <a:pt x="59" y="82"/>
                  </a:cubicBezTo>
                  <a:cubicBezTo>
                    <a:pt x="62" y="87"/>
                    <a:pt x="73" y="93"/>
                    <a:pt x="74" y="95"/>
                  </a:cubicBezTo>
                  <a:cubicBezTo>
                    <a:pt x="76" y="97"/>
                    <a:pt x="77" y="102"/>
                    <a:pt x="79" y="100"/>
                  </a:cubicBezTo>
                  <a:cubicBezTo>
                    <a:pt x="80" y="97"/>
                    <a:pt x="85" y="100"/>
                    <a:pt x="88" y="100"/>
                  </a:cubicBezTo>
                  <a:cubicBezTo>
                    <a:pt x="90" y="100"/>
                    <a:pt x="91" y="91"/>
                    <a:pt x="91" y="87"/>
                  </a:cubicBezTo>
                  <a:close/>
                  <a:moveTo>
                    <a:pt x="281" y="48"/>
                  </a:moveTo>
                  <a:cubicBezTo>
                    <a:pt x="286" y="48"/>
                    <a:pt x="284" y="45"/>
                    <a:pt x="284" y="41"/>
                  </a:cubicBezTo>
                  <a:cubicBezTo>
                    <a:pt x="284" y="38"/>
                    <a:pt x="279" y="41"/>
                    <a:pt x="279" y="39"/>
                  </a:cubicBezTo>
                  <a:cubicBezTo>
                    <a:pt x="279" y="37"/>
                    <a:pt x="277" y="30"/>
                    <a:pt x="273" y="36"/>
                  </a:cubicBezTo>
                  <a:cubicBezTo>
                    <a:pt x="269" y="41"/>
                    <a:pt x="274" y="55"/>
                    <a:pt x="278" y="54"/>
                  </a:cubicBezTo>
                  <a:cubicBezTo>
                    <a:pt x="280" y="54"/>
                    <a:pt x="275" y="47"/>
                    <a:pt x="281" y="48"/>
                  </a:cubicBezTo>
                  <a:close/>
                  <a:moveTo>
                    <a:pt x="260" y="79"/>
                  </a:moveTo>
                  <a:cubicBezTo>
                    <a:pt x="261" y="83"/>
                    <a:pt x="269" y="85"/>
                    <a:pt x="271" y="82"/>
                  </a:cubicBezTo>
                  <a:cubicBezTo>
                    <a:pt x="273" y="78"/>
                    <a:pt x="259" y="74"/>
                    <a:pt x="260" y="79"/>
                  </a:cubicBezTo>
                  <a:close/>
                  <a:moveTo>
                    <a:pt x="241" y="121"/>
                  </a:moveTo>
                  <a:cubicBezTo>
                    <a:pt x="234" y="120"/>
                    <a:pt x="229" y="125"/>
                    <a:pt x="223" y="122"/>
                  </a:cubicBezTo>
                  <a:cubicBezTo>
                    <a:pt x="216" y="120"/>
                    <a:pt x="206" y="122"/>
                    <a:pt x="207" y="125"/>
                  </a:cubicBezTo>
                  <a:cubicBezTo>
                    <a:pt x="208" y="127"/>
                    <a:pt x="214" y="127"/>
                    <a:pt x="221" y="127"/>
                  </a:cubicBezTo>
                  <a:cubicBezTo>
                    <a:pt x="227" y="127"/>
                    <a:pt x="233" y="124"/>
                    <a:pt x="238" y="123"/>
                  </a:cubicBezTo>
                  <a:cubicBezTo>
                    <a:pt x="242" y="123"/>
                    <a:pt x="247" y="122"/>
                    <a:pt x="241" y="121"/>
                  </a:cubicBezTo>
                  <a:close/>
                  <a:moveTo>
                    <a:pt x="294" y="75"/>
                  </a:moveTo>
                  <a:cubicBezTo>
                    <a:pt x="287" y="73"/>
                    <a:pt x="276" y="75"/>
                    <a:pt x="278" y="78"/>
                  </a:cubicBezTo>
                  <a:cubicBezTo>
                    <a:pt x="279" y="81"/>
                    <a:pt x="284" y="80"/>
                    <a:pt x="289" y="80"/>
                  </a:cubicBezTo>
                  <a:cubicBezTo>
                    <a:pt x="294" y="80"/>
                    <a:pt x="297" y="84"/>
                    <a:pt x="300" y="84"/>
                  </a:cubicBezTo>
                  <a:cubicBezTo>
                    <a:pt x="302" y="84"/>
                    <a:pt x="300" y="77"/>
                    <a:pt x="294" y="75"/>
                  </a:cubicBezTo>
                  <a:close/>
                  <a:moveTo>
                    <a:pt x="163" y="118"/>
                  </a:moveTo>
                  <a:cubicBezTo>
                    <a:pt x="163" y="115"/>
                    <a:pt x="153" y="118"/>
                    <a:pt x="148" y="116"/>
                  </a:cubicBezTo>
                  <a:cubicBezTo>
                    <a:pt x="143" y="114"/>
                    <a:pt x="153" y="112"/>
                    <a:pt x="157" y="110"/>
                  </a:cubicBezTo>
                  <a:cubicBezTo>
                    <a:pt x="160" y="108"/>
                    <a:pt x="155" y="107"/>
                    <a:pt x="147" y="110"/>
                  </a:cubicBezTo>
                  <a:cubicBezTo>
                    <a:pt x="139" y="112"/>
                    <a:pt x="129" y="104"/>
                    <a:pt x="129" y="108"/>
                  </a:cubicBezTo>
                  <a:cubicBezTo>
                    <a:pt x="129" y="111"/>
                    <a:pt x="115" y="106"/>
                    <a:pt x="111" y="104"/>
                  </a:cubicBezTo>
                  <a:cubicBezTo>
                    <a:pt x="108" y="101"/>
                    <a:pt x="94" y="98"/>
                    <a:pt x="92" y="103"/>
                  </a:cubicBezTo>
                  <a:cubicBezTo>
                    <a:pt x="89" y="108"/>
                    <a:pt x="86" y="103"/>
                    <a:pt x="88" y="108"/>
                  </a:cubicBezTo>
                  <a:cubicBezTo>
                    <a:pt x="88" y="111"/>
                    <a:pt x="92" y="109"/>
                    <a:pt x="94" y="109"/>
                  </a:cubicBezTo>
                  <a:cubicBezTo>
                    <a:pt x="96" y="109"/>
                    <a:pt x="95" y="113"/>
                    <a:pt x="98" y="114"/>
                  </a:cubicBezTo>
                  <a:cubicBezTo>
                    <a:pt x="102" y="114"/>
                    <a:pt x="112" y="117"/>
                    <a:pt x="113" y="115"/>
                  </a:cubicBezTo>
                  <a:cubicBezTo>
                    <a:pt x="114" y="113"/>
                    <a:pt x="124" y="115"/>
                    <a:pt x="129" y="119"/>
                  </a:cubicBezTo>
                  <a:cubicBezTo>
                    <a:pt x="134" y="123"/>
                    <a:pt x="146" y="123"/>
                    <a:pt x="150" y="123"/>
                  </a:cubicBezTo>
                  <a:cubicBezTo>
                    <a:pt x="155" y="122"/>
                    <a:pt x="160" y="126"/>
                    <a:pt x="161" y="123"/>
                  </a:cubicBezTo>
                  <a:cubicBezTo>
                    <a:pt x="163" y="121"/>
                    <a:pt x="166" y="127"/>
                    <a:pt x="171" y="123"/>
                  </a:cubicBezTo>
                  <a:cubicBezTo>
                    <a:pt x="176" y="120"/>
                    <a:pt x="163" y="121"/>
                    <a:pt x="163" y="118"/>
                  </a:cubicBezTo>
                  <a:close/>
                  <a:moveTo>
                    <a:pt x="359" y="64"/>
                  </a:moveTo>
                  <a:cubicBezTo>
                    <a:pt x="355" y="64"/>
                    <a:pt x="354" y="71"/>
                    <a:pt x="351" y="71"/>
                  </a:cubicBezTo>
                  <a:cubicBezTo>
                    <a:pt x="348" y="71"/>
                    <a:pt x="343" y="77"/>
                    <a:pt x="338" y="79"/>
                  </a:cubicBezTo>
                  <a:cubicBezTo>
                    <a:pt x="332" y="81"/>
                    <a:pt x="331" y="62"/>
                    <a:pt x="329" y="58"/>
                  </a:cubicBezTo>
                  <a:cubicBezTo>
                    <a:pt x="326" y="55"/>
                    <a:pt x="311" y="52"/>
                    <a:pt x="309" y="56"/>
                  </a:cubicBezTo>
                  <a:cubicBezTo>
                    <a:pt x="308" y="60"/>
                    <a:pt x="303" y="58"/>
                    <a:pt x="302" y="61"/>
                  </a:cubicBezTo>
                  <a:cubicBezTo>
                    <a:pt x="302" y="65"/>
                    <a:pt x="303" y="64"/>
                    <a:pt x="307" y="64"/>
                  </a:cubicBezTo>
                  <a:cubicBezTo>
                    <a:pt x="310" y="64"/>
                    <a:pt x="310" y="66"/>
                    <a:pt x="311" y="69"/>
                  </a:cubicBezTo>
                  <a:cubicBezTo>
                    <a:pt x="313" y="73"/>
                    <a:pt x="322" y="70"/>
                    <a:pt x="325" y="70"/>
                  </a:cubicBezTo>
                  <a:cubicBezTo>
                    <a:pt x="328" y="70"/>
                    <a:pt x="328" y="74"/>
                    <a:pt x="324" y="73"/>
                  </a:cubicBezTo>
                  <a:cubicBezTo>
                    <a:pt x="320" y="71"/>
                    <a:pt x="320" y="75"/>
                    <a:pt x="317" y="74"/>
                  </a:cubicBezTo>
                  <a:cubicBezTo>
                    <a:pt x="314" y="73"/>
                    <a:pt x="310" y="73"/>
                    <a:pt x="312" y="75"/>
                  </a:cubicBezTo>
                  <a:cubicBezTo>
                    <a:pt x="314" y="77"/>
                    <a:pt x="317" y="79"/>
                    <a:pt x="317" y="83"/>
                  </a:cubicBezTo>
                  <a:cubicBezTo>
                    <a:pt x="317" y="86"/>
                    <a:pt x="323" y="86"/>
                    <a:pt x="323" y="83"/>
                  </a:cubicBezTo>
                  <a:cubicBezTo>
                    <a:pt x="323" y="79"/>
                    <a:pt x="326" y="83"/>
                    <a:pt x="332" y="85"/>
                  </a:cubicBezTo>
                  <a:cubicBezTo>
                    <a:pt x="337" y="86"/>
                    <a:pt x="333" y="89"/>
                    <a:pt x="339" y="89"/>
                  </a:cubicBezTo>
                  <a:cubicBezTo>
                    <a:pt x="345" y="89"/>
                    <a:pt x="358" y="93"/>
                    <a:pt x="363" y="97"/>
                  </a:cubicBezTo>
                  <a:cubicBezTo>
                    <a:pt x="368" y="101"/>
                    <a:pt x="364" y="103"/>
                    <a:pt x="367" y="107"/>
                  </a:cubicBezTo>
                  <a:cubicBezTo>
                    <a:pt x="371" y="110"/>
                    <a:pt x="372" y="114"/>
                    <a:pt x="367" y="114"/>
                  </a:cubicBezTo>
                  <a:cubicBezTo>
                    <a:pt x="363" y="114"/>
                    <a:pt x="358" y="119"/>
                    <a:pt x="359" y="121"/>
                  </a:cubicBezTo>
                  <a:cubicBezTo>
                    <a:pt x="360" y="123"/>
                    <a:pt x="375" y="120"/>
                    <a:pt x="379" y="120"/>
                  </a:cubicBezTo>
                  <a:cubicBezTo>
                    <a:pt x="381" y="120"/>
                    <a:pt x="383" y="124"/>
                    <a:pt x="388" y="127"/>
                  </a:cubicBezTo>
                  <a:cubicBezTo>
                    <a:pt x="388" y="74"/>
                    <a:pt x="388" y="74"/>
                    <a:pt x="388" y="74"/>
                  </a:cubicBezTo>
                  <a:cubicBezTo>
                    <a:pt x="377" y="70"/>
                    <a:pt x="362" y="64"/>
                    <a:pt x="359" y="64"/>
                  </a:cubicBezTo>
                  <a:close/>
                  <a:moveTo>
                    <a:pt x="251" y="127"/>
                  </a:moveTo>
                  <a:cubicBezTo>
                    <a:pt x="250" y="127"/>
                    <a:pt x="249" y="128"/>
                    <a:pt x="248" y="128"/>
                  </a:cubicBezTo>
                  <a:cubicBezTo>
                    <a:pt x="248" y="129"/>
                    <a:pt x="248" y="130"/>
                    <a:pt x="247" y="130"/>
                  </a:cubicBezTo>
                  <a:cubicBezTo>
                    <a:pt x="246" y="131"/>
                    <a:pt x="245" y="130"/>
                    <a:pt x="244" y="129"/>
                  </a:cubicBezTo>
                  <a:cubicBezTo>
                    <a:pt x="239" y="131"/>
                    <a:pt x="237" y="137"/>
                    <a:pt x="240" y="139"/>
                  </a:cubicBezTo>
                  <a:cubicBezTo>
                    <a:pt x="243" y="140"/>
                    <a:pt x="248" y="136"/>
                    <a:pt x="251" y="132"/>
                  </a:cubicBezTo>
                  <a:cubicBezTo>
                    <a:pt x="251" y="132"/>
                    <a:pt x="252" y="131"/>
                    <a:pt x="252" y="131"/>
                  </a:cubicBezTo>
                  <a:cubicBezTo>
                    <a:pt x="252" y="131"/>
                    <a:pt x="252" y="131"/>
                    <a:pt x="253" y="130"/>
                  </a:cubicBezTo>
                  <a:cubicBezTo>
                    <a:pt x="253" y="130"/>
                    <a:pt x="253" y="130"/>
                    <a:pt x="254" y="130"/>
                  </a:cubicBezTo>
                  <a:cubicBezTo>
                    <a:pt x="253" y="129"/>
                    <a:pt x="252" y="128"/>
                    <a:pt x="251" y="127"/>
                  </a:cubicBezTo>
                  <a:close/>
                  <a:moveTo>
                    <a:pt x="182" y="63"/>
                  </a:moveTo>
                  <a:cubicBezTo>
                    <a:pt x="186" y="60"/>
                    <a:pt x="187" y="55"/>
                    <a:pt x="187" y="50"/>
                  </a:cubicBezTo>
                  <a:cubicBezTo>
                    <a:pt x="186" y="45"/>
                    <a:pt x="198" y="45"/>
                    <a:pt x="199" y="43"/>
                  </a:cubicBezTo>
                  <a:cubicBezTo>
                    <a:pt x="201" y="41"/>
                    <a:pt x="197" y="37"/>
                    <a:pt x="194" y="36"/>
                  </a:cubicBezTo>
                  <a:cubicBezTo>
                    <a:pt x="190" y="34"/>
                    <a:pt x="193" y="31"/>
                    <a:pt x="191" y="29"/>
                  </a:cubicBezTo>
                  <a:cubicBezTo>
                    <a:pt x="189" y="27"/>
                    <a:pt x="185" y="22"/>
                    <a:pt x="188" y="22"/>
                  </a:cubicBezTo>
                  <a:cubicBezTo>
                    <a:pt x="191" y="22"/>
                    <a:pt x="186" y="17"/>
                    <a:pt x="189" y="16"/>
                  </a:cubicBezTo>
                  <a:cubicBezTo>
                    <a:pt x="189" y="15"/>
                    <a:pt x="189" y="15"/>
                    <a:pt x="190" y="15"/>
                  </a:cubicBezTo>
                  <a:cubicBezTo>
                    <a:pt x="188" y="14"/>
                    <a:pt x="187" y="14"/>
                    <a:pt x="186" y="14"/>
                  </a:cubicBezTo>
                  <a:cubicBezTo>
                    <a:pt x="182" y="14"/>
                    <a:pt x="172" y="13"/>
                    <a:pt x="173" y="19"/>
                  </a:cubicBezTo>
                  <a:cubicBezTo>
                    <a:pt x="173" y="25"/>
                    <a:pt x="167" y="23"/>
                    <a:pt x="168" y="26"/>
                  </a:cubicBezTo>
                  <a:cubicBezTo>
                    <a:pt x="168" y="30"/>
                    <a:pt x="165" y="30"/>
                    <a:pt x="165" y="34"/>
                  </a:cubicBezTo>
                  <a:cubicBezTo>
                    <a:pt x="166" y="39"/>
                    <a:pt x="163" y="37"/>
                    <a:pt x="158" y="39"/>
                  </a:cubicBezTo>
                  <a:cubicBezTo>
                    <a:pt x="153" y="42"/>
                    <a:pt x="155" y="38"/>
                    <a:pt x="150" y="38"/>
                  </a:cubicBezTo>
                  <a:cubicBezTo>
                    <a:pt x="145" y="38"/>
                    <a:pt x="145" y="40"/>
                    <a:pt x="142" y="41"/>
                  </a:cubicBezTo>
                  <a:cubicBezTo>
                    <a:pt x="139" y="42"/>
                    <a:pt x="133" y="41"/>
                    <a:pt x="131" y="42"/>
                  </a:cubicBezTo>
                  <a:cubicBezTo>
                    <a:pt x="129" y="44"/>
                    <a:pt x="126" y="39"/>
                    <a:pt x="124" y="39"/>
                  </a:cubicBezTo>
                  <a:cubicBezTo>
                    <a:pt x="123" y="39"/>
                    <a:pt x="122" y="36"/>
                    <a:pt x="121" y="34"/>
                  </a:cubicBezTo>
                  <a:cubicBezTo>
                    <a:pt x="121" y="33"/>
                    <a:pt x="120" y="33"/>
                    <a:pt x="120" y="33"/>
                  </a:cubicBezTo>
                  <a:cubicBezTo>
                    <a:pt x="117" y="34"/>
                    <a:pt x="112" y="42"/>
                    <a:pt x="115" y="45"/>
                  </a:cubicBezTo>
                  <a:cubicBezTo>
                    <a:pt x="118" y="49"/>
                    <a:pt x="117" y="54"/>
                    <a:pt x="119" y="57"/>
                  </a:cubicBezTo>
                  <a:cubicBezTo>
                    <a:pt x="121" y="60"/>
                    <a:pt x="126" y="60"/>
                    <a:pt x="126" y="65"/>
                  </a:cubicBezTo>
                  <a:cubicBezTo>
                    <a:pt x="126" y="71"/>
                    <a:pt x="131" y="79"/>
                    <a:pt x="134" y="77"/>
                  </a:cubicBezTo>
                  <a:cubicBezTo>
                    <a:pt x="138" y="74"/>
                    <a:pt x="140" y="78"/>
                    <a:pt x="141" y="80"/>
                  </a:cubicBezTo>
                  <a:cubicBezTo>
                    <a:pt x="142" y="82"/>
                    <a:pt x="150" y="78"/>
                    <a:pt x="152" y="79"/>
                  </a:cubicBezTo>
                  <a:cubicBezTo>
                    <a:pt x="155" y="79"/>
                    <a:pt x="163" y="81"/>
                    <a:pt x="163" y="83"/>
                  </a:cubicBezTo>
                  <a:cubicBezTo>
                    <a:pt x="164" y="86"/>
                    <a:pt x="170" y="83"/>
                    <a:pt x="175" y="82"/>
                  </a:cubicBezTo>
                  <a:cubicBezTo>
                    <a:pt x="180" y="80"/>
                    <a:pt x="177" y="66"/>
                    <a:pt x="182" y="63"/>
                  </a:cubicBezTo>
                  <a:close/>
                  <a:moveTo>
                    <a:pt x="200" y="133"/>
                  </a:moveTo>
                  <a:cubicBezTo>
                    <a:pt x="202" y="135"/>
                    <a:pt x="206" y="135"/>
                    <a:pt x="208" y="136"/>
                  </a:cubicBezTo>
                  <a:cubicBezTo>
                    <a:pt x="210" y="138"/>
                    <a:pt x="216" y="141"/>
                    <a:pt x="216" y="137"/>
                  </a:cubicBezTo>
                  <a:cubicBezTo>
                    <a:pt x="216" y="133"/>
                    <a:pt x="199" y="130"/>
                    <a:pt x="200" y="133"/>
                  </a:cubicBezTo>
                  <a:close/>
                  <a:moveTo>
                    <a:pt x="188" y="120"/>
                  </a:moveTo>
                  <a:cubicBezTo>
                    <a:pt x="187" y="123"/>
                    <a:pt x="183" y="123"/>
                    <a:pt x="180" y="121"/>
                  </a:cubicBezTo>
                  <a:cubicBezTo>
                    <a:pt x="178" y="120"/>
                    <a:pt x="175" y="124"/>
                    <a:pt x="176" y="126"/>
                  </a:cubicBezTo>
                  <a:cubicBezTo>
                    <a:pt x="177" y="127"/>
                    <a:pt x="182" y="131"/>
                    <a:pt x="188" y="128"/>
                  </a:cubicBezTo>
                  <a:cubicBezTo>
                    <a:pt x="195" y="125"/>
                    <a:pt x="199" y="128"/>
                    <a:pt x="200" y="124"/>
                  </a:cubicBezTo>
                  <a:cubicBezTo>
                    <a:pt x="202" y="121"/>
                    <a:pt x="189" y="118"/>
                    <a:pt x="188" y="120"/>
                  </a:cubicBezTo>
                  <a:close/>
                </a:path>
              </a:pathLst>
            </a:custGeom>
            <a:solidFill>
              <a:schemeClr val="accen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880" name="Google Shape;880;p61"/>
            <p:cNvSpPr/>
            <p:nvPr/>
          </p:nvSpPr>
          <p:spPr>
            <a:xfrm>
              <a:off x="3695461" y="3283983"/>
              <a:ext cx="218096" cy="84631"/>
            </a:xfrm>
            <a:custGeom>
              <a:avLst/>
              <a:gdLst/>
              <a:ahLst/>
              <a:cxnLst/>
              <a:rect l="l" t="t" r="r" b="b"/>
              <a:pathLst>
                <a:path w="28" h="11" extrusionOk="0">
                  <a:moveTo>
                    <a:pt x="3" y="8"/>
                  </a:moveTo>
                  <a:cubicBezTo>
                    <a:pt x="2" y="8"/>
                    <a:pt x="1" y="9"/>
                    <a:pt x="0" y="9"/>
                  </a:cubicBezTo>
                  <a:cubicBezTo>
                    <a:pt x="1" y="10"/>
                    <a:pt x="2" y="11"/>
                    <a:pt x="3" y="10"/>
                  </a:cubicBezTo>
                  <a:cubicBezTo>
                    <a:pt x="4" y="10"/>
                    <a:pt x="4" y="9"/>
                    <a:pt x="4" y="8"/>
                  </a:cubicBezTo>
                  <a:cubicBezTo>
                    <a:pt x="4" y="8"/>
                    <a:pt x="3" y="8"/>
                    <a:pt x="3" y="8"/>
                  </a:cubicBezTo>
                  <a:cubicBezTo>
                    <a:pt x="3" y="8"/>
                    <a:pt x="3" y="8"/>
                    <a:pt x="3" y="8"/>
                  </a:cubicBezTo>
                  <a:close/>
                  <a:moveTo>
                    <a:pt x="15" y="2"/>
                  </a:moveTo>
                  <a:cubicBezTo>
                    <a:pt x="11" y="2"/>
                    <a:pt x="10" y="4"/>
                    <a:pt x="8" y="6"/>
                  </a:cubicBezTo>
                  <a:cubicBezTo>
                    <a:pt x="7" y="7"/>
                    <a:pt x="7" y="7"/>
                    <a:pt x="7" y="7"/>
                  </a:cubicBezTo>
                  <a:cubicBezTo>
                    <a:pt x="8" y="8"/>
                    <a:pt x="9" y="9"/>
                    <a:pt x="10" y="10"/>
                  </a:cubicBezTo>
                  <a:cubicBezTo>
                    <a:pt x="14" y="7"/>
                    <a:pt x="27" y="3"/>
                    <a:pt x="27" y="2"/>
                  </a:cubicBezTo>
                  <a:cubicBezTo>
                    <a:pt x="28" y="0"/>
                    <a:pt x="20" y="2"/>
                    <a:pt x="15" y="2"/>
                  </a:cubicBezTo>
                  <a:close/>
                </a:path>
              </a:pathLst>
            </a:custGeom>
            <a:solidFill>
              <a:srgbClr val="F2F2F2"/>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grpSp>
      <p:sp>
        <p:nvSpPr>
          <p:cNvPr id="881" name="Google Shape;881;p61"/>
          <p:cNvSpPr txBox="1"/>
          <p:nvPr/>
        </p:nvSpPr>
        <p:spPr>
          <a:xfrm>
            <a:off x="645843" y="559735"/>
            <a:ext cx="3584243" cy="117724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3600" b="1">
                <a:solidFill>
                  <a:schemeClr val="accent2"/>
                </a:solidFill>
                <a:latin typeface="Quicksand"/>
                <a:ea typeface="Quicksand"/>
                <a:cs typeface="Quicksand"/>
                <a:sym typeface="Quicksand"/>
              </a:rPr>
              <a:t>Indonesian Academic</a:t>
            </a:r>
            <a:endParaRPr sz="3600" b="1">
              <a:solidFill>
                <a:schemeClr val="accent2"/>
              </a:solidFill>
              <a:latin typeface="Quicksand"/>
              <a:ea typeface="Quicksand"/>
              <a:cs typeface="Quicksand"/>
              <a:sym typeface="Quicksand"/>
            </a:endParaRPr>
          </a:p>
        </p:txBody>
      </p:sp>
      <p:grpSp>
        <p:nvGrpSpPr>
          <p:cNvPr id="882" name="Google Shape;882;p61"/>
          <p:cNvGrpSpPr/>
          <p:nvPr/>
        </p:nvGrpSpPr>
        <p:grpSpPr>
          <a:xfrm>
            <a:off x="647259" y="2955332"/>
            <a:ext cx="3409571" cy="1542705"/>
            <a:chOff x="6242067" y="4577833"/>
            <a:chExt cx="4546095" cy="2056940"/>
          </a:xfrm>
        </p:grpSpPr>
        <p:sp>
          <p:nvSpPr>
            <p:cNvPr id="883" name="Google Shape;883;p61"/>
            <p:cNvSpPr/>
            <p:nvPr/>
          </p:nvSpPr>
          <p:spPr>
            <a:xfrm>
              <a:off x="6491285" y="4700622"/>
              <a:ext cx="4264977" cy="1477287"/>
            </a:xfrm>
            <a:prstGeom prst="rect">
              <a:avLst/>
            </a:prstGeom>
            <a:noFill/>
            <a:ln>
              <a:noFill/>
            </a:ln>
          </p:spPr>
          <p:txBody>
            <a:bodyPr spcFirstLastPara="1" wrap="square" lIns="68575" tIns="34275" rIns="68575" bIns="34275" anchor="t" anchorCtr="0">
              <a:noAutofit/>
            </a:bodyPr>
            <a:lstStyle/>
            <a:p>
              <a:pPr marL="0" marR="0" lvl="0" indent="0" algn="l" rtl="0">
                <a:lnSpc>
                  <a:spcPct val="150000"/>
                </a:lnSpc>
                <a:spcBef>
                  <a:spcPts val="0"/>
                </a:spcBef>
                <a:spcAft>
                  <a:spcPts val="0"/>
                </a:spcAft>
                <a:buClr>
                  <a:schemeClr val="dk1"/>
                </a:buClr>
                <a:buSzPts val="900"/>
                <a:buFont typeface="Quicksand"/>
                <a:buNone/>
              </a:pPr>
              <a:r>
                <a:rPr lang="id" sz="900" b="0" i="0">
                  <a:solidFill>
                    <a:schemeClr val="dk1"/>
                  </a:solidFill>
                  <a:latin typeface="Quicksand"/>
                  <a:ea typeface="Quicksand"/>
                  <a:cs typeface="Quicksand"/>
                  <a:sym typeface="Quicksand"/>
                </a:rPr>
                <a:t>Lorem ipsum dolor sit amet, consectetur adipiscing elit, sed do eiusmod tempor incididunt ut labore et dolore magna aliqua. Ut enim ad minim veniam, quis nostrud exercitation ullamco laboris nisi ut aliquip ex ea commodo consequat. </a:t>
              </a:r>
              <a:endParaRPr sz="900">
                <a:solidFill>
                  <a:schemeClr val="dk1"/>
                </a:solidFill>
                <a:latin typeface="Quicksand"/>
                <a:ea typeface="Quicksand"/>
                <a:cs typeface="Quicksand"/>
                <a:sym typeface="Quicksand"/>
              </a:endParaRPr>
            </a:p>
          </p:txBody>
        </p:sp>
        <p:sp>
          <p:nvSpPr>
            <p:cNvPr id="884" name="Google Shape;884;p61"/>
            <p:cNvSpPr/>
            <p:nvPr/>
          </p:nvSpPr>
          <p:spPr>
            <a:xfrm>
              <a:off x="6242067" y="4577833"/>
              <a:ext cx="304800" cy="247780"/>
            </a:xfrm>
            <a:custGeom>
              <a:avLst/>
              <a:gdLst/>
              <a:ahLst/>
              <a:cxnLst/>
              <a:rect l="l" t="t" r="r" b="b"/>
              <a:pathLst>
                <a:path w="197968" h="160934" extrusionOk="0">
                  <a:moveTo>
                    <a:pt x="187909" y="0"/>
                  </a:moveTo>
                  <a:lnTo>
                    <a:pt x="197968" y="0"/>
                  </a:lnTo>
                  <a:lnTo>
                    <a:pt x="197968" y="41605"/>
                  </a:lnTo>
                  <a:lnTo>
                    <a:pt x="183795" y="41605"/>
                  </a:lnTo>
                  <a:cubicBezTo>
                    <a:pt x="175565" y="41605"/>
                    <a:pt x="168936" y="42824"/>
                    <a:pt x="163906" y="45263"/>
                  </a:cubicBezTo>
                  <a:cubicBezTo>
                    <a:pt x="158877" y="47701"/>
                    <a:pt x="155143" y="52044"/>
                    <a:pt x="152705" y="58293"/>
                  </a:cubicBezTo>
                  <a:cubicBezTo>
                    <a:pt x="150267" y="64541"/>
                    <a:pt x="149047" y="73152"/>
                    <a:pt x="149047" y="84125"/>
                  </a:cubicBezTo>
                  <a:lnTo>
                    <a:pt x="149047" y="84259"/>
                  </a:lnTo>
                  <a:lnTo>
                    <a:pt x="157734" y="83210"/>
                  </a:lnTo>
                  <a:cubicBezTo>
                    <a:pt x="168402" y="83210"/>
                    <a:pt x="177394" y="86487"/>
                    <a:pt x="184709" y="93040"/>
                  </a:cubicBezTo>
                  <a:cubicBezTo>
                    <a:pt x="192024" y="99593"/>
                    <a:pt x="195682" y="108814"/>
                    <a:pt x="195682" y="120701"/>
                  </a:cubicBezTo>
                  <a:cubicBezTo>
                    <a:pt x="195682" y="131978"/>
                    <a:pt x="192177" y="141503"/>
                    <a:pt x="185166" y="149276"/>
                  </a:cubicBezTo>
                  <a:cubicBezTo>
                    <a:pt x="178156" y="157048"/>
                    <a:pt x="168097" y="160934"/>
                    <a:pt x="154991" y="160934"/>
                  </a:cubicBezTo>
                  <a:cubicBezTo>
                    <a:pt x="146457" y="160934"/>
                    <a:pt x="138608" y="158953"/>
                    <a:pt x="131445" y="154991"/>
                  </a:cubicBezTo>
                  <a:cubicBezTo>
                    <a:pt x="124282" y="151028"/>
                    <a:pt x="118491" y="144323"/>
                    <a:pt x="114072" y="134874"/>
                  </a:cubicBezTo>
                  <a:cubicBezTo>
                    <a:pt x="109652" y="125425"/>
                    <a:pt x="107442" y="112624"/>
                    <a:pt x="107442" y="96469"/>
                  </a:cubicBezTo>
                  <a:lnTo>
                    <a:pt x="107442" y="89611"/>
                  </a:lnTo>
                  <a:cubicBezTo>
                    <a:pt x="107442" y="67970"/>
                    <a:pt x="110566" y="50597"/>
                    <a:pt x="116815" y="37490"/>
                  </a:cubicBezTo>
                  <a:cubicBezTo>
                    <a:pt x="123063" y="24384"/>
                    <a:pt x="132131" y="14859"/>
                    <a:pt x="144018" y="8915"/>
                  </a:cubicBezTo>
                  <a:cubicBezTo>
                    <a:pt x="155905" y="2972"/>
                    <a:pt x="170536" y="0"/>
                    <a:pt x="187909" y="0"/>
                  </a:cubicBezTo>
                  <a:close/>
                  <a:moveTo>
                    <a:pt x="80467" y="0"/>
                  </a:moveTo>
                  <a:lnTo>
                    <a:pt x="90526" y="0"/>
                  </a:lnTo>
                  <a:lnTo>
                    <a:pt x="90526" y="41605"/>
                  </a:lnTo>
                  <a:lnTo>
                    <a:pt x="76353" y="41605"/>
                  </a:lnTo>
                  <a:cubicBezTo>
                    <a:pt x="68123" y="41605"/>
                    <a:pt x="61494" y="42824"/>
                    <a:pt x="56464" y="45263"/>
                  </a:cubicBezTo>
                  <a:cubicBezTo>
                    <a:pt x="51435" y="47701"/>
                    <a:pt x="47701" y="52044"/>
                    <a:pt x="45263" y="58293"/>
                  </a:cubicBezTo>
                  <a:cubicBezTo>
                    <a:pt x="42825" y="64541"/>
                    <a:pt x="41605" y="73152"/>
                    <a:pt x="41605" y="84125"/>
                  </a:cubicBezTo>
                  <a:lnTo>
                    <a:pt x="41605" y="84259"/>
                  </a:lnTo>
                  <a:lnTo>
                    <a:pt x="50292" y="83210"/>
                  </a:lnTo>
                  <a:cubicBezTo>
                    <a:pt x="60960" y="83210"/>
                    <a:pt x="69952" y="86487"/>
                    <a:pt x="77267" y="93040"/>
                  </a:cubicBezTo>
                  <a:cubicBezTo>
                    <a:pt x="84582" y="99593"/>
                    <a:pt x="88240" y="108814"/>
                    <a:pt x="88240" y="120701"/>
                  </a:cubicBezTo>
                  <a:cubicBezTo>
                    <a:pt x="88240" y="131978"/>
                    <a:pt x="84735" y="141503"/>
                    <a:pt x="77724" y="149276"/>
                  </a:cubicBezTo>
                  <a:cubicBezTo>
                    <a:pt x="70714" y="157048"/>
                    <a:pt x="60655" y="160934"/>
                    <a:pt x="47549" y="160934"/>
                  </a:cubicBezTo>
                  <a:cubicBezTo>
                    <a:pt x="39015" y="160934"/>
                    <a:pt x="31166" y="158953"/>
                    <a:pt x="24003" y="154991"/>
                  </a:cubicBezTo>
                  <a:cubicBezTo>
                    <a:pt x="16840" y="151028"/>
                    <a:pt x="11049" y="144323"/>
                    <a:pt x="6630" y="134874"/>
                  </a:cubicBezTo>
                  <a:cubicBezTo>
                    <a:pt x="2210" y="125425"/>
                    <a:pt x="0" y="112624"/>
                    <a:pt x="0" y="96469"/>
                  </a:cubicBezTo>
                  <a:lnTo>
                    <a:pt x="0" y="89611"/>
                  </a:lnTo>
                  <a:cubicBezTo>
                    <a:pt x="0" y="67970"/>
                    <a:pt x="3124" y="50597"/>
                    <a:pt x="9373" y="37490"/>
                  </a:cubicBezTo>
                  <a:cubicBezTo>
                    <a:pt x="15621" y="24384"/>
                    <a:pt x="24689" y="14859"/>
                    <a:pt x="36576" y="8915"/>
                  </a:cubicBezTo>
                  <a:cubicBezTo>
                    <a:pt x="48463" y="2972"/>
                    <a:pt x="63094" y="0"/>
                    <a:pt x="80467" y="0"/>
                  </a:cubicBezTo>
                  <a:close/>
                </a:path>
              </a:pathLst>
            </a:custGeom>
            <a:solidFill>
              <a:schemeClr val="accent1"/>
            </a:solidFill>
            <a:ln>
              <a:noFill/>
            </a:ln>
            <a:effectLst>
              <a:outerShdw blurRad="330200" dist="152400" dir="8100000" sx="92000" sy="92000" algn="tr" rotWithShape="0">
                <a:schemeClr val="accent3">
                  <a:alpha val="29411"/>
                </a:schemeClr>
              </a:outerShdw>
            </a:effectLst>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rgbClr val="7F7F7F"/>
                </a:solidFill>
                <a:latin typeface="Arial"/>
                <a:ea typeface="Arial"/>
                <a:cs typeface="Arial"/>
                <a:sym typeface="Arial"/>
              </a:endParaRPr>
            </a:p>
          </p:txBody>
        </p:sp>
        <p:sp>
          <p:nvSpPr>
            <p:cNvPr id="885" name="Google Shape;885;p61"/>
            <p:cNvSpPr txBox="1"/>
            <p:nvPr/>
          </p:nvSpPr>
          <p:spPr>
            <a:xfrm>
              <a:off x="8095181" y="6296259"/>
              <a:ext cx="2692981" cy="33851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Clr>
                  <a:schemeClr val="accent1"/>
                </a:buClr>
                <a:buSzPts val="1200"/>
                <a:buFont typeface="Quicksand"/>
                <a:buNone/>
              </a:pPr>
              <a:r>
                <a:rPr lang="id" sz="1200" b="1">
                  <a:solidFill>
                    <a:schemeClr val="accent1"/>
                  </a:solidFill>
                  <a:latin typeface="Quicksand"/>
                  <a:ea typeface="Quicksand"/>
                  <a:cs typeface="Quicksand"/>
                  <a:sym typeface="Quicksand"/>
                </a:rPr>
                <a:t>- Ki Hadjar Dewantara</a:t>
              </a:r>
              <a:endParaRPr sz="1200" b="1">
                <a:solidFill>
                  <a:schemeClr val="accent1"/>
                </a:solidFill>
                <a:latin typeface="Quicksand"/>
                <a:ea typeface="Quicksand"/>
                <a:cs typeface="Quicksand"/>
                <a:sym typeface="Quicksand"/>
              </a:endParaRPr>
            </a:p>
          </p:txBody>
        </p:sp>
      </p:grpSp>
      <p:grpSp>
        <p:nvGrpSpPr>
          <p:cNvPr id="886" name="Google Shape;886;p61"/>
          <p:cNvGrpSpPr/>
          <p:nvPr/>
        </p:nvGrpSpPr>
        <p:grpSpPr>
          <a:xfrm>
            <a:off x="1115739" y="1723748"/>
            <a:ext cx="2652704" cy="1297191"/>
            <a:chOff x="67385" y="2226217"/>
            <a:chExt cx="3536939" cy="1729588"/>
          </a:xfrm>
        </p:grpSpPr>
        <p:pic>
          <p:nvPicPr>
            <p:cNvPr id="887" name="Google Shape;887;p61"/>
            <p:cNvPicPr preferRelativeResize="0"/>
            <p:nvPr/>
          </p:nvPicPr>
          <p:blipFill rotWithShape="1">
            <a:blip r:embed="rId3">
              <a:alphaModFix/>
            </a:blip>
            <a:srcRect/>
            <a:stretch/>
          </p:blipFill>
          <p:spPr>
            <a:xfrm rot="-1695410">
              <a:off x="265244" y="2493237"/>
              <a:ext cx="1428968" cy="1195547"/>
            </a:xfrm>
            <a:prstGeom prst="rect">
              <a:avLst/>
            </a:prstGeom>
            <a:noFill/>
            <a:ln>
              <a:noFill/>
            </a:ln>
          </p:spPr>
        </p:pic>
        <p:grpSp>
          <p:nvGrpSpPr>
            <p:cNvPr id="888" name="Google Shape;888;p61"/>
            <p:cNvGrpSpPr/>
            <p:nvPr/>
          </p:nvGrpSpPr>
          <p:grpSpPr>
            <a:xfrm>
              <a:off x="861124" y="2871289"/>
              <a:ext cx="2743200" cy="657208"/>
              <a:chOff x="1524000" y="3105190"/>
              <a:chExt cx="2914636" cy="657208"/>
            </a:xfrm>
          </p:grpSpPr>
          <p:sp>
            <p:nvSpPr>
              <p:cNvPr id="889" name="Google Shape;889;p61"/>
              <p:cNvSpPr/>
              <p:nvPr/>
            </p:nvSpPr>
            <p:spPr>
              <a:xfrm>
                <a:off x="1524000" y="3105190"/>
                <a:ext cx="2914636" cy="657208"/>
              </a:xfrm>
              <a:prstGeom prst="roundRect">
                <a:avLst>
                  <a:gd name="adj" fmla="val 8413"/>
                </a:avLst>
              </a:prstGeom>
              <a:solidFill>
                <a:schemeClr val="lt1"/>
              </a:solidFill>
              <a:ln>
                <a:noFill/>
              </a:ln>
              <a:effectLst>
                <a:outerShdw blurRad="355600" dist="228600" dir="5400000" sx="97000" sy="97000" algn="t" rotWithShape="0">
                  <a:srgbClr val="000000">
                    <a:alpha val="7450"/>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Clr>
                    <a:schemeClr val="dk1"/>
                  </a:buClr>
                  <a:buSzPts val="1400"/>
                  <a:buFont typeface="Quicksand"/>
                  <a:buNone/>
                </a:pPr>
                <a:endParaRPr sz="1400">
                  <a:solidFill>
                    <a:srgbClr val="7F7F7F"/>
                  </a:solidFill>
                  <a:latin typeface="Arial"/>
                  <a:ea typeface="Arial"/>
                  <a:cs typeface="Arial"/>
                  <a:sym typeface="Arial"/>
                </a:endParaRPr>
              </a:p>
            </p:txBody>
          </p:sp>
          <p:sp>
            <p:nvSpPr>
              <p:cNvPr id="890" name="Google Shape;890;p61"/>
              <p:cNvSpPr txBox="1"/>
              <p:nvPr/>
            </p:nvSpPr>
            <p:spPr>
              <a:xfrm>
                <a:off x="2866244" y="3256053"/>
                <a:ext cx="1359867" cy="387758"/>
              </a:xfrm>
              <a:prstGeom prst="rect">
                <a:avLst/>
              </a:prstGeom>
              <a:noFill/>
              <a:ln>
                <a:noFill/>
              </a:ln>
            </p:spPr>
            <p:txBody>
              <a:bodyPr spcFirstLastPara="1" wrap="square" lIns="68575" tIns="34275" rIns="68575" bIns="34275" anchor="t" anchorCtr="0">
                <a:spAutoFit/>
              </a:bodyPr>
              <a:lstStyle/>
              <a:p>
                <a:pPr marL="0" marR="0" lvl="0" indent="0" algn="l" rtl="0">
                  <a:lnSpc>
                    <a:spcPct val="120000"/>
                  </a:lnSpc>
                  <a:spcBef>
                    <a:spcPts val="0"/>
                  </a:spcBef>
                  <a:spcAft>
                    <a:spcPts val="0"/>
                  </a:spcAft>
                  <a:buClr>
                    <a:schemeClr val="accent2"/>
                  </a:buClr>
                  <a:buSzPts val="1200"/>
                  <a:buFont typeface="Quicksand"/>
                  <a:buNone/>
                </a:pPr>
                <a:r>
                  <a:rPr lang="id" sz="1200" b="1">
                    <a:solidFill>
                      <a:schemeClr val="accent2"/>
                    </a:solidFill>
                    <a:latin typeface="Quicksand"/>
                    <a:ea typeface="Quicksand"/>
                    <a:cs typeface="Quicksand"/>
                    <a:sym typeface="Quicksand"/>
                  </a:rPr>
                  <a:t>Teachers</a:t>
                </a:r>
                <a:endParaRPr sz="1400">
                  <a:solidFill>
                    <a:schemeClr val="accent2"/>
                  </a:solidFill>
                  <a:latin typeface="Quicksand"/>
                  <a:ea typeface="Quicksand"/>
                  <a:cs typeface="Quicksand"/>
                  <a:sym typeface="Quicksand"/>
                </a:endParaRPr>
              </a:p>
            </p:txBody>
          </p:sp>
          <p:sp>
            <p:nvSpPr>
              <p:cNvPr id="891" name="Google Shape;891;p61"/>
              <p:cNvSpPr txBox="1"/>
              <p:nvPr/>
            </p:nvSpPr>
            <p:spPr>
              <a:xfrm>
                <a:off x="1748558" y="3190298"/>
                <a:ext cx="1008155" cy="535491"/>
              </a:xfrm>
              <a:prstGeom prst="rect">
                <a:avLst/>
              </a:prstGeom>
              <a:noFill/>
              <a:ln>
                <a:noFill/>
              </a:ln>
            </p:spPr>
            <p:txBody>
              <a:bodyPr spcFirstLastPara="1" wrap="square" lIns="68575" tIns="34275" rIns="68575" bIns="34275" anchor="t" anchorCtr="0">
                <a:spAutoFit/>
              </a:bodyPr>
              <a:lstStyle/>
              <a:p>
                <a:pPr marL="0" marR="0" lvl="0" indent="0" algn="l" rtl="0">
                  <a:lnSpc>
                    <a:spcPct val="120000"/>
                  </a:lnSpc>
                  <a:spcBef>
                    <a:spcPts val="0"/>
                  </a:spcBef>
                  <a:spcAft>
                    <a:spcPts val="0"/>
                  </a:spcAft>
                  <a:buClr>
                    <a:schemeClr val="accent2"/>
                  </a:buClr>
                  <a:buSzPts val="1800"/>
                  <a:buFont typeface="Quicksand"/>
                  <a:buNone/>
                </a:pPr>
                <a:r>
                  <a:rPr lang="id" sz="1800" b="1">
                    <a:solidFill>
                      <a:schemeClr val="accent2"/>
                    </a:solidFill>
                    <a:latin typeface="Quicksand"/>
                    <a:ea typeface="Quicksand"/>
                    <a:cs typeface="Quicksand"/>
                    <a:sym typeface="Quicksand"/>
                  </a:rPr>
                  <a:t>7,6%</a:t>
                </a:r>
                <a:endParaRPr sz="1400">
                  <a:solidFill>
                    <a:schemeClr val="accent2"/>
                  </a:solidFill>
                  <a:latin typeface="Quicksand"/>
                  <a:ea typeface="Quicksand"/>
                  <a:cs typeface="Quicksand"/>
                  <a:sym typeface="Quicksand"/>
                </a:endParaRPr>
              </a:p>
            </p:txBody>
          </p:sp>
        </p:grpSp>
      </p:grpSp>
      <p:grpSp>
        <p:nvGrpSpPr>
          <p:cNvPr id="892" name="Google Shape;892;p61"/>
          <p:cNvGrpSpPr/>
          <p:nvPr/>
        </p:nvGrpSpPr>
        <p:grpSpPr>
          <a:xfrm rot="10800000" flipH="1">
            <a:off x="5628980" y="3941605"/>
            <a:ext cx="868268" cy="477837"/>
            <a:chOff x="4315825" y="3382399"/>
            <a:chExt cx="1157691" cy="637116"/>
          </a:xfrm>
        </p:grpSpPr>
        <p:sp>
          <p:nvSpPr>
            <p:cNvPr id="893" name="Google Shape;893;p61"/>
            <p:cNvSpPr/>
            <p:nvPr/>
          </p:nvSpPr>
          <p:spPr>
            <a:xfrm>
              <a:off x="4315825" y="3382399"/>
              <a:ext cx="1157691" cy="531814"/>
            </a:xfrm>
            <a:prstGeom prst="roundRect">
              <a:avLst>
                <a:gd name="adj" fmla="val 50000"/>
              </a:avLst>
            </a:prstGeom>
            <a:solidFill>
              <a:schemeClr val="lt1"/>
            </a:solidFill>
            <a:ln>
              <a:noFill/>
            </a:ln>
            <a:effectLst>
              <a:outerShdw blurRad="1016000" dist="381000" dir="2100000" sx="90000" sy="90000" algn="tl" rotWithShape="0">
                <a:srgbClr val="000000">
                  <a:alpha val="31764"/>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894" name="Google Shape;894;p61"/>
            <p:cNvSpPr/>
            <p:nvPr/>
          </p:nvSpPr>
          <p:spPr>
            <a:xfrm rot="10800000" flipH="1">
              <a:off x="4804304" y="3836986"/>
              <a:ext cx="211734" cy="182529"/>
            </a:xfrm>
            <a:prstGeom prst="triangle">
              <a:avLst>
                <a:gd name="adj" fmla="val 50000"/>
              </a:avLst>
            </a:prstGeom>
            <a:solidFill>
              <a:schemeClr val="lt1"/>
            </a:solidFill>
            <a:ln>
              <a:noFill/>
            </a:ln>
            <a:effectLst>
              <a:outerShdw blurRad="1016000" dist="381000" dir="2100000" sx="90000" sy="90000" algn="tl" rotWithShape="0">
                <a:srgbClr val="000000">
                  <a:alpha val="9803"/>
                </a:srgbClr>
              </a:outerShdw>
            </a:effectLst>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895" name="Google Shape;895;p61"/>
            <p:cNvSpPr txBox="1"/>
            <p:nvPr/>
          </p:nvSpPr>
          <p:spPr>
            <a:xfrm rot="10800000">
              <a:off x="4376629" y="3392724"/>
              <a:ext cx="993058" cy="401264"/>
            </a:xfrm>
            <a:prstGeom prst="rect">
              <a:avLst/>
            </a:prstGeom>
            <a:noFill/>
            <a:ln>
              <a:noFill/>
            </a:ln>
          </p:spPr>
          <p:txBody>
            <a:bodyPr spcFirstLastPara="1" wrap="square" lIns="135000" tIns="0" rIns="108000" bIns="81000" anchor="ctr" anchorCtr="0">
              <a:noAutofit/>
            </a:bodyPr>
            <a:lstStyle/>
            <a:p>
              <a:pPr marL="0" marR="0" lvl="0" indent="0" algn="ctr" rtl="0">
                <a:lnSpc>
                  <a:spcPct val="120000"/>
                </a:lnSpc>
                <a:spcBef>
                  <a:spcPts val="0"/>
                </a:spcBef>
                <a:spcAft>
                  <a:spcPts val="0"/>
                </a:spcAft>
                <a:buClr>
                  <a:schemeClr val="accent1"/>
                </a:buClr>
                <a:buSzPts val="1800"/>
                <a:buFont typeface="Arial"/>
                <a:buNone/>
              </a:pPr>
              <a:r>
                <a:rPr lang="id" sz="1800" b="1">
                  <a:solidFill>
                    <a:schemeClr val="accent1"/>
                  </a:solidFill>
                  <a:latin typeface="Quicksand"/>
                  <a:ea typeface="Quicksand"/>
                  <a:cs typeface="Quicksand"/>
                  <a:sym typeface="Quicksand"/>
                </a:rPr>
                <a:t>90M</a:t>
              </a:r>
              <a:endParaRPr sz="1800" b="1" baseline="30000">
                <a:solidFill>
                  <a:schemeClr val="accent1"/>
                </a:solidFill>
                <a:latin typeface="Quicksand"/>
                <a:ea typeface="Quicksand"/>
                <a:cs typeface="Quicksand"/>
                <a:sym typeface="Quicksand"/>
              </a:endParaRPr>
            </a:p>
          </p:txBody>
        </p:sp>
      </p:grpSp>
      <p:sp>
        <p:nvSpPr>
          <p:cNvPr id="896" name="Google Shape;896;p61"/>
          <p:cNvSpPr/>
          <p:nvPr/>
        </p:nvSpPr>
        <p:spPr>
          <a:xfrm rot="632406">
            <a:off x="490584" y="4496965"/>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897" name="Google Shape;897;p61"/>
          <p:cNvSpPr/>
          <p:nvPr/>
        </p:nvSpPr>
        <p:spPr>
          <a:xfrm rot="-4211805">
            <a:off x="8211432" y="2076856"/>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898" name="Google Shape;898;p61"/>
          <p:cNvSpPr/>
          <p:nvPr/>
        </p:nvSpPr>
        <p:spPr>
          <a:xfrm>
            <a:off x="3820007" y="408640"/>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02"/>
        <p:cNvGrpSpPr/>
        <p:nvPr/>
      </p:nvGrpSpPr>
      <p:grpSpPr>
        <a:xfrm>
          <a:off x="0" y="0"/>
          <a:ext cx="0" cy="0"/>
          <a:chOff x="0" y="0"/>
          <a:chExt cx="0" cy="0"/>
        </a:xfrm>
      </p:grpSpPr>
      <p:pic>
        <p:nvPicPr>
          <p:cNvPr id="903" name="Google Shape;903;p62"/>
          <p:cNvPicPr preferRelativeResize="0"/>
          <p:nvPr/>
        </p:nvPicPr>
        <p:blipFill rotWithShape="1">
          <a:blip r:embed="rId3">
            <a:alphaModFix/>
          </a:blip>
          <a:srcRect/>
          <a:stretch/>
        </p:blipFill>
        <p:spPr>
          <a:xfrm rot="-1695410">
            <a:off x="939006" y="3437044"/>
            <a:ext cx="1071726" cy="896660"/>
          </a:xfrm>
          <a:prstGeom prst="rect">
            <a:avLst/>
          </a:prstGeom>
          <a:noFill/>
          <a:ln>
            <a:noFill/>
          </a:ln>
        </p:spPr>
      </p:pic>
      <p:grpSp>
        <p:nvGrpSpPr>
          <p:cNvPr id="904" name="Google Shape;904;p62"/>
          <p:cNvGrpSpPr/>
          <p:nvPr/>
        </p:nvGrpSpPr>
        <p:grpSpPr>
          <a:xfrm>
            <a:off x="2037244" y="1257084"/>
            <a:ext cx="5069513" cy="1705354"/>
            <a:chOff x="2892077" y="2215706"/>
            <a:chExt cx="4691176" cy="2273805"/>
          </a:xfrm>
        </p:grpSpPr>
        <p:sp>
          <p:nvSpPr>
            <p:cNvPr id="905" name="Google Shape;905;p62"/>
            <p:cNvSpPr txBox="1"/>
            <p:nvPr/>
          </p:nvSpPr>
          <p:spPr>
            <a:xfrm>
              <a:off x="2892077" y="2215706"/>
              <a:ext cx="4342088" cy="132343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6000" b="1">
                  <a:solidFill>
                    <a:schemeClr val="accent1"/>
                  </a:solidFill>
                  <a:latin typeface="Quicksand"/>
                  <a:ea typeface="Quicksand"/>
                  <a:cs typeface="Quicksand"/>
                  <a:sym typeface="Quicksand"/>
                </a:rPr>
                <a:t>Come </a:t>
              </a:r>
              <a:r>
                <a:rPr lang="id" sz="6000" b="1">
                  <a:solidFill>
                    <a:schemeClr val="accent2"/>
                  </a:solidFill>
                  <a:latin typeface="Quicksand"/>
                  <a:ea typeface="Quicksand"/>
                  <a:cs typeface="Quicksand"/>
                  <a:sym typeface="Quicksand"/>
                </a:rPr>
                <a:t>On!</a:t>
              </a:r>
              <a:endParaRPr sz="6000" b="1">
                <a:solidFill>
                  <a:schemeClr val="accent2"/>
                </a:solidFill>
                <a:latin typeface="Quicksand"/>
                <a:ea typeface="Quicksand"/>
                <a:cs typeface="Quicksand"/>
                <a:sym typeface="Quicksand"/>
              </a:endParaRPr>
            </a:p>
          </p:txBody>
        </p:sp>
        <p:sp>
          <p:nvSpPr>
            <p:cNvPr id="906" name="Google Shape;906;p62"/>
            <p:cNvSpPr txBox="1"/>
            <p:nvPr/>
          </p:nvSpPr>
          <p:spPr>
            <a:xfrm>
              <a:off x="2892077" y="3166072"/>
              <a:ext cx="4691176" cy="132343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6000" b="1">
                  <a:solidFill>
                    <a:schemeClr val="accent3"/>
                  </a:solidFill>
                  <a:latin typeface="Quicksand"/>
                  <a:ea typeface="Quicksand"/>
                  <a:cs typeface="Quicksand"/>
                  <a:sym typeface="Quicksand"/>
                </a:rPr>
                <a:t>Join </a:t>
              </a:r>
              <a:r>
                <a:rPr lang="id" sz="6000" b="1">
                  <a:solidFill>
                    <a:schemeClr val="accent4"/>
                  </a:solidFill>
                  <a:latin typeface="Quicksand"/>
                  <a:ea typeface="Quicksand"/>
                  <a:cs typeface="Quicksand"/>
                  <a:sym typeface="Quicksand"/>
                </a:rPr>
                <a:t>With</a:t>
              </a:r>
              <a:r>
                <a:rPr lang="id" sz="6000" b="1">
                  <a:solidFill>
                    <a:schemeClr val="accent3"/>
                  </a:solidFill>
                  <a:latin typeface="Quicksand"/>
                  <a:ea typeface="Quicksand"/>
                  <a:cs typeface="Quicksand"/>
                  <a:sym typeface="Quicksand"/>
                </a:rPr>
                <a:t> </a:t>
              </a:r>
              <a:r>
                <a:rPr lang="id" sz="6000" b="1">
                  <a:solidFill>
                    <a:schemeClr val="accent5"/>
                  </a:solidFill>
                  <a:latin typeface="Quicksand"/>
                  <a:ea typeface="Quicksand"/>
                  <a:cs typeface="Quicksand"/>
                  <a:sym typeface="Quicksand"/>
                </a:rPr>
                <a:t>Us</a:t>
              </a:r>
              <a:endParaRPr sz="6000" b="1">
                <a:solidFill>
                  <a:schemeClr val="accent5"/>
                </a:solidFill>
                <a:latin typeface="Quicksand"/>
                <a:ea typeface="Quicksand"/>
                <a:cs typeface="Quicksand"/>
                <a:sym typeface="Quicksand"/>
              </a:endParaRPr>
            </a:p>
          </p:txBody>
        </p:sp>
      </p:grpSp>
      <p:pic>
        <p:nvPicPr>
          <p:cNvPr id="907" name="Google Shape;907;p62"/>
          <p:cNvPicPr preferRelativeResize="0"/>
          <p:nvPr/>
        </p:nvPicPr>
        <p:blipFill rotWithShape="1">
          <a:blip r:embed="rId4">
            <a:alphaModFix/>
          </a:blip>
          <a:srcRect/>
          <a:stretch/>
        </p:blipFill>
        <p:spPr>
          <a:xfrm>
            <a:off x="6193652" y="934994"/>
            <a:ext cx="1071726" cy="896660"/>
          </a:xfrm>
          <a:prstGeom prst="rect">
            <a:avLst/>
          </a:prstGeom>
          <a:noFill/>
          <a:ln>
            <a:noFill/>
          </a:ln>
        </p:spPr>
      </p:pic>
      <p:sp>
        <p:nvSpPr>
          <p:cNvPr id="908" name="Google Shape;908;p62"/>
          <p:cNvSpPr/>
          <p:nvPr/>
        </p:nvSpPr>
        <p:spPr>
          <a:xfrm rot="-1721402">
            <a:off x="7785193" y="3896894"/>
            <a:ext cx="526211" cy="328866"/>
          </a:xfrm>
          <a:prstGeom prst="rect">
            <a:avLst/>
          </a:prstGeom>
          <a:solidFill>
            <a:schemeClr val="accent1"/>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909" name="Google Shape;909;p62"/>
          <p:cNvSpPr/>
          <p:nvPr/>
        </p:nvSpPr>
        <p:spPr>
          <a:xfrm rot="-4211805">
            <a:off x="3905294" y="4290127"/>
            <a:ext cx="473645" cy="487684"/>
          </a:xfrm>
          <a:prstGeom prst="triangle">
            <a:avLst>
              <a:gd name="adj" fmla="val 50000"/>
            </a:avLst>
          </a:prstGeom>
          <a:solidFill>
            <a:schemeClr val="accent5"/>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sp>
        <p:nvSpPr>
          <p:cNvPr id="910" name="Google Shape;910;p62"/>
          <p:cNvSpPr/>
          <p:nvPr/>
        </p:nvSpPr>
        <p:spPr>
          <a:xfrm>
            <a:off x="1184679" y="447654"/>
            <a:ext cx="473645" cy="473645"/>
          </a:xfrm>
          <a:prstGeom prst="flowChartConnector">
            <a:avLst/>
          </a:prstGeom>
          <a:solidFill>
            <a:schemeClr val="accent4"/>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Quicksand"/>
              <a:ea typeface="Quicksand"/>
              <a:cs typeface="Quicksand"/>
              <a:sym typeface="Quicksand"/>
            </a:endParaRPr>
          </a:p>
        </p:txBody>
      </p:sp>
      <p:grpSp>
        <p:nvGrpSpPr>
          <p:cNvPr id="911" name="Google Shape;911;p62"/>
          <p:cNvGrpSpPr/>
          <p:nvPr/>
        </p:nvGrpSpPr>
        <p:grpSpPr>
          <a:xfrm>
            <a:off x="258122" y="4725659"/>
            <a:ext cx="8868245" cy="253915"/>
            <a:chOff x="344163" y="6300878"/>
            <a:chExt cx="11824327" cy="338554"/>
          </a:xfrm>
        </p:grpSpPr>
        <p:sp>
          <p:nvSpPr>
            <p:cNvPr id="912" name="Google Shape;912;p62"/>
            <p:cNvSpPr txBox="1"/>
            <p:nvPr/>
          </p:nvSpPr>
          <p:spPr>
            <a:xfrm>
              <a:off x="344163" y="6300878"/>
              <a:ext cx="704821"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accent3"/>
                  </a:solidFill>
                  <a:latin typeface="Quicksand"/>
                  <a:ea typeface="Quicksand"/>
                  <a:cs typeface="Quicksand"/>
                  <a:sym typeface="Quicksand"/>
                </a:rPr>
                <a:t>01</a:t>
              </a:r>
              <a:endParaRPr sz="1200" b="1">
                <a:solidFill>
                  <a:schemeClr val="accent3"/>
                </a:solidFill>
                <a:latin typeface="Quicksand"/>
                <a:ea typeface="Quicksand"/>
                <a:cs typeface="Quicksand"/>
                <a:sym typeface="Quicksand"/>
              </a:endParaRPr>
            </a:p>
          </p:txBody>
        </p:sp>
        <p:sp>
          <p:nvSpPr>
            <p:cNvPr id="913" name="Google Shape;913;p62"/>
            <p:cNvSpPr txBox="1"/>
            <p:nvPr/>
          </p:nvSpPr>
          <p:spPr>
            <a:xfrm>
              <a:off x="11463669" y="6300878"/>
              <a:ext cx="704821" cy="33855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id" sz="1200" b="1">
                  <a:solidFill>
                    <a:schemeClr val="accent3"/>
                  </a:solidFill>
                  <a:latin typeface="Quicksand"/>
                  <a:ea typeface="Quicksand"/>
                  <a:cs typeface="Quicksand"/>
                  <a:sym typeface="Quicksand"/>
                </a:rPr>
                <a:t>20</a:t>
              </a:r>
              <a:endParaRPr sz="1200" b="1">
                <a:solidFill>
                  <a:schemeClr val="accent3"/>
                </a:solidFill>
                <a:latin typeface="Quicksand"/>
                <a:ea typeface="Quicksand"/>
                <a:cs typeface="Quicksand"/>
                <a:sym typeface="Quicksand"/>
              </a:endParaRPr>
            </a:p>
          </p:txBody>
        </p:sp>
      </p:grpSp>
      <p:grpSp>
        <p:nvGrpSpPr>
          <p:cNvPr id="914" name="Google Shape;914;p62"/>
          <p:cNvGrpSpPr/>
          <p:nvPr/>
        </p:nvGrpSpPr>
        <p:grpSpPr>
          <a:xfrm>
            <a:off x="1432129" y="3448616"/>
            <a:ext cx="5994146" cy="451102"/>
            <a:chOff x="1909506" y="4598155"/>
            <a:chExt cx="7992195" cy="601470"/>
          </a:xfrm>
        </p:grpSpPr>
        <p:grpSp>
          <p:nvGrpSpPr>
            <p:cNvPr id="915" name="Google Shape;915;p62"/>
            <p:cNvGrpSpPr/>
            <p:nvPr/>
          </p:nvGrpSpPr>
          <p:grpSpPr>
            <a:xfrm>
              <a:off x="7766446" y="4598155"/>
              <a:ext cx="2135255" cy="573754"/>
              <a:chOff x="6965513" y="4352301"/>
              <a:chExt cx="2135255" cy="573754"/>
            </a:xfrm>
          </p:grpSpPr>
          <p:sp>
            <p:nvSpPr>
              <p:cNvPr id="916" name="Google Shape;916;p62"/>
              <p:cNvSpPr/>
              <p:nvPr/>
            </p:nvSpPr>
            <p:spPr>
              <a:xfrm>
                <a:off x="6965513" y="4352301"/>
                <a:ext cx="2135255" cy="573754"/>
              </a:xfrm>
              <a:prstGeom prst="roundRect">
                <a:avLst>
                  <a:gd name="adj" fmla="val 16667"/>
                </a:avLst>
              </a:prstGeom>
              <a:solidFill>
                <a:schemeClr val="lt1"/>
              </a:solidFill>
              <a:ln>
                <a:noFill/>
              </a:ln>
              <a:effectLst>
                <a:outerShdw blurRad="508000" dist="165100" dir="5400000" algn="t" rotWithShape="0">
                  <a:srgbClr val="000000">
                    <a:alpha val="14901"/>
                  </a:srgbClr>
                </a:outerShdw>
              </a:effectLst>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917" name="Google Shape;917;p62"/>
              <p:cNvSpPr/>
              <p:nvPr/>
            </p:nvSpPr>
            <p:spPr>
              <a:xfrm>
                <a:off x="7594173" y="4426334"/>
                <a:ext cx="1275858" cy="349776"/>
              </a:xfrm>
              <a:prstGeom prst="rect">
                <a:avLst/>
              </a:prstGeom>
              <a:noFill/>
              <a:ln>
                <a:noFill/>
              </a:ln>
            </p:spPr>
            <p:txBody>
              <a:bodyPr spcFirstLastPara="1" wrap="square" lIns="68575" tIns="34275" rIns="68575" bIns="34275" anchor="ctr" anchorCtr="0">
                <a:noAutofit/>
              </a:bodyPr>
              <a:lstStyle/>
              <a:p>
                <a:pPr marL="0" marR="0" lvl="0" indent="0" algn="l" rtl="0">
                  <a:lnSpc>
                    <a:spcPct val="130000"/>
                  </a:lnSpc>
                  <a:spcBef>
                    <a:spcPts val="0"/>
                  </a:spcBef>
                  <a:spcAft>
                    <a:spcPts val="0"/>
                  </a:spcAft>
                  <a:buNone/>
                </a:pPr>
                <a:r>
                  <a:rPr lang="id" sz="1100">
                    <a:solidFill>
                      <a:srgbClr val="36424A"/>
                    </a:solidFill>
                    <a:latin typeface="Quicksand"/>
                    <a:ea typeface="Quicksand"/>
                    <a:cs typeface="Quicksand"/>
                    <a:sym typeface="Quicksand"/>
                  </a:rPr>
                  <a:t>@username</a:t>
                </a:r>
                <a:endParaRPr sz="1100"/>
              </a:p>
            </p:txBody>
          </p:sp>
          <p:sp>
            <p:nvSpPr>
              <p:cNvPr id="918" name="Google Shape;918;p62"/>
              <p:cNvSpPr/>
              <p:nvPr/>
            </p:nvSpPr>
            <p:spPr>
              <a:xfrm>
                <a:off x="7225814" y="4533270"/>
                <a:ext cx="263519" cy="211817"/>
              </a:xfrm>
              <a:custGeom>
                <a:avLst/>
                <a:gdLst/>
                <a:ahLst/>
                <a:cxnLst/>
                <a:rect l="l" t="t" r="r" b="b"/>
                <a:pathLst>
                  <a:path w="462" h="374" extrusionOk="0">
                    <a:moveTo>
                      <a:pt x="461" y="45"/>
                    </a:moveTo>
                    <a:lnTo>
                      <a:pt x="461" y="45"/>
                    </a:lnTo>
                    <a:cubicBezTo>
                      <a:pt x="443" y="54"/>
                      <a:pt x="425" y="63"/>
                      <a:pt x="408" y="63"/>
                    </a:cubicBezTo>
                    <a:cubicBezTo>
                      <a:pt x="425" y="54"/>
                      <a:pt x="443" y="36"/>
                      <a:pt x="443" y="10"/>
                    </a:cubicBezTo>
                    <a:cubicBezTo>
                      <a:pt x="425" y="19"/>
                      <a:pt x="408" y="27"/>
                      <a:pt x="389" y="36"/>
                    </a:cubicBezTo>
                    <a:cubicBezTo>
                      <a:pt x="372" y="19"/>
                      <a:pt x="345" y="0"/>
                      <a:pt x="319" y="0"/>
                    </a:cubicBezTo>
                    <a:cubicBezTo>
                      <a:pt x="265" y="0"/>
                      <a:pt x="221" y="45"/>
                      <a:pt x="221" y="98"/>
                    </a:cubicBezTo>
                    <a:cubicBezTo>
                      <a:pt x="221" y="107"/>
                      <a:pt x="221" y="116"/>
                      <a:pt x="230" y="116"/>
                    </a:cubicBezTo>
                    <a:cubicBezTo>
                      <a:pt x="151" y="116"/>
                      <a:pt x="79" y="81"/>
                      <a:pt x="35" y="19"/>
                    </a:cubicBezTo>
                    <a:cubicBezTo>
                      <a:pt x="26" y="36"/>
                      <a:pt x="17" y="54"/>
                      <a:pt x="17" y="72"/>
                    </a:cubicBezTo>
                    <a:cubicBezTo>
                      <a:pt x="17" y="98"/>
                      <a:pt x="35" y="134"/>
                      <a:pt x="61" y="151"/>
                    </a:cubicBezTo>
                    <a:cubicBezTo>
                      <a:pt x="44" y="143"/>
                      <a:pt x="35" y="143"/>
                      <a:pt x="17" y="134"/>
                    </a:cubicBezTo>
                    <a:cubicBezTo>
                      <a:pt x="17" y="178"/>
                      <a:pt x="53" y="222"/>
                      <a:pt x="98" y="231"/>
                    </a:cubicBezTo>
                    <a:cubicBezTo>
                      <a:pt x="89" y="231"/>
                      <a:pt x="79" y="231"/>
                      <a:pt x="70" y="231"/>
                    </a:cubicBezTo>
                    <a:cubicBezTo>
                      <a:pt x="61" y="231"/>
                      <a:pt x="61" y="231"/>
                      <a:pt x="53" y="231"/>
                    </a:cubicBezTo>
                    <a:cubicBezTo>
                      <a:pt x="61" y="266"/>
                      <a:pt x="98" y="294"/>
                      <a:pt x="142" y="294"/>
                    </a:cubicBezTo>
                    <a:cubicBezTo>
                      <a:pt x="106" y="319"/>
                      <a:pt x="70" y="338"/>
                      <a:pt x="26" y="338"/>
                    </a:cubicBezTo>
                    <a:cubicBezTo>
                      <a:pt x="17" y="338"/>
                      <a:pt x="8" y="338"/>
                      <a:pt x="0" y="338"/>
                    </a:cubicBezTo>
                    <a:cubicBezTo>
                      <a:pt x="44" y="364"/>
                      <a:pt x="89" y="373"/>
                      <a:pt x="142" y="373"/>
                    </a:cubicBezTo>
                    <a:cubicBezTo>
                      <a:pt x="319" y="373"/>
                      <a:pt x="408" y="231"/>
                      <a:pt x="408" y="107"/>
                    </a:cubicBezTo>
                    <a:lnTo>
                      <a:pt x="408" y="98"/>
                    </a:lnTo>
                    <a:cubicBezTo>
                      <a:pt x="434" y="81"/>
                      <a:pt x="443" y="72"/>
                      <a:pt x="461" y="45"/>
                    </a:cubicBezTo>
                  </a:path>
                </a:pathLst>
              </a:custGeom>
              <a:solidFill>
                <a:schemeClr val="accent4"/>
              </a:solidFill>
              <a:ln>
                <a:noFill/>
              </a:ln>
            </p:spPr>
            <p:txBody>
              <a:bodyPr spcFirstLastPara="1" wrap="square" lIns="25700" tIns="12850" rIns="25700" bIns="12850"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grpSp>
        <p:grpSp>
          <p:nvGrpSpPr>
            <p:cNvPr id="919" name="Google Shape;919;p62"/>
            <p:cNvGrpSpPr/>
            <p:nvPr/>
          </p:nvGrpSpPr>
          <p:grpSpPr>
            <a:xfrm>
              <a:off x="5099775" y="4606745"/>
              <a:ext cx="1999900" cy="573754"/>
              <a:chOff x="6899477" y="3863606"/>
              <a:chExt cx="1999900" cy="573754"/>
            </a:xfrm>
          </p:grpSpPr>
          <p:sp>
            <p:nvSpPr>
              <p:cNvPr id="920" name="Google Shape;920;p62"/>
              <p:cNvSpPr/>
              <p:nvPr/>
            </p:nvSpPr>
            <p:spPr>
              <a:xfrm>
                <a:off x="6899477" y="3863606"/>
                <a:ext cx="1999900" cy="573754"/>
              </a:xfrm>
              <a:prstGeom prst="roundRect">
                <a:avLst>
                  <a:gd name="adj" fmla="val 16667"/>
                </a:avLst>
              </a:prstGeom>
              <a:solidFill>
                <a:schemeClr val="lt1"/>
              </a:solidFill>
              <a:ln>
                <a:noFill/>
              </a:ln>
              <a:effectLst>
                <a:outerShdw blurRad="508000" dist="165100" dir="5400000" algn="t" rotWithShape="0">
                  <a:srgbClr val="000000">
                    <a:alpha val="14901"/>
                  </a:srgbClr>
                </a:outerShdw>
              </a:effectLst>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921" name="Google Shape;921;p62"/>
              <p:cNvSpPr/>
              <p:nvPr/>
            </p:nvSpPr>
            <p:spPr>
              <a:xfrm>
                <a:off x="7447361" y="3967005"/>
                <a:ext cx="1387331" cy="349776"/>
              </a:xfrm>
              <a:prstGeom prst="rect">
                <a:avLst/>
              </a:prstGeom>
              <a:noFill/>
              <a:ln>
                <a:noFill/>
              </a:ln>
            </p:spPr>
            <p:txBody>
              <a:bodyPr spcFirstLastPara="1" wrap="square" lIns="68575" tIns="34275" rIns="68575" bIns="34275" anchor="ctr" anchorCtr="0">
                <a:noAutofit/>
              </a:bodyPr>
              <a:lstStyle/>
              <a:p>
                <a:pPr marL="0" marR="0" lvl="0" indent="0" algn="l" rtl="0">
                  <a:lnSpc>
                    <a:spcPct val="130000"/>
                  </a:lnSpc>
                  <a:spcBef>
                    <a:spcPts val="0"/>
                  </a:spcBef>
                  <a:spcAft>
                    <a:spcPts val="0"/>
                  </a:spcAft>
                  <a:buNone/>
                </a:pPr>
                <a:r>
                  <a:rPr lang="id" sz="1100">
                    <a:solidFill>
                      <a:srgbClr val="36424A"/>
                    </a:solidFill>
                    <a:latin typeface="Quicksand"/>
                    <a:ea typeface="Quicksand"/>
                    <a:cs typeface="Quicksand"/>
                    <a:sym typeface="Quicksand"/>
                  </a:rPr>
                  <a:t>@username</a:t>
                </a:r>
                <a:endParaRPr sz="1100"/>
              </a:p>
            </p:txBody>
          </p:sp>
          <p:grpSp>
            <p:nvGrpSpPr>
              <p:cNvPr id="922" name="Google Shape;922;p62"/>
              <p:cNvGrpSpPr/>
              <p:nvPr/>
            </p:nvGrpSpPr>
            <p:grpSpPr>
              <a:xfrm>
                <a:off x="7200399" y="4058738"/>
                <a:ext cx="182277" cy="183491"/>
                <a:chOff x="2195763" y="3236371"/>
                <a:chExt cx="331133" cy="333339"/>
              </a:xfrm>
            </p:grpSpPr>
            <p:sp>
              <p:nvSpPr>
                <p:cNvPr id="923" name="Google Shape;923;p62"/>
                <p:cNvSpPr/>
                <p:nvPr/>
              </p:nvSpPr>
              <p:spPr>
                <a:xfrm>
                  <a:off x="2195763" y="3236371"/>
                  <a:ext cx="72850" cy="328924"/>
                </a:xfrm>
                <a:custGeom>
                  <a:avLst/>
                  <a:gdLst/>
                  <a:ahLst/>
                  <a:cxnLst/>
                  <a:rect l="l" t="t" r="r" b="b"/>
                  <a:pathLst>
                    <a:path w="99" h="435" extrusionOk="0">
                      <a:moveTo>
                        <a:pt x="98" y="44"/>
                      </a:moveTo>
                      <a:lnTo>
                        <a:pt x="98" y="44"/>
                      </a:lnTo>
                      <a:cubicBezTo>
                        <a:pt x="98" y="71"/>
                        <a:pt x="80" y="88"/>
                        <a:pt x="45" y="88"/>
                      </a:cubicBezTo>
                      <a:cubicBezTo>
                        <a:pt x="17" y="88"/>
                        <a:pt x="0" y="71"/>
                        <a:pt x="0" y="44"/>
                      </a:cubicBezTo>
                      <a:cubicBezTo>
                        <a:pt x="0" y="18"/>
                        <a:pt x="17" y="0"/>
                        <a:pt x="45" y="0"/>
                      </a:cubicBezTo>
                      <a:cubicBezTo>
                        <a:pt x="80" y="0"/>
                        <a:pt x="98" y="18"/>
                        <a:pt x="98" y="44"/>
                      </a:cubicBezTo>
                      <a:close/>
                      <a:moveTo>
                        <a:pt x="0" y="434"/>
                      </a:moveTo>
                      <a:lnTo>
                        <a:pt x="0" y="434"/>
                      </a:lnTo>
                      <a:cubicBezTo>
                        <a:pt x="0" y="132"/>
                        <a:pt x="0" y="132"/>
                        <a:pt x="0" y="132"/>
                      </a:cubicBezTo>
                      <a:cubicBezTo>
                        <a:pt x="98" y="132"/>
                        <a:pt x="98" y="132"/>
                        <a:pt x="98" y="132"/>
                      </a:cubicBezTo>
                      <a:cubicBezTo>
                        <a:pt x="98" y="434"/>
                        <a:pt x="98" y="434"/>
                        <a:pt x="98" y="434"/>
                      </a:cubicBezTo>
                      <a:lnTo>
                        <a:pt x="0" y="434"/>
                      </a:lnTo>
                      <a:close/>
                    </a:path>
                  </a:pathLst>
                </a:custGeom>
                <a:solidFill>
                  <a:schemeClr val="accent2"/>
                </a:solidFill>
                <a:ln>
                  <a:noFill/>
                </a:ln>
              </p:spPr>
              <p:txBody>
                <a:bodyPr spcFirstLastPara="1" wrap="square" lIns="25700" tIns="12850" rIns="25700" bIns="12850" anchor="ctr" anchorCtr="0">
                  <a:noAutofit/>
                </a:bodyPr>
                <a:lstStyle/>
                <a:p>
                  <a:pPr marL="0" marR="0" lvl="0" indent="0" algn="l" rtl="0">
                    <a:spcBef>
                      <a:spcPts val="0"/>
                    </a:spcBef>
                    <a:spcAft>
                      <a:spcPts val="0"/>
                    </a:spcAft>
                    <a:buNone/>
                  </a:pPr>
                  <a:endParaRPr sz="1400">
                    <a:solidFill>
                      <a:schemeClr val="accent2"/>
                    </a:solidFill>
                    <a:latin typeface="Quicksand"/>
                    <a:ea typeface="Quicksand"/>
                    <a:cs typeface="Quicksand"/>
                    <a:sym typeface="Quicksand"/>
                  </a:endParaRPr>
                </a:p>
              </p:txBody>
            </p:sp>
            <p:sp>
              <p:nvSpPr>
                <p:cNvPr id="924" name="Google Shape;924;p62"/>
                <p:cNvSpPr/>
                <p:nvPr/>
              </p:nvSpPr>
              <p:spPr>
                <a:xfrm>
                  <a:off x="2308349" y="3333503"/>
                  <a:ext cx="218547" cy="236207"/>
                </a:xfrm>
                <a:custGeom>
                  <a:avLst/>
                  <a:gdLst/>
                  <a:ahLst/>
                  <a:cxnLst/>
                  <a:rect l="l" t="t" r="r" b="b"/>
                  <a:pathLst>
                    <a:path w="293" h="311" extrusionOk="0">
                      <a:moveTo>
                        <a:pt x="0" y="106"/>
                      </a:moveTo>
                      <a:lnTo>
                        <a:pt x="0" y="106"/>
                      </a:lnTo>
                      <a:cubicBezTo>
                        <a:pt x="0" y="62"/>
                        <a:pt x="0" y="35"/>
                        <a:pt x="0" y="8"/>
                      </a:cubicBezTo>
                      <a:cubicBezTo>
                        <a:pt x="79" y="8"/>
                        <a:pt x="79" y="8"/>
                        <a:pt x="79" y="8"/>
                      </a:cubicBezTo>
                      <a:cubicBezTo>
                        <a:pt x="88" y="44"/>
                        <a:pt x="88" y="44"/>
                        <a:pt x="88" y="44"/>
                      </a:cubicBezTo>
                      <a:cubicBezTo>
                        <a:pt x="97" y="26"/>
                        <a:pt x="132" y="0"/>
                        <a:pt x="186" y="0"/>
                      </a:cubicBezTo>
                      <a:cubicBezTo>
                        <a:pt x="248" y="0"/>
                        <a:pt x="292" y="44"/>
                        <a:pt x="292" y="132"/>
                      </a:cubicBezTo>
                      <a:cubicBezTo>
                        <a:pt x="292" y="310"/>
                        <a:pt x="292" y="310"/>
                        <a:pt x="292" y="310"/>
                      </a:cubicBezTo>
                      <a:cubicBezTo>
                        <a:pt x="194" y="310"/>
                        <a:pt x="194" y="310"/>
                        <a:pt x="194" y="310"/>
                      </a:cubicBezTo>
                      <a:cubicBezTo>
                        <a:pt x="194" y="141"/>
                        <a:pt x="194" y="141"/>
                        <a:pt x="194" y="141"/>
                      </a:cubicBezTo>
                      <a:cubicBezTo>
                        <a:pt x="194" y="106"/>
                        <a:pt x="186" y="79"/>
                        <a:pt x="150" y="79"/>
                      </a:cubicBezTo>
                      <a:cubicBezTo>
                        <a:pt x="123" y="79"/>
                        <a:pt x="106" y="97"/>
                        <a:pt x="97" y="115"/>
                      </a:cubicBezTo>
                      <a:cubicBezTo>
                        <a:pt x="97" y="115"/>
                        <a:pt x="97" y="124"/>
                        <a:pt x="97" y="132"/>
                      </a:cubicBezTo>
                      <a:cubicBezTo>
                        <a:pt x="97" y="310"/>
                        <a:pt x="97" y="310"/>
                        <a:pt x="97" y="310"/>
                      </a:cubicBezTo>
                      <a:cubicBezTo>
                        <a:pt x="0" y="310"/>
                        <a:pt x="0" y="310"/>
                        <a:pt x="0" y="310"/>
                      </a:cubicBezTo>
                      <a:lnTo>
                        <a:pt x="0" y="106"/>
                      </a:lnTo>
                    </a:path>
                  </a:pathLst>
                </a:custGeom>
                <a:solidFill>
                  <a:schemeClr val="accent2"/>
                </a:solidFill>
                <a:ln>
                  <a:noFill/>
                </a:ln>
              </p:spPr>
              <p:txBody>
                <a:bodyPr spcFirstLastPara="1" wrap="square" lIns="25700" tIns="12850" rIns="25700" bIns="12850" anchor="ctr" anchorCtr="0">
                  <a:noAutofit/>
                </a:bodyPr>
                <a:lstStyle/>
                <a:p>
                  <a:pPr marL="0" marR="0" lvl="0" indent="0" algn="l" rtl="0">
                    <a:spcBef>
                      <a:spcPts val="0"/>
                    </a:spcBef>
                    <a:spcAft>
                      <a:spcPts val="0"/>
                    </a:spcAft>
                    <a:buNone/>
                  </a:pPr>
                  <a:endParaRPr sz="1400">
                    <a:solidFill>
                      <a:schemeClr val="accent2"/>
                    </a:solidFill>
                    <a:latin typeface="Quicksand"/>
                    <a:ea typeface="Quicksand"/>
                    <a:cs typeface="Quicksand"/>
                    <a:sym typeface="Quicksand"/>
                  </a:endParaRPr>
                </a:p>
              </p:txBody>
            </p:sp>
          </p:grpSp>
        </p:grpSp>
        <p:grpSp>
          <p:nvGrpSpPr>
            <p:cNvPr id="925" name="Google Shape;925;p62"/>
            <p:cNvGrpSpPr/>
            <p:nvPr/>
          </p:nvGrpSpPr>
          <p:grpSpPr>
            <a:xfrm>
              <a:off x="1909506" y="4625871"/>
              <a:ext cx="2642572" cy="573754"/>
              <a:chOff x="6899477" y="3205495"/>
              <a:chExt cx="2642572" cy="573754"/>
            </a:xfrm>
          </p:grpSpPr>
          <p:sp>
            <p:nvSpPr>
              <p:cNvPr id="926" name="Google Shape;926;p62"/>
              <p:cNvSpPr/>
              <p:nvPr/>
            </p:nvSpPr>
            <p:spPr>
              <a:xfrm>
                <a:off x="6899477" y="3205495"/>
                <a:ext cx="2642572" cy="573754"/>
              </a:xfrm>
              <a:prstGeom prst="roundRect">
                <a:avLst>
                  <a:gd name="adj" fmla="val 16667"/>
                </a:avLst>
              </a:prstGeom>
              <a:solidFill>
                <a:schemeClr val="lt1"/>
              </a:solidFill>
              <a:ln>
                <a:noFill/>
              </a:ln>
              <a:effectLst>
                <a:outerShdw blurRad="508000" dist="165100" dir="5400000" algn="t" rotWithShape="0">
                  <a:srgbClr val="000000">
                    <a:alpha val="14901"/>
                  </a:srgbClr>
                </a:outerShdw>
              </a:effectLst>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927" name="Google Shape;927;p62"/>
              <p:cNvSpPr/>
              <p:nvPr/>
            </p:nvSpPr>
            <p:spPr>
              <a:xfrm>
                <a:off x="7498251" y="3289785"/>
                <a:ext cx="2037308" cy="349776"/>
              </a:xfrm>
              <a:prstGeom prst="rect">
                <a:avLst/>
              </a:prstGeom>
              <a:noFill/>
              <a:ln>
                <a:noFill/>
              </a:ln>
            </p:spPr>
            <p:txBody>
              <a:bodyPr spcFirstLastPara="1" wrap="square" lIns="68575" tIns="34275" rIns="68575" bIns="34275" anchor="ctr" anchorCtr="0">
                <a:noAutofit/>
              </a:bodyPr>
              <a:lstStyle/>
              <a:p>
                <a:pPr marL="0" marR="0" lvl="0" indent="0" algn="l" rtl="0">
                  <a:lnSpc>
                    <a:spcPct val="130000"/>
                  </a:lnSpc>
                  <a:spcBef>
                    <a:spcPts val="0"/>
                  </a:spcBef>
                  <a:spcAft>
                    <a:spcPts val="0"/>
                  </a:spcAft>
                  <a:buNone/>
                </a:pPr>
                <a:r>
                  <a:rPr lang="id" sz="1100">
                    <a:solidFill>
                      <a:srgbClr val="36424A"/>
                    </a:solidFill>
                    <a:latin typeface="Quicksand"/>
                    <a:ea typeface="Quicksand"/>
                    <a:cs typeface="Quicksand"/>
                    <a:sym typeface="Quicksand"/>
                  </a:rPr>
                  <a:t>yourmail@mail.com</a:t>
                </a:r>
                <a:endParaRPr sz="1100"/>
              </a:p>
            </p:txBody>
          </p:sp>
          <p:grpSp>
            <p:nvGrpSpPr>
              <p:cNvPr id="928" name="Google Shape;928;p62"/>
              <p:cNvGrpSpPr/>
              <p:nvPr/>
            </p:nvGrpSpPr>
            <p:grpSpPr>
              <a:xfrm>
                <a:off x="7148589" y="3350757"/>
                <a:ext cx="283231" cy="283231"/>
                <a:chOff x="0" y="0"/>
                <a:chExt cx="457200" cy="457200"/>
              </a:xfrm>
            </p:grpSpPr>
            <p:sp>
              <p:nvSpPr>
                <p:cNvPr id="929" name="Google Shape;929;p62"/>
                <p:cNvSpPr/>
                <p:nvPr/>
              </p:nvSpPr>
              <p:spPr>
                <a:xfrm>
                  <a:off x="0" y="0"/>
                  <a:ext cx="457200" cy="457200"/>
                </a:xfrm>
                <a:prstGeom prst="rect">
                  <a:avLst/>
                </a:prstGeom>
                <a:solidFill>
                  <a:srgbClr val="FFFFFF">
                    <a:alpha val="0"/>
                  </a:srgbClr>
                </a:solidFill>
                <a:ln>
                  <a:noFill/>
                </a:ln>
              </p:spPr>
              <p:txBody>
                <a:bodyPr spcFirstLastPara="1" wrap="square" lIns="34275" tIns="34275" rIns="342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sp>
              <p:nvSpPr>
                <p:cNvPr id="930" name="Google Shape;930;p62"/>
                <p:cNvSpPr/>
                <p:nvPr/>
              </p:nvSpPr>
              <p:spPr>
                <a:xfrm>
                  <a:off x="38100" y="22240"/>
                  <a:ext cx="381000" cy="377810"/>
                </a:xfrm>
                <a:custGeom>
                  <a:avLst/>
                  <a:gdLst/>
                  <a:ahLst/>
                  <a:cxnLst/>
                  <a:rect l="l" t="t" r="r" b="b"/>
                  <a:pathLst>
                    <a:path w="21600" h="21548" extrusionOk="0">
                      <a:moveTo>
                        <a:pt x="262" y="6178"/>
                      </a:moveTo>
                      <a:lnTo>
                        <a:pt x="10249" y="154"/>
                      </a:lnTo>
                      <a:cubicBezTo>
                        <a:pt x="10591" y="-52"/>
                        <a:pt x="11018" y="-52"/>
                        <a:pt x="11360" y="154"/>
                      </a:cubicBezTo>
                      <a:lnTo>
                        <a:pt x="21338" y="6179"/>
                      </a:lnTo>
                      <a:cubicBezTo>
                        <a:pt x="21500" y="6277"/>
                        <a:pt x="21600" y="6454"/>
                        <a:pt x="21600" y="6645"/>
                      </a:cubicBezTo>
                      <a:lnTo>
                        <a:pt x="21600" y="20461"/>
                      </a:lnTo>
                      <a:cubicBezTo>
                        <a:pt x="21600" y="21061"/>
                        <a:pt x="21117" y="21548"/>
                        <a:pt x="20520" y="21548"/>
                      </a:cubicBezTo>
                      <a:lnTo>
                        <a:pt x="1080" y="21548"/>
                      </a:lnTo>
                      <a:cubicBezTo>
                        <a:pt x="483" y="21548"/>
                        <a:pt x="0" y="21061"/>
                        <a:pt x="0" y="20461"/>
                      </a:cubicBezTo>
                      <a:lnTo>
                        <a:pt x="0" y="6644"/>
                      </a:lnTo>
                      <a:cubicBezTo>
                        <a:pt x="0" y="6453"/>
                        <a:pt x="100" y="6276"/>
                        <a:pt x="262" y="6178"/>
                      </a:cubicBezTo>
                      <a:close/>
                      <a:moveTo>
                        <a:pt x="17654" y="7688"/>
                      </a:moveTo>
                      <a:lnTo>
                        <a:pt x="10866" y="13598"/>
                      </a:lnTo>
                      <a:lnTo>
                        <a:pt x="3939" y="7682"/>
                      </a:lnTo>
                      <a:lnTo>
                        <a:pt x="2541" y="9338"/>
                      </a:lnTo>
                      <a:lnTo>
                        <a:pt x="10879" y="16460"/>
                      </a:lnTo>
                      <a:lnTo>
                        <a:pt x="19066" y="9332"/>
                      </a:lnTo>
                      <a:lnTo>
                        <a:pt x="17654" y="7688"/>
                      </a:lnTo>
                      <a:close/>
                    </a:path>
                  </a:pathLst>
                </a:custGeom>
                <a:solidFill>
                  <a:schemeClr val="accent1"/>
                </a:solidFill>
                <a:ln>
                  <a:noFill/>
                </a:ln>
              </p:spPr>
              <p:txBody>
                <a:bodyPr spcFirstLastPara="1" wrap="square" lIns="34275" tIns="34275" rIns="34275" bIns="34275" anchor="ctr" anchorCtr="0">
                  <a:noAutofit/>
                </a:bodyPr>
                <a:lstStyle/>
                <a:p>
                  <a:pPr marL="0" marR="0" lvl="0" indent="0" algn="l" rtl="0">
                    <a:spcBef>
                      <a:spcPts val="0"/>
                    </a:spcBef>
                    <a:spcAft>
                      <a:spcPts val="0"/>
                    </a:spcAft>
                    <a:buNone/>
                  </a:pPr>
                  <a:endParaRPr sz="1400">
                    <a:solidFill>
                      <a:schemeClr val="dk1"/>
                    </a:solidFill>
                    <a:latin typeface="Quicksand"/>
                    <a:ea typeface="Quicksand"/>
                    <a:cs typeface="Quicksand"/>
                    <a:sym typeface="Quicksand"/>
                  </a:endParaRPr>
                </a:p>
              </p:txBody>
            </p:sp>
          </p:grpSp>
        </p:grpSp>
      </p:grpSp>
      <p:sp>
        <p:nvSpPr>
          <p:cNvPr id="931" name="Google Shape;931;p62"/>
          <p:cNvSpPr txBox="1"/>
          <p:nvPr/>
        </p:nvSpPr>
        <p:spPr>
          <a:xfrm>
            <a:off x="2271071" y="2864394"/>
            <a:ext cx="4601858" cy="416653"/>
          </a:xfrm>
          <a:prstGeom prst="rect">
            <a:avLst/>
          </a:prstGeom>
          <a:noFill/>
          <a:ln>
            <a:noFill/>
          </a:ln>
        </p:spPr>
        <p:txBody>
          <a:bodyPr spcFirstLastPara="1" wrap="square" lIns="68575" tIns="34275" rIns="68575" bIns="34275" anchor="t" anchorCtr="0">
            <a:spAutoFit/>
          </a:bodyPr>
          <a:lstStyle/>
          <a:p>
            <a:pPr marL="0" marR="0" lvl="0" indent="0" algn="l" rtl="0">
              <a:lnSpc>
                <a:spcPct val="130000"/>
              </a:lnSpc>
              <a:spcBef>
                <a:spcPts val="0"/>
              </a:spcBef>
              <a:spcAft>
                <a:spcPts val="0"/>
              </a:spcAft>
              <a:buNone/>
            </a:pPr>
            <a:r>
              <a:rPr lang="id" sz="900">
                <a:solidFill>
                  <a:schemeClr val="dk1"/>
                </a:solidFill>
                <a:latin typeface="Quicksand"/>
                <a:ea typeface="Quicksand"/>
                <a:cs typeface="Quicksand"/>
                <a:sym typeface="Quicksand"/>
              </a:rPr>
              <a:t>Lorem ipsum dolor sit amet, consectetur adipiscing elit, sed do eiusmod tempor incididunt ut labore et dolore magna aliqua. Ut enim ad minim </a:t>
            </a:r>
            <a:endParaRPr sz="11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Academic">
      <a:dk1>
        <a:srgbClr val="000000"/>
      </a:dk1>
      <a:lt1>
        <a:srgbClr val="FFFFFF"/>
      </a:lt1>
      <a:dk2>
        <a:srgbClr val="44546A"/>
      </a:dk2>
      <a:lt2>
        <a:srgbClr val="E7E6E6"/>
      </a:lt2>
      <a:accent1>
        <a:srgbClr val="E85134"/>
      </a:accent1>
      <a:accent2>
        <a:srgbClr val="F3A616"/>
      </a:accent2>
      <a:accent3>
        <a:srgbClr val="61852D"/>
      </a:accent3>
      <a:accent4>
        <a:srgbClr val="2398BB"/>
      </a:accent4>
      <a:accent5>
        <a:srgbClr val="B4A9D3"/>
      </a:accent5>
      <a:accent6>
        <a:srgbClr val="E6DFCC"/>
      </a:accent6>
      <a:hlink>
        <a:srgbClr val="E6DFCC"/>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1758</Words>
  <Application>Microsoft Office PowerPoint</Application>
  <PresentationFormat>On-screen Show (16:9)</PresentationFormat>
  <Paragraphs>255</Paragraphs>
  <Slides>27</Slides>
  <Notes>27</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27</vt:i4>
      </vt:variant>
    </vt:vector>
  </HeadingPairs>
  <TitlesOfParts>
    <vt:vector size="34" baseType="lpstr">
      <vt:lpstr>IBM Plex Sans</vt:lpstr>
      <vt:lpstr>Arial</vt:lpstr>
      <vt:lpstr>Montserrat</vt:lpstr>
      <vt:lpstr>Lato</vt:lpstr>
      <vt:lpstr>Quicksand</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Azidan Herlambang</cp:lastModifiedBy>
  <cp:revision>1</cp:revision>
  <dcterms:modified xsi:type="dcterms:W3CDTF">2025-04-13T14:41:22Z</dcterms:modified>
</cp:coreProperties>
</file>